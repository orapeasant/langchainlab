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notesSlides/notesSlide1.xml" ContentType="application/vnd.openxmlformats-officedocument.presentationml.notesSlide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68" r:id="rId4"/>
    <p:sldId id="269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58" r:id="rId19"/>
    <p:sldId id="270" r:id="rId20"/>
    <p:sldId id="259" r:id="rId21"/>
    <p:sldId id="271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25" autoAdjust="0"/>
    <p:restoredTop sz="94660"/>
  </p:normalViewPr>
  <p:slideViewPr>
    <p:cSldViewPr snapToGrid="0">
      <p:cViewPr varScale="1">
        <p:scale>
          <a:sx n="94" d="100"/>
          <a:sy n="94" d="100"/>
        </p:scale>
        <p:origin x="11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1:58:07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23 560 0 0,'-1'-1'367'0'0,"1"0"0"0"0,0 0 0 0 0,-1 0 0 0 0,1 1 0 0 0,-1-1 1 0 0,1 0-1 0 0,-1 0 0 0 0,0 1 0 0 0,1-1 0 0 0,-1 0 0 0 0,0 1 0 0 0,1-1 0 0 0,-1 1 0 0 0,0-1 0 0 0,0 1 0 0 0,1-1 0 0 0,-1 1 0 0 0,0 0 0 0 0,-1-1 0 0 0,-10-8 4271 0 0,19 11-193 0 0,14 13-2687 0 0,3 10-1103 0 0,-1 1 1 0 0,-1 2 0 0 0,-1 0-1 0 0,-2 1 1 0 0,0 0-1 0 0,27 64 1 0 0,-25-44-685 0 0,-6-11 52 0 0,2 0 0 0 0,39 63 0 0 0,-49-92 6 0 0,-1 0 1 0 0,1 0-1 0 0,1 0 0 0 0,-1-1 0 0 0,2 0 0 0 0,-1-1 0 0 0,1 0 0 0 0,0 0 1 0 0,0-1-1 0 0,1 0 0 0 0,-1 0 0 0 0,2-1 0 0 0,-1-1 0 0 0,0 0 0 0 0,13 4 1 0 0,-16-7-21 0 0,0 0 1 0 0,0-1 0 0 0,0 1-1 0 0,0-1 1 0 0,0-1 0 0 0,-1 1 0 0 0,1-1-1 0 0,0 0 1 0 0,0-1 0 0 0,-1 0-1 0 0,1 0 1 0 0,-1 0 0 0 0,1-1 0 0 0,-1 0-1 0 0,0 0 1 0 0,0 0 0 0 0,6-5-1 0 0,9-8-78 0 0,-1 0 0 0 0,-1-1 0 0 0,20-22 0 0 0,-36 35 37 0 0,23-23-325 0 0,41-39-860 0 0,-51 56 1070 0 0,-11 10 259 0 0,-5 2-108 0 0,-1-1 0 0 0,1 0 0 0 0,-1 0 0 0 0,1 1 0 0 0,-1-1-1 0 0,1 0 1 0 0,-1 0 0 0 0,0 0 0 0 0,0 0 0 0 0,1 0 0 0 0,-1 0-1 0 0,0 0 1 0 0,0 0 0 0 0,0 0 0 0 0,-2 1 0 0 0,2-4-193 0 0,8 2 138 0 0,-4 1 19 0 0,-1-1-1 0 0,1 1 1 0 0,0 0 0 0 0,-1 0 0 0 0,1 0 0 0 0,-1 1 0 0 0,1-1 0 0 0,-1 0 0 0 0,3 3-1 0 0,-4-3-92 0 0,0 1-1 0 0,0-1 0 0 0,0 1 0 0 0,0 0 0 0 0,0 0 1 0 0,0-1-1 0 0,0 1 0 0 0,-1 0 0 0 0,1 0 0 0 0,-1 0 0 0 0,1 0 1 0 0,-1 0-1 0 0,0 0 0 0 0,0 0 0 0 0,0 3 0 0 0,0 1-692 0 0,0 35-1916 0 0,0-39 2365 0 0,-1 0 1 0 0,1 0 0 0 0,0 0-1 0 0,-1 0 1 0 0,1 0 0 0 0,-1 0-1 0 0,0-1 1 0 0,1 1-1 0 0,-1 0 1 0 0,0 0 0 0 0,0-1-1 0 0,0 1 1 0 0,0 0 0 0 0,-1-1-1 0 0,1 1 1 0 0,0-1 0 0 0,-1 0-1 0 0,-2 3 1 0 0,-16 3-7142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1:59:13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9 2481 0 0,'7'-6'1033'0'0,"-2"3"-130"0"0,-8 11 1683 0 0,-6 14-1403 0 0,1 0 0 0 0,0 0-1 0 0,2 0 1 0 0,1 1 0 0 0,-4 40 0 0 0,7-50-904 0 0,1 0 0 0 0,0 0-1 0 0,1 0 1 0 0,1 0 0 0 0,3 21 0 0 0,-3-27-282 0 0,1 0-1 0 0,0-1 1 0 0,1 0-1 0 0,-1 1 0 0 0,1-1 1 0 0,0 0-1 0 0,1 0 1 0 0,-1-1-1 0 0,1 1 1 0 0,1-1-1 0 0,-1 0 1 0 0,8 8-1 0 0,0-3 47 0 0,0 1-1 0 0,1-2 1 0 0,-1 1-1 0 0,20 9 1 0 0,-27-16-22 0 0,1-1-1 0 0,0 1 1 0 0,-1-1-1 0 0,1-1 0 0 0,0 1 1 0 0,0-1-1 0 0,0 0 1 0 0,0 0-1 0 0,0 0 1 0 0,0-1-1 0 0,0 0 1 0 0,0 0-1 0 0,0-1 1 0 0,10-1-1 0 0,-5-2-8 0 0,0 0-1 0 0,-1 0 0 0 0,0-1 0 0 0,0-1 0 0 0,0 1 0 0 0,0-1 0 0 0,-1-1 0 0 0,11-10 1 0 0,62-66 109 0 0,-76 77-102 0 0,18-18 47 0 0,-24 24-66 0 0,0 0 1 0 0,0 0-1 0 0,0 0 0 0 0,0 0 0 0 0,0 0 1 0 0,0 0-1 0 0,0 0 0 0 0,0 0 0 0 0,0 0 0 0 0,0 0 1 0 0,0 0-1 0 0,1 0 0 0 0,-1 0 0 0 0,0 0 0 0 0,0 0 1 0 0,0 0-1 0 0,0 0 0 0 0,0 0 0 0 0,0 0 1 0 0,0 0-1 0 0,0 0 0 0 0,0 0 0 0 0,0 0 0 0 0,1 0 1 0 0,-1 0-1 0 0,0 0 0 0 0,0 0 0 0 0,0 0 0 0 0,0 0 1 0 0,0 0-1 0 0,0 0 0 0 0,0 0 0 0 0,0 0 0 0 0,0 0 1 0 0,0 0-1 0 0,0 0 0 0 0,1 1 0 0 0,-1-1 1 0 0,0 0-1 0 0,0 0 0 0 0,0 0 0 0 0,0 0 0 0 0,0 0 1 0 0,0 0-1 0 0,0 0 0 0 0,0 0 0 0 0,0 0 0 0 0,0 0 1 0 0,0 0-1 0 0,0 1 0 0 0,0-1 0 0 0,0 0 1 0 0,0 0-1 0 0,0 0 0 0 0,0 0 0 0 0,0 0 0 0 0,0 0 1 0 0,0 0-1 0 0,0 0 0 0 0,0 0 0 0 0,0 1 0 0 0,0 11 1 0 0,2 16 12 0 0,12 25 62 0 0,18 88 77 0 0,-30-127-172 0 0,-1-3 32 0 0,0-1 0 0 0,1 1 1 0 0,0-1-1 0 0,6 15 0 0 0,-8-24-13 0 0,1 1 1 0 0,-1-1-1 0 0,1 0 0 0 0,-1 1 0 0 0,1-1 1 0 0,0 0-1 0 0,0 0 0 0 0,-1 1 1 0 0,1-1-1 0 0,0 0 0 0 0,0 0 0 0 0,0 0 1 0 0,0 0-1 0 0,1 0 0 0 0,-1 0 1 0 0,0-1-1 0 0,0 1 0 0 0,1 0 0 0 0,-1 0 1 0 0,0-1-1 0 0,1 1 0 0 0,-1-1 1 0 0,0 1-1 0 0,1-1 0 0 0,-1 0 0 0 0,1 0 1 0 0,-1 1-1 0 0,1-1 0 0 0,-1 0 1 0 0,0 0-1 0 0,1 0 0 0 0,-1-1 0 0 0,1 1 1 0 0,-1 0-1 0 0,1 0 0 0 0,-1-1 0 0 0,0 1 1 0 0,3-2-1 0 0,0 0-1 0 0,1 0 0 0 0,-1 0 0 0 0,0 0 0 0 0,0-1 0 0 0,0 0 0 0 0,4-3 0 0 0,-7 4-11 0 0,1 1-1 0 0,-1 0 1 0 0,0 0 0 0 0,0-1-1 0 0,0 1 1 0 0,0 0 0 0 0,0-1 0 0 0,0 1-1 0 0,0-1 1 0 0,0 1 0 0 0,-1-1-1 0 0,1 0 1 0 0,0 1 0 0 0,-1-1-1 0 0,1 0 1 0 0,-1 1 0 0 0,0-1 0 0 0,0 0-1 0 0,0-3 1 0 0,0 4-125 0 0,-1-1-1 0 0,0 1 1 0 0,0 0-1 0 0,1 0 1 0 0,-1 0 0 0 0,0 0-1 0 0,0-1 1 0 0,0 1-1 0 0,-1 0 1 0 0,1 1 0 0 0,0-1-1 0 0,0 0 1 0 0,0 0-1 0 0,-1 0 1 0 0,1 1 0 0 0,0-1-1 0 0,-1 1 1 0 0,1-1-1 0 0,0 1 1 0 0,-1-1 0 0 0,1 1-1 0 0,-1 0 1 0 0,-2-1-1 0 0,-38-8-3476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1:59:53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46 2321 0 0,'-16'-1'601'0'0,"-9"-1"336"0"0,0-1 0 0 0,0-1 0 0 0,-43-13 0 0 0,58 14-877 0 0,6 2-77 0 0,0-1-1 0 0,-1 1 1 0 0,0 0-1 0 0,1 0 0 0 0,-1 0 1 0 0,0 1-1 0 0,-5-1 1 0 0,10 1 20 0 0,0 0 1 0 0,0 1-1 0 0,-1-1 1 0 0,1 0-1 0 0,0 0 1 0 0,-1 0-1 0 0,1 0 1 0 0,0 0-1 0 0,-1 0 1 0 0,1 0-1 0 0,0 0 1 0 0,-1 0-1 0 0,1 0 1 0 0,0 0-1 0 0,-1 0 1 0 0,1 0-1 0 0,0 0 1 0 0,0 0-1 0 0,-1-1 1 0 0,1 1-1 0 0,0 0 1 0 0,-1 0-1 0 0,1 0 1 0 0,0 0-1 0 0,0 0 1 0 0,-1-1-1 0 0,1 1 1 0 0,0 0 0 0 0,0 0-1 0 0,-1-1 1 0 0,1 1-1 0 0,0 0 1 0 0,0 0-1 0 0,0-1 1 0 0,0 1-1 0 0,-1 0 1 0 0,1 0-1 0 0,0-1 1 0 0,0 1-1 0 0,0-1 1 0 0,0 1 6 0 0,0 0 0 0 0,0-1 1 0 0,0 1-1 0 0,1 0 0 0 0,-1 0 1 0 0,0 0-1 0 0,0 0 0 0 0,0-1 1 0 0,0 1-1 0 0,1 0 0 0 0,-1 0 1 0 0,0 0-1 0 0,0 0 0 0 0,0 0 1 0 0,1 0-1 0 0,-1 0 0 0 0,0 0 1 0 0,0-1-1 0 0,1 1 0 0 0,-1 0 1 0 0,0 0-1 0 0,0 0 0 0 0,1 0 1 0 0,-1 0-1 0 0,0 0 0 0 0,0 0 1 0 0,0 0-1 0 0,1 0 0 0 0,-1 0 1 0 0,0 1-1 0 0,0-1 0 0 0,1 0 1 0 0,-1 0-1 0 0,0 0 0 0 0,0 0 1 0 0,0 0-1 0 0,1 0 0 0 0,-1 1 1 0 0,0-1-4 0 0,0 0 0 0 0,0 0 0 0 0,1 0 0 0 0,-1 0 1 0 0,0 0-1 0 0,0 0 0 0 0,0 0 0 0 0,0 0 0 0 0,0 0 0 0 0,0 1 1 0 0,0-1-1 0 0,0 0 0 0 0,0 0 0 0 0,0 0 0 0 0,1 0 0 0 0,-1 0 1 0 0,0 0-1 0 0,0 1 0 0 0,0-1 0 0 0,0 0 0 0 0,0 0 1 0 0,0 0-1 0 0,0 0 0 0 0,0 0 0 0 0,0 0 0 0 0,0 1 0 0 0,0-1 1 0 0,0 0-1 0 0,0 0 0 0 0,0 0 0 0 0,0 0 0 0 0,0 0 1 0 0,-1 1-1 0 0,1-1 0 0 0,0 0 0 0 0,0 0 0 0 0,0 0 0 0 0,0 0 1 0 0,0 0-1 0 0,0 0 0 0 0,0 0 0 0 0,0 1 0 0 0,0-1 1 0 0,0 0-1 0 0,-1 0 0 0 0,1 0 0 0 0,0 0 0 0 0,0 0 0 0 0,0 0 1 0 0,0 0-1 0 0,0 0 0 0 0,0 0 0 0 0,0 0 0 0 0,-1 0 0 0 0,1 0 1 0 0,0 0-1 0 0,0 0 0 0 0,-7 3 1017 0 0,7-3-1000 0 0,1 1 1 0 0,-1-1-1 0 0,0 0 0 0 0,1 1 0 0 0,-1-1 0 0 0,0 1 0 0 0,0-1 1 0 0,0 1-1 0 0,1-1 0 0 0,-1 0 0 0 0,0 1 0 0 0,0-1 0 0 0,0 1 1 0 0,0-1-1 0 0,0 1 0 0 0,0-1 0 0 0,0 1 0 0 0,0-1 0 0 0,0 1 1 0 0,0-1-1 0 0,0 1 0 0 0,0-1 0 0 0,0 1 0 0 0,0-1 0 0 0,-1 1 0 0 0,1-1 1 0 0,0 0-1 0 0,0 1 0 0 0,0-1 0 0 0,-1 1 0 0 0,1-1 0 0 0,0 0 1 0 0,-1 1-1 0 0,1-1 0 0 0,0 0 0 0 0,-1 1 0 0 0,1-1 0 0 0,0 0 1 0 0,-1 1-1 0 0,1-1 0 0 0,-1 0 0 0 0,1 0 0 0 0,-1 1 0 0 0,1-1 1 0 0,0 0-1 0 0,-1 0 0 0 0,1 0 0 0 0,-1 0 0 0 0,1 0 0 0 0,-1 0 1 0 0,1 0-1 0 0,-2 0 0 0 0,1-5 352 0 0,0 7 142 0 0,-12 41-102 0 0,3 1 1 0 0,2 0 0 0 0,-6 82 0 0 0,13-99-303 0 0,1 1 0 0 0,2 0 0 0 0,0 0 1 0 0,2-1-1 0 0,1 1 0 0 0,1-1 0 0 0,1-1 0 0 0,12 28 0 0 0,-18-49-120 0 0,1-1-1 0 0,-1 0 1 0 0,1-1 0 0 0,1 1-1 0 0,-1 0 1 0 0,0-1-1 0 0,1 1 1 0 0,0-1-1 0 0,0 0 1 0 0,0 0 0 0 0,0 0-1 0 0,6 4 1 0 0,-6-5-1 0 0,-1-1 0 0 0,1 0 0 0 0,0-1 0 0 0,-1 1 1 0 0,1 0-1 0 0,0-1 0 0 0,0 0 0 0 0,0 1 0 0 0,0-1 1 0 0,-1 0-1 0 0,1-1 0 0 0,0 1 0 0 0,0 0 0 0 0,0-1 0 0 0,-1 1 1 0 0,1-1-1 0 0,0 0 0 0 0,0 0 0 0 0,-1 0 0 0 0,4-2 0 0 0,10-5-39 0 0,1-1-1 0 0,-2-1 1 0 0,1 0-1 0 0,20-18 1 0 0,52-56-156 0 0,-3 3-17 0 0,-84 80 209 0 0,0 1 0 0 0,0-1 0 0 0,-1 0 0 0 0,1 0 1 0 0,0 0-1 0 0,0 1 0 0 0,0-1 0 0 0,0 0 0 0 0,0 1 0 0 0,0-1 0 0 0,0 1 1 0 0,0-1-1 0 0,0 1 0 0 0,1 0 0 0 0,-1-1 0 0 0,0 1 0 0 0,0 0 0 0 0,0 0 1 0 0,0 0-1 0 0,2 0 0 0 0,-2 0-2 0 0,0 1-1 0 0,-1 0 1 0 0,1 0 0 0 0,-1 0 0 0 0,1-1-1 0 0,-1 1 1 0 0,1 0 0 0 0,-1 0 0 0 0,1 0-1 0 0,-1 0 1 0 0,0 0 0 0 0,1 0 0 0 0,-1 0-1 0 0,0 0 1 0 0,0 0 0 0 0,0 1 0 0 0,4 12-40 0 0,-2-8 31 0 0,10 30-35 0 0,10 45-1 0 0,-20-72-156 0 0,0-1 0 0 0,0 0-1 0 0,1 1 1 0 0,0-1-1 0 0,0 0 1 0 0,7 9-1 0 0,-3 0-1600 0 0,-8-10-1881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28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0 109 880 0 0,'14'9'538'0'0,"0"-1"-1"0"0,1 0 0 0 0,-1-1 0 0 0,2 0 0 0 0,-1-2 0 0 0,1 0 0 0 0,-1 0 0 0 0,1-2 0 0 0,17 3 0 0 0,12-2-602 0 0,1-1 0 0 0,47-4 0 0 0,229-22 939 0 0,-67 3-467 0 0,-205 17-395 0 0,401-21 106 0 0,226 5 32 0 0,-591 19-121 0 0,811-23 115 0 0,-274-18 230 0 0,-421 30-1272 0 0,110-2-2486 0 0,-246 15 222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48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399 360 320 0 0,'2'4'414'0'0,"14"28"1178"0"0,-16-32-1577 0 0,0 0 0 0 0,0 0 0 0 0,0 0-1 0 0,0 0 1 0 0,0 0 0 0 0,0 0 0 0 0,0-1-1 0 0,0 1 1 0 0,0 0 0 0 0,0 0 0 0 0,0 0 0 0 0,0 0-1 0 0,0 0 1 0 0,0 0 0 0 0,0 0 0 0 0,0 0-1 0 0,0 0 1 0 0,0 0 0 0 0,0 0 0 0 0,0-1 0 0 0,0 1-1 0 0,0 0 1 0 0,0 0 0 0 0,0 0 0 0 0,0 0-1 0 0,0 0 1 0 0,0 0 0 0 0,0 0 0 0 0,0 0 0 0 0,0 0-1 0 0,0 0 1 0 0,1 0 0 0 0,-1 0 0 0 0,0 0-1 0 0,0 0 1 0 0,0 0 0 0 0,0 0 0 0 0,0 0 0 0 0,0-1-1 0 0,0 1 1 0 0,0 0 0 0 0,0 0 0 0 0,0 0-1 0 0,0 0 1 0 0,0 0 0 0 0,1 0 0 0 0,-1 0 0 0 0,0 0-1 0 0,0 0 1 0 0,0 0 0 0 0,0 0 0 0 0,0 0-1 0 0,0 1 1 0 0,0-1 0 0 0,0 0 0 0 0,0 0 0 0 0,0 0-1 0 0,0 0 1 0 0,1 0 0 0 0,-1 0 0 0 0,0 0-1 0 0,0 0 1 0 0,0 0 0 0 0,-2-21 875 0 0,0 1-148 0 0,-7-86 2291 0 0,-14 134-1286 0 0,-2 12-637 0 0,-30 64 1 0 0,45-83-988 0 0,2 1 0 0 0,0 0 0 0 0,1 0 0 0 0,1 1 0 0 0,2 0 0 0 0,-3 24 0 0 0,5-15-123 0 0,2 0 1 0 0,5 41-1 0 0,-3-55 36 0 0,1 0-1 0 0,1-1 0 0 0,1 1 1 0 0,0-1-1 0 0,12 25 0 0 0,-15-37-21 0 0,0-1 0 0 0,0 1 0 0 0,1-1-1 0 0,0 1 1 0 0,-1-1 0 0 0,2 0-1 0 0,-1 0 1 0 0,0 0 0 0 0,1 0 0 0 0,0-1-1 0 0,0 1 1 0 0,0-1 0 0 0,0 0 0 0 0,0 0-1 0 0,1-1 1 0 0,-1 1 0 0 0,1-1 0 0 0,0 0-1 0 0,0 0 1 0 0,-1 0 0 0 0,1-1 0 0 0,1 0-1 0 0,-1 0 1 0 0,0 0 0 0 0,0-1 0 0 0,0 1-1 0 0,0-1 1 0 0,0 0 0 0 0,1-1 0 0 0,-1 1-1 0 0,0-1 1 0 0,8-3 0 0 0,0 1-13 0 0,0-1 1 0 0,-1 0-1 0 0,1-1 1 0 0,-1 0-1 0 0,0-1 0 0 0,0-1 1 0 0,19-14-1 0 0,-15 8 0 0 0,1-1 1 0 0,-2-1-1 0 0,0 0 0 0 0,16-22 0 0 0,-4-2 18 0 0,-2 0 0 0 0,-1-2 0 0 0,29-70 0 0 0,-37 74 9 0 0,-2 0 0 0 0,-2-1-1 0 0,10-49 1 0 0,-19 68-12 0 0,-1 1 0 0 0,0-1 0 0 0,-1 1-1 0 0,-1-1 1 0 0,-1 0 0 0 0,0 1 0 0 0,-2-1 0 0 0,-7-30 0 0 0,7 41-4 0 0,0-1 0 0 0,0 1 0 0 0,-1 0 0 0 0,0 0 0 0 0,0 0 0 0 0,-1 1 1 0 0,0-1-1 0 0,0 1 0 0 0,-1 0 0 0 0,1 0 0 0 0,-2 1 0 0 0,-10-9 0 0 0,7 8-5 0 0,1 1 1 0 0,-1 0-1 0 0,0 1 0 0 0,-1 0 0 0 0,1 1 0 0 0,-1 0 0 0 0,0 0 0 0 0,-21-3 0 0 0,6 4-8 0 0,0 1 0 0 0,0 1 0 0 0,-1 1 0 0 0,1 1 0 0 0,0 2 0 0 0,0 0 0 0 0,-45 13 0 0 0,33-5-15 0 0,1 2 0 0 0,1 2 0 0 0,0 1 0 0 0,-66 40 0 0 0,89-47-57 0 0,1-1 0 0 0,0 1 0 0 0,0 1 0 0 0,1 0 1 0 0,0 1-1 0 0,1 0 0 0 0,0 1 0 0 0,-10 16 0 0 0,14-18-227 0 0,1 0 0 0 0,0 1 0 0 0,1 0 0 0 0,0 0 0 0 0,0 0 0 0 0,1 0 0 0 0,1 0 1 0 0,0 1-1 0 0,0-1 0 0 0,1 1 0 0 0,1 13 0 0 0,8 76-3996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48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489 514 1121 0 0,'-15'-3'1469'0'0,"1"0"0"0"0,-1 0 0 0 0,0 2 0 0 0,1 0 1 0 0,-1 0-1 0 0,-16 2 0 0 0,30 0-1398 0 0,-1-1-1 0 0,1 0 1 0 0,-1 1 0 0 0,1-1-1 0 0,-1 1 1 0 0,1-1 0 0 0,0 1-1 0 0,-1 0 1 0 0,1-1-1 0 0,0 1 1 0 0,-1 0 0 0 0,1 0-1 0 0,0 0 1 0 0,0 0 0 0 0,0 0-1 0 0,-2 2 1 0 0,-3 4 93 0 0,1 1 1 0 0,0 0 0 0 0,0-1-1 0 0,1 1 1 0 0,0 1-1 0 0,1-1 1 0 0,-1 1-1 0 0,2-1 1 0 0,-3 12 0 0 0,1-2 37 0 0,1-1 0 0 0,1 1 0 0 0,1 27 0 0 0,1-33-190 0 0,1 0-1 0 0,1 0 0 0 0,0-1 1 0 0,0 1-1 0 0,2-1 0 0 0,-1 1 1 0 0,1-1-1 0 0,1 0 0 0 0,0 0 1 0 0,0-1-1 0 0,1 0 0 0 0,1 0 1 0 0,-1 0-1 0 0,2-1 0 0 0,-1 0 1 0 0,1 0-1 0 0,1 0 0 0 0,-1-1 1 0 0,2-1-1 0 0,-1 0 0 0 0,1 0 1 0 0,0-1-1 0 0,0 0 0 0 0,13 6 1 0 0,-10-7-19 0 0,0 1 1 0 0,1-2-1 0 0,-1 0 1 0 0,1 0-1 0 0,0-2 1 0 0,0 1-1 0 0,0-2 1 0 0,0 0-1 0 0,0 0 1 0 0,0-2-1 0 0,0 1 1 0 0,0-2-1 0 0,0 0 1 0 0,-1-1-1 0 0,1 0 1 0 0,0-1-1 0 0,-1 0 0 0 0,0-1 1 0 0,0-1-1 0 0,15-9 1 0 0,-8 2 1 0 0,-2 0 0 0 0,0-2 0 0 0,0-1 0 0 0,-2 0 0 0 0,0-1 0 0 0,0 0 0 0 0,19-30 0 0 0,-14 14-25 0 0,-2 0 0 0 0,-1-1 0 0 0,23-60 0 0 0,-34 74 11 0 0,0 0-1 0 0,-2 0 1 0 0,0 0 0 0 0,-2-1 0 0 0,0 1-1 0 0,-1-1 1 0 0,-1 0 0 0 0,-1 0 0 0 0,-1 1-1 0 0,-4-25 1 0 0,2 28-6 0 0,-1 0 1 0 0,-1 0-1 0 0,-1 0 0 0 0,-1 1 0 0 0,0 0 1 0 0,-1 1-1 0 0,0-1 0 0 0,-1 1 0 0 0,-1 1 1 0 0,-1 0-1 0 0,0 0 0 0 0,-14-13 0 0 0,13 15-92 0 0,-2 0 0 0 0,0 0 0 0 0,0 1 0 0 0,-1 1 0 0 0,-1 1 0 0 0,1 0 0 0 0,-2 1 0 0 0,1 0 0 0 0,-1 2 0 0 0,0 0 0 0 0,0 0 0 0 0,-26-3 0 0 0,18 5-18 0 0,-1 2 0 0 0,0 1 0 0 0,0 1 1 0 0,1 1-1 0 0,-1 1 0 0 0,1 2 0 0 0,-1 0 1 0 0,-31 11-1 0 0,15-2-312 0 0,2 2 0 0 0,-1 2 0 0 0,-51 29 0 0 0,-131 98-4342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49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255 132 2321 0 0,'7'0'3357'0'0,"-11"13"-765"0"0,-6 0-1638 0 0,0 1-458 0 0,1-1 0 0 0,-13 27 0 0 0,18-30-497 0 0,0 1 1 0 0,1 0-1 0 0,1 0 1 0 0,-1 0-1 0 0,2 0 1 0 0,0 0-1 0 0,0 1 1 0 0,2 15-1 0 0,1 6-197 0 0,11 45 0 0 0,-9-51 290 0 0,2-1 0 0 0,2 0 0 0 0,0 0-1 0 0,1-1 1 0 0,2 0 0 0 0,22 39-1 0 0,-27-54-37 0 0,0-2 0 0 0,1 1 0 0 0,0-1 0 0 0,0 0 0 0 0,0 0 0 0 0,1-1 0 0 0,1 0 0 0 0,-1-1 0 0 0,1 0 0 0 0,0 0 0 0 0,0-1 0 0 0,1 0 0 0 0,0 0 0 0 0,0-1-1 0 0,0 0 1 0 0,0-1 0 0 0,0 0 0 0 0,1-1 0 0 0,20 2 0 0 0,-12-3-56 0 0,0-1 1 0 0,1-1-1 0 0,-1 0 0 0 0,0-2 0 0 0,0 0 0 0 0,0-1 1 0 0,-1-1-1 0 0,1-1 0 0 0,23-10 0 0 0,-27 9 9 0 0,-1 0-1 0 0,0-1 1 0 0,0-1-1 0 0,-1 0 1 0 0,0-1-1 0 0,0 0 1 0 0,-1-1-1 0 0,-1-1 1 0 0,0 0-1 0 0,0 0 1 0 0,-1-1-1 0 0,10-17 1 0 0,-7 4 17 0 0,-1-1-1 0 0,-1-1 1 0 0,-1 0 0 0 0,-2-1-1 0 0,-1 1 1 0 0,-1-1 0 0 0,-2-1 0 0 0,2-38-1 0 0,-5 54-30 0 0,-1 0 1 0 0,-1 0-1 0 0,0 0 0 0 0,0 1 0 0 0,-2-1 0 0 0,0 0 0 0 0,0 1 1 0 0,-1-1-1 0 0,-1 1 0 0 0,-9-19 0 0 0,9 23-8 0 0,-1 1 1 0 0,1-1-1 0 0,-2 1 1 0 0,1 0-1 0 0,-1 1 1 0 0,0 0-1 0 0,-1 0 1 0 0,0 0-1 0 0,0 1 1 0 0,0 0-1 0 0,-1 1 0 0 0,0 0 1 0 0,0 0-1 0 0,-18-6 1 0 0,2 3 2 0 0,0 2 1 0 0,0 1-1 0 0,0 0 0 0 0,-1 2 1 0 0,0 2-1 0 0,0 0 1 0 0,-39 4-1 0 0,19 2 12 0 0,-1 1 0 0 0,1 3 0 0 0,-61 20-1 0 0,75-19 4 0 0,1 2-1 0 0,0 1 0 0 0,-32 20 0 0 0,52-27-95 0 0,0 1 0 0 0,0 1 0 0 0,1 0 0 0 0,0 0 0 0 0,0 1 0 0 0,1 0 1 0 0,1 1-1 0 0,-1-1 0 0 0,1 2 0 0 0,-12 20 0 0 0,19-28-13 0 0,-1 0 0 0 0,1 0 0 0 0,-1 0 0 0 0,1 0 0 0 0,0 0 0 0 0,0 0 0 0 0,0 1 0 0 0,1-1 0 0 0,-1 0-1 0 0,1 1 1 0 0,0-1 0 0 0,0 0 0 0 0,0 1 0 0 0,0-1 0 0 0,0 0 0 0 0,1 1 0 0 0,0-1 0 0 0,0 0 0 0 0,1 4 0 0 0,0-2-131 0 0,1-1 1 0 0,1 1-1 0 0,-1 0 0 0 0,1-1 0 0 0,-1 0 0 0 0,1 1 1 0 0,1-1-1 0 0,-1-1 0 0 0,0 1 0 0 0,1-1 0 0 0,7 4 0 0 0,103 53-4431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49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139 520 8164 0 0,'-19'11'943'0'0,"2"-2"-398"0"0,0 0 0 0 0,1 2 0 0 0,0 0 0 0 0,-19 16 0 0 0,34-25-535 0 0,-1 0 0 0 0,0 0 0 0 0,0 0 0 0 0,1 1 0 0 0,-1-1 0 0 0,1 0 0 0 0,0 1 0 0 0,0-1 0 0 0,0 1 0 0 0,0-1 0 0 0,0 1 0 0 0,0-1 0 0 0,1 1 0 0 0,-1 0 0 0 0,1-1 0 0 0,0 1 0 0 0,0 0 0 0 0,0 0 0 0 0,0-1 0 0 0,0 1 0 0 0,0 0 0 0 0,1-1 0 0 0,0 1 0 0 0,-1 0 0 0 0,1-1 0 0 0,2 4 0 0 0,2 5 19 0 0,1 0-1 0 0,0-1 1 0 0,1 0-1 0 0,13 16 1 0 0,-17-22-28 0 0,15 18 6 0 0,1-1 1 0 0,1-1-1 0 0,1-1 1 0 0,0 0 0 0 0,2-2-1 0 0,0 0 1 0 0,1-2-1 0 0,0-1 1 0 0,1 0-1 0 0,29 10 1 0 0,-39-18-5 0 0,1-1 0 0 0,-1-1 0 0 0,1 0 1 0 0,0-1-1 0 0,0-1 0 0 0,0 0 0 0 0,0-1 0 0 0,0-1 0 0 0,0 0 1 0 0,0-1-1 0 0,0-1 0 0 0,0-1 0 0 0,0 0 0 0 0,0-1 0 0 0,-1 0 1 0 0,1-2-1 0 0,-1 0 0 0 0,-1 0 0 0 0,19-12 0 0 0,-20 10-56 0 0,0-2-1 0 0,-1 1 0 0 0,-1-2 0 0 0,1 1 0 0 0,-1-2 1 0 0,-1 1-1 0 0,0-2 0 0 0,-1 1 0 0 0,-1-1 0 0 0,14-26 1 0 0,-8 9-326 0 0,-2-1 0 0 0,-1 0 0 0 0,13-64 0 0 0,-18 65 264 0 0,-2-1-1 0 0,0 0 1 0 0,-2 0 0 0 0,-2-1 0 0 0,-1 1 0 0 0,-5-32 0 0 0,3 41 139 0 0,-2 0 0 0 0,0 0 1 0 0,-2 1-1 0 0,0 0 0 0 0,-1 0 1 0 0,-2 0-1 0 0,0 1 0 0 0,-22-33 1 0 0,26 44-11 0 0,-1 0 1 0 0,0 1-1 0 0,-1 0 1 0 0,0 0-1 0 0,0 1 0 0 0,0 0 1 0 0,-1 1-1 0 0,0-1 1 0 0,0 2-1 0 0,-1-1 1 0 0,1 1-1 0 0,-1 1 1 0 0,0 0-1 0 0,-1 0 1 0 0,1 1-1 0 0,-1 0 0 0 0,1 1 1 0 0,-1 0-1 0 0,0 1 1 0 0,0 0-1 0 0,0 1 1 0 0,-17 1-1 0 0,10 1 6 0 0,-1 1-1 0 0,1 1 1 0 0,0 1 0 0 0,0 1-1 0 0,0 0 1 0 0,1 1-1 0 0,-1 1 1 0 0,2 1-1 0 0,-1 0 1 0 0,2 1 0 0 0,-1 1-1 0 0,-21 19 1 0 0,8-3-79 0 0,1 2 0 0 0,2 1-1 0 0,0 2 1 0 0,3 0 0 0 0,0 1 0 0 0,-20 42 0 0 0,36-61-172 0 0,1 0 0 0 0,0 1 0 0 0,1 0-1 0 0,0 0 1 0 0,-3 20 0 0 0,7-26-414 0 0,1 0 1 0 0,0 0-1 0 0,0 0 1 0 0,1-1-1 0 0,2 12 1 0 0,-2-10-131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50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20 267 3762 0 0,'-16'9'13392'0'0,"17"2"-11937"0"0,-5 23-1816 0 0,3-15 174 0 0,1 0-1 0 0,2 0 0 0 0,-1 0 0 0 0,2-1 0 0 0,1 1 1 0 0,0-1-1 0 0,1 1 0 0 0,1-1 0 0 0,1-1 0 0 0,12 23 1 0 0,-7-17 126 0 0,0-2 1 0 0,2 1 0 0 0,1-2 0 0 0,0 0-1 0 0,1-1 1 0 0,2 0 0 0 0,35 29 0 0 0,-47-43 33 0 0,0 0 0 0 0,1-1 0 0 0,0 1 1 0 0,0-2-1 0 0,0 1 0 0 0,0-1 1 0 0,1 0-1 0 0,-1 0 0 0 0,1-1 1 0 0,0 1-1 0 0,-1-2 0 0 0,1 1 1 0 0,0-2-1 0 0,0 1 0 0 0,0-1 1 0 0,0 0-1 0 0,0 0 0 0 0,0-1 1 0 0,0 0-1 0 0,0 0 0 0 0,0-1 1 0 0,0 0-1 0 0,-1-1 0 0 0,1 0 1 0 0,-1 0-1 0 0,1 0 0 0 0,10-8 1 0 0,-3 1 10 0 0,0 0 1 0 0,0-2 0 0 0,-1 0 0 0 0,-1 0 0 0 0,0-1 0 0 0,0-1 0 0 0,-2 0 0 0 0,0-1 0 0 0,0 0 0 0 0,-1-1 0 0 0,-1 0 0 0 0,-1 0 0 0 0,0-1 0 0 0,-1 0 0 0 0,6-26 0 0 0,-7 22-3 0 0,-1-1 1 0 0,0 0 0 0 0,-2 0-1 0 0,-1 0 1 0 0,-1-1-1 0 0,-1 1 1 0 0,0 0 0 0 0,-2-1-1 0 0,-1 1 1 0 0,0 0-1 0 0,-2 0 1 0 0,-10-28 0 0 0,11 38-12 0 0,-1 0 0 0 0,-1 0 1 0 0,0 1-1 0 0,-1 0 0 0 0,0 0 0 0 0,0 0 1 0 0,-1 1-1 0 0,-1 0 0 0 0,0 1 1 0 0,0 0-1 0 0,-1 0 0 0 0,0 1 1 0 0,-12-8-1 0 0,14 11-102 0 0,-1 0 1 0 0,1 1-1 0 0,-1 1 1 0 0,0-1-1 0 0,0 1 1 0 0,0 1-1 0 0,-1 0 1 0 0,1 0-1 0 0,0 0 1 0 0,-1 2-1 0 0,1-1 1 0 0,-1 1-1 0 0,1 0 1 0 0,-1 1-1 0 0,1 0 1 0 0,-1 1-1 0 0,1 0 1 0 0,-17 5-1 0 0,0 4-482 0 0,1 0-1 0 0,-29 19 0 0 0,-66 44-2507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50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409 672 720 0 0,'-4'-1'629'0'0,"0"1"-1"0"0,1-1 1 0 0,-1 1-1 0 0,0 0 1 0 0,1 0-1 0 0,-1 1 0 0 0,0-1 1 0 0,-5 2-1 0 0,-17 1 219 0 0,1 2 0 0 0,-1 0 0 0 0,-31 12 0 0 0,44-11-843 0 0,-1 1 0 0 0,1 0 0 0 0,0 1 0 0 0,0 0 0 0 0,1 1 0 0 0,0 1 0 0 0,0 0 0 0 0,2 0-1 0 0,-1 1 1 0 0,1 1 0 0 0,0-1 0 0 0,1 2 0 0 0,1-1 0 0 0,0 1 0 0 0,1 1 0 0 0,0-1-1 0 0,-9 28 1 0 0,7-13 5 0 0,1 1-1 0 0,1 0 1 0 0,2 0-1 0 0,1 0 1 0 0,1 0 0 0 0,2 1-1 0 0,0 0 1 0 0,5 31-1 0 0,-1-36 7 0 0,1 0 0 0 0,0-1 0 0 0,2 0 0 0 0,1 0 1 0 0,1-1-1 0 0,21 43 0 0 0,-25-56-28 0 0,1-2 0 0 0,0 1 1 0 0,1-1-1 0 0,0 1 1 0 0,0-2-1 0 0,1 1 0 0 0,0-1 1 0 0,1 0-1 0 0,-1 0 1 0 0,1-1-1 0 0,0 0 0 0 0,1 0 1 0 0,-1-1-1 0 0,1 0 1 0 0,0-1-1 0 0,1 0 0 0 0,-1 0 1 0 0,1-1-1 0 0,13 3 0 0 0,-13-5 1 0 0,1 0-1 0 0,-1-1 1 0 0,1 0-1 0 0,-1-1 0 0 0,1 0 1 0 0,-1 0-1 0 0,0-1 1 0 0,0-1-1 0 0,0 0 0 0 0,0 0 1 0 0,0-1-1 0 0,12-7 1 0 0,0 0-1 0 0,-1-2 0 0 0,0-1 1 0 0,-1 0-1 0 0,22-22 1 0 0,-4-2 14 0 0,-1-2 0 0 0,-3-1 1 0 0,-1-1-1 0 0,-2-2 1 0 0,39-75-1 0 0,-32 45-20 0 0,-3-2 0 0 0,48-157 0 0 0,-64 162-131 0 0,10-82 0 0 0,-23 107-86 0 0,-2 0 1 0 0,-4-87 0 0 0,-2 113 133 0 0,-1-1 0 0 0,0 1-1 0 0,-1-1 1 0 0,-1 1 0 0 0,-13-30 0 0 0,15 41 73 0 0,-1 1 0 0 0,-1 0 0 0 0,1 0 0 0 0,-1 0 0 0 0,0 1 0 0 0,-1 0 0 0 0,0 0 0 0 0,0 0 0 0 0,-1 1 0 0 0,1 0 0 0 0,-1 0 0 0 0,-1 1 0 0 0,1-1 0 0 0,-12-5 0 0 0,10 8 8 0 0,0-1-1 0 0,0 1 0 0 0,0 0 1 0 0,0 1-1 0 0,-1 0 1 0 0,1 1-1 0 0,-1 0 1 0 0,1 1-1 0 0,-1-1 1 0 0,1 2-1 0 0,-1-1 1 0 0,1 1-1 0 0,-13 3 0 0 0,3 1-88 0 0,-1 1-1 0 0,1 1 0 0 0,0 1 0 0 0,0 0 0 0 0,-27 17 0 0 0,10-2-360 0 0,1 2 0 0 0,1 2 0 0 0,-42 42-1 0 0,-84 108-1770 0 0,-16 47 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51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1771 1521 0 0,'16'37'699'0'0,"1"-1"0"0"0,1 0 0 0 0,47 64 0 0 0,-57-90-564 0 0,0 0 1 0 0,1-1-1 0 0,0-1 1 0 0,1 1-1 0 0,0-1 1 0 0,0-1-1 0 0,15 8 1 0 0,-17-11-83 0 0,0 0 1 0 0,1-1-1 0 0,-1 0 1 0 0,1 0-1 0 0,0-1 1 0 0,0 0-1 0 0,0-1 1 0 0,0 0-1 0 0,0 0 1 0 0,0-1-1 0 0,12-1 1 0 0,-13 0-24 0 0,0 0 0 0 0,0 0 0 0 0,-1-1 0 0 0,10-3 0 0 0,-3-3 22 0 0,-14 8-51 0 0,1-1 0 0 0,-1 1 0 0 0,0 0 1 0 0,0 0-1 0 0,0 0 0 0 0,0-1 0 0 0,1 1 0 0 0,-1 0 0 0 0,0 0 0 0 0,0 0 0 0 0,0-1 0 0 0,0 1 0 0 0,0 0 0 0 0,0 0 0 0 0,0-1 0 0 0,0 1 0 0 0,0 0 0 0 0,0 0 0 0 0,0-1 0 0 0,0 1 0 0 0,0 0 0 0 0,0 0 0 0 0,0-1 0 0 0,0 1 0 0 0,0 0 0 0 0,0 0 0 0 0,0-1 1 0 0,0 1-1 0 0,0 0 0 0 0,0 0 0 0 0,0-1 0 0 0,0 1 0 0 0,0 0 0 0 0,-1 0 0 0 0,1-1 0 0 0,-5-2 4 0 0,-1 0 0 0 0,1 0 0 0 0,-1 1 0 0 0,0 0 0 0 0,0 0 0 0 0,-9-2 0 0 0,-13-4-13 0 0,28 8 7 0 0,1 0 1 0 0,-1 0 0 0 0,0 0 0 0 0,0 0-1 0 0,0 0 1 0 0,0 0 0 0 0,0 0 0 0 0,0 0 0 0 0,0 0-1 0 0,1-1 1 0 0,-1 1 0 0 0,0 0 0 0 0,0 0-1 0 0,0 0 1 0 0,0 0 0 0 0,0 0 0 0 0,0 0 0 0 0,0 0-1 0 0,0 0 1 0 0,1 0 0 0 0,-1 0 0 0 0,0 0 0 0 0,0 0-1 0 0,0 0 1 0 0,0 0 0 0 0,0-1 0 0 0,0 1-1 0 0,0 0 1 0 0,0 0 0 0 0,0 0 0 0 0,0 0 0 0 0,0 0-1 0 0,0 0 1 0 0,0 0 0 0 0,0-1 0 0 0,0 1-1 0 0,0 0 1 0 0,0 0 0 0 0,0 0 0 0 0,0 0 0 0 0,0 0-1 0 0,0 0 1 0 0,0 0 0 0 0,0-1 0 0 0,0 1-1 0 0,0 0 1 0 0,0 0 0 0 0,0 0 0 0 0,0 0 0 0 0,0 0-1 0 0,0 0 1 0 0,0 0 0 0 0,0 0 0 0 0,0-1-1 0 0,0 1 1 0 0,0 0 0 0 0,0 0 0 0 0,0 0 0 0 0,0 0-1 0 0,0 0 1 0 0,-1 0 0 0 0,1 0 0 0 0,0 0-1 0 0,0 0 1 0 0,0 0 0 0 0,0 0 0 0 0,0 0 0 0 0,0 0-1 0 0,-1-1 1 0 0,20-4-20 0 0,19-6-11 0 0,-26 6 21 0 0,0-1 0 0 0,-1 0 0 0 0,1 0 0 0 0,-1-1 1 0 0,0-1-1 0 0,-1 0 0 0 0,0 0 0 0 0,15-17 0 0 0,-7 4-8 0 0,-1 0 0 0 0,-1-1 1 0 0,21-38-1 0 0,-12 11-4 0 0,-2-2-1 0 0,19-59 1 0 0,-5-10 20 0 0,-6-2 0 0 0,-5-1-1 0 0,-6-2 1 0 0,-4 0 0 0 0,-3-148 0 0 0,-14 198 8 0 0,-19-127 1 0 0,14 163 10 0 0,-3 0-1 0 0,-1 1 1 0 0,-25-62 0 0 0,28 85-9 0 0,0 0 1 0 0,0 1-1 0 0,-1 1 1 0 0,-1-1-1 0 0,0 1 1 0 0,-1 1-1 0 0,0 0 1 0 0,-1 0-1 0 0,-1 1 1 0 0,1 0-1 0 0,-2 1 0 0 0,-16-10 1 0 0,19 14-1 0 0,0 1 1 0 0,-1 0-1 0 0,0 1 1 0 0,0 0-1 0 0,0 1 1 0 0,0 0-1 0 0,0 1 0 0 0,-1 0 1 0 0,1 1-1 0 0,-1 0 1 0 0,1 1-1 0 0,-1 0 1 0 0,1 1-1 0 0,-1 0 0 0 0,1 1 1 0 0,-22 6-1 0 0,11-1 13 0 0,0 1 0 0 0,0 1 0 0 0,2 1 0 0 0,-1 1 0 0 0,1 1 0 0 0,1 1 0 0 0,0 0 0 0 0,-18 17 0 0 0,7-2 2 0 0,2 1 0 0 0,0 1 0 0 0,-41 59-1 0 0,51-63-311 0 0,2 1 0 0 0,0 1-1 0 0,2 0 1 0 0,1 1 0 0 0,1 0 0 0 0,2 1-1 0 0,1 0 1 0 0,1 0 0 0 0,1 1-1 0 0,2 1 1 0 0,1-1 0 0 0,2 0-1 0 0,1 1 1 0 0,1 0 0 0 0,9 58 0 0 0,21 54-1539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51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742 1449 2801 0 0,'-10'15'769'0'0,"0"1"-1"0"0,2 0 1 0 0,0 1-1 0 0,-11 32 1 0 0,16-38-566 0 0,1 1 0 0 0,0 0 0 0 0,0 0 0 0 0,1 0 0 0 0,1 0 0 0 0,0 0 0 0 0,0 0 0 0 0,4 18 0 0 0,1-7-109 0 0,2 0 1 0 0,0 0-1 0 0,1-1 1 0 0,1 0-1 0 0,1 0 1 0 0,1-1-1 0 0,1 0 1 0 0,1-1 0 0 0,1-1-1 0 0,0 0 1 0 0,34 32-1 0 0,-29-32-93 0 0,1-1 0 0 0,1-1 1 0 0,1-1-1 0 0,0-1 0 0 0,1 0 0 0 0,0-2 0 0 0,1-1 0 0 0,1-1 0 0 0,0-1 1 0 0,37 9-1 0 0,-40-14-2 0 0,-1-1 0 0 0,1-1 0 0 0,0-2 0 0 0,0 0 0 0 0,0-1 0 0 0,-1-1-1 0 0,1-1 1 0 0,0 0 0 0 0,0-2 0 0 0,-1-1 0 0 0,0-1 0 0 0,0 0 0 0 0,23-12 0 0 0,-21 7 1 0 0,-1-1 0 0 0,0-1 1 0 0,-1-1-1 0 0,0-1 0 0 0,-1-1 0 0 0,-1-1 0 0 0,-1 0 0 0 0,0-2 0 0 0,-1 0 0 0 0,-1-1 0 0 0,16-25 0 0 0,-10 8 0 0 0,-1-2-1 0 0,-2 0 0 0 0,-2-1 0 0 0,-1 0 0 0 0,-2-2 1 0 0,14-70-1 0 0,-17 48-15 0 0,-3 0 1 0 0,-3 0 0 0 0,-6-126 0 0 0,-3 137 14 0 0,-2 1 0 0 0,-2 0 0 0 0,-3 0 0 0 0,-2 1 0 0 0,-2 0 0 0 0,-3 1 0 0 0,-1 1 1 0 0,-3 1-1 0 0,-1 1 0 0 0,-3 1 0 0 0,-2 1 0 0 0,-2 1 0 0 0,-1 1 0 0 0,-50-50 0 0 0,41 53 9 0 0,-2 2-1 0 0,-1 2 1 0 0,-2 1-1 0 0,-2 3 1 0 0,0 2-1 0 0,-2 2 1 0 0,-2 2-1 0 0,0 2 1 0 0,-56-17-1 0 0,68 28 7 0 0,-1 2 0 0 0,-1 2 0 0 0,0 2-1 0 0,0 1 1 0 0,0 2 0 0 0,-1 2-1 0 0,1 2 1 0 0,-1 1 0 0 0,1 3 0 0 0,0 1-1 0 0,0 2 1 0 0,-77 24 0 0 0,84-19-42 0 0,1 1 1 0 0,0 3 0 0 0,1 0-1 0 0,1 2 1 0 0,0 1-1 0 0,-31 26 1 0 0,48-32-190 0 0,0 0 0 0 0,0 0-1 0 0,2 2 1 0 0,0-1 0 0 0,-17 27 0 0 0,23-30-102 0 0,0 0 0 0 0,1 0 1 0 0,0 0-1 0 0,1 1 0 0 0,0 0 0 0 0,1 0 1 0 0,0 0-1 0 0,1 0 0 0 0,-2 18 1 0 0,4-20 9 0 0,1 1 1 0 0,-1-1-1 0 0,1 1 1 0 0,1-1-1 0 0,0 0 1 0 0,1 0-1 0 0,4 12 1 0 0,2-1-749 0 0,22 38-1 0 0,-30-58 1025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53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3530 1441 0 0,'204'-520'1907'0'0,"-15"64"-773"0"0,-18 64-534 0 0,188-312-78 0 0,30 25-384 0 0,-371 648-131 0 0,-1 2-2 0 0,199-331 109 0 0,21 14 581 0 0,-234 342-637 0 0,-3 3-39 0 0,1 1-1 0 0,-1-1 1 0 0,0 1-1 0 0,0-1 1 0 0,1 1 0 0 0,-1-1-1 0 0,0 1 1 0 0,1-1-1 0 0,-1 1 1 0 0,1 0-1 0 0,-1-1 1 0 0,1 1 0 0 0,-1 0-1 0 0,1-1 1 0 0,-1 1-1 0 0,1 0 1 0 0,-1 0 0 0 0,1-1-1 0 0,-1 1 1 0 0,1 0-1 0 0,0 0 1 0 0,0 0 341 0 0,16 11-547 0 0,-6-2 184 0 0,-1 1-13 0 0,0-1 0 0 0,1 0 0 0 0,1-1 0 0 0,0 0 0 0 0,0-1 0 0 0,0 0 1 0 0,1-1-1 0 0,23 8 0 0 0,-8-6 35 0 0,0 2 0 0 0,-1 0 0 0 0,0 2 1 0 0,-1 1-1 0 0,-1 1 0 0 0,0 1 0 0 0,-1 2 1 0 0,40 33-1 0 0,213 218 304 0 0,-13 23-385 0 0,-138-150-39 0 0,755 876 555 0 0,-536-589-214 0 0,-301-373-264 0 0,-27-32 32 0 0,2 1 0 0 0,30 27 0 0 0,28 27-58 0 0,-52-51 75 0 0,54 46 0 0 0,-75-70-25 0 0,-1-1 0 0 0,0 1 0 0 0,1-1 0 0 0,-1 0 0 0 0,1 0 0 0 0,0-1 0 0 0,0 1 0 0 0,-1-1 0 0 0,1 0 0 0 0,0 0 0 0 0,0 0 0 0 0,0 0 0 0 0,7 0 0 0 0,-11-1-7 0 0,-1-1 0 0 0,1 1 0 0 0,0 0 1 0 0,0 0-1 0 0,0 0 0 0 0,-1 0 0 0 0,1 0 1 0 0,0 0-1 0 0,0-1 0 0 0,0 1 1 0 0,0 0-1 0 0,-1 0 0 0 0,1 0 0 0 0,0 0 1 0 0,0-1-1 0 0,0 1 0 0 0,0 0 0 0 0,0 0 1 0 0,0 0-1 0 0,0-1 0 0 0,0 1 0 0 0,-1 0 1 0 0,1 0-1 0 0,0-1 0 0 0,0 1 0 0 0,0 0 1 0 0,0 0-1 0 0,0-1 0 0 0,0 1 0 0 0,0 0 1 0 0,0 0-1 0 0,0 0 0 0 0,1-1 0 0 0,-1 1 1 0 0,0 0-1 0 0,0 0 0 0 0,0-1 0 0 0,0 1 1 0 0,0 0-1 0 0,0 0 0 0 0,0 0 0 0 0,0 0 1 0 0,1-1-1 0 0,-1 1 0 0 0,0 0 0 0 0,0 0 1 0 0,0 0-1 0 0,1-1 0 0 0,10-19-570 0 0,1-1 324 0 0,-4-4-196 0 0,8-18-2157 0 0,-2 24 339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53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3132 0 1201 0 0,'-10'3'609'0'0,"0"0"0"0"0,-19 7 0 0 0,5 2-279 0 0,1 0-1 0 0,0 1 1 0 0,1 1 0 0 0,1 1-1 0 0,0 1 1 0 0,-33 34 0 0 0,27-18-295 0 0,1 2 0 0 0,-27 47 0 0 0,23-33-20 0 0,-274 366 300 0 0,192-270-243 0 0,-98 131 4 0 0,-445 594-72 0 0,325-427 191 0 0,127-181-25 0 0,-112 116 265 0 0,192-245 45 0 0,-207 172 1 0 0,317-293-473 0 0,-146 130-30 0 0,155-136-232 0 0,8-3 130 0 0,18-4-47 0 0,-10 0 27 0 0,70-13-1204 0 0,1-6-1640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54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1841 0 0,'-1'0'4358'0'0,"-1"2"-3154"0"0,13 14-737 0 0,151 147-3227 0 0,-13-14 3213 0 0,-61-44-83 0 0,115 181 0 0 0,-176-244-310 0 0,470 746 980 0 0,-225-256-931 0 0,-42 2 28 0 0,-96-216 10 0 0,-40-106-6 0 0,-83-187-244 0 0,53 114 130 0 0,37 67 507 0 0,-58-128-2030 0 0,2-1 1 0 0,67 83-1 0 0,-93-133-1131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55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4 416 2321 0 0,'-1'0'105'0'0,"1"0"0"0"0,0 0 1 0 0,0 0-1 0 0,0-1 0 0 0,-1 1 0 0 0,1 0 0 0 0,0 0 0 0 0,0 0 1 0 0,0 0-1 0 0,0-1 0 0 0,-1 1 0 0 0,1 0 0 0 0,0 0 0 0 0,0 0 1 0 0,0-1-1 0 0,0 1 0 0 0,0 0 0 0 0,0 0 0 0 0,0-1 0 0 0,0 1 1 0 0,0 0-1 0 0,0 0 0 0 0,0 0 0 0 0,0-1 0 0 0,0 1 0 0 0,0 0 1 0 0,0 0-1 0 0,0-1 0 0 0,0 1 0 0 0,0 0 0 0 0,0 0 0 0 0,0-1 1 0 0,0 1-1 0 0,0 0 0 0 0,0 0 0 0 0,0 0 0 0 0,0-1 0 0 0,0 1 1 0 0,1 0-1 0 0,-1 0 0 0 0,0-1 0 0 0,19-3 107 0 0,77-6-33 0 0,164 6 0 0 0,-207 4-4 0 0,647 22 817 0 0,-385-10-530 0 0,-277-11-416 0 0,928 18 696 0 0,12-82-716 0 0,156-131-285 0 0,-327 48-1336 0 0,-513 109-1060 0 0,-240 35 1095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55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 4882 0 0,'-41'346'2402'0'0,"25"4"-2776"0"0,12-223 627 0 0,-16 544 814 0 0,37 9 401 0 0,8-415-1034 0 0,100 445-1 0 0,-67-486-443 0 0,-37-156-292 0 0,34 74 0 0 0,-50-131 201 0 0,23 47-420 0 0,-26-54 384 0 0,1 0 1 0 0,0 0 0 0 0,-1 0 0 0 0,1-1 0 0 0,0 1-1 0 0,1-1 1 0 0,-1 0 0 0 0,1 0 0 0 0,-1 0-1 0 0,6 3 1 0 0,-9-6 65 0 0,1 1-1 0 0,0-1 1 0 0,0 1 0 0 0,-1-1-1 0 0,1 0 1 0 0,0 0 0 0 0,0 1-1 0 0,0-1 1 0 0,0 0-1 0 0,0 0 1 0 0,-1 0 0 0 0,1 0-1 0 0,0 0 1 0 0,0 0-1 0 0,0 0 1 0 0,0 0 0 0 0,0 0-1 0 0,0 0 1 0 0,0 0 0 0 0,-1-1-1 0 0,1 1 1 0 0,0 0-1 0 0,0-1 1 0 0,0 1 0 0 0,-1 0-1 0 0,1-1 1 0 0,0 1-1 0 0,0-1 1 0 0,-1 0 0 0 0,1 1-1 0 0,0-1 1 0 0,-1 1 0 0 0,1-1-1 0 0,-1 0 1 0 0,1 1-1 0 0,0-2 1 0 0,3-7-647 0 0,0 0 1 0 0,0 0-1 0 0,-1 0 0 0 0,3-14 1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55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5763 0 0,'62'60'2881'0'0,"28"12"-2001"0"0,26 30-319 0 0,52 36 79 0 0,39 36 320 0 0,30 13 241 0 0,33 11 79 0 0,33 24-479 0 0,-59-44-401 0 0,-14-9-320 0 0,19 21-80 0 0,7 10-320 0 0,-19-14-400 0 0,-16-16-481 0 0,-20-21-720 0 0,-23-21-1280 0 0,-27-22-561 0 0,-39-22-80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58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1121 0 0,'173'158'640'0'0,"149"86"-240"0"0,171 167-80 0 0,-716-580 0 0 0,697 590 0 0 0,-135-117-159 0 0,-116-101-161 0 0,-43-45-161 0 0,-33-28-559 0 0,-21-24-400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58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2727 720 0 0,'100'-140'1041'0'0,"11"-10"-721"0"0,12-17-160 0 0,-182 233 240 0 0,163-230 481 0 0,17-28-81 0 0,14-12-400 0 0,12-15-240 0 0,33-23-160 0 0,41-32-80 0 0,-67 56 0 0 0,-26 25-320 0 0,-10-9-721 0 0,3-12-319 0 0,5 0 79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4:00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54 4002 0 0,'-160'-34'2614'0'0,"107"30"-1949"0"0,40 6-411 0 0,13-2-245 0 0,0 0 1 0 0,0 0 0 0 0,0 0 0 0 0,1 0 0 0 0,-1 0 0 0 0,0 0 0 0 0,0 0 0 0 0,0 0 0 0 0,0 0-1 0 0,0 0 1 0 0,0 0 0 0 0,0 0 0 0 0,0 0 0 0 0,0 0 0 0 0,0 0 0 0 0,0 0 0 0 0,0 0 0 0 0,0 0-1 0 0,1 0 1 0 0,-1 0 0 0 0,0 0 0 0 0,0 0 0 0 0,0 0 0 0 0,0 0 0 0 0,0 1 0 0 0,0-1-1 0 0,0 0 1 0 0,0 0 0 0 0,0 0 0 0 0,0 0 0 0 0,0 0 0 0 0,0 0 0 0 0,0 0 0 0 0,0 0 0 0 0,0 0-1 0 0,0 0 1 0 0,0 0 0 0 0,0 0 0 0 0,0 0 0 0 0,0 1 0 0 0,0-1 0 0 0,0 0 0 0 0,0 0-1 0 0,0 0 1 0 0,0 0 0 0 0,0 0 0 0 0,0 0 0 0 0,0 0 0 0 0,0 0 0 0 0,0 0 0 0 0,0 0 0 0 0,0 0-1 0 0,0 0 1 0 0,0 1 0 0 0,0-1 0 0 0,0 0 0 0 0,0 0 0 0 0,0 0 0 0 0,0 0 0 0 0,-1 0 0 0 0,1 0-1 0 0,0 0 1 0 0,0 0 0 0 0,0 0 0 0 0,20 4 2375 0 0,15-2 126 0 0,307 14 5533 0 0,20-28-6724 0 0,-98 2-1480 0 0,838-3 380 0 0,-286 5 1041 0 0,1012 50 579 0 0,-1370-1-1675 0 0,-278-23-370 0 0,-174-18-284 0 0,14 3 844 0 0,-21-3-380 0 0,1 0 0 0 0,0 0 0 0 0,0 0 0 0 0,0 0 0 0 0,0 0 0 0 0,0 0 0 0 0,0 0 0 0 0,0 0 0 0 0,0 0 0 0 0,0 0 0 0 0,0 0 0 0 0,0 0 0 0 0,0 0 0 0 0,0 0 0 0 0,0 0 0 0 0,0 0 0 0 0,0 0 0 0 0,0 0 0 0 0,0 0 0 0 0,0 0 0 0 0,0 0 0 0 0,0 0 0 0 0,0 0 0 0 0,0 0 0 0 0,0 1 0 0 0,0-1 0 0 0,0 0 0 0 0,-1 0 0 0 0,1 0 0 0 0,0 0 0 0 0,0 0 0 0 0,1 0 0 0 0,-1 0 0 0 0,0 0 0 0 0,0 0 0 0 0,0 0 0 0 0,0 0 0 0 0,0 0 0 0 0,0 0 0 0 0,0 0 0 0 0,0 0 0 0 0,0 0 0 0 0,0 0 0 0 0,0 1 0 0 0,0-1 0 0 0,0 0 0 0 0,0 0 0 0 0,0 0 0 0 0,0 0 0 0 0,0 0 0 0 0,0 0 0 0 0,0 0 0 0 0,0 0 0 0 0,0 0 0 0 0,0 0 0 0 0,0 0 0 0 0,0 0 0 0 0,0 0 0 0 0,0 0 0 0 0,0 0 0 0 0,1 0 0 0 0,-1 0 0 0 0,0 0 0 0 0,0 0 0 0 0,0 0 0 0 0,0 0 0 0 0,0 0 0 0 0,-13 4-4890 0 0,-67 14-7171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4:12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1294 2306 3842 0 0,'-2'-1'255'0'0,"1"0"0"0"0,0 0 1 0 0,-1 0-1 0 0,1 0 0 0 0,0-1 1 0 0,0 1-1 0 0,0 0 0 0 0,0 0 1 0 0,0-1-1 0 0,0 1 0 0 0,0 0 1 0 0,0-1-1 0 0,0 1 0 0 0,1-1 0 0 0,-1 0 1 0 0,0 1-1 0 0,1-1 0 0 0,-1 1 1 0 0,1-3-1 0 0,0 3-190 0 0,0 0 0 0 0,1 1 1 0 0,-1-1-1 0 0,1 0 0 0 0,-1 1 0 0 0,1-1 0 0 0,-1 1 0 0 0,1-1 1 0 0,-1 1-1 0 0,1-1 0 0 0,-1 1 0 0 0,1-1 0 0 0,0 1 0 0 0,-1 0 1 0 0,1-1-1 0 0,0 1 0 0 0,-1 0 0 0 0,1-1 0 0 0,1 1 0 0 0,30-6 329 0 0,6 4-361 0 0,44 3 1 0 0,104 12 126 0 0,412 54 1341 0 0,-88-9 1240 0 0,303-3 2701 0 0,-494-45-4348 0 0,191-11-747 0 0,516-69 0 0 0,-1000 67-265 0 0,150-13 500 0 0,-131 13-194 0 0,79 7 0 0 0,-121-4-368 0 0,-1-1-1 0 0,0 1 1 0 0,1-1 0 0 0,-1 1-1 0 0,0-1 1 0 0,1 0 0 0 0,-1 0-1 0 0,0 0 1 0 0,0 0-1 0 0,0-1 1 0 0,0 1 0 0 0,0 0-1 0 0,0-1 1 0 0,0 1-1 0 0,0-1 1 0 0,1-2 0 0 0,3-2-28 0 0,-1 0 0 0 0,1-1 0 0 0,-1 0 0 0 0,6-11 0 0 0,7-20-334 0 0,-2-1 1 0 0,-2-1-1 0 0,18-80 1 0 0,-25 92 13 0 0,17-77-293 0 0,19-186 0 0 0,-38 222 760 0 0,-8-105 1 0 0,-2 122-132 0 0,-12-54-1 0 0,8 68-6 0 0,-1 1 0 0 0,-2 0 0 0 0,-33-68 0 0 0,26 70-13 0 0,-1 0 0 0 0,-2 2 0 0 0,-2 1 0 0 0,0 0 0 0 0,-2 2 0 0 0,-49-44 0 0 0,21 29-11 0 0,-1 3-1 0 0,-79-46 1 0 0,-137-54-53 0 0,25 40-18 0 0,-388-85-212 0 0,429 137 145 0 0,-292-34 1 0 0,130 64 14 0 0,248 21 103 0 0,0 6 1 0 0,1 5 0 0 0,0 5 0 0 0,1 5-1 0 0,-172 55 1 0 0,70 0-192 0 0,3 8-1 0 0,4 11 1 0 0,5 8 0 0 0,4 9-1 0 0,6 9 1 0 0,-196 159-1 0 0,308-215 195 0 0,4 3-1 0 0,3 4 0 0 0,-124 151 0 0 0,167-176 49 0 0,2 1 0 0 0,2 1 0 0 0,-29 65 0 0 0,41-73 13 0 0,3 2 0 0 0,1 0 0 0 0,2 0 0 0 0,-11 79 0 0 0,19-80-2 0 0,2 1 1 0 0,3 0-1 0 0,1 0 1 0 0,2 0 0 0 0,2 0-1 0 0,2 0 1 0 0,1-1-1 0 0,3 0 1 0 0,1-1-1 0 0,3-1 1 0 0,1 0-1 0 0,2 0 1 0 0,28 46 0 0 0,-11-30 1 0 0,3-2 0 0 0,3-1 1 0 0,1-2-1 0 0,3-3 1 0 0,2-1-1 0 0,2-2 1 0 0,2-2-1 0 0,63 40 1 0 0,-30-29 0 0 0,3-4 0 0 0,128 57 0 0 0,-79-54-47 0 0,2-5 0 0 0,2-6 0 0 0,192 32 0 0 0,-129-43-392 0 0,374 8 1 0 0,-351-42-799 0 0,1-9 1 0 0,341-62 0 0 0,-387 36-827 0 0,-3-8 0 0 0,-1-8 1 0 0,260-115-1 0 0,-80-14-1854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4:27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393 1 1601 0 0,'-2'0'196'0'0,"1"0"1"0"0,0 0 0 0 0,0 0 0 0 0,0 1 0 0 0,-1-1-1 0 0,1 0 1 0 0,0 1 0 0 0,0-1 0 0 0,0 1-1 0 0,0-1 1 0 0,0 1 0 0 0,0-1 0 0 0,0 1-1 0 0,0 0 1 0 0,0 0 0 0 0,0 0 0 0 0,0-1-1 0 0,0 1 1 0 0,0 0 0 0 0,0 2 0 0 0,-18 32 1228 0 0,6-10 394 0 0,-86 173 6611 0 0,-50 117-7042 0 0,87-193-1374 0 0,58-113 102 0 0,8-6-19 0 0,16-1-89 0 0,1-1 1 0 0,0-1-1 0 0,-1 0 1 0 0,40-7-1 0 0,-52 6-10 0 0,246-53 67 0 0,-37 6-490 0 0,-196 47 58 0 0,-21 1 360 0 0,1 1-1 0 0,-1-1 0 0 0,0 0 1 0 0,0 0-1 0 0,1 0 0 0 0,-1 0 1 0 0,0 0-1 0 0,0 0 0 0 0,1 0 1 0 0,-1 0-1 0 0,0 1 0 0 0,0-1 1 0 0,1 0-1 0 0,-1 0 0 0 0,0 0 1 0 0,0 1-1 0 0,0-1 0 0 0,0 0 1 0 0,1 0-1 0 0,-1 0 0 0 0,0 1 1 0 0,0-1-1 0 0,0 0 0 0 0,0 0 1 0 0,0 1-1 0 0,0-1 0 0 0,0 0 1 0 0,0 0-1 0 0,0 1 0 0 0,0-1 1 0 0,0 0-1 0 0,0 0 0 0 0,0 1 1 0 0,0-1-1 0 0,-1 3-18 0 0,0 0 1 0 0,-1 0-1 0 0,1 0 1 0 0,-1 0-1 0 0,0 0 1 0 0,0 0-1 0 0,-3 3 1 0 0,-8 11 117 0 0,-48 72 228 0 0,-74 81 0 0 0,68-90-82 0 0,-67 71 285 0 0,122-140-472 0 0,-15 18 60 0 0,26-28-99 0 0,0 0-1 0 0,-1 1 1 0 0,1 0-1 0 0,0-1 0 0 0,0 1 1 0 0,0-1-1 0 0,1 1 0 0 0,-1 0 1 0 0,0 0-1 0 0,1 0 1 0 0,-1-1-1 0 0,1 1 0 0 0,-1 0 1 0 0,1 3-1 0 0,0-5-6 0 0,0 1 0 0 0,1-1 0 0 0,-1 1 0 0 0,0-1 0 0 0,0 1 0 0 0,1-1 0 0 0,-1 1 0 0 0,0-1 1 0 0,1 1-1 0 0,-1-1 0 0 0,1 1 0 0 0,-1-1 0 0 0,0 1 0 0 0,1-1 0 0 0,-1 0 0 0 0,1 1 0 0 0,-1-1 0 0 0,1 0 0 0 0,-1 0 0 0 0,1 1 0 0 0,0-1 0 0 0,-1 0 0 0 0,1 0 0 0 0,-1 0 1 0 0,1 0-1 0 0,-1 1 0 0 0,1-1 0 0 0,0 0 0 0 0,221 47 235 0 0,-220-46-243 0 0,5-1-4 0 0,0 1-1 0 0,0 1 1 0 0,0 0-1 0 0,0 0 1 0 0,0 0-1 0 0,-1 0 1 0 0,9 6-1 0 0,-13-7 5 0 0,-1 0 1 0 0,1 1-1 0 0,-1-1 0 0 0,1 1 0 0 0,-1 0 0 0 0,0-1 0 0 0,1 1 0 0 0,-1 0 0 0 0,0 0 0 0 0,0 0 0 0 0,0 0 0 0 0,0 0 1 0 0,-1 0-1 0 0,1 0 0 0 0,-1 0 0 0 0,1 0 0 0 0,-1 0 0 0 0,0 1 0 0 0,0-1 0 0 0,1 0 0 0 0,-1 0 0 0 0,-1 0 1 0 0,1 0-1 0 0,0 1 0 0 0,-1-1 0 0 0,1 0 0 0 0,-1 0 0 0 0,-1 3 0 0 0,-5 20-24 0 0,-2-1 0 0 0,0 0-1 0 0,-2-1 1 0 0,-21 36 0 0 0,-65 81 30 0 0,-41 23 522 0 0,84-102 526 0 0,-81 117 1 0 0,114-140-425 0 0,21-38-610 0 0,0 0 0 0 0,0 0 0 0 0,0-1 0 0 0,0 1 0 0 0,0 0 0 0 0,0 0 0 0 0,0 0 1 0 0,0 0-1 0 0,0 0 0 0 0,1 0 0 0 0,-1 0 0 0 0,0 0 0 0 0,0 0 0 0 0,0-1 0 0 0,0 1 0 0 0,0 0 1 0 0,0 0-1 0 0,0 0 0 0 0,0 0 0 0 0,0 0 0 0 0,1 0 0 0 0,-1 0 0 0 0,0 0 0 0 0,0 0 1 0 0,0 0-1 0 0,0 0 0 0 0,0 0 0 0 0,0 0 0 0 0,0 0 0 0 0,1 0 0 0 0,-1 0 0 0 0,0 0 1 0 0,0 0-1 0 0,0 0 0 0 0,0 0 0 0 0,0 0 0 0 0,0 0 0 0 0,0 0 0 0 0,0 0 0 0 0,1 0 0 0 0,-1 0 1 0 0,0 0-1 0 0,0 0 0 0 0,0 0 0 0 0,0 0 0 0 0,0 0 0 0 0,0 0 0 0 0,0 1 0 0 0,0-1 1 0 0,0 0-1 0 0,1 0 0 0 0,-1 0 0 0 0,0 0 0 0 0,0 0 0 0 0,0 0 0 0 0,0 0 0 0 0,0 0 1 0 0,0 0-1 0 0,0 1 0 0 0,0-1 0 0 0,0 0 0 0 0,0 0 0 0 0,0 0 0 0 0,0 0 0 0 0,0 0 1 0 0,0 0-1 0 0,0 0 0 0 0,0 1 0 0 0,0-1 0 0 0,18-9 490 0 0,27-20-198 0 0,-2-5-1692 0 0,0-2 0 0 0,57-62 0 0 0,61-93-5633 0 0,-40 27 1333 0 0,1-18-933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4:27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77 149 2001 0 0,'-34'15'11685'0'0,"8"5"-7523"0"0,14-20-4482 0 0,8-2-240 0 0,11 2 400 0 0,9-2 240 0 0,155-2 1440 0 0,23-14-239 0 0,-61-7-881 0 0,-52-1-560 0 0,-24 12-1120 0 0,-17 2-5203 0 0,-14-16-3362 0 0</inkml:trace>
  <inkml:trace contextRef="#ctx0" brushRef="#br0" timeOffset="1">572 1 80 0 0,'-40'20'1761'0'0,"-98"68"3761"0"0,41-13-2320 0 0,42-31-2962 0 0,25-12-640 0 0,6-6 320 0 0,19-6 240 0 0,17-16-320 0 0,12-8-320 0 0,11-10-961 0 0,8-22-2321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4:28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 1 1201 0 0,'-2'1'670'0'0,"0"-1"1"0"0,0 1 0 0 0,1 0-1 0 0,-1 0 1 0 0,0 0 0 0 0,1 0-1 0 0,-1 0 1 0 0,1 0 0 0 0,-1 1-1 0 0,1-1 1 0 0,-2 3 0 0 0,-20 37 1383 0 0,22-38-1912 0 0,-123 256 4167 0 0,69-124-4070 0 0,35-83-192 0 0,-34 63 0 0 0,30-75 51 0 0,16-27-70 0 0,-1 1 1 0 0,1 1-1 0 0,1-1 1 0 0,-9 28-1 0 0,16-42-27 0 0,0 1-1 0 0,-1 0 1 0 0,1-1-1 0 0,0 1 0 0 0,0 0 1 0 0,0-1-1 0 0,0 1 1 0 0,0 0-1 0 0,0-1 0 0 0,0 1 1 0 0,0 0-1 0 0,0-1 0 0 0,0 1 1 0 0,0 0-1 0 0,1-1 1 0 0,-1 1-1 0 0,0-1 0 0 0,0 1 1 0 0,1 0-1 0 0,-1-1 0 0 0,0 1 1 0 0,1-1-1 0 0,-1 1 1 0 0,1-1-1 0 0,-1 1 0 0 0,1-1 1 0 0,-1 1-1 0 0,1-1 1 0 0,-1 1-1 0 0,1-1 0 0 0,-1 1 1 0 0,1-1-1 0 0,-1 0 0 0 0,2 1 1 0 0,17 13 59 0 0,0-1 1 0 0,1-1 0 0 0,1 0-1 0 0,-1-2 1 0 0,2 0-1 0 0,0-1 1 0 0,0-1 0 0 0,0-2-1 0 0,1 0 1 0 0,0-1-1 0 0,37 3 1 0 0,-27-6-27 0 0,0-1 0 0 0,-1-1 0 0 0,1-2 1 0 0,-1-1-1 0 0,1-1 0 0 0,-1-2 0 0 0,59-20 0 0 0,-79 22-70 0 0,0 0 0 0 0,0-2 1 0 0,-1 1-1 0 0,0-1 0 0 0,0-1 0 0 0,16-13 0 0 0,-23 17-159 0 0,-1 0 1 0 0,0-1-1 0 0,1 1 0 0 0,-1-1 0 0 0,-1 1 1 0 0,1-1-1 0 0,0 0 0 0 0,-1 0 0 0 0,0 0 1 0 0,0-1-1 0 0,0 1 0 0 0,-1-1 0 0 0,1 1 1 0 0,-1-1-1 0 0,0 1 0 0 0,-1-1 1 0 0,1 1-1 0 0,-1-1 0 0 0,0 0 0 0 0,0 1 1 0 0,-1-9-1 0 0,-2-3-987 0 0,0-1 1 0 0,-1 1-1 0 0,-10-22 1 0 0,7 20 1081 0 0,-1 2 1 0 0,-1-1 0 0 0,0 1-1 0 0,-1 0 1 0 0,-16-18-1 0 0,21 28 203 0 0,-1 0-1 0 0,0 0 1 0 0,0 1-1 0 0,-1-1 0 0 0,1 2 1 0 0,-1-1-1 0 0,0 1 1 0 0,-9-4-1 0 0,13 6-33 0 0,0 1 1 0 0,0 0-1 0 0,0 0 1 0 0,0 0-1 0 0,0 0 1 0 0,0 1-1 0 0,0-1 0 0 0,-1 1 1 0 0,1 0-1 0 0,0 0 1 0 0,0 0-1 0 0,-1 0 1 0 0,1 1-1 0 0,0-1 0 0 0,0 1 1 0 0,0 0-1 0 0,0 0 1 0 0,-1 0-1 0 0,1 0 1 0 0,0 0-1 0 0,1 1 0 0 0,-1-1 1 0 0,-5 5-1 0 0,3-2 65 0 0,1 0-1 0 0,-1 1 1 0 0,1 0-1 0 0,0 0 1 0 0,0 0 0 0 0,1 1-1 0 0,-1-1 1 0 0,1 1-1 0 0,1 0 1 0 0,-1 0-1 0 0,-2 7 1 0 0,-2 12 839 0 0,-7 45 0 0 0,3 19 63 0 0,4 1 0 0 0,7 143 0 0 0,37 192 511 0 0,7 42-1347 0 0,-44-459-247 0 0,1 63-497 0 0,-2-64 309 0 0,1 0-1 0 0,-1 1 0 0 0,-1-1 0 0 0,1-1 1 0 0,-1 1-1 0 0,-6 13 0 0 0,8-19 165 0 0,0 0 1 0 0,-1 0-1 0 0,1-1 0 0 0,0 1 1 0 0,-1 0-1 0 0,1 0 0 0 0,-1 0 1 0 0,1-1-1 0 0,-1 1 0 0 0,1 0 1 0 0,-1 0-1 0 0,0-1 0 0 0,1 1 1 0 0,-1-1-1 0 0,0 1 0 0 0,0 0 1 0 0,1-1-1 0 0,-1 1 0 0 0,0-1 1 0 0,0 0-1 0 0,0 1 0 0 0,0-1 1 0 0,0 0-1 0 0,1 1 0 0 0,-1-1 1 0 0,0 0-1 0 0,0 0 0 0 0,0 0 1 0 0,0 0-1 0 0,0 0 0 0 0,0 0 1 0 0,0 0-1 0 0,0 0 0 0 0,0 0 1 0 0,0-1-1 0 0,0 1 0 0 0,1 0 1 0 0,-1 0-1 0 0,-2-2 0 0 0,-2-1-262 0 0,-1-1-1 0 0,1 0 0 0 0,0 0 1 0 0,0 0-1 0 0,-7-8 0 0 0,-31-38-764 0 0,-54-81 0 0 0,-18-23 1240 0 0,75 110 45 0 0,-68-58-1 0 0,90 87 217 0 0,22 17 1157 0 0,19 10 1400 0 0,-12-9-2811 0 0,1 0 1 0 0,-1 0 0 0 0,1-1 0 0 0,-1-1-1 0 0,1 0 1 0 0,-1-1 0 0 0,1 0-1 0 0,20-3 1 0 0,1 0-220 0 0,-1-2 0 0 0,0-2-1 0 0,0-1 1 0 0,0-1 0 0 0,45-20 0 0 0,146-83-964 0 0,-155 76 688 0 0,41-21-943 0 0,27-14-4038 0 0,-15 4-1770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4:28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 11045 0 0,'-5'0'2106'0'0,"1"-1"-392"0"0,0 1 1 0 0,1 0-1 0 0,-1 1 0 0 0,0-1 1 0 0,1 0-1 0 0,-1 1 0 0 0,0 0 0 0 0,1 0 1 0 0,-5 2-1 0 0,13-1 665 0 0,17 0-2723 0 0,291 1-5399 0 0,-304-3 5615 0 0,57 1-163 0 0,1 2 0 0 0,90 17 0 0 0,-144-17 311 0 0,-1 0-1 0 0,0 1 0 0 0,-1 1 1 0 0,1 0-1 0 0,-1 0 1 0 0,1 1-1 0 0,-2 1 1 0 0,1 0-1 0 0,-1 0 1 0 0,0 1-1 0 0,0 0 1 0 0,-1 1-1 0 0,-1 0 0 0 0,1 1 1 0 0,-1-1-1 0 0,-1 2 1 0 0,0-1-1 0 0,0 1 1 0 0,-1 0-1 0 0,9 23 1 0 0,-1 4-57 0 0,-3 0 0 0 0,-1 1 0 0 0,-1 0 0 0 0,-3 1 0 0 0,3 55 0 0 0,2 439-110 0 0,-36 1 214 0 0,-2-229 32 0 0,0 7-558 0 0,26-299-261 0 0,-1-14-103 0 0,-3-21-1534 0 0,1 3 107 0 0,-17-62-7968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4:28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742 1 2161 0 0,'0'1'794'0'0,"0"1"-1"0"0,0-1 1 0 0,0 0 0 0 0,0 1 0 0 0,0-1 0 0 0,1 0-1 0 0,-1 0 1 0 0,0 1 0 0 0,1-1 0 0 0,-1 0-1 0 0,0 1 1 0 0,1-1 0 0 0,-1 0 0 0 0,1 0-1 0 0,1 2 1 0 0,-1-2-275 0 0,1 0 0 0 0,0 0 1 0 0,-1 0-1 0 0,1 0 0 0 0,0 0 0 0 0,0-1 1 0 0,0 1-1 0 0,0 0 0 0 0,-1-1 0 0 0,1 0 0 0 0,0 1 1 0 0,0-1-1 0 0,2 0 0 0 0,181 13 482 0 0,-116-11-1188 0 0,110 18 0 0 0,-167-18 348 0 0,0 1-1 0 0,0 0 1 0 0,-1 1 0 0 0,1 0-1 0 0,14 8 1 0 0,-23-10-72 0 0,1 0 0 0 0,-1 0 0 0 0,0 1 1 0 0,0-1-1 0 0,1 1 0 0 0,-2 0 0 0 0,1 0 0 0 0,0 0 1 0 0,-1 0-1 0 0,1 1 0 0 0,-1-1 0 0 0,0 1 1 0 0,0-1-1 0 0,0 1 0 0 0,0 0 0 0 0,-1 0 0 0 0,0 0 1 0 0,0 0-1 0 0,1 6 0 0 0,-1-1-10 0 0,0 0-1 0 0,-1 1 1 0 0,-1-1 0 0 0,0 0 0 0 0,0 0-1 0 0,0 0 1 0 0,-2 1 0 0 0,1-2-1 0 0,-5 14 1 0 0,-2-2-92 0 0,0 0-1 0 0,-1 0 1 0 0,-14 18 0 0 0,5-11-27 0 0,-1-2 0 0 0,-2-1 0 0 0,0 0 0 0 0,-1-2 0 0 0,-2 0 0 0 0,0-2 0 0 0,-1-1 0 0 0,-1 0 0 0 0,-52 24 0 0 0,4-8-529 0 0,-2-3-1 0 0,-133 37 1 0 0,133-48-1225 0 0,-2-2 0 0 0,0-4 0 0 0,-135 8-1 0 0,189-23-586 0 0,-50-5 0 0 0,54 1-1235 0 0,-32-11-1 0 0,52 15 3460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4:29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3669 851 3201 0 0,'-159'1'4854'0'0,"-185"26"-1"0"0,223-9-4078 0 0,1 5 0 0 0,-135 45 1 0 0,-59 51-136 0 0,165-48 94 0 0,4 7-1 0 0,-254 181 1 0 0,303-184-386 0 0,3 4 0 0 0,-109 121 0 0 0,118-103 101 0 0,4 3 0 0 0,4 3 1 0 0,-120 221-1 0 0,161-254-74 0 0,2 1 0 0 0,4 2-1 0 0,3 1 1 0 0,-18 81 0 0 0,33-102-149 0 0,3 1 0 0 0,1 0-1 0 0,4 0 1 0 0,1 0 0 0 0,3 0 0 0 0,14 95 0 0 0,-4-88-26 0 0,3 0 0 0 0,3 0 0 0 0,44 103 1 0 0,-28-94-65 0 0,3-2 1 0 0,2-2 0 0 0,66 85-1 0 0,-44-75-38 0 0,4-3 0 0 0,134 119 0 0 0,-106-117-27 0 0,2-4 0 0 0,148 83 0 0 0,-112-84-37 0 0,3-6 1 0 0,3-6-1 0 0,180 51 0 0 0,-129-59-4 0 0,1-8 0 0 0,201 17-1 0 0,395-24 15 0 0,-8-81-47 0 0,-490 13 23 0 0,-1-11-1 0 0,410-120 1 0 0,-523 109-3 0 0,-2-7-1 0 0,-3-8 1 0 0,-4-6 0 0 0,-3-8 0 0 0,163-114 0 0 0,-208 116 11 0 0,-4-5 0 0 0,-4-4 0 0 0,-4-5-1 0 0,-5-5 1 0 0,-4-3 0 0 0,125-181 0 0 0,-159 191-16 0 0,-3-3 0 0 0,-5-2 1 0 0,53-141-1 0 0,-73 149-16 0 0,-4-1 1 0 0,-4-2 0 0 0,-4-1-1 0 0,10-118 1 0 0,-25 120-18 0 0,-3 1 0 0 0,-4-1 0 0 0,-5 0 0 0 0,-3 1 0 0 0,-5 0 0 0 0,-3 1 0 0 0,-5 1 0 0 0,-3 1 0 0 0,-49-111-1 0 0,34 111-3 0 0,-3 3 0 0 0,-4 1 0 0 0,-4 3 0 0 0,-90-111 0 0 0,80 120 8 0 0,-4 3 0 0 0,-103-85 0 0 0,87 90 4 0 0,-2 4-1 0 0,-3 4 0 0 0,-3 4 1 0 0,-121-53-1 0 0,99 60 10 0 0,-1 5 0 0 0,-3 4 0 0 0,-159-28 0 0 0,127 41 6 0 0,0 7 1 0 0,-206 2-1 0 0,175 21-4 0 0,-294 46 1 0 0,238-7 1 0 0,-296 99 0 0 0,216-34-46 0 0,-558 281 0 0 0,516-194-455 0 0,-386 282 0 0 0,76 42-1460 0 0,88 25-1013 0 0,101 0-641 0 0,91-18-237 0 0,384-524 3822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4:36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0 1 8884 0 0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2:48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2081 0 0,'11'-14'7523'0'0,"203"116"3282"0"0,-91-80-8644 0 0,-78-26-7123 0 0,-28-10-1281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2:48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63 1121 0 0,'-9'-2'9364'0'0,"18"-2"-7123"0"0,77-10 2161 0 0,94-14 640 0 0,-38 16-4001 0 0,-33 10-1762 0 0,-19 4-79 0 0,-26 2 240 0 0,-33 10-4323 0 0,-50 14-5681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2:48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34 148 2961 0 0,'-24'22'2161'0'0,"15"-14"-800"0"0,23-4 3041 0 0,24-2 2241 0 0,28-4-4322 0 0,41-10-2561 0 0,33-16-160 0 0,19-12 480 0 0,-15-4 240 0 0,-44 6-320 0 0,-46 20-560 0 0,-49 16-481 0 0,-26 12-4481 0 0,-29 10-3763 0 0</inkml:trace>
  <inkml:trace contextRef="#ctx0" brushRef="#br0" timeOffset="1">468 146 2321 0 0,'-112'42'3282'0'0,"22"-4"-321"0"0,41-10 240 0 0,25-10-319 0 0,24-2-1522 0 0,9 4 241 0 0,15 4-560 0 0,28 4-881 0 0,33-16-160 0 0,29-22 160 0 0,12-30 0 0 0,-12-20-240 0 0,-38-8-400 0 0,-46-4-2082 0 0,-32 0-8563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2:49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472 1 1201 0 0,'-2'0'333'0'0,"0"0"0"0"0,0 1 0 0 0,0-1 1 0 0,0 0-1 0 0,0 1 0 0 0,1 0 1 0 0,-1-1-1 0 0,0 1 0 0 0,0 0 1 0 0,0 0-1 0 0,1 0 0 0 0,-1 0 0 0 0,0 0 1 0 0,1 0-1 0 0,-1 1 0 0 0,1-1 1 0 0,0 0-1 0 0,-1 1 0 0 0,1-1 1 0 0,0 1-1 0 0,0 0 0 0 0,0-1 1 0 0,0 1-1 0 0,-2 3 0 0 0,0 3 68 0 0,0 0 0 0 0,1 1 0 0 0,0-1 0 0 0,0 0 0 0 0,-1 12 0 0 0,1 20 605 0 0,2-1 1 0 0,2 1 0 0 0,12 75-1 0 0,-11-95-897 0 0,23 135 328 0 0,15 111 255 0 0,-37-224-531 0 0,-2 0 0 0 0,-2 0 0 0 0,-2 0 0 0 0,-8 53 0 0 0,1-55-86 0 0,-2 0 0 0 0,-2 0 0 0 0,-1-1 0 0 0,-3-1 0 0 0,0 0 0 0 0,-3-1 0 0 0,-42 60 1 0 0,50-79-209 0 0,-2 0 0 0 0,0-2 0 0 0,0 1 1 0 0,-2-2-1 0 0,-26 21 0 0 0,37-32 14 0 0,-1 0-1 0 0,0 0 0 0 0,0-1 1 0 0,0 1-1 0 0,-1-1 0 0 0,1-1 1 0 0,-1 1-1 0 0,0-1 1 0 0,0 0-1 0 0,0-1 0 0 0,0 1 1 0 0,0-1-1 0 0,0-1 1 0 0,0 0-1 0 0,0 0 0 0 0,0 0 1 0 0,0 0-1 0 0,0-1 1 0 0,0-1-1 0 0,-10-2 0 0 0,11 2 88 0 0,-1 0-1 0 0,0-1 1 0 0,1 0-1 0 0,-1 0 0 0 0,1 0 1 0 0,0-1-1 0 0,0 0 0 0 0,-11-9 1 0 0,17 13 45 0 0,0 0 0 0 0,0-1 0 0 0,0 1 0 0 0,0 0-1 0 0,0 0 1 0 0,0 0 0 0 0,-1-1 0 0 0,1 1 0 0 0,0 0 0 0 0,0 0 0 0 0,0 0 0 0 0,0-1 0 0 0,0 1 0 0 0,0 0 0 0 0,0 0 0 0 0,0 0-1 0 0,0-1 1 0 0,1 1 0 0 0,-1 0 0 0 0,0 0 0 0 0,0 0 0 0 0,0-1 0 0 0,0 1 0 0 0,0 0 0 0 0,0 0 0 0 0,0 0 0 0 0,0 0 0 0 0,0-1-1 0 0,1 1 1 0 0,-1 0 0 0 0,0 0 0 0 0,0 0 0 0 0,0 0 0 0 0,0 0 0 0 0,1-1 0 0 0,-1 1 0 0 0,0 0 0 0 0,0 0 0 0 0,0 0 0 0 0,0 0-1 0 0,1 0 1 0 0,-1 0 0 0 0,0 0 0 0 0,0 0 0 0 0,0 0 0 0 0,1 0 0 0 0,-1 0 0 0 0,0 0 0 0 0,0 0 0 0 0,1 0 0 0 0,16-5 208 0 0,-11 4-101 0 0,42-17 367 0 0,-1-1 0 0 0,-1-3 0 0 0,51-31 0 0 0,-28 14-340 0 0,58-27-1745 0 0,-16 9-3754 0 0,-14 2-3479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2:49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12 120 80 0 0,'-12'0'2001'0'0,"19"0"-320"0"0,-7 4 720 0 0,12-4 720 0 0,102-27 6404 0 0,40 1-4563 0 0,-2 6-4802 0 0,-12 2-1040 0 0,-22 2-241 0 0,-33 4-2160 0 0,-37 8-1 0 0,-39 12-3281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2:49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0 3041 0 0,'-7'5'924'0'0,"5"-4"-601"0"0,-1 1-1 0 0,1 0 0 0 0,-1-1 0 0 0,1 1 0 0 0,0 0 0 0 0,0 1 0 0 0,-3 2 1 0 0,5-5-237 0 0,0 1 0 0 0,0-1 0 0 0,-1 0 0 0 0,1 1 0 0 0,0-1 0 0 0,0 0 0 0 0,0 1 1 0 0,0-1-1 0 0,0 1 0 0 0,0-1 0 0 0,0 0 0 0 0,0 1 0 0 0,0-1 0 0 0,0 0 0 0 0,0 1 1 0 0,0-1-1 0 0,0 1 0 0 0,0-1 0 0 0,0 0 0 0 0,0 1 0 0 0,0-1 0 0 0,0 0 0 0 0,1 1 1 0 0,-1-1-1 0 0,0 1 0 0 0,16 8 3551 0 0,0-4-1788 0 0,-1-1 0 0 0,18 3 0 0 0,36-1 42 0 0,68-8-1986 0 0,-131 2 142 0 0,191-23-944 0 0,-90 8-1674 0 0,-106 15 2408 0 0,1 0 0 0 0,-1-1-1 0 0,1 1 1 0 0,-1 0 0 0 0,1 0 0 0 0,0 0 0 0 0,-1 0 0 0 0,1 0 0 0 0,-1 1 0 0 0,1-1 0 0 0,-1 0-1 0 0,1 1 1 0 0,-1-1 0 0 0,3 2 0 0 0,-3-1 112 0 0,-1 0 1 0 0,1-1-1 0 0,-1 1 0 0 0,0 0 0 0 0,1 0 0 0 0,-1 0 1 0 0,0 0-1 0 0,0-1 0 0 0,0 1 0 0 0,0 0 1 0 0,0 0-1 0 0,0 0 0 0 0,0 0 0 0 0,0 0 0 0 0,0 0 1 0 0,0-1-1 0 0,0 1 0 0 0,0 0 0 0 0,-1 0 1 0 0,1 0-1 0 0,0 0 0 0 0,-1-1 0 0 0,1 1 0 0 0,0 0 1 0 0,-1 0-1 0 0,1-1 0 0 0,-2 2 0 0 0,-4 8 38 0 0,0 0 0 0 0,0-1-1 0 0,-1 0 1 0 0,0 0 0 0 0,-11 10-1 0 0,-53 42 254 0 0,-110 74 126 0 0,106-82-52 0 0,1 3 0 0 0,-80 80 0 0 0,130-110-15 0 0,0 1 1 0 0,2 1-1 0 0,-34 55 0 0 0,48-69 83 0 0,1-1-1 0 0,0 1 1 0 0,1 0 0 0 0,1 1-1 0 0,0-1 1 0 0,1 1-1 0 0,1 0 1 0 0,0 0-1 0 0,1 1 1 0 0,0-1-1 0 0,1 19 1 0 0,1-28-239 0 0,1-1 1 0 0,0 1-1 0 0,0-1 1 0 0,0 1-1 0 0,0-1 1 0 0,1 0-1 0 0,0 1 1 0 0,0-1-1 0 0,0 0 1 0 0,1 0-1 0 0,-1 0 1 0 0,1-1-1 0 0,0 1 1 0 0,1 0-1 0 0,-1-1 1 0 0,1 0-1 0 0,5 5 1 0 0,-3-5-96 0 0,0 0 1 0 0,0 0 0 0 0,1-1 0 0 0,-1 0-1 0 0,1 0 1 0 0,0 0 0 0 0,0-1 0 0 0,0 0-1 0 0,0 0 1 0 0,0-1 0 0 0,12 2 0 0 0,2-3-65 0 0,1 0 0 0 0,-1-1 1 0 0,0-1-1 0 0,-1-1 1 0 0,1-1-1 0 0,0-1 1 0 0,-1-1-1 0 0,22-9 1 0 0,-14 3-427 0 0,-1-1 0 0 0,0-2 1 0 0,-1 0-1 0 0,0-2 0 0 0,32-29 0 0 0,-3-3-2047 0 0,48-59-1 0 0,-29 27-445 0 0,-63 71 526 0 0,-11 9 2386 0 0,0 1 1 0 0,0 0-1 0 0,0 0 0 0 0,0 0 0 0 0,0 0 0 0 0,1 0 1 0 0,-1 0-1 0 0,0 0 0 0 0,0 0 0 0 0,0 0 0 0 0,0 0 1 0 0,0 0-1 0 0,1 0 0 0 0,-1 0 0 0 0,0 0 0 0 0,0 0 1 0 0,0 0-1 0 0,0 0 0 0 0,0 0 0 0 0,0 0 0 0 0,1 0 0 0 0,-1 1 1 0 0,0-1-1 0 0,0 0 0 0 0,0 0 0 0 0,0 0 0 0 0,0 0 1 0 0,0 0-1 0 0,0 0 0 0 0,1 0 0 0 0,-1 0 0 0 0,0 0 1 0 0,0 1-1 0 0,0-1 0 0 0,0 0 0 0 0,0 0 0 0 0,0 0 1 0 0,0 0-1 0 0,0 0 0 0 0,0 0 0 0 0,0 1 0 0 0,0-1 1 0 0,0 0-1 0 0,0 0 0 0 0,-1 25 545 0 0,-1-8 363 0 0,2-11-890 0 0,-1 0-1 0 0,1 1 1 0 0,0-1-1 0 0,1 0 1 0 0,-1 0-1 0 0,1 1 0 0 0,0-1 1 0 0,1 0-1 0 0,0 0 1 0 0,0 0-1 0 0,5 10 1 0 0,-7-16-145 0 0,0 1 0 0 0,1 0 1 0 0,0-1-1 0 0,-1 1 0 0 0,1 0 0 0 0,-1-1 1 0 0,1 1-1 0 0,0-1 0 0 0,-1 1 1 0 0,1-1-1 0 0,0 0 0 0 0,0 1 1 0 0,-1-1-1 0 0,1 0 0 0 0,0 1 0 0 0,0-1 1 0 0,1 0-1 0 0,20 0-5079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2:50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42 640 0 0,'-2'7'2572'0'0,"6"-6"-807"0"0,12-11 601 0 0,1-1-1345 0 0,-3 5-531 0 0,0 2 1 0 0,0-1-1 0 0,0 2 1 0 0,0-1 0 0 0,0 2-1 0 0,20-1 1 0 0,2 1 520 0 0,50 6 0 0 0,-68-3-714 0 0,1 2 1 0 0,-1 0-1 0 0,0 1 1 0 0,0 1-1 0 0,0 1 1 0 0,-1 0-1 0 0,0 1 1 0 0,18 11-1 0 0,-25-12-160 0 0,-1 0-1 0 0,0 0 0 0 0,0 1 1 0 0,0 0-1 0 0,-1 1 0 0 0,0 0 0 0 0,0 0 1 0 0,-1 0-1 0 0,0 1 0 0 0,-1 0 1 0 0,0 1-1 0 0,0 0 0 0 0,-1-1 1 0 0,8 22-1 0 0,-8-12-24 0 0,-1 0-1 0 0,-1 1 1 0 0,-1-1 0 0 0,-1 1-1 0 0,0 0 1 0 0,-1-1 0 0 0,-2 1 0 0 0,0 0-1 0 0,0-1 1 0 0,-2 0 0 0 0,-8 25-1 0 0,-5 9 114 0 0,-2-1 0 0 0,-49 91-1 0 0,22-58-431 0 0,-3-2 1 0 0,-4-3-1 0 0,-73 85 0 0 0,118-156-193 0 0,1-1 0 0 0,-1 0-1 0 0,-1 0 1 0 0,1-1 0 0 0,-18 12 0 0 0,25-18 250 0 0,0-1 0 0 0,0 1 0 0 0,0 0 0 0 0,0-1 0 0 0,0 0 0 0 0,0 1-1 0 0,0-1 1 0 0,-1 0 0 0 0,1 1 0 0 0,0-1 0 0 0,0 0 0 0 0,0 0 0 0 0,0 0 0 0 0,0 0 0 0 0,0 0 0 0 0,-1 0 0 0 0,1 0 0 0 0,0 0 0 0 0,0-1 0 0 0,0 1-1 0 0,0 0 1 0 0,0-1 0 0 0,0 1 0 0 0,0-1 0 0 0,0 1 0 0 0,0-1 0 0 0,0 1 0 0 0,0-1 0 0 0,0 0 0 0 0,0 1 0 0 0,0-1 0 0 0,0 0 0 0 0,1 0 0 0 0,-1 0 0 0 0,0 0-1 0 0,1 0 1 0 0,-1 1 0 0 0,0-1 0 0 0,1 0 0 0 0,-1-1 0 0 0,1 1 0 0 0,0 0 0 0 0,-1-2 0 0 0,-6-18-3292 0 0,2-1 1 0 0,-6-41-1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2:50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614 0 80 0 0,'-21'116'7764'0'0,"-10"74"5362"0"0,5-14-8644 0 0,-10-17-4802 0 0,5-15-241 0 0,-11 32 481 0 0,-15 28 640 0 0,-19 15 561 0 0,-19 1-321 0 0,5-28-480 0 0,21-48-720 0 0,32-70-4402 0 0,34-130-16248 0 0</inkml:trace>
  <inkml:trace contextRef="#ctx0" brushRef="#br0" timeOffset="1">1437 110 1681 0 0,'-34'-38'3041'0'0,"27"46"-1120"0"0,5 74-560 0 0,2 102-241 0 0,0-48-79 0 0,16-58 1360 0 0,20-29 640 0 0,0-15-6562 0 0,-8-18-7044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2:51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0 123 880 0 0,'3'-2'1186'0'0,"20"-8"5112"0"0,128-37 7848 0 0,14 7-9326 0 0,-117 31-4838 0 0,0 2 0 0 0,1 2-1 0 0,-1 2 1 0 0,92 7 0 0 0,-127-3-10 0 0,0 1 0 0 0,0 0 0 0 0,0 1 0 0 0,0 1 0 0 0,-1 0 0 0 0,0 0-1 0 0,0 1 1 0 0,0 1 0 0 0,16 10 0 0 0,-23-12 11 0 0,-1-1 1 0 0,1 1-1 0 0,-1 0 1 0 0,0 0-1 0 0,-1 0 0 0 0,1 0 1 0 0,-1 0-1 0 0,0 1 0 0 0,0 0 1 0 0,0 0-1 0 0,-1 0 0 0 0,1 0 1 0 0,-1 0-1 0 0,0 0 1 0 0,-1 0-1 0 0,1 1 0 0 0,-1-1 1 0 0,0 1-1 0 0,-1-1 0 0 0,1 1 1 0 0,-1-1-1 0 0,0 1 0 0 0,-1 7 1 0 0,-1-4-85 0 0,0 0 0 0 0,0-1 1 0 0,0 1-1 0 0,-1-1 0 0 0,-1 1 0 0 0,1-1 1 0 0,-1 0-1 0 0,-1-1 0 0 0,1 1 0 0 0,-1-1 1 0 0,-1 0-1 0 0,-9 10 0 0 0,-8 7-1377 0 0,-1-2 0 0 0,-28 20 0 0 0,38-32 605 0 0,-17 15-1053 0 0,-2-2 0 0 0,0-1 0 0 0,-48 22 0 0 0,67-37 1328 0 0,-1-1 1 0 0,0 0 0 0 0,0-1-1 0 0,-1-1 1 0 0,1-1-1 0 0,-1 0 1 0 0,0-1 0 0 0,0-1-1 0 0,0 0 1 0 0,0-1-1 0 0,-16-2 1 0 0,23 0 518 0 0,0 0-1 0 0,0 0 1 0 0,0-1 0 0 0,1 0 0 0 0,-1 0-1 0 0,1-1 1 0 0,0 0 0 0 0,0-1 0 0 0,0 1-1 0 0,1-2 1 0 0,0 1 0 0 0,-9-8 0 0 0,9 5 843 0 0,0 1 1 0 0,1-1 0 0 0,-1 0-1 0 0,2 0 1 0 0,-1 0-1 0 0,-5-12 1 0 0,8 14 376 0 0,2 6-1024 0 0,1 0-1 0 0,0-1 0 0 0,0 1 1 0 0,-1 0-1 0 0,1-1 0 0 0,0 1 1 0 0,0 0-1 0 0,0-1 0 0 0,-1 1 1 0 0,1 0-1 0 0,0-1 0 0 0,0 1 1 0 0,0 0-1 0 0,0-1 0 0 0,0 1 1 0 0,0-1-1 0 0,0 1 0 0 0,0 0 1 0 0,-1-1-1 0 0,2 1 1 0 0,-1-1-1 0 0,0 1 0 0 0,0 0 1 0 0,0-1-1 0 0,1 0 2 0 0,0 1 1 0 0,1-1-1 0 0,-1 1 1 0 0,0 0 0 0 0,1-1-1 0 0,-1 1 1 0 0,1 0-1 0 0,-1 0 1 0 0,0 0-1 0 0,1 0 1 0 0,-1 0-1 0 0,0 0 1 0 0,3 1-1 0 0,165 19 2695 0 0,-96-9-2425 0 0,1-3-1 0 0,83-2 0 0 0,-156-6-425 0 0,5 1-472 0 0,1-1 1 0 0,-1-1-1 0 0,0 1 0 0 0,0-1 0 0 0,1 0 1 0 0,-1 0-1 0 0,0-1 0 0 0,0 0 0 0 0,11-5 1 0 0,-17 7 410 0 0,0 0 0 0 0,1-1-1 0 0,-1 1 1 0 0,0 0 0 0 0,0-1 0 0 0,1 1 0 0 0,-1 0 0 0 0,0-1 0 0 0,0 1 0 0 0,1-1 0 0 0,-1 1 0 0 0,0 0 0 0 0,0-1-1 0 0,0 1 1 0 0,0-1 0 0 0,0 1 0 0 0,0-1 0 0 0,0 1 0 0 0,0-1 0 0 0,0 1 0 0 0,0-1 0 0 0,0 1 0 0 0,0 0-1 0 0,0-1 1 0 0,0 1 0 0 0,0-1 0 0 0,0 1 0 0 0,0-1 0 0 0,-1 1 0 0 0,1 0 0 0 0,0-1 0 0 0,0 1 0 0 0,-1-1 0 0 0,1 0-1 0 0,-18-16-6769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2:51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424 0 2081 0 0,'-1'0'444'0'0,"0"1"0"0"0,0-1 0 0 0,0 0 0 0 0,0 0 0 0 0,0 1 0 0 0,0-1 0 0 0,0 0 0 0 0,0 1 1 0 0,1-1-1 0 0,-1 1 0 0 0,0 0 0 0 0,0-1 0 0 0,0 1 0 0 0,0-1 0 0 0,1 1 0 0 0,-1 0 0 0 0,0 0 0 0 0,1-1 0 0 0,-1 1 0 0 0,0 0 0 0 0,1 0 0 0 0,-1 2 0 0 0,-8 31 5072 0 0,7-21-5811 0 0,-46 297 2055 0 0,44-292-1741 0 0,0-1 0 0 0,-1 0 0 0 0,-1 0 0 0 0,-14 28 0 0 0,10-27-724 0 0,0-1 1 0 0,-1 0-1 0 0,-1-1 0 0 0,0 0 0 0 0,-1-1 0 0 0,-1 0 0 0 0,0-1 0 0 0,-1-1 0 0 0,0 0 0 0 0,-1-1 1 0 0,-31 18-1 0 0,38-26 770 0 0,0-1 1 0 0,-1 0 0 0 0,1 0 0 0 0,-1-1 0 0 0,-10 2 0 0 0,10-3 338 0 0,1 1 1 0 0,0 0 0 0 0,-11 4 0 0 0,18-4 537 0 0,6-2 469 0 0,15-4 1478 0 0,356-73-1228 0 0,-364 75-1761 0 0,-3 0-403 0 0,23-2-874 0 0,-30 4 1187 0 0,0 0 1 0 0,0 0-1 0 0,-1 0 1 0 0,1 0-1 0 0,0 0 0 0 0,0 0 1 0 0,-1 1-1 0 0,1-1 1 0 0,0 0-1 0 0,-1 0 0 0 0,1 0 1 0 0,0 1-1 0 0,-1-1 1 0 0,1 0-1 0 0,0 1 0 0 0,-1-1 1 0 0,1 1-1 0 0,0-1 0 0 0,-1 1 1 0 0,1-1-1 0 0,-1 1 1 0 0,1-1-1 0 0,-1 1 0 0 0,1-1 1 0 0,-1 1-1 0 0,0 0 1 0 0,1-1-1 0 0,-1 1 0 0 0,0 0 1 0 0,1-1-1 0 0,-1 1 1 0 0,0 0-1 0 0,-3 26-7400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2:51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417 7 1201 0 0,'-94'94'1680'0'0,"8"-16"-639"0"0,3 1 159 0 0,3-5 321 0 0,28-16 240 0 0,30-28 1600 0 0,39-26-2480 0 0,11-30-5603 0 0</inkml:trace>
  <inkml:trace contextRef="#ctx0" brushRef="#br0" timeOffset="1">519 1 4242 0 0,'19'14'4722'0'0,"3"12"-1200"0"0,4 0 480 0 0,-3 6-1841 0 0,-4-4-801 0 0,-2-4-1120 0 0,16-10-480 0 0,-2-10-160 0 0,0-6-480 0 0,-7-16-6564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2:52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1373 1441 0 0,'0'14'1200'0'0,"0"0"-79"0"0,12 46 1840 0 0,12-10-320 0 0,7-31-1120 0 0,11-27-1201 0 0,13-23-4082 0 0</inkml:trace>
  <inkml:trace contextRef="#ctx0" brushRef="#br0" timeOffset="1">555 246 1601 0 0,'19'-20'9604'0'0,"-19"14"-5282"0"0,14-6-3361 0 0,48 2 2960 0 0,28 12 2482 0 0,23 0-4242 0 0,13-2-2481 0 0,-10-10-240 0 0,-14-4 480 0 0,-21 8-240 0 0,-22 2-2322 0 0,-28-30 161 0 0,-17-30-6003 0 0,-4-6-5522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2:52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659 1 800 0 0,'-19'68'2427'0'0,"-14"96"0"0"0,3 71 1318 0 0,12-78-1339 0 0,13-126-1826 0 0,-1-1 0 0 0,-2 0 0 0 0,-1 0 0 0 0,-1-1 0 0 0,-2 0 0 0 0,-1 0 0 0 0,-1-2-1 0 0,-1 1 1 0 0,-1-2 0 0 0,-33 40 0 0 0,24-36-312 0 0,-1-2-1 0 0,-2-1 1 0 0,-34 26 0 0 0,30-29-1635 0 0,-1-1 0 0 0,-67 33 0 0 0,89-49 1247 0 0,-1-2-1 0 0,0 0 1 0 0,0 0 0 0 0,0-1 0 0 0,-25 5 667 0 0,41-10-17 0 0,-1 0 0 0 0,1 1 0 0 0,-1-1-1 0 0,1 1 1 0 0,-1 0 0 0 0,7 1 0 0 0,20 3-263 0 0,0 0 0 0 0,0-3 0 0 0,1 0 0 0 0,-1-2 0 0 0,0-1 0 0 0,0-2 0 0 0,35-8 1 0 0,-33 4-770 0 0,-1-2 0 0 0,-1-1 1 0 0,0-1-1 0 0,0-2 1 0 0,-1-1-1 0 0,44-30 1 0 0,36-39-7009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2:52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740 0 720 0 0,'-62'130'2081'0'0,"-6"4"3522"0"0,8-34 720 0 0,-6-12-3122 0 0,-22 14-2320 0 0,-9 20-1121 0 0,-2 5-241 0 0,9-9-79 0 0,26-28-1281 0 0,28-34-3681 0 0,26-30-1682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2:53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134 172 720 0 0,'-18'35'7021'0'0,"-2"16"-3725"0"0,3-5-1474 0 0,-9 5-130 0 0,13-27-1047 0 0,-15 39 0 0 0,25-56-538 0 0,1 0 1 0 0,0 0-1 0 0,0 0 0 0 0,1 0 0 0 0,0 0 1 0 0,1 0-1 0 0,-1 1 0 0 0,1-1 1 0 0,0 0-1 0 0,3 13 0 0 0,-3-18-68 0 0,1 0 0 0 0,0 0 1 0 0,0 1-1 0 0,0-1 0 0 0,0 0 0 0 0,0 0 0 0 0,0 0 0 0 0,0 0 0 0 0,1 0 1 0 0,-1-1-1 0 0,1 1 0 0 0,-1 0 0 0 0,1-1 0 0 0,0 1 0 0 0,-1-1 0 0 0,1 1 1 0 0,0-1-1 0 0,0 0 0 0 0,0 0 0 0 0,0 0 0 0 0,0 0 0 0 0,3 1 0 0 0,5 1 90 0 0,0-1 0 0 0,1 0 0 0 0,18 2 1 0 0,-21-4-93 0 0,26 2 112 0 0,0-2 0 0 0,44-6 1 0 0,-42 2-14 0 0,59 3 0 0 0,-90 1-126 0 0,1 0-1 0 0,-1 1 1 0 0,0-1-1 0 0,0 1 1 0 0,-1 1-1 0 0,1-1 1 0 0,0 0-1 0 0,0 1 0 0 0,-1 0 1 0 0,1 1-1 0 0,-1-1 1 0 0,1 1-1 0 0,-1-1 1 0 0,0 1-1 0 0,0 0 0 0 0,0 1 1 0 0,0-1-1 0 0,3 6 1 0 0,-3-3 38 0 0,0 0-1 0 0,-1 1 1 0 0,0-1 0 0 0,0 1 0 0 0,0 0-1 0 0,-1 0 1 0 0,0 0 0 0 0,-1 0 0 0 0,1 0-1 0 0,-1 0 1 0 0,-1 0 0 0 0,1 9 0 0 0,-2 6 58 0 0,0 1 0 0 0,-1-1-1 0 0,-1 0 1 0 0,-1 1 0 0 0,-1-2 0 0 0,-2 1 0 0 0,0 0 0 0 0,0-1 0 0 0,-2-1 0 0 0,-1 1 0 0 0,-1-1-1 0 0,0-1 1 0 0,-1 0 0 0 0,-1-1 0 0 0,-25 27 0 0 0,36-43-154 0 0,0 1 1 0 0,-1-1-1 0 0,1 0 1 0 0,-1 1-1 0 0,0-1 1 0 0,1 0-1 0 0,-1-1 0 0 0,0 1 1 0 0,0 0-1 0 0,0-1 1 0 0,-1 0-1 0 0,1 0 1 0 0,0 0-1 0 0,0 0 0 0 0,-1 0 1 0 0,1 0-1 0 0,0-1 1 0 0,-6 0-1 0 0,4 0-325 0 0,0-2 1 0 0,0 1-1 0 0,1 0 0 0 0,-1-1 1 0 0,0 0-1 0 0,1 0 0 0 0,0 0 0 0 0,-1-1 1 0 0,1 1-1 0 0,0-1 0 0 0,0 0 0 0 0,-6-6 1 0 0,-50-55-10847 0 0</inkml:trace>
  <inkml:trace contextRef="#ctx0" brushRef="#br0" timeOffset="1">371 0 2081 0 0,'50'24'3201'0'0,"26"-2"-559"0"0,16-4 5201 0 0,13-8 3442 0 0,16-4-7763 0 0,9 0-4482 0 0,-19-12-321 0 0,-30-2 881 0 0,-29 8 400 0 0,-23 10-320 0 0,-32-4-1041 0 0,-37-4-8964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2:53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1078 560 0 0,'-1'-4'10081'0'0,"7"7"-6162"0"0,11 5-3939 0 0,35 16-152 0 0,0-2 1 0 0,2-3-1 0 0,0-2 1 0 0,1-3-1 0 0,1-2 1 0 0,67 6-1 0 0,108-14 1120 0 0,103-22 1466 0 0,144-19 1281 0 0,110-13-694 0 0,2494-235-294 0 0,-1211 106-2332 0 0,914-85 528 0 0,-976 91-112 0 0,-1179 115-471 0 0,-78 10-13 0 0,-84 8-67 0 0,-79 10-93 0 0,-90 9-147 0 0,-236 16-31 0 0,173-1-312 0 0,-214 8 193 0 0,-22-2 147 0 0,1 0 0 0 0,-1 0 0 0 0,0 0 0 0 0,0 0 1 0 0,0 0-1 0 0,0 0 0 0 0,0 0 0 0 0,1 0 0 0 0,-1 0 0 0 0,0 0 1 0 0,0 0-1 0 0,0 0 0 0 0,0 0 0 0 0,1 0 0 0 0,-1 0 0 0 0,0 0 1 0 0,0 0-1 0 0,0 0 0 0 0,0 0 0 0 0,0 0 0 0 0,0 1 0 0 0,1-1 1 0 0,-1 0-1 0 0,0 0 0 0 0,0 0 0 0 0,0 0 0 0 0,0 0 0 0 0,0 0 1 0 0,0 0-1 0 0,0 1 0 0 0,0-1 0 0 0,1 0 0 0 0,-1 0 0 0 0,0 0 0 0 0,0 0 1 0 0,0 0-1 0 0,0 0 0 0 0,0 1 0 0 0,0-1 0 0 0,0 0 0 0 0,0 0 1 0 0,0 0-1 0 0,0 0 0 0 0,0 1 0 0 0,0-1 0 0 0,-3 1-103 0 0,0 1-1 0 0,0-1 0 0 0,0 0 1 0 0,0 0-1 0 0,0 0 1 0 0,-1-1-1 0 0,-5 2 0 0 0,-188 19-9626 0 0,107-13 4740 0 0,-162 15-7240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04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791 1168 4002 0 0,'26'-16'1680'0'0,"53"-24"0"0"0,-79 40-1631 0 0,1 0 1 0 0,0-1 0 0 0,0 1 0 0 0,-1 0-1 0 0,1-1 1 0 0,0 1 0 0 0,0 0 0 0 0,-1 0-1 0 0,1-1 1 0 0,0 1 0 0 0,0 0 0 0 0,0 0-1 0 0,-1 0 1 0 0,1 0 0 0 0,0 0 0 0 0,0 0-1 0 0,0 0 1 0 0,-1 0 0 0 0,1 1 0 0 0,0-1-1 0 0,0 0 1 0 0,0 0 0 0 0,-1 1 0 0 0,1-1 0 0 0,0 1-1 0 0,-1-1 1 0 0,1 0 0 0 0,0 1 0 0 0,0 0-1 0 0,-1 1 39 0 0,0 1 0 0 0,0-1-1 0 0,0 0 1 0 0,0 0 0 0 0,0 1 0 0 0,-1-1-1 0 0,1 0 1 0 0,-1 0 0 0 0,1 0 0 0 0,-1 0-1 0 0,0 0 1 0 0,0 0 0 0 0,0 0 0 0 0,0 0-1 0 0,-3 3 1 0 0,-148 210 2402 0 0,-33 39-951 0 0,109-140-837 0 0,5 4 1 0 0,-80 180-1 0 0,99-171 152 0 0,-64 240 0 0 0,83-225-311 0 0,6 1 1 0 0,6 1-1 0 0,7 0 1 0 0,6 2 0 0 0,6-1-1 0 0,7 0 1 0 0,27 171-1 0 0,-16-223-218 0 0,3-1 1 0 0,5-1-1 0 0,68 168 0 0 0,-60-189-193 0 0,3-2 0 0 0,3-1 1 0 0,3-2-1 0 0,2-2 0 0 0,63 70 1 0 0,-50-73-61 0 0,2-3 0 0 0,3-2 1 0 0,2-2-1 0 0,115 71 0 0 0,-92-74-54 0 0,2-3 0 0 0,2-4 1 0 0,138 45-1 0 0,-98-50-54 0 0,2-5 1 0 0,0-6 0 0 0,2-6-1 0 0,1-6 1 0 0,0-5 0 0 0,148-10-1 0 0,-104-12-55 0 0,-1-7 1 0 0,-1-9-1 0 0,-1-7 0 0 0,-2-7 0 0 0,310-121 0 0 0,-292 81-104 0 0,-4-8 0 0 0,-5-8 0 0 0,-4-8 0 0 0,293-229 0 0 0,-333 219 12 0 0,-6-6 1 0 0,-5-6-1 0 0,-5-5 1 0 0,-7-6-1 0 0,-6-4 1 0 0,-6-5-1 0 0,100-189 1 0 0,-138 206 23 0 0,-5-3 1 0 0,-6-2 0 0 0,60-231-1 0 0,-87 245 68 0 0,-6 0 0 0 0,-5-1 1 0 0,-5-1-1 0 0,-8-204 0 0 0,-10 232 56 0 0,-4 0 0 0 0,-5 1 1 0 0,-3 1-1 0 0,-5 1 0 0 0,-50-134 0 0 0,44 157 46 0 0,-3 1 0 0 0,-3 1 1 0 0,-2 3-1 0 0,-4 0 0 0 0,-2 3 0 0 0,-3 1 0 0 0,-75-74 0 0 0,67 83 77 0 0,-2 3 1 0 0,-2 2-1 0 0,-3 3 1 0 0,-1 3-1 0 0,-2 2 1 0 0,-1 3-1 0 0,-125-48 1 0 0,97 52 82 0 0,-1 4 0 0 0,-1 4 0 0 0,-1 5 0 0 0,-1 3 0 0 0,-149-4 0 0 0,88 19 116 0 0,1 8 0 0 0,-1 6 0 0 0,2 8 0 0 0,0 6 0 0 0,-244 75 0 0 0,185-29 46 0 0,3 9 0 0 0,4 9 0 0 0,-254 153 1 0 0,273-129-235 0 0,6 8 1 0 0,5 8 0 0 0,-176 168 0 0 0,248-197-532 0 0,4 4 1 0 0,5 4 0 0 0,5 5 0 0 0,6 4 0 0 0,-117 210 0 0 0,163-251-232 0 0,4 1 1 0 0,3 1-1 0 0,-21 87 1 0 0,40-115 103 0 0,3 0 0 0 0,2 1 0 0 0,3 0 0 0 0,2 1 0 0 0,2-1 0 0 0,6 57 0 0 0,2-57-249 0 0,2 1 1 0 0,3-2-1 0 0,3 1 1 0 0,1-2-1 0 0,38 85 0 0 0,-25-77-223 0 0,3-2-1 0 0,2-2 0 0 0,2-1 0 0 0,62 73 0 0 0,-14-38-1335 0 0,115 95-1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19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53 160 0 0,'-33'-52'2881'0'0,"126"171"4643"0"0,-22-49-4883 0 0,-14-52-7043 0 0,-29-10-3682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20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9845 0 0,'24'150'7843'0'0,"4"-78"-6002"0"0,10-60-4482 0 0,31-26-3762 0 0,-8-18-2321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20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25 400 0 0,'-7'-2'1841'0'0,"26"2"1040"0"0,170-8 7764 0 0,29-6-5122 0 0,-42 14-5443 0 0,-48 14-1041 0 0,-36 2 641 0 0,-25 12 560 0 0,-25 18-80 0 0,-23 14-560 0 0,-21-2-240 0 0,-19 7 80 0 0,-22 15-1201 0 0,-19 0-1281 0 0,-2-18-1199 0 0,0-36-402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21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1 1121 0 0,'-11'4'1984'0'0,"8"-3"-1165"0"0,-1 0 0 0 0,1 0 0 0 0,0 1 0 0 0,0-1 0 0 0,0 1 0 0 0,0 0 0 0 0,0 0 0 0 0,1 0 0 0 0,-1 0 0 0 0,0 0 0 0 0,-3 5 0 0 0,5-5-635 0 0,0 1-1 0 0,0 0 1 0 0,0 0-1 0 0,0 0 1 0 0,1 0 0 0 0,-1 0-1 0 0,1 0 1 0 0,0 0-1 0 0,0 0 1 0 0,0 0-1 0 0,0 0 1 0 0,1 0-1 0 0,-1 0 1 0 0,1 0 0 0 0,0 0-1 0 0,0 0 1 0 0,0 0-1 0 0,2 4 1 0 0,1 4-171 0 0,1 0 1 0 0,-1 0-1 0 0,2-1 0 0 0,0 1 1 0 0,0-1-1 0 0,1-1 1 0 0,12 15-1 0 0,-16-21-48 0 0,0 1 0 0 0,1-1-1 0 0,0 0 1 0 0,-1 0 0 0 0,1 0 0 0 0,0-1-1 0 0,1 1 1 0 0,-1-1 0 0 0,0 0 0 0 0,1 0-1 0 0,-1 0 1 0 0,1-1 0 0 0,-1 0 0 0 0,1 0 0 0 0,0 0-1 0 0,0 0 1 0 0,0-1 0 0 0,-1 1 0 0 0,1-1-1 0 0,0 0 1 0 0,0-1 0 0 0,0 1 0 0 0,-1-1-1 0 0,7-2 1 0 0,0-1-511 0 0,0 0 0 0 0,0-1 1 0 0,0 0-1 0 0,-1-1 0 0 0,0-1 0 0 0,0 1 0 0 0,-1-1 0 0 0,13-12 0 0 0,-9 6-333 0 0,0-1-1 0 0,-1 0 0 0 0,0 0 1 0 0,13-24-1 0 0,-18 22 890 0 0,-7 15-1 0 0,-1 1 1 0 0,1 0-1 0 0,0 0 1 0 0,0 0 0 0 0,0 0-1 0 0,0 0 1 0 0,-1-1-1 0 0,1 1 1 0 0,0 0-1 0 0,0 0 1 0 0,-1 0 0 0 0,1 0-1 0 0,0 0 1 0 0,0 0-1 0 0,-1 0 1 0 0,1 0 0 0 0,0 0-1 0 0,0 0 1 0 0,0 0-1 0 0,-1 0 1 0 0,1 0-1 0 0,0 0 1 0 0,0 0 0 0 0,-1 0-1 0 0,1 0 1 0 0,0 0-1 0 0,0 0 1 0 0,-1 0-1 0 0,1 0 1 0 0,0 0 0 0 0,0 0-1 0 0,0 0 1 0 0,-1 1-1 0 0,1-1 1 0 0,0 0-1 0 0,0 0 1 0 0,-34 21 854 0 0,27-16-784 0 0,-119 77 1916 0 0,-94 68 343 0 0,7 2-738 0 0,203-141-1611 0 0,9-11 10 0 0,1 1-1 0 0,0-1 0 0 0,0 0 1 0 0,0 0-1 0 0,0 0 1 0 0,0 0-1 0 0,0 1 1 0 0,0-1-1 0 0,0 0 1 0 0,0 0-1 0 0,0 0 0 0 0,0 0 1 0 0,0 0-1 0 0,0 1 1 0 0,0-1-1 0 0,0 0 1 0 0,0 0-1 0 0,0 0 1 0 0,0 0-1 0 0,0 1 1 0 0,0-1-1 0 0,0 0 0 0 0,0 0 1 0 0,0 0-1 0 0,0 0 1 0 0,0 1-1 0 0,0-1 1 0 0,0 0-1 0 0,0 0 1 0 0,1 0-1 0 0,-1 0 0 0 0,0 0 1 0 0,0 0-1 0 0,0 1 1 0 0,0-1-1 0 0,0 0 1 0 0,0 0-1 0 0,1 0 1 0 0,23 3-39 0 0,-8-3 42 0 0,21 0 58 0 0,1-2 0 0 0,0-1 1 0 0,59-13-1 0 0,-6 1 1 0 0,-88 14-62 0 0,155-17-200 0 0,-133 19 151 0 0,-25-1 48 0 0,0 0 0 0 0,1 0 0 0 0,-1 0 0 0 0,0 0 0 0 0,1 0 1 0 0,-1 0-1 0 0,0 1 0 0 0,1-1 0 0 0,-1 0 0 0 0,0 0 0 0 0,1 0 0 0 0,-1 0 0 0 0,0 1 0 0 0,1-1 0 0 0,-1 0 0 0 0,0 0 0 0 0,0 1 0 0 0,1-1 0 0 0,-1 0 0 0 0,0 0 0 0 0,0 1 0 0 0,0-1 0 0 0,1 0 1 0 0,-1 1-1 0 0,0-1 0 0 0,0 0 0 0 0,0 1 0 0 0,0-1 0 0 0,0 1 0 0 0,-1 1-1 0 0,0 1 1 0 0,0-1 0 0 0,0 1-1 0 0,0-1 1 0 0,-1 0 0 0 0,1 0-1 0 0,-1 0 1 0 0,0 0-1 0 0,0 0 1 0 0,1 0 0 0 0,-5 3-1 0 0,-6 6 2 0 0,-1-1 0 0 0,0-1 0 0 0,0 0 0 0 0,0 0 0 0 0,-24 10 0 0 0,-81 26 10 0 0,78-31 18 0 0,-67 33 1 0 0,106-47-29 0 0,0 0 0 0 0,0 1 0 0 0,0-1 0 0 0,0 1 1 0 0,0-1-1 0 0,0 1 0 0 0,1 0 0 0 0,-1-1 0 0 0,0 1 0 0 0,0 0 0 0 0,1 0 0 0 0,-1 0 1 0 0,0-1-1 0 0,1 1 0 0 0,-1 0 0 0 0,1 0 0 0 0,-1 0 0 0 0,1 0 0 0 0,-1 2 0 0 0,1-2-3 0 0,0-1 0 0 0,0 1-1 0 0,0 0 1 0 0,0-1 0 0 0,0 1 0 0 0,1 0-1 0 0,-1 0 1 0 0,0-1 0 0 0,1 1-1 0 0,-1-1 1 0 0,0 1 0 0 0,1 0 0 0 0,-1-1-1 0 0,1 1 1 0 0,-1-1 0 0 0,1 1-1 0 0,-1-1 1 0 0,1 1 0 0 0,-1-1-1 0 0,1 1 1 0 0,1 0 0 0 0,2 1-13 0 0,1 1-1 0 0,0-1 1 0 0,0 0 0 0 0,-1-1 0 0 0,2 1-1 0 0,-1-1 1 0 0,5 1 0 0 0,42 4 21 0 0,-33-4 3 0 0,0 0-1 0 0,0 1 1 0 0,0 0 0 0 0,0 2-1 0 0,-1 0 1 0 0,0 1 0 0 0,32 15-1 0 0,-39-14 3 0 0,-1 0-1 0 0,1 1 1 0 0,-1 0-1 0 0,-1 1 1 0 0,1 0-1 0 0,-1 0 1 0 0,-1 1-1 0 0,0 0 1 0 0,0 0-1 0 0,-1 1 0 0 0,-1 0 1 0 0,0 1-1 0 0,0-1 1 0 0,-1 1-1 0 0,0 0 1 0 0,-1 0-1 0 0,-1 1 1 0 0,0-1-1 0 0,0 1 0 0 0,-1 0 1 0 0,-1-1-1 0 0,0 1 1 0 0,-2 19-1 0 0,-2-11 112 0 0,-1 0-1 0 0,-1 0 1 0 0,0-1-1 0 0,-2 1 1 0 0,-13 27-1 0 0,-58 94 1478 0 0,-24 19-576 0 0,82-134-991 0 0,0-1 1 0 0,-2-2-1 0 0,-41 38 1 0 0,58-57-235 0 0,2-3 195 0 0,0 1 1 0 0,0-1 0 0 0,0 1 0 0 0,0-1 0 0 0,0 0 0 0 0,-1 0-1 0 0,-4 2 1 0 0,7-4-119 0 0,0 0 1 0 0,0 0-1 0 0,0 0 0 0 0,-1 0 0 0 0,1 0 0 0 0,0 0 1 0 0,0 0-1 0 0,0 0 0 0 0,0 0 0 0 0,0 0 0 0 0,0-1 1 0 0,0 1-1 0 0,0 0 0 0 0,1-1 0 0 0,-1 1 1 0 0,0-1-1 0 0,0 1 0 0 0,0-1 0 0 0,0 1 0 0 0,0-1 1 0 0,1 0-1 0 0,-1 1 0 0 0,0-1 0 0 0,1 0 0 0 0,-1 0 1 0 0,0 0-1 0 0,1 0 0 0 0,-1 1 0 0 0,1-1 0 0 0,-1 0 1 0 0,1 0-1 0 0,-1 0 0 0 0,1 0 0 0 0,0 0 0 0 0,-1-2 1 0 0,-21-63-8399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21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5122 0 0,'-19'8'7364'0'0,"12"1"-2722"0"0,9-1-3442 0 0,3 0-639 0 0,7 8-401 0 0,78 50-80 0 0,9-8 2481 0 0,-32-18-720 0 0,-25-12-1921 0 0,-20-22-801 0 0,-18-16-399 0 0,-23-24-7124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22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10965 0 0,'-2'3'601'0'0,"0"0"-1"0"0,0 0 1 0 0,1 0 0 0 0,-1 1-1 0 0,1-1 1 0 0,0 1-1 0 0,0-1 1 0 0,0 6 0 0 0,1-6-475 0 0,0 0 1 0 0,0 0-1 0 0,1 0 1 0 0,0 0-1 0 0,-1 0 0 0 0,1 0 1 0 0,0 0-1 0 0,0 0 1 0 0,1 0-1 0 0,-1 0 1 0 0,3 4-1 0 0,15 20-195 0 0,1 0-1 0 0,1-1 0 0 0,1-1 0 0 0,36 31 1 0 0,-3-3 697 0 0,131 145 1120 0 0,-174-185-1757 0 0,0 1 1 0 0,-1 1-1 0 0,-1-1 0 0 0,0 2 1 0 0,12 26-1 0 0,-18-32-7 0 0,-1 0 0 0 0,0 1 1 0 0,-1-1-1 0 0,0 1 0 0 0,0 0 0 0 0,-1-1 0 0 0,0 1 0 0 0,-1 0 0 0 0,-1 0 0 0 0,-1 13 0 0 0,-2 0 6 0 0,-1 0-1 0 0,-1 0 1 0 0,-2 0 0 0 0,0-1-1 0 0,-1 0 1 0 0,-1-1 0 0 0,-19 30-1 0 0,-14 13 96 0 0,-51 61 0 0 0,-36 54 295 0 0,121-163-340 0 0,0-1 1 0 0,1 1 0 0 0,1 1-1 0 0,1-1 1 0 0,1 1-1 0 0,0 0 1 0 0,1 0-1 0 0,1 1 1 0 0,1-1 0 0 0,0 1-1 0 0,2 0 1 0 0,2 29-1 0 0,-1-37-21 0 0,0 0 0 0 0,1 0 0 0 0,1-1 0 0 0,0 1-1 0 0,0-1 1 0 0,1 1 0 0 0,0-1 0 0 0,1 0 0 0 0,0 0 0 0 0,0-1-1 0 0,1 0 1 0 0,1 0 0 0 0,0 0 0 0 0,0 0 0 0 0,0-1 0 0 0,1-1-1 0 0,0 1 1 0 0,1-1 0 0 0,0 0 0 0 0,0-1 0 0 0,0 0 0 0 0,11 5-1 0 0,0-3-20 0 0,0-1 0 0 0,0-1 0 0 0,0-1 0 0 0,1 0 0 0 0,0-2 0 0 0,0 0 0 0 0,25 0 0 0 0,9-4-30 0 0,85-10 0 0 0,-73 2-1401 0 0,96-26 0 0 0,-126 24-1591 0 0,-1-1 0 0 0,36-19 0 0 0,13-13-5594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22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23 3362 0 0,'-8'-2'3361'0'0,"77"12"3842"0"0,130 8 1761 0 0,-21-18-6883 0 0,-36-10-3521 0 0,-42 2-1522 0 0,-36 0 962 0 0,-26-14-5204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22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342 1 1121 0 0,'-6'6'989'0'0,"-139"164"7462"0"0,107-121-4747 0 0,-51 87-1 0 0,79-117-3578 0 0,0 0 1 0 0,2 1-1 0 0,1 0 0 0 0,0 0 0 0 0,1 1 0 0 0,1-1 1 0 0,1 1-1 0 0,1 1 0 0 0,1-1 0 0 0,1 0 0 0 0,0 0 0 0 0,4 29 1 0 0,-1-21-56 0 0,-1-9-83 0 0,5 32 1 0 0,-5-46 2 0 0,0-1 0 0 0,1 1-1 0 0,0-1 1 0 0,0 0 0 0 0,0 1 0 0 0,0-1 0 0 0,1 0-1 0 0,0-1 1 0 0,0 1 0 0 0,7 7 0 0 0,-5-7 2 0 0,1 1 0 0 0,0-2 0 0 0,0 1 0 0 0,0-1 0 0 0,1 0-1 0 0,-1 0 1 0 0,1-1 0 0 0,10 4 0 0 0,3 0 11 0 0,38 7 0 0 0,-22-7 17 0 0,1-3 0 0 0,-1 0 0 0 0,62-3 0 0 0,-73-3-52 0 0,-1 0-1 0 0,1-1 1 0 0,-1-2 0 0 0,0-1-1 0 0,-1 0 1 0 0,36-16 0 0 0,-59 22 30 0 0,49-26-329 0 0,-46 24 179 0 0,0 0 0 0 0,0 0 0 0 0,0 0 0 0 0,-1-1 0 0 0,1 0 1 0 0,-1 1-1 0 0,1-1 0 0 0,-1 0 0 0 0,0 0 0 0 0,0 0 0 0 0,-1 0 0 0 0,4-6 0 0 0,-4 2-829 0 0,0 0 1 0 0,0 0-1 0 0,0 0 1 0 0,-1 0 0 0 0,0-7-1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23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413 443 3922 0 0,'-9'-2'347'0'0,"0"0"0"0"0,-1 0 0 0 0,0 0 0 0 0,-10 1 0 0 0,16 1-179 0 0,0 0 1 0 0,1 1 0 0 0,-1-1-1 0 0,0 1 1 0 0,0 0-1 0 0,0 0 1 0 0,1 0-1 0 0,-1 1 1 0 0,0-1 0 0 0,1 1-1 0 0,0 0 1 0 0,-1 0-1 0 0,-5 5 1 0 0,1 0 560 0 0,1 0-1 0 0,0 1 1 0 0,0 0 0 0 0,0 0-1 0 0,1 1 1 0 0,1-1 0 0 0,-8 16-1 0 0,-30 78 3190 0 0,43-102-3901 0 0,-31 94 605 0 0,4 1 0 0 0,5 1-1 0 0,3 1 1 0 0,-7 130 0 0 0,18-106-284 0 0,-36 323 1405 0 0,31-377-3011 0 0,9-57-2345 0 0,4-16 1556 0 0,4-31-589 0 0,-3 24 1545 0 0,15-213-4369 0 0,-15 202 5549 0 0,-1 18 16 0 0,0 0 1 0 0,0 0 0 0 0,0 0 0 0 0,1 0-1 0 0,-1 0 1 0 0,2 0 0 0 0,-1 0 0 0 0,1 0-1 0 0,0 0 1 0 0,0 1 0 0 0,5-11 0 0 0,-7 16-62 0 0,0 0 0 0 0,1-1 0 0 0,-1 1 0 0 0,0 0 0 0 0,0 0-1 0 0,0-1 1 0 0,0 1 0 0 0,1 0 0 0 0,-1-1 0 0 0,0 1 0 0 0,0 0 0 0 0,1 0 0 0 0,-1-1 0 0 0,0 1 0 0 0,0 0 0 0 0,1 0 0 0 0,-1 0 0 0 0,0-1 0 0 0,1 1 0 0 0,-1 0 0 0 0,0 0 0 0 0,1 0 0 0 0,-1 0 0 0 0,0 0 0 0 0,1 0 0 0 0,-1 0 0 0 0,0 0 0 0 0,1 0 0 0 0,-1 0 0 0 0,1 0 0 0 0,-1 0 0 0 0,1 0 0 0 0,7 0 1433 0 0,8-1-308 0 0,0-1 0 0 0,30-9-1 0 0,-9 0-1095 0 0,42-21-1 0 0,8-11-297 0 0,-1-4-1 0 0,123-91 0 0 0,-110 61-2285 0 0,-16-7-3042 0 0</inkml:trace>
  <inkml:trace contextRef="#ctx0" brushRef="#br0" timeOffset="1">952 0 80 0 0,'-22'32'9124'0'0,"-16"18"-4482"0"0,10 8-4241 0 0,6 16-161 0 0,6-2 3121 0 0,11-2-800 0 0,10-11-2241 0 0,-5-9-720 0 0,0-18-1841 0 0,9-22-2161 0 0,-2-26-4082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23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1 3602 0 0,'2'2'446'0'0,"-1"0"0"0"0,1-1 1 0 0,0 1-1 0 0,0 0 1 0 0,0-1-1 0 0,0 1 1 0 0,0-1-1 0 0,0 0 0 0 0,4 2 1 0 0,1 0-14 0 0,1-1 1 0 0,0 0-1 0 0,16 2 0 0 0,-10-2 400 0 0,162 18 3675 0 0,-169-20-4464 0 0,-4 0-58 0 0,0 0-1 0 0,0 0 1 0 0,0 0 0 0 0,0 1-1 0 0,0-1 1 0 0,0 1 0 0 0,0-1-1 0 0,0 1 1 0 0,0 0 0 0 0,0 0-1 0 0,0 1 1 0 0,-1-1 0 0 0,1 0-1 0 0,0 1 1 0 0,-1 0 0 0 0,4 2-1 0 0,-5-3 16 0 0,-1-1-1 0 0,0 1 1 0 0,0-1-1 0 0,0 1 1 0 0,0-1-1 0 0,0 0 1 0 0,0 1-1 0 0,0-1 1 0 0,1 1-1 0 0,-1-1 1 0 0,0 1 0 0 0,0-1-1 0 0,-1 1 1 0 0,1-1-1 0 0,0 0 1 0 0,0 1-1 0 0,0-1 1 0 0,0 1-1 0 0,0-1 1 0 0,0 1-1 0 0,-1-1 1 0 0,1 0-1 0 0,0 1 1 0 0,0-1-1 0 0,-1 1 1 0 0,1-1-1 0 0,0 0 1 0 0,0 1-1 0 0,-1-1 1 0 0,-12 12-23 0 0,7-8-25 0 0,-24 20-205 0 0,-2-1 0 0 0,-1-2 0 0 0,-49 24 0 0 0,-112 41 439 0 0,92-44-6 0 0,82-31 170 0 0,21-10-317 0 0,-1-1 0 0 0,1 1 0 0 0,-1 0 0 0 0,1-1 0 0 0,0 0 0 0 0,-1 1 0 0 0,1-1 0 0 0,-1 1 0 0 0,1-1 0 0 0,0 0 0 0 0,-1 1 0 0 0,1-1 0 0 0,0 0 0 0 0,0 1 0 0 0,-1-1 0 0 0,1 0 0 0 0,0 0 0 0 0,1 0 0 0 0,9 4 129 0 0,16 4 107 0 0,0-2 0 0 0,0 0 0 0 0,1-2 0 0 0,0 0 1 0 0,-1-2-1 0 0,1-2 0 0 0,32-2 0 0 0,0-4-346 0 0,-1-3 1 0 0,75-20-1 0 0,-66 12-311 0 0,-43 13 25 0 0,-25 4 272 0 0,0 0-1 0 0,-1 0 0 0 0,1 0 1 0 0,0 0-1 0 0,0 1 0 0 0,0-1 1 0 0,0 0-1 0 0,0 0 1 0 0,-1 0-1 0 0,1 0 0 0 0,0 1 1 0 0,0-1-1 0 0,0 0 0 0 0,0 0 1 0 0,0 0-1 0 0,0 1 1 0 0,0-1-1 0 0,0 0 0 0 0,0 0 1 0 0,0 0-1 0 0,0 1 0 0 0,0-1 1 0 0,0 0-1 0 0,0 0 1 0 0,0 0-1 0 0,0 1 0 0 0,0-1 1 0 0,0 0-1 0 0,0 0 0 0 0,0 1 1 0 0,0-1-1 0 0,0 0 1 0 0,0 0-1 0 0,0 0 0 0 0,0 0 1 0 0,0 1-1 0 0,1-1 0 0 0,-1 0 1 0 0,0 0-1 0 0,0 0 0 0 0,0 0 1 0 0,0 1-1 0 0,0-1 1 0 0,1 0-1 0 0,-1 0 0 0 0,0 0 1 0 0,0 0-1 0 0,0 0 0 0 0,1 0 1 0 0,-1 0-1 0 0,0 1 1 0 0,0-1-1 0 0,0 0 0 0 0,1 0 1 0 0,-1 0-1 0 0,0 0 0 0 0,0 0 1 0 0,1 0-1 0 0,-31 24-5631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23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107 156 1361 0 0,'-50'28'7203'0'0,"8"-18"-4402"0"0,28-16-1680 0 0,21 2 640 0 0,7 2-641 0 0,2 0-560 0 0,65-8-400 0 0,104-26 0 0 0,-24-10 641 0 0,-42 4 1280 0 0,-27 10-961 0 0,-40 18-2000 0 0,-42 20-4643 0 0,-22 6-239 0 0,-19 8 719 0 0</inkml:trace>
  <inkml:trace contextRef="#ctx0" brushRef="#br0" timeOffset="1">401 92 560 0 0,'-104'68'10165'0'0,"47"18"-4643"0"0,47 6-4961 0 0,20 12 239 0 0,-8 4 1441 0 0,-9-13-1280 0 0,0-21-721 0 0,-5 0-240 0 0,0-2-240 0 0,5-10-641 0 0,14-28-2881 0 0,29-64-239 0 0,21-56-5444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24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0 560 0 0,'-45'76'3522'0'0,"5"40"7363"0"0,-1 24-3442 0 0,-1 6-5122 0 0,-1-19-2161 0 0,19-15-320 0 0,1 8 80 0 0,-1 14 160 0 0,5-6 0 0 0,7-24-400 0 0,12-32-80 0 0,10-48-1121 0 0,1-72-11765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24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759 1 1601 0 0,'-6'-1'1060'0'0,"0"1"1"0"0,0 0-1 0 0,0 0 1 0 0,0 1-1 0 0,0 0 1 0 0,0 0-1 0 0,0 0 1 0 0,0 0-1 0 0,0 1 1 0 0,1 0-1 0 0,-1 0 1 0 0,1 1-1 0 0,-9 5 1 0 0,14-8-985 0 0,-1 0 1 0 0,1 0 0 0 0,-1 0-1 0 0,0 1 1 0 0,1-1 0 0 0,-1 0-1 0 0,1 1 1 0 0,-1-1 0 0 0,1 0-1 0 0,-1 1 1 0 0,1-1 0 0 0,0 1-1 0 0,-1-1 1 0 0,1 1 0 0 0,-1-1-1 0 0,1 1 1 0 0,0-1 0 0 0,0 1-1 0 0,-1-1 1 0 0,1 1 0 0 0,0 0-1 0 0,0-1 1 0 0,-1 1 0 0 0,1-1-1 0 0,0 1 1 0 0,0 0 0 0 0,0-1-1 0 0,0 1 1 0 0,0-1 0 0 0,0 1-1 0 0,0 0 1 0 0,0-1 0 0 0,0 1-1 0 0,0 0 1 0 0,1-1 0 0 0,-1 1 0 0 0,0-1-1 0 0,0 1 1 0 0,0-1 0 0 0,1 1-1 0 0,-1 0 1 0 0,0-1 0 0 0,1 1-1 0 0,0 0 1 0 0,2 1 185 0 0,0 0-1 0 0,0 0 1 0 0,0 0 0 0 0,0-1 0 0 0,0 1-1 0 0,6 1 1 0 0,38 10-89 0 0,212 55-1213 0 0,-199-48 520 0 0,-52-14 22 0 0,-12-1 101 0 0,-21 3-195 0 0,12-4 318 0 0,-21 8-142 0 0,-114 36-2030 0 0,49-24 4214 0 0,86-22-826 0 0,27-3 637 0 0,330-35-432 0 0,-234 25-1627 0 0,-186 37 213 0 0,-288 114 204 0 0,-77 27-20 0 0,404-156 85 0 0,-89 32 16 0 0,108-35 55 0 0,0 0 1 0 0,1 1-1 0 0,0 0 0 0 0,-24 20 0 0 0,35-24 33 0 0,1-1-1 0 0,-1 1 1 0 0,1 0-1 0 0,-5 8 1 0 0,9-12-42 0 0,0 0 1 0 0,0 0 0 0 0,0 0 0 0 0,1 0 0 0 0,-1 0-1 0 0,0 1 1 0 0,1-1 0 0 0,-1 0 0 0 0,1 0 0 0 0,-1 0 0 0 0,1 1-1 0 0,0-1 1 0 0,0 0 0 0 0,-1 1 0 0 0,1-1 0 0 0,0 0-1 0 0,0 1 1 0 0,0-1 0 0 0,0 0 0 0 0,1 1 0 0 0,-1-1-1 0 0,0 0 1 0 0,0 0 0 0 0,1 1 0 0 0,-1-1 0 0 0,1 0 0 0 0,-1 0-1 0 0,1 0 1 0 0,0 1 0 0 0,-1-1 0 0 0,3 2 0 0 0,1 0 63 0 0,0 0 0 0 0,0 0 0 0 0,0 0 0 0 0,1-1 0 0 0,-1 1 0 0 0,1-1 0 0 0,0 0 0 0 0,-1 0 0 0 0,7 1 0 0 0,18 4-81 0 0,0-1-1 0 0,0-1 0 0 0,1-1 1 0 0,-1-1-1 0 0,1-2 0 0 0,32-3 1 0 0,176-27 20 0 0,-234 28-59 0 0,485-113 1647 0 0,-16-42 498 0 0,-297 96-1892 0 0,-60 20-381 0 0,292-86-2321 0 0,-311 106-790 0 0,-38 16-1729 0 0,-29 7-2376 0 0,-17 5-775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25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3030 1259 4482 0 0,'-67'-47'1748'0'0,"2"-2"-1"0"0,-100-101 0 0 0,152 137-1738 0 0,-23-24 303 0 0,-2 0 0 0 0,-78-55-1 0 0,101 82-200 0 0,0 1 1 0 0,-1 1-1 0 0,0 0 0 0 0,0 1 0 0 0,0 1 0 0 0,-1 0 0 0 0,0 2 0 0 0,0 0 0 0 0,-1 0 0 0 0,1 2 0 0 0,-1 0 0 0 0,-29 1 0 0 0,17 4-28 0 0,1 0 0 0 0,-1 2-1 0 0,1 2 1 0 0,-32 10 0 0 0,8 2-17 0 0,0 3 1 0 0,-63 36 0 0 0,37-12 26 0 0,-108 82 1 0 0,76-38 88 0 0,4 4 1 0 0,-123 140-1 0 0,152-143 48 0 0,4 3 0 0 0,4 3 0 0 0,-64 117 0 0 0,106-160-103 0 0,2 2 1 0 0,2 1-1 0 0,3 1 1 0 0,2 1-1 0 0,3 0 1 0 0,-10 73-1 0 0,17-46 137 0 0,2 0 0 0 0,5 0 0 0 0,14 146-1 0 0,-1-144 114 0 0,3 0-1 0 0,5-1 0 0 0,3-1 0 0 0,4-1 1 0 0,3-1-1 0 0,4-2 0 0 0,63 112 0 0 0,-47-112 23 0 0,2-2 0 0 0,5-2 0 0 0,2-3 0 0 0,4-3 0 0 0,3-3 0 0 0,136 113 0 0 0,-111-113-83 0 0,4-4-1 0 0,2-4 1 0 0,3-5-1 0 0,139 58 1 0 0,-107-62-63 0 0,3-6 1 0 0,1-6 0 0 0,157 25 0 0 0,-103-38-26 0 0,0-8 1 0 0,0-8-1 0 0,1-8 0 0 0,1-8 0 0 0,305-50 0 0 0,-289 18 106 0 0,276-89 1 0 0,-300 63-166 0 0,-3-6 0 0 0,-3-9 1 0 0,251-151-1 0 0,-288 140-109 0 0,-4-6 0 0 0,-4-7 1 0 0,155-153-1 0 0,-185 150-76 0 0,-5-5 0 0 0,-4-4 0 0 0,-5-3 0 0 0,76-138 0 0 0,-104 147-24 0 0,-5-3-1 0 0,49-140 0 0 0,-72 154 9 0 0,-3-1 0 0 0,-5-1 0 0 0,11-111 0 0 0,-26 131-22 0 0,-5-1 1 0 0,-2 1 0 0 0,-5-1-1 0 0,-17-113 1 0 0,8 126-37 0 0,-3 2 1 0 0,-3 0 0 0 0,-2 1-1 0 0,-4 1 1 0 0,-54-105-1 0 0,43 108-30 0 0,-3 0 0 0 0,-2 3 0 0 0,-3 1 0 0 0,-70-69 0 0 0,46 60-20 0 0,-3 3 0 0 0,-3 3 0 0 0,-113-69 0 0 0,84 68-20 0 0,-2 5 0 0 0,-209-79 0 0 0,174 89 31 0 0,-2 5 0 0 0,-212-31 0 0 0,130 44-4 0 0,-260 2 0 0 0,-234 58-108 0 0,195 45 36 0 0,307-31 9 0 0,-326 116 0 0 0,359-92-287 0 0,2 8-1 0 0,5 7 1 0 0,3 8-1 0 0,-265 193 0 0 0,283-167-756 0 0,5 7-1 0 0,6 7 1 0 0,-222 268-1 0 0,255-260-202 0 0,7 5-1 0 0,6 4 1 0 0,7 4 0 0 0,-90 212-1 0 0,139-267 306 0 0,5 2 0 0 0,-28 122-1 0 0,8 174-2027 0 0,55-388 3091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06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552 7 4402 0 0,'-14'-6'4642'0'0,"-78"120"-3761"0"0,13 5-961 0 0,1-13 560 0 0,0-2 240 0 0,2-6-80 0 0,10-22-239 0 0,21-22-802 0 0,21-24-2640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06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811 0 1040 0 0,'31'0'1761'0'0,"-5"10"80"0"0,24 8 0 0 0,-8 6-640 0 0,-18 12-321 0 0,-15 10 1361 0 0,-4 14 80 0 0,-17 24-4082 0 0,-35 0-4001 0 0</inkml:trace>
  <inkml:trace contextRef="#ctx0" brushRef="#br0" timeOffset="1">230 919 1441 0 0,'-99'48'5522'0'0,"16"-4"-560"0"0,45-4-3761 0 0,28-10-1041 0 0,20-4 720 0 0,11-6-319 0 0,12 0-481 0 0,34 4 0 0 0,23 6 0 0 0,9-4 0 0 0,29-2-320 0 0,-9-14-2161 0 0,-41-26-3202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07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192 576 2881 0 0,'-45'28'5683'0'0,"-9"22"-3522"0"0,-1 12-2241 0 0,27 14 0 0 0,18-1 480 0 0,15-15 80 0 0,16-18-80 0 0,20-8-480 0 0,8-14-1680 0 0,13-30-1842 0 0</inkml:trace>
  <inkml:trace contextRef="#ctx0" brushRef="#br0" timeOffset="1">650 140 5683 0 0,'-10'0'10484'0'0,"22"4"-7122"0"0,36-2-3922 0 0,32-4-1 0 0,27-6 1922 0 0,16-2-160 0 0,0 4-961 0 0,-21 6-560 0 0,-35 8-1 0 0,-29-2-239 0 0,-10-16-320 0 0,-11-30-4723 0 0,-17-43-5762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07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0 1040 0 0,'-30'8'2322'0'0,"1"18"5121"0"0,8-2-1840 0 0,-1 42-3843 0 0,8 88-3280 0 0,24-2 959 0 0,16-25 1042 0 0,-3-29 159 0 0,-4 4 801 0 0,3 20-81 0 0,4 14-720 0 0,-2 2-960 0 0,-1-14-3041 0 0,-4-41-2002 0 0,-16-45-1600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08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82 2561 0 0,'-8'0'1227'0'0,"5"1"-692"0"0,0-1 1 0 0,0 0 0 0 0,1 0-1 0 0,-1 0 1 0 0,0 0 0 0 0,0 0-1 0 0,0 0 1 0 0,0-1 0 0 0,1 0 0 0 0,-1 1-1 0 0,0-1 1 0 0,-3-2 0 0 0,6 3-459 0 0,0-1 1 0 0,0 1 0 0 0,0-1 0 0 0,0 1-1 0 0,0-1 1 0 0,0 1 0 0 0,0-1 0 0 0,0 1-1 0 0,0-1 1 0 0,0 1 0 0 0,0-1 0 0 0,0 1-1 0 0,1-1 1 0 0,-1 1 0 0 0,0-1 0 0 0,0 1-1 0 0,1-1 1 0 0,-1 1 0 0 0,0-1 0 0 0,1 1-1 0 0,-1 0 1 0 0,0-1 0 0 0,1 1 0 0 0,-1-1-1 0 0,0 1 1 0 0,1 0 0 0 0,-1 0 0 0 0,1-1-1 0 0,-1 1 1 0 0,1 0 0 0 0,-1 0 0 0 0,1-1-1 0 0,-1 1 1 0 0,2 0 0 0 0,47-18 989 0 0,61-10-119 0 0,-87 23-795 0 0,0 0 0 0 0,1 2 0 0 0,33 0 1 0 0,-54 3-171 0 0,-1 0 1 0 0,0 0 0 0 0,1 1-1 0 0,-1-1 1 0 0,1 0-1 0 0,-1 1 1 0 0,0 0 0 0 0,0 0-1 0 0,1 0 1 0 0,-1 0 0 0 0,4 2-1 0 0,-5-2-17 0 0,0-1 0 0 0,0 1-1 0 0,-1 0 1 0 0,1 0 0 0 0,0 0-1 0 0,-1 0 1 0 0,1-1 0 0 0,-1 1 0 0 0,1 0-1 0 0,-1 0 1 0 0,1 0 0 0 0,-1 0-1 0 0,1 0 1 0 0,-1 0 0 0 0,0 0-1 0 0,0 1 1 0 0,1-1 0 0 0,-1 2 0 0 0,-1 1-19 0 0,1 0 0 0 0,-1 1 1 0 0,0-1-1 0 0,0 0 0 0 0,-1 0 1 0 0,1 0-1 0 0,-1 0 0 0 0,0 0 1 0 0,0 0-1 0 0,-4 5 0 0 0,-3 3 77 0 0,0-1 0 0 0,-1 0-1 0 0,-1-1 1 0 0,0 0-1 0 0,-18 13 1 0 0,13-11-19 0 0,-25 20 72 0 0,-2-2 0 0 0,-1-2-1 0 0,-73 34 1 0 0,111-59-34 0 0,-18 8 22 0 0,-23 15 0 0 0,40-22 105 0 0,1 0 1 0 0,1 1-1 0 0,-1-1 1 0 0,0 1-1 0 0,1 0 1 0 0,0 1-1 0 0,0-1 1 0 0,-6 11-1 0 0,11-16-140 0 0,0 1 0 0 0,-1-1 1 0 0,1 1-1 0 0,0-1 0 0 0,0 1 0 0 0,0-1 0 0 0,0 1 0 0 0,0-1 0 0 0,1 1 0 0 0,-1-1 0 0 0,0 1 0 0 0,0 0 0 0 0,0-1 0 0 0,0 0 0 0 0,0 1 0 0 0,1-1 0 0 0,-1 1 0 0 0,0-1 0 0 0,0 1 0 0 0,1-1 0 0 0,-1 1 1 0 0,0-1-1 0 0,1 0 0 0 0,-1 1 0 0 0,1-1 0 0 0,-1 0 0 0 0,0 1 0 0 0,1-1 0 0 0,-1 0 0 0 0,1 1 0 0 0,-1-1 0 0 0,1 0 0 0 0,-1 0 0 0 0,1 0 0 0 0,-1 1 0 0 0,1-1 0 0 0,-1 0 0 0 0,1 0 0 0 0,-1 0 0 0 0,1 0 1 0 0,0 0-1 0 0,32 8-38 0 0,-23-6 101 0 0,11 2-33 0 0,0-1 0 0 0,0-1-1 0 0,1-1 1 0 0,-1 0 0 0 0,23-4 0 0 0,109-19 292 0 0,13 0-436 0 0,-161 21-92 0 0,0 1 0 0 0,0 0 0 0 0,0 1 0 0 0,0-1 0 0 0,0 1 0 0 0,-1 0 0 0 0,7 2 0 0 0,-8-2-126 0 0,-1 0 1 0 0,0 0 0 0 0,0 0-1 0 0,1 0 1 0 0,-1 1 0 0 0,0-1-1 0 0,0 1 1 0 0,-1 0 0 0 0,1-1-1 0 0,0 1 1 0 0,-1 0 0 0 0,1 0-1 0 0,-1 0 1 0 0,1 0-1 0 0,1 3 1 0 0,11 35-7876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08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465 1 8084 0 0,'-218'215'5389'0'0,"55"-23"-2828"0"0,144-166-2459 0 0,1 0 1 0 0,-21 41-1 0 0,38-65-132 0 0,0 1-1 0 0,0-1 1 0 0,0 1 0 0 0,0 0 0 0 0,0 0 0 0 0,1-1-1 0 0,-1 1 1 0 0,0 3 0 0 0,1-6 19 0 0,0 1 0 0 0,0-1 0 0 0,0 0 0 0 0,1 1 0 0 0,-1-1 1 0 0,0 1-1 0 0,0-1 0 0 0,0 0 0 0 0,0 1 0 0 0,0-1 0 0 0,0 0 0 0 0,1 1 0 0 0,-1-1 0 0 0,0 0 0 0 0,0 1 0 0 0,1-1 1 0 0,-1 0-1 0 0,0 1 0 0 0,0-1 0 0 0,1 0 0 0 0,-1 0 0 0 0,0 1 0 0 0,1-1 0 0 0,-1 0 0 0 0,0 0 0 0 0,1 0 0 0 0,-1 1 1 0 0,0-1-1 0 0,1 0 0 0 0,-1 0 0 0 0,1 0 0 0 0,-1 0 0 0 0,0 0 0 0 0,1 0 0 0 0,5 0-78 0 0,0-1 0 0 0,0 1-1 0 0,0-1 1 0 0,0-1 0 0 0,0 1 0 0 0,-1-1-1 0 0,9-3 1 0 0,50-23-232 0 0,-50 21 289 0 0,93-52-339 0 0,-2 1-750 0 0,-91 52 962 0 0,0 0 1 0 0,0 1 0 0 0,0 1 0 0 0,1 0 0 0 0,26-3 0 0 0,-36 6 173 0 0,-1 1-1 0 0,1 0 1 0 0,-1 0 0 0 0,0 0 0 0 0,1 1-1 0 0,-1-1 1 0 0,1 1 0 0 0,-1 0-1 0 0,0 1 1 0 0,1-1 0 0 0,-1 1 0 0 0,0 0-1 0 0,0 0 1 0 0,0 0 0 0 0,0 0-1 0 0,0 1 1 0 0,-1-1 0 0 0,1 1 0 0 0,-1 0-1 0 0,0 0 1 0 0,0 0 0 0 0,0 1 0 0 0,0-1-1 0 0,0 1 1 0 0,-1 0 0 0 0,1-1-1 0 0,-1 1 1 0 0,0 0 0 0 0,0 1 0 0 0,1 5-1 0 0,4 12 255 0 0,-1 0 0 0 0,-1 1 0 0 0,-2-1 0 0 0,3 40 0 0 0,-6-58-229 0 0,3 63 562 0 0,-11 119 1 0 0,-28 70-448 0 0,26-201-180 0 0,-11 68 205 0 0,20-108-294 0 0,0 0-1 0 0,1 0 0 0 0,0 0 0 0 0,2 0 1 0 0,5 28-1 0 0,1-21-1236 0 0,-7-21 1232 0 0,-1 0 1 0 0,0-1-1 0 0,1 1 0 0 0,-1-1 0 0 0,1 1 1 0 0,-1-1-1 0 0,1 1 0 0 0,-1-1 0 0 0,1 0 1 0 0,-1 1-1 0 0,1-1 0 0 0,0 1 0 0 0,-1-1 1 0 0,1 0-1 0 0,-1 0 0 0 0,1 1 0 0 0,0-1 1 0 0,-1 0-1 0 0,1 0 0 0 0,0 0 0 0 0,-1 0 1 0 0,2 0-1 0 0,3-1-870 0 0,-1-1 1 0 0,0 1 0 0 0,1-1-1 0 0,-1 0 1 0 0,0-1-1 0 0,0 1 1 0 0,0-1-1 0 0,-1 0 1 0 0,5-3-1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09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0 598 3442 0 0,'7'28'10004'0'0,"5"-10"-6482"0"0,31-12-3922 0 0,49-14-161 0 0,32-2 881 0 0,11-6 241 0 0,-5-2-81 0 0,-35 0-480 0 0,-38 6-320 0 0,-31-2-1841 0 0,-17-22-8804 0 0</inkml:trace>
  <inkml:trace contextRef="#ctx0" brushRef="#br0" timeOffset="1">467 1 2081 0 0,'-52'58'8644'0'0,"12"50"-4162"0"0,33 71-4002 0 0,18 17-320 0 0,6-40 641 0 0,14-10 239 0 0,9 3 321 0 0,10-9-161 0 0,4-16-479 0 0,6-30-481 0 0,-1-36-1521 0 0,-5-40-2240 0 0,-11-72-3443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09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1 160 0 0,'-14'46'8724'0'0,"9"34"80"0"0,31 0-6963 0 0,24 0-2882 0 0,9 11 321 0 0,8 17-160 0 0,1-6-4323 0 0,-13-12-3761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10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41 179 80 0 0,'1'-7'2581'0'0,"2"13"-1341"0"0,4 25 83 0 0,-5-19-180 0 0,-3-27 1201 0 0,0 13-2198 0 0,1 0 0 0 0,0 0 0 0 0,0 0 0 0 0,0 0 0 0 0,0 0 0 0 0,0 0 0 0 0,1 0 0 0 0,-1 0 0 0 0,1 0 0 0 0,-1 1 0 0 0,1-1 0 0 0,0 0 0 0 0,-1 0 0 0 0,1 0 0 0 0,0 1 0 0 0,0-1 0 0 0,3-3 0 0 0,2-3 299 0 0,2 1 1 0 0,-1 0 0 0 0,1 0 0 0 0,0 0 0 0 0,0 1 0 0 0,13-7 0 0 0,10-6 589 0 0,2 2 0 0 0,66-26 0 0 0,-76 36-972 0 0,0 0 1 0 0,1 1-1 0 0,-1 1 0 0 0,1 1 1 0 0,0 1-1 0 0,29 1 0 0 0,-45 2-111 0 0,-1 0-1 0 0,0 1 1 0 0,1 0 0 0 0,-1 0-1 0 0,0 1 1 0 0,0 0-1 0 0,0 0 1 0 0,0 1 0 0 0,0 0-1 0 0,-1 0 1 0 0,11 7-1 0 0,-14-8-245 0 0,0 0 0 0 0,0 1-1 0 0,0-1 1 0 0,-1 1 0 0 0,1 0-1 0 0,-1 0 1 0 0,0 0 0 0 0,1 1-1 0 0,-1-1 1 0 0,-1 0 0 0 0,1 1-1 0 0,0-1 1 0 0,-1 1-1 0 0,0 0 1 0 0,0-1 0 0 0,0 1-1 0 0,0 0 1 0 0,0 0 0 0 0,-1-1-1 0 0,0 1 1 0 0,0 7 0 0 0,0-10 208 0 0,0 0 1 0 0,0 0 0 0 0,-1 0 0 0 0,1 0-1 0 0,0 0 1 0 0,-1 0 0 0 0,1 0-1 0 0,0 0 1 0 0,-1 0 0 0 0,1 0 0 0 0,-1 0-1 0 0,0 0 1 0 0,1 0 0 0 0,-1 0 0 0 0,0 0-1 0 0,1-1 1 0 0,-1 1 0 0 0,0 0-1 0 0,0 0 1 0 0,0-1 0 0 0,0 1 0 0 0,-1 0-1 0 0,-26 9 187 0 0,12-6-255 0 0,-29 12 1278 0 0,0 2 0 0 0,1 2 0 0 0,-69 42 0 0 0,-187 141 330 0 0,288-194-1465 0 0,22-9-347 0 0,-5 0 220 0 0,157-27-3864 0 0,-161 27 3983 0 0,20-5-406 0 0,38-3 1 0 0,-53 8 433 0 0,0 0 0 0 0,-1 0 1 0 0,1 0-1 0 0,-1 1 0 0 0,1-1 1 0 0,-1 1-1 0 0,1 1 0 0 0,-1-1 1 0 0,1 1-1 0 0,-1 0 0 0 0,0 0 1 0 0,6 4-1 0 0,-8-4 18 0 0,-1 0 1 0 0,1 0-1 0 0,-1 1 0 0 0,0-1 1 0 0,0 1-1 0 0,0-1 0 0 0,-1 1 0 0 0,1 0 1 0 0,0 0-1 0 0,-1 0 0 0 0,0 0 1 0 0,0 0-1 0 0,0 0 0 0 0,0 0 1 0 0,0 0-1 0 0,0 0 0 0 0,-1 0 0 0 0,0 1 1 0 0,1-1-1 0 0,-1 0 0 0 0,0 0 1 0 0,-1 1-1 0 0,0 2 0 0 0,0 7 77 0 0,-2 0 0 0 0,1-1-1 0 0,-2 1 1 0 0,-5 15 0 0 0,-9 10 169 0 0,13-28-130 0 0,0 0 1 0 0,1 0-1 0 0,0 0 1 0 0,1 1-1 0 0,-4 16 1 0 0,24-65-2719 0 0,47-131 1388 0 0,-62 162 1491 0 0,1 1-1 0 0,-1 0 1 0 0,1-1-1 0 0,0 1 1 0 0,1 0 0 0 0,6-8-1 0 0,-8 12-161 0 0,0 0-1 0 0,0 0 1 0 0,0 1-1 0 0,0-1 0 0 0,0 0 1 0 0,0 1-1 0 0,0 0 1 0 0,0-1-1 0 0,1 1 1 0 0,-1 0-1 0 0,0 0 1 0 0,1 1-1 0 0,-1-1 1 0 0,1 0-1 0 0,-1 1 0 0 0,1-1 1 0 0,-1 1-1 0 0,1 0 1 0 0,-1 0-1 0 0,5 0 1 0 0,4 2-24 0 0,-1 0 0 0 0,0 1 1 0 0,0 0-1 0 0,0 0 0 0 0,0 1 1 0 0,-1 0-1 0 0,0 1 0 0 0,0 0 1 0 0,0 0-1 0 0,0 1 0 0 0,-1 0 1 0 0,0 1-1 0 0,0 0 0 0 0,10 11 1 0 0,-14-14-107 0 0,1 1 0 0 0,-1 0 0 0 0,0 1 1 0 0,0-1-1 0 0,-1 1 0 0 0,0-1 0 0 0,0 1 1 0 0,0 0-1 0 0,-1 0 0 0 0,1 0 0 0 0,-1 1 1 0 0,-1-1-1 0 0,1 0 0 0 0,-1 1 0 0 0,-1-1 1 0 0,1 1-1 0 0,-1 0 0 0 0,0-1 0 0 0,0 1 0 0 0,-1-1 1 0 0,0 1-1 0 0,0-1 0 0 0,-1 1 0 0 0,-2 7 1 0 0,-2-2 8 0 0,0 0 0 0 0,-1-1 0 0 0,0 1 1 0 0,-1-2-1 0 0,0 1 0 0 0,-1-1 0 0 0,0 0 1 0 0,-1-1-1 0 0,0 0 0 0 0,0 0 0 0 0,-12 7 1 0 0,5-5 25 0 0,-1-1 0 0 0,1 0 1 0 0,-2-1-1 0 0,1-1 1 0 0,-1-1-1 0 0,-34 8 1 0 0,26-13 134 0 0,20-5-12 0 0,17-7-69 0 0,60-25-848 0 0,-39 19 57 0 0,117-64-4529 0 0,-56 20-837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10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55 4482 0 0,'-11'-3'4300'0'0,"-9"-1"1977"0"0,10 4 754 0 0,53-12-8522 0 0,1 1 1 0 0,1 2-1 0 0,71-4 0 0 0,-94 11 1087 0 0,1 2-1 0 0,40 3 0 0 0,-60-3 433 0 0,0 0-1 0 0,0 1 0 0 0,0-1 0 0 0,-1 1 1 0 0,1 0-1 0 0,0 0 0 0 0,0 0 0 0 0,-1 0 1 0 0,1 1-1 0 0,-1-1 0 0 0,1 1 0 0 0,-1-1 1 0 0,0 1-1 0 0,1 0 0 0 0,-1 0 0 0 0,0 0 1 0 0,0 0-1 0 0,0 0 0 0 0,0 0 0 0 0,-1 1 1 0 0,1-1-1 0 0,-1 1 0 0 0,1-1 0 0 0,0 4 1 0 0,1 3-32 0 0,-1 0 1 0 0,-1-1 0 0 0,1 1 0 0 0,-2 0 0 0 0,1 0 0 0 0,-1 10 0 0 0,0 5-576 0 0,0-16 513 0 0,0 1 0 0 0,-1-1 1 0 0,0 1-1 0 0,-1 0 0 0 0,0-1 1 0 0,0 0-1 0 0,0 0 0 0 0,-1 1 1 0 0,-1-1-1 0 0,-7 14 0 0 0,-3 1-3 0 0,-2-1 0 0 0,-20 23 0 0 0,0 0-255 0 0,-4 5-584 0 0,38-48 722 0 0,0 0 0 0 0,0 0 0 0 0,0 0 0 0 0,0 0 1 0 0,0 0-1 0 0,0-1 0 0 0,-1 1 0 0 0,1-1 0 0 0,-1 1 1 0 0,1-1-1 0 0,-1 0 0 0 0,1 0 0 0 0,-1 0 0 0 0,-5 1 1 0 0,9-1 145 0 0,0 1 0 0 0,-1-1 0 0 0,1 1 0 0 0,0-1 0 0 0,-1 1 0 0 0,1-1 1 0 0,-1 1-1 0 0,0-1 0 0 0,1 1 0 0 0,-1-1 0 0 0,0 1 0 0 0,0 0 0 0 0,0 2 1 0 0,0-1 10 0 0,0-1 54 0 0,1 0 0 0 0,-1-1 0 0 0,1 1 1 0 0,0 0-1 0 0,-1 0 0 0 0,1 0 0 0 0,0-1 1 0 0,0 1-1 0 0,0 0 0 0 0,0-1 0 0 0,0 1 1 0 0,1-1-1 0 0,-1 1 0 0 0,0-1 0 0 0,1 0 1 0 0,-1 0-1 0 0,3 2 0 0 0,30 15 98 0 0,-22-12-60 0 0,17 8 116 0 0,-2 2 0 0 0,34 24 0 0 0,-52-33-90 0 0,-1 0-1 0 0,0 1 0 0 0,0 0 0 0 0,-1 0 0 0 0,0 0 0 0 0,0 1 1 0 0,-1 0-1 0 0,0 1 0 0 0,-1-1 0 0 0,7 18 0 0 0,-6-10 125 0 0,-2 1 0 0 0,0 0 0 0 0,-1 0 1 0 0,-1 0-1 0 0,-1 0 0 0 0,0 1 0 0 0,-1-1 0 0 0,-1 0 0 0 0,-5 24 0 0 0,0-5 35 0 0,-2-1-1 0 0,-2 0 1 0 0,-22 56 0 0 0,24-71-306 0 0,-2-1 0 0 0,0 0 0 0 0,-2-1 1 0 0,0 0-1 0 0,-1 0 0 0 0,0-1 0 0 0,-2-1 0 0 0,-33 30 1 0 0,45-44-189 0 0,0 0 0 0 0,-1-1 0 0 0,1 1 0 0 0,-1-1 0 0 0,0 0 1 0 0,0 0-1 0 0,0 0 0 0 0,0 0 0 0 0,0-1 0 0 0,0 0 0 0 0,0 1 1 0 0,0-2-1 0 0,-1 1 0 0 0,1 0 0 0 0,0-1 0 0 0,-1 0 0 0 0,1 0 1 0 0,0 0-1 0 0,-1-1 0 0 0,-5 0 0 0 0,-69-19-5483 0 0,75 19 5375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11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2961 0 0,'7'-8'6003'0'0,"10"8"-3602"0"0,68 12 561 0 0,95 18 1920 0 0,-33-16-2481 0 0,-31-10-2241 0 0,-16 3-400 0 0,-13 1-80 0 0,-18 2-2562 0 0,-5 10-2560 0 0,-26 8-3122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12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899 1 3442 0 0,'0'42'6563'0'0,"-206"216"-4563"0"0,23-5-2080 0 0,34-41-560 0 0,33-58 320 0 0,23-54 320 0 0,25-50-160 0 0,18-38-3122 0 0,17-34-2160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12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7844 0 0,'43'58'4722'0'0,"18"44"-4322"0"0,55 47-800 0 0,8-17 320 0 0,13-2 400 0 0,29 6 0 0 0,12 2 0 0 0,-12-6-960 0 0,-19 5-2482 0 0,-38 11-2640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12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1835 564 1121 0 0,'-170'94'12325'0'0,"1"-8"-4401"0"0,-18 23-5843 0 0,-21 25-2802 0 0,-15-10-639 0 0,7-36 79 0 0,17-50-1280 0 0,21-50-961 0 0,27-50-1680 0 0,18-44-1041 0 0</inkml:trace>
  <inkml:trace contextRef="#ctx0" brushRef="#br0" timeOffset="1">307 1 4482 0 0,'132'111'7363'0'0,"18"63"-2640"0"0,35 40-2963 0 0,30 20-1840 0 0,3-3-1120 0 0,-28-3-561 0 0,-41-6 320 0 0,-47-27-1200 0 0,-43-53-880 0 0,-14-14-81 0 0,-2-12 641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14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37 3682 0 0,'-43'0'720'0'0,"45"-14"-1680"0"0,22-8-1281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3:14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822 1 2801 0 0,'-335'271'2904'0'0,"247"-192"-2402"0"0,-127 149 1 0 0,182-189-456 0 0,7-10-41 0 0,1 2 1 0 0,1 0 0 0 0,2 2-1 0 0,-19 38 1 0 0,39-67-12 0 0,0 0 0 0 0,0 1 0 0 0,0 0 0 0 0,1-1 0 0 0,0 1 0 0 0,0 0 0 0 0,0-1 0 0 0,1 1 0 0 0,-1 0 0 0 0,1 0 0 0 0,0 0 0 0 0,1 0 0 0 0,-1 0 0 0 0,1-1 0 0 0,0 1 0 0 0,0 0 0 0 0,0-1 0 0 0,1 1 0 0 0,0 0 0 0 0,0-1 0 0 0,0 0 0 0 0,4 8 0 0 0,3-2-11 0 0,-1 1 0 0 0,1-1 0 0 0,1-1 0 0 0,0 0 0 0 0,0 0 0 0 0,20 12 0 0 0,-23-15 22 0 0,-1-1 1 0 0,1 1-1 0 0,-1 1 0 0 0,0-1 0 0 0,0 1 1 0 0,-1 1-1 0 0,0-1 0 0 0,0 1 0 0 0,-1-1 1 0 0,6 14-1 0 0,1 5-7 0 0,12 56 0 0 0,-9-22-33 0 0,7 91 0 0 0,-8 70 102 0 0,-11 166-59 0 0,3 82 4 0 0,1-374-65 0 0,5 1 0 0 0,42 172 0 0 0,-47-245 41 0 0,2 0 0 0 0,0 0-1 0 0,2 0 1 0 0,20 35 0 0 0,-22-46 7 0 0,0-1 0 0 0,0 0 1 0 0,1 0-1 0 0,1-1 0 0 0,0 0 1 0 0,0-1-1 0 0,1 0 0 0 0,0 0 1 0 0,20 11-1 0 0,-11-10-99 0 0,1-1-1 0 0,1 0 1 0 0,0-2-1 0 0,0 0 1 0 0,0-1 0 0 0,1-2-1 0 0,45 4 1 0 0,-16-6-600 0 0,0-2 1 0 0,74-10-1 0 0,0-9-2445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4:38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575 307 1441 0 0,'1'-18'416'0'0,"2"-1"0"0"0,0 1 0 0 0,1-1 0 0 0,1 1 1 0 0,1 0-1 0 0,0 1 0 0 0,1-1 0 0 0,1 1 0 0 0,19-29 1 0 0,-12 24-310 0 0,-9 15-111 0 0,-1 0 0 0 0,-1 0 0 0 0,1-1 0 0 0,-1 0 0 0 0,0 1 0 0 0,3-12 1 0 0,1 7 163 0 0,-8 11-158 0 0,0 1 0 0 0,0 0 0 0 0,0 0 0 0 0,0 0 0 0 0,-1 0 0 0 0,1 0 0 0 0,0 0 0 0 0,0 0 0 0 0,0 0 0 0 0,0 0 0 0 0,0 0 0 0 0,0 0 0 0 0,0 0 1 0 0,0-1-1 0 0,-1 1 0 0 0,1 0 0 0 0,0 0 0 0 0,0 0 0 0 0,0 0 0 0 0,0 0 0 0 0,0 0 0 0 0,0 0 0 0 0,0 0 0 0 0,-1 0 0 0 0,1 0 0 0 0,0 0 0 0 0,0 0 0 0 0,0 0 1 0 0,0 0-1 0 0,0 1 0 0 0,0-1 0 0 0,0 0 0 0 0,-1 0 0 0 0,1 0 0 0 0,0 0 0 0 0,0 0 0 0 0,0 0 0 0 0,0 0 0 0 0,0 0 0 0 0,0 0 0 0 0,0 0 0 0 0,0 0 0 0 0,0 0 0 0 0,0 1 1 0 0,-1-1-1 0 0,1 0 0 0 0,0 0 0 0 0,0 0 0 0 0,0 0 0 0 0,0 0 0 0 0,0 0 0 0 0,0 0 0 0 0,0 0 0 0 0,0 1 0 0 0,0-1 0 0 0,0 0 0 0 0,0 0 0 0 0,0 0 0 0 0,0 0 0 0 0,0 0 1 0 0,0 0-1 0 0,0 0 0 0 0,0 1 0 0 0,-9 16 343 0 0,-3 8 98 0 0,-92 162 1128 0 0,-16 29-407 0 0,9 17-944 0 0,-33 64-215 0 0,-21-16-1124 0 0,139-249-1642 0 0,26-32 2702 0 0,0 0-1 0 0,0 0 1 0 0,0 0 0 0 0,0 0 0 0 0,0 0 0 0 0,0 0 0 0 0,0 1 0 0 0,0-1 0 0 0,0 0 0 0 0,-1 0 0 0 0,1 0-1 0 0,0 0 1 0 0,0 0 0 0 0,0 0 0 0 0,0 0 0 0 0,0 0 0 0 0,0 0 0 0 0,-1 0 0 0 0,1 1 0 0 0,0-1-1 0 0,0 0 1 0 0,0 0 0 0 0,0 0 0 0 0,0 0 0 0 0,0 0 0 0 0,-1 0 0 0 0,1 0 0 0 0,0 0 0 0 0,0 0 0 0 0,0 0-1 0 0,0 0 1 0 0,0 0 0 0 0,-1 0 0 0 0,1 0 0 0 0,0 0 0 0 0,0 0 0 0 0,0 0 0 0 0,0-1 0 0 0,0 1 0 0 0,-1 0-1 0 0,1 0 1 0 0,0 0 0 0 0,0 0 0 0 0,0 0 0 0 0,0 0 0 0 0,0 0 0 0 0,0 0 0 0 0,0 0 0 0 0,0-1-1 0 0,-1 1 1 0 0,1 0 0 0 0,0 0 0 0 0,0 0 0 0 0,0 0 0 0 0,0 0 0 0 0,0 0 0 0 0,0-1 0 0 0,0 1 0 0 0,0 0-1 0 0,0 0 1 0 0,0 0 0 0 0,0 0 0 0 0,0 0 0 0 0,0-1 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4:38.6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356 0 1841 0 0,'15'4'4642'0'0,"-56"52"-2801"0"0,-27 74-1921 0 0,4 64 240 0 0,9-2 640 0 0,15-49-320 0 0,-3-17-239 0 0,10-4-161 0 0,9-12-80 0 0,22-28-321 0 0,18-30-959 0 0,13-38-2162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4:39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1353 2081 0 0,'43'-71'3724'0'0,"-35"53"-2950"0"0,2 1-1 0 0,1 0 0 0 0,0 0 0 0 0,0 2 1 0 0,2-1-1 0 0,21-19 0 0 0,-22 26-651 0 0,0 1 0 0 0,0 0-1 0 0,1 1 1 0 0,0 0 0 0 0,1 1-1 0 0,-1 0 1 0 0,1 1 0 0 0,16-3-1 0 0,20-2-229 0 0,51-5-1 0 0,-56 10 32 0 0,30-5-34 0 0,-1-2 0 0 0,115-36-1 0 0,-177 44 93 0 0,-1 0 1 0 0,0-1-1 0 0,0 0 0 0 0,-1 0 0 0 0,1-1 0 0 0,-1 0 0 0 0,0-1 0 0 0,16-15 0 0 0,-21 17-18 0 0,-1-1 0 0 0,1 0 1 0 0,-1 0-1 0 0,0 0 0 0 0,-1-1 0 0 0,1 1 0 0 0,-1-1 0 0 0,-1 0 0 0 0,1 0 0 0 0,-1 0 0 0 0,0 0 1 0 0,-1 0-1 0 0,0 0 0 0 0,0 0 0 0 0,0-13 0 0 0,-2-14-940 0 0,-1 1 1 0 0,-2-1-1 0 0,-1 1 0 0 0,-2 0 0 0 0,-1 1 1 0 0,-1-1-1 0 0,-2 2 0 0 0,-25-52 0 0 0,29 70 1126 0 0,0 0 0 0 0,-1 0 1 0 0,-1 1-1 0 0,0 0 0 0 0,0 0 0 0 0,-13-11 0 0 0,19 20 14 0 0,1 1 1 0 0,-1 0-1 0 0,0 0 0 0 0,1 0 1 0 0,-1 0-1 0 0,0 0 0 0 0,-1 0 0 0 0,1 1 1 0 0,0-1-1 0 0,0 1 0 0 0,-1 0 1 0 0,1 0-1 0 0,0 0 0 0 0,-1 1 1 0 0,1-1-1 0 0,-1 1 0 0 0,1 0 1 0 0,-1 0-1 0 0,1 0 0 0 0,-1 0 0 0 0,1 1 1 0 0,-1-1-1 0 0,1 1 0 0 0,-1 0 1 0 0,1 0-1 0 0,0 0 0 0 0,0 0 1 0 0,-1 1-1 0 0,1-1 0 0 0,0 1 1 0 0,-4 3-1 0 0,-2 2 154 0 0,0 0 0 0 0,1 1 1 0 0,0 0-1 0 0,1 0 0 0 0,-1 1 0 0 0,2 0 1 0 0,-1 0-1 0 0,1 0 0 0 0,-4 11 0 0 0,-4 9-45 0 0,2 0 0 0 0,-10 34 0 0 0,8-9-29 0 0,2 1 0 0 0,2 1-1 0 0,3 0 1 0 0,2 0 0 0 0,4 99 0 0 0,7-70 23 0 0,4 0 0 0 0,3-1 0 0 0,28 98 0 0 0,-21-115-163 0 0,2 0-1 0 0,4-1 0 0 0,60 110 1 0 0,-65-140-69 0 0,2-2 0 0 0,53 62 0 0 0,-56-76-79 0 0,0 0 0 0 0,0-2 0 0 0,2 0-1 0 0,0-2 1 0 0,29 17 0 0 0,-41-28-55 0 0,0 1 1 0 0,0-1-1 0 0,1-1 1 0 0,-1 0-1 0 0,1 0 1 0 0,0-1 0 0 0,1-1-1 0 0,-1 0 1 0 0,0 0-1 0 0,1-1 1 0 0,19-1 0 0 0,-25 0-120 0 0,0-1 0 0 0,-1 0 0 0 0,1-1 0 0 0,0 0 0 0 0,-1 0 0 0 0,0 0 1 0 0,1 0-1 0 0,-1-1 0 0 0,0 0 0 0 0,0 0 0 0 0,-1 0 0 0 0,1 0 0 0 0,-1-1 1 0 0,1 0-1 0 0,-1 0 0 0 0,0 0 0 0 0,-1-1 0 0 0,1 1 0 0 0,-1-1 1 0 0,0 0-1 0 0,0 0 0 0 0,0 0 0 0 0,-1 0 0 0 0,1 0 0 0 0,1-8 0 0 0,5-18-1657 0 0,-2-1 0 0 0,5-48-1 0 0</inkml:trace>
  <inkml:trace contextRef="#ctx0" brushRef="#br0" timeOffset="1">1015 56 1521 0 0,'-31'-39'6082'0'0,"-14"23"-959"0"0,21 18-2562 0 0,50 22-2401 0 0,36 15-720 0 0,14 15 320 0 0,2 18 240 0 0,26 16-561 0 0,12 14-2480 0 0,-19-22-561 0 0,1-18-880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4:39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168 62 1441 0 0,'-45'-30'6963'0'0,"29"12"-2641"0"0,18 8-2481 0 0,8 6-1201 0 0,46 8-1761 0 0,53 16-1120 0 0,-45-2 881 0 0,-30 2 319 0 0,-15 14 641 0 0,-15 12-1841 0 0,-18 6-2081 0 0</inkml:trace>
  <inkml:trace contextRef="#ctx0" brushRef="#br0" timeOffset="1">261 328 160 0 0,'-55'42'1441'0'0,"1"4"-881"0"0,9-2-480 0 0,4-2-80 0 0,11 0 80 0 0,6-12-80 0 0,12-6 80 0 0,17-4-80 0 0,11-8-80 0 0,1-16-320 0 0,2-14-1361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4:39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80 0 0,'-3'28'1601'0'0,"-4"-6"-1041"0"0,5-8-1440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4:40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31 219 160 0 0,'-6'-3'375'0'0,"-14"-8"279"0"0,19 11-578 0 0,1-1 0 0 0,0 0 0 0 0,-1 1 0 0 0,1-1 0 0 0,-1 0 0 0 0,1 1 1 0 0,0-1-1 0 0,-1 0 0 0 0,1 1 0 0 0,0-1 0 0 0,0 0 0 0 0,0 0 0 0 0,-1 0 0 0 0,1 1 0 0 0,0-1 1 0 0,0 0-1 0 0,0 0 0 0 0,0 0 0 0 0,0 1 0 0 0,1-1 0 0 0,-1 0 0 0 0,0 0 0 0 0,0 1 0 0 0,0-1 1 0 0,1 0-1 0 0,-1 0 0 0 0,0 1 0 0 0,1-1 0 0 0,-1 0 0 0 0,2-1 0 0 0,4-7 772 0 0,1 0-1 0 0,0 1 0 0 0,1 0 0 0 0,0 0 1 0 0,0 0-1 0 0,1 1 0 0 0,0 0 1 0 0,17-9-1 0 0,-4 3 131 0 0,1 1 0 0 0,0 2 1 0 0,35-12-1 0 0,-19 11-834 0 0,1 1 0 0 0,0 2 1 0 0,0 2-1 0 0,66-2 0 0 0,-85 7-246 0 0,1 2 0 0 0,-1 0 0 0 0,1 1 0 0 0,-1 2 0 0 0,0 0 0 0 0,0 1 1 0 0,-1 1-1 0 0,1 0 0 0 0,-1 2 0 0 0,31 17 0 0 0,-43-21-232 0 0,-1 1 1 0 0,1 1-1 0 0,-1-1 1 0 0,-1 1-1 0 0,1 0 1 0 0,-1 0-1 0 0,0 1 1 0 0,0 0-1 0 0,-1 0 1 0 0,0 0-1 0 0,0 1 1 0 0,-1-1-1 0 0,6 14 1 0 0,-9-18 228 0 0,-1 0 0 0 0,1-1 0 0 0,-1 1 0 0 0,1 0 0 0 0,-1-1 0 0 0,0 1 0 0 0,0 0 0 0 0,0 0 0 0 0,-1-1 0 0 0,1 1 0 0 0,-1 0 0 0 0,1 0 0 0 0,-1-1 0 0 0,0 1 0 0 0,0-1 0 0 0,0 1 0 0 0,0-1 0 0 0,0 1 0 0 0,-1-1-1 0 0,1 1 1 0 0,-1-1 0 0 0,0 0 0 0 0,0 0 0 0 0,0 0 0 0 0,0 0 0 0 0,0 0 0 0 0,-3 2 0 0 0,-5 3 171 0 0,0-1-1 0 0,0 0 0 0 0,-1 0 0 0 0,-20 8 0 0 0,-19 5-32 0 0,16-7 365 0 0,1 2 0 0 0,-62 36 1 0 0,46-16-184 0 0,3 2 1 0 0,1 3 0 0 0,1 1-1 0 0,3 2 1 0 0,-59 76 0 0 0,92-106-181 0 0,-1-1 1 0 0,-10 22-1 0 0,19-33-29 0 0,-1 1 0 0 0,1 0 0 0 0,-1 0 0 0 0,1 0 0 0 0,0-1 0 0 0,-1 1 0 0 0,1 0 0 0 0,0 0 0 0 0,0 0 1 0 0,-1 0-1 0 0,1-1 0 0 0,0 1 0 0 0,0 0 0 0 0,0 0 0 0 0,0 0 0 0 0,0 0 0 0 0,0 0 0 0 0,0 0 0 0 0,0-1 0 0 0,1 1 0 0 0,-1 0 0 0 0,0 0 0 0 0,0 0 0 0 0,1 0 0 0 0,-1-1 0 0 0,1 1 0 0 0,-1 0 0 0 0,1 0 0 0 0,-1-1 0 0 0,1 1 0 0 0,-1 0 0 0 0,1-1 0 0 0,-1 1 0 0 0,1 0 0 0 0,0-1 0 0 0,0 1 0 0 0,-1-1 0 0 0,1 1 0 0 0,0-1 0 0 0,0 0 0 0 0,-1 1 0 0 0,2-1 0 0 0,3 2-4 0 0,0-1 0 0 0,1 0 0 0 0,-1 0 0 0 0,0-1 0 0 0,9 1 0 0 0,-4-1-33 0 0,18 2-250 0 0,-12-2 126 0 0,-1 1 0 0 0,1 1 0 0 0,-1 0 1 0 0,0 1-1 0 0,0 1 0 0 0,0 0 0 0 0,15 7 0 0 0,-28-10 100 0 0,0 0 1 0 0,0 0 0 0 0,0 0 0 0 0,-1 0 0 0 0,1 1 0 0 0,-1-1-1 0 0,1 1 1 0 0,-1-1 0 0 0,1 1 0 0 0,-1-1 0 0 0,0 1-1 0 0,0 0 1 0 0,0 0 0 0 0,0-1 0 0 0,0 1 0 0 0,0 0 0 0 0,0 0-1 0 0,-1 0 1 0 0,1 0 0 0 0,-1 0 0 0 0,1 0 0 0 0,-1 0-1 0 0,0 1 1 0 0,0-1 0 0 0,0 0 0 0 0,0 3 0 0 0,-1 6 76 0 0,-1 0-1 0 0,0-1 1 0 0,-1 1 0 0 0,-4 10 0 0 0,3-8 24 0 0,-46 113 330 0 0,6-18-111 0 0,43-108-262 0 0,1 1 1 0 0,-1 0 0 0 0,1 0 0 0 0,0 0 0 0 0,-1 0-1 0 0,1 0 1 0 0,0 0 0 0 0,0 0 0 0 0,0 0 0 0 0,-1 0-1 0 0,1 0 1 0 0,0 0 0 0 0,0 0 0 0 0,1 0-1 0 0,-1 0 1 0 0,0 0 0 0 0,0 0 0 0 0,0 0 0 0 0,1 0-1 0 0,-1 0 1 0 0,0 0 0 0 0,1-1 0 0 0,-1 1 0 0 0,1 0-1 0 0,-1 0 1 0 0,1 0 0 0 0,0 0 0 0 0,-1-1-1 0 0,1 1 1 0 0,1 1 0 0 0,-1-2-26 0 0,0 0 0 0 0,0 1 0 0 0,0-1 0 0 0,0 0 0 0 0,0 0 0 0 0,0 1 0 0 0,0-1 0 0 0,0 0 0 0 0,0 0 0 0 0,0 0 1 0 0,0 0-1 0 0,0-1 0 0 0,0 1 0 0 0,0 0 0 0 0,0 0 0 0 0,0-1 0 0 0,0 1 0 0 0,0 0 0 0 0,0-1 0 0 0,0 1 0 0 0,0-1 0 0 0,0 1 0 0 0,0-1 0 0 0,0 0 0 0 0,1-1 0 0 0,48-43-504 0 0,-35 30 573 0 0,1 0-1 0 0,1 1 1 0 0,0 0-1 0 0,1 2 1 0 0,0 0-1 0 0,21-10 1 0 0,-36 21-34 0 0,22-10 100 0 0,29-8 0 0 0,-48 17-97 0 0,0 1 0 0 0,0-1-1 0 0,0 1 1 0 0,0 0 0 0 0,1 1 0 0 0,-1-1 0 0 0,0 1 0 0 0,1 1 0 0 0,-1-1 0 0 0,11 3 0 0 0,-14-2-14 0 0,0 1-1 0 0,0-1 1 0 0,0 1 0 0 0,-1-1 0 0 0,1 1 0 0 0,-1 0 0 0 0,1 0 0 0 0,-1 0 0 0 0,1 0 0 0 0,-1 0 0 0 0,0 1 0 0 0,0-1-1 0 0,0 1 1 0 0,-1-1 0 0 0,1 1 0 0 0,-1 0 0 0 0,1 0 0 0 0,-1 0 0 0 0,0 0 0 0 0,0 0 0 0 0,0 0 0 0 0,0 0 0 0 0,-1 0-1 0 0,1 0 1 0 0,-1 0 0 0 0,0 0 0 0 0,0 7 0 0 0,0 0 1 0 0,-1 1 1 0 0,0-1-1 0 0,0 1 0 0 0,-1-1 1 0 0,-1 1-1 0 0,0-1 0 0 0,-6 14 1 0 0,-13 22 129 0 0,-3-1 0 0 0,-53 73 1 0 0,43-78 26 0 0,21-29-26 0 0,23-18-28 0 0,12-8-426 0 0,0-1 0 0 0,-1 0 0 0 0,-1-2-1 0 0,20-22 1 0 0,23-32-4562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4:40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496 1 1121 0 0,'-46'2'602'0'0,"1"3"1"0"0,-1 1-1 0 0,1 3 1 0 0,0 1-1 0 0,-76 29 1 0 0,-10 15 1224 0 0,114-46-812 0 0,26-5 51 0 0,2 0-773 0 0,258 44 1831 0 0,-88-18-1326 0 0,-160-26-789 0 0,0 2 0 0 0,0 1 0 0 0,31 13 1 0 0,-43-15-21 0 0,-1 1 0 0 0,1 0 1 0 0,-1 0-1 0 0,0 1 1 0 0,0 0-1 0 0,-1 0 0 0 0,0 1 1 0 0,0 0-1 0 0,0 0 0 0 0,6 11 1 0 0,-4-5 11 0 0,-1 0 0 0 0,0 1 0 0 0,-1 0 1 0 0,-1 0-1 0 0,0 0 0 0 0,-1 1 0 0 0,-1 0 0 0 0,0 0 1 0 0,3 22-1 0 0,-5-6-8 0 0,-1 1 1 0 0,-1-1 0 0 0,-7 53-1 0 0,-19 190-73 0 0,22-220 111 0 0,-2 0 1 0 0,-21 82-1 0 0,3-34-111 0 0,-15 141 0 0 0,38-228-463 0 0,-1 0-1 0 0,0-1 1 0 0,-1 1 0 0 0,-1-1 0 0 0,-1 1 0 0 0,-11 25 0 0 0,-8 2-4233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4:40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74 203 2321 0 0,'-38'-48'2161'0'0,"14"24"-880"0"0,12 10-401 0 0,14 6-320 0 0,105 2 1 0 0,144-24 79 0 0,-35-8 0 0 0,-50 10-160 0 0,-45 22-159 0 0,-24 16-562 0 0,-26 20-1920 0 0,-5 30-4962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4:41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1293 11 3201 0 0,'-3'-1'1018'0'0,"0"-1"-660"0"0,-1 1-1 0 0,1-1 0 0 0,-1 1 0 0 0,1 0 0 0 0,-1 0 0 0 0,1 1 0 0 0,-1-1 0 0 0,1 1 0 0 0,-1 0 0 0 0,1 0 0 0 0,-1 0 0 0 0,0 0 0 0 0,1 0 0 0 0,-1 1 0 0 0,1 0 0 0 0,-1-1 0 0 0,1 1 0 0 0,-1 1 0 0 0,1-1 0 0 0,0 0 0 0 0,-1 1 0 0 0,1 0 1 0 0,0 0-1 0 0,0 0 0 0 0,0 0 0 0 0,-3 3 0 0 0,-9 11-257 0 0,2 1 0 0 0,0 0 0 0 0,-13 23 0 0 0,-152 281-1 0 0,1 43 436 0 0,105-213-462 0 0,-164 317 187 0 0,-30 63 107 0 0,134-208-305 0 0,87-156-1797 0 0,36-118-984 0 0,-4 68 1 0 0,13-74-564 0 0,0-42 3257 0 0,0-1-1 0 0,0 0 1 0 0,0 0-1 0 0,0 0 0 0 0,0 0 1 0 0,0 0-1 0 0,0 0 1 0 0,0 0-1 0 0,0 1 0 0 0,0-1 1 0 0,0 0-1 0 0,0 0 1 0 0,0 0-1 0 0,0 0 1 0 0,0 0-1 0 0,1 0 0 0 0,-1 1 1 0 0,0-1-1 0 0,0 0 1 0 0,0 0-1 0 0,0 0 0 0 0,0 0 1 0 0,0 0-1 0 0,0 0 1 0 0,0 0-1 0 0,0 0 0 0 0,0 0 1 0 0,0 1-1 0 0,0-1 1 0 0,1 0-1 0 0,-1 0 1 0 0,0 0-1 0 0,0 0 0 0 0,0 0 1 0 0,0 0-1 0 0,0 0 1 0 0,0 0-1 0 0,0 0 0 0 0,1 0 1 0 0,-1 0-1 0 0,0 0 1 0 0,0 0-1 0 0,0 0 0 0 0,0 0 1 0 0,0 0-1 0 0,0 0 1 0 0,1 0-1 0 0,-1 0 1 0 0,0 0-1 0 0,0 0 0 0 0,0 0 1 0 0,7-12-1126 0 0,14-55-850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4:42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250 404 3602 0 0,'-16'8'1435'0'0,"0"0"0"0"0,1 1 0 0 0,-26 21 0 0 0,25-17-1286 0 0,0 2 0 0 0,2 0 0 0 0,-1 0 0 0 0,2 1 0 0 0,0 1 0 0 0,1 0 0 0 0,1 1 0 0 0,1 0 0 0 0,-12 29 0 0 0,18-37 48 0 0,0 1 0 0 0,1 0 0 0 0,0 1 0 0 0,1-1 0 0 0,-1 19 0 0 0,3-25-162 0 0,0-1-1 0 0,0 1 1 0 0,0 0-1 0 0,0 0 1 0 0,1-1-1 0 0,0 1 0 0 0,0-1 1 0 0,0 1-1 0 0,1 0 1 0 0,-1-1-1 0 0,1 0 1 0 0,0 1-1 0 0,0-1 1 0 0,1 0-1 0 0,4 6 1 0 0,-5-8-29 0 0,-1-1 0 0 0,1 1 0 0 0,0-1 0 0 0,0 1 0 0 0,-1-1 1 0 0,1 0-1 0 0,0 0 0 0 0,0 0 0 0 0,0 0 0 0 0,0-1 0 0 0,1 1 0 0 0,-1 0 0 0 0,0-1 1 0 0,0 1-1 0 0,0-1 0 0 0,0 0 0 0 0,1 0 0 0 0,2 0 0 0 0,2-1 19 0 0,1 0 0 0 0,-1 0-1 0 0,1-1 1 0 0,8-3 0 0 0,4-2-8 0 0,-1-2-1 0 0,0 0 1 0 0,0-1-1 0 0,-1-1 1 0 0,0-1 0 0 0,-1 0-1 0 0,-1-2 1 0 0,0 0 0 0 0,-1 0-1 0 0,21-26 1 0 0,10-18-336 0 0,60-99 1 0 0,-98 144 252 0 0,27-42-199 0 0,-1 4-112 0 0,-3-1-1 0 0,-1-2 1 0 0,27-71-1 0 0,-55 119 183 0 0,0 1-1 0 0,0 0 0 0 0,-1-1 0 0 0,0 1 0 0 0,0-1 0 0 0,0 1 0 0 0,-1-1 0 0 0,0-7 0 0 0,0 11 68 0 0,-1 0 1 0 0,1 0-1 0 0,-1 0 1 0 0,1 0 0 0 0,-1 0-1 0 0,0 1 1 0 0,1-1-1 0 0,-1 0 1 0 0,0 1 0 0 0,0-1-1 0 0,-1 0 1 0 0,1 1-1 0 0,0-1 1 0 0,0 1 0 0 0,-1 0-1 0 0,1-1 1 0 0,-1 1-1 0 0,1 0 1 0 0,-1 0 0 0 0,0 0-1 0 0,1 0 1 0 0,-1 0-1 0 0,0 0 1 0 0,-2 0 0 0 0,-3-1-414 0 0,1 0 1 0 0,-1 1 0 0 0,0 0 0 0 0,1 0-1 0 0,-10 1 1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4:42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621 367 320 0 0,'-375'-49'10605'0'0,"358"47"-10369"0"0,1 1 1 0 0,0 0-1 0 0,-1 1 0 0 0,1 0 1 0 0,-32 6-1 0 0,40-4-169 0 0,1-1 1 0 0,0 2-1 0 0,0-1 0 0 0,0 1 1 0 0,0 0-1 0 0,0 0 0 0 0,0 1 1 0 0,1 0-1 0 0,-1 0 0 0 0,1 1 1 0 0,0-1-1 0 0,1 1 0 0 0,-1 1 0 0 0,-5 6 1 0 0,10-10-33 0 0,-1-1 0 0 0,1 1 0 0 0,0-1 0 0 0,0 1 0 0 0,0 0 0 0 0,1-1 0 0 0,-1 1 0 0 0,0 0 1 0 0,1 0-1 0 0,-1 0 0 0 0,1 0 0 0 0,-1-1 0 0 0,1 1 0 0 0,0 0 0 0 0,0 0 0 0 0,0 0 0 0 0,0 0 0 0 0,0 0 0 0 0,0 0 0 0 0,1 0 0 0 0,-1 0 1 0 0,0-1-1 0 0,1 1 0 0 0,0 0 0 0 0,-1 0 0 0 0,1 0 0 0 0,0-1 0 0 0,0 1 0 0 0,0 0 0 0 0,0-1 0 0 0,0 1 0 0 0,0-1 0 0 0,1 1 1 0 0,-1-1-1 0 0,1 0 0 0 0,2 2 0 0 0,0 1-55 0 0,1 0 0 0 0,0-1 0 0 0,0 0 1 0 0,0 0-1 0 0,1 0 0 0 0,-1-1 0 0 0,1 0 1 0 0,-1 0-1 0 0,1 0 0 0 0,10 1 0 0 0,2-2 19 0 0,1-1-1 0 0,-1 0 1 0 0,0-2-1 0 0,0 0 1 0 0,-1-1-1 0 0,1-1 0 0 0,0-1 1 0 0,-1 0-1 0 0,0-1 1 0 0,30-15-1 0 0,-16 4-88 0 0,-1 0 0 0 0,-1-2 0 0 0,0-1 0 0 0,45-42 0 0 0,-46 34-352 0 0,-1 0-1 0 0,-2-2 0 0 0,-1-1 0 0 0,32-53 0 0 0,-52 77 383 0 0,0 0-1 0 0,-1-1 0 0 0,0 1 1 0 0,4-13-1 0 0,-7 19 64 0 0,0 0-1 0 0,1 0 0 0 0,-1-1 1 0 0,0 1-1 0 0,0 0 0 0 0,0 0 1 0 0,0-1-1 0 0,0 1 0 0 0,0 0 0 0 0,0-1 1 0 0,-1 1-1 0 0,1 0 0 0 0,0 0 1 0 0,-1-1-1 0 0,1 1 0 0 0,-1 0 1 0 0,1 0-1 0 0,-1 0 0 0 0,1-1 0 0 0,-1 1 1 0 0,0 0-1 0 0,0 0 0 0 0,1 0 1 0 0,-1 0-1 0 0,0 0 0 0 0,0 1 0 0 0,0-1 1 0 0,0 0-1 0 0,0 0 0 0 0,0 0 1 0 0,-1 1-1 0 0,0-2 0 0 0,-4 1 10 0 0,1-1 1 0 0,-1 1-1 0 0,1 0 0 0 0,-1 0 0 0 0,0 0 0 0 0,1 1 1 0 0,-1 0-1 0 0,1 0 0 0 0,-8 1 0 0 0,-55 10-54 0 0,34-3 11 0 0,1 2-1 0 0,0 1 1 0 0,1 1 0 0 0,-55 30-1 0 0,43-16-1503 0 0,0 2 0 0 0,-62 53 0 0 0,18-3-4668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4:42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952 1 640 0 0,'-68'6'483'0'0,"-5"0"1813"0"0,-127 27 0 0 0,175-27-1762 0 0,1 2 1 0 0,0 0-1 0 0,0 2 0 0 0,1 1 1 0 0,0 1-1 0 0,1 0 1 0 0,0 2-1 0 0,-35 29 1 0 0,19-7-329 0 0,1 2-1 0 0,2 2 1 0 0,2 0 0 0 0,2 3 0 0 0,2 0 0 0 0,-31 61-1 0 0,42-70 64 0 0,1-1 1 0 0,2 2-1 0 0,1 0 0 0 0,2 1 0 0 0,-10 48 0 0 0,20-69-85 0 0,0 0 0 0 0,0 0 1 0 0,2 24-1 0 0,0-33-145 0 0,1-1-1 0 0,0 0 1 0 0,0 0 0 0 0,0 1-1 0 0,0-1 1 0 0,1 0 0 0 0,0 0 0 0 0,0 0-1 0 0,0-1 1 0 0,1 1 0 0 0,-1 0-1 0 0,7 7 1 0 0,-7-10-38 0 0,0 0 1 0 0,0 0-1 0 0,0 0 0 0 0,1 0 0 0 0,-1-1 0 0 0,0 1 1 0 0,1-1-1 0 0,-1 1 0 0 0,1-1 0 0 0,-1 0 0 0 0,1 0 1 0 0,0 0-1 0 0,0 0 0 0 0,-1-1 0 0 0,1 1 1 0 0,0-1-1 0 0,0 1 0 0 0,0-1 0 0 0,0 0 0 0 0,0 0 1 0 0,2-1-1 0 0,8-1-25 0 0,-1 0 1 0 0,0-1 0 0 0,0-1-1 0 0,0 0 1 0 0,-1 0 0 0 0,1-1-1 0 0,19-12 1 0 0,4-6-108 0 0,0-2 1 0 0,-1-1-1 0 0,-1-2 1 0 0,40-44-1 0 0,111-143-1429 0 0,-157 182 1265 0 0,62-81-329 0 0,-47 57 410 0 0,3 2-1 0 0,58-55 1 0 0,-99 106 151 0 0,-1 1 0 0 0,1 0-1 0 0,0 0 1 0 0,0 0 0 0 0,0 0 0 0 0,0 0-1 0 0,1 1 1 0 0,-1 0 0 0 0,9-3 0 0 0,-13 5 55 0 0,1 0 0 0 0,-1 0 0 0 0,0 0 0 0 0,1 0 0 0 0,-1 0 0 0 0,0 0 0 0 0,1 0 0 0 0,-1 0 0 0 0,0 0 0 0 0,1 0 0 0 0,-1 0 0 0 0,0 1 0 0 0,1-1-1 0 0,-1 0 1 0 0,0 0 0 0 0,0 0 0 0 0,1 1 0 0 0,-1-1 0 0 0,0 0 0 0 0,0 0 0 0 0,1 1 0 0 0,-1-1 0 0 0,0 0 0 0 0,0 0 0 0 0,0 1 0 0 0,1-1 0 0 0,-1 0 0 0 0,0 1 0 0 0,0-1 0 0 0,0 0 0 0 0,0 1 0 0 0,0-1 0 0 0,0 0 0 0 0,0 1 0 0 0,0-1 0 0 0,0 0 0 0 0,0 1 0 0 0,0-1 0 0 0,0 0 0 0 0,0 1 0 0 0,0-1 0 0 0,0 0 0 0 0,0 1 0 0 0,-1 4-25 0 0,0 0 1 0 0,0 0-1 0 0,0 0 0 0 0,-1-1 1 0 0,0 1-1 0 0,-2 4 0 0 0,-62 106 579 0 0,65-113-532 0 0,-59 101 836 0 0,5 2-1 0 0,-65 172 0 0 0,-53 320 298 0 0,101-252 1148 0 0,68-313-1995 0 0,1 43 0 0 0,3-65-467 0 0,1 0 1 0 0,0 1-1 0 0,0-1 0 0 0,1 0 0 0 0,1 1 1 0 0,0-1-1 0 0,6 14 0 0 0,-7-20-21 0 0,0 0 0 0 0,0-1 0 0 0,0 1 1 0 0,0-1-1 0 0,1 0 0 0 0,0 1 0 0 0,0-1 0 0 0,0 0 0 0 0,0 0 0 0 0,0-1 0 0 0,0 1 1 0 0,1-1-1 0 0,-1 0 0 0 0,1 1 0 0 0,0-1 0 0 0,-1-1 0 0 0,7 3 0 0 0,-4-3-187 0 0,0 1 0 0 0,0-1-1 0 0,0 0 1 0 0,0-1 0 0 0,1 0-1 0 0,-1 0 1 0 0,0 0 0 0 0,0 0 0 0 0,0-1-1 0 0,11-3 1 0 0,0-1-819 0 0,-1-2 0 0 0,0 0 0 0 0,30-18 0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4:43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634 358 640 0 0,'-51'21'1314'0'0,"2"2"0"0"0,-59 36 0 0 0,91-47-358 0 0,0 0-1 0 0,0 1 0 0 0,1 1 0 0 0,1 1 0 0 0,0 0 1 0 0,1 1-1 0 0,0 0 0 0 0,-19 33 0 0 0,24-34-705 0 0,0 1-1 0 0,1 0 1 0 0,1 1-1 0 0,0-1 1 0 0,2 1-1 0 0,0 1 1 0 0,1-1-1 0 0,0 1 0 0 0,-1 20 1 0 0,5-34-268 0 0,0 0 1 0 0,0 0-1 0 0,0 0 0 0 0,1 0 1 0 0,0-1-1 0 0,-1 1 1 0 0,1 0-1 0 0,1 0 0 0 0,-1 0 1 0 0,0-1-1 0 0,1 1 0 0 0,0-1 1 0 0,0 1-1 0 0,0-1 1 0 0,0 0-1 0 0,1 0 0 0 0,-1 0 1 0 0,1 0-1 0 0,-1 0 0 0 0,1 0 1 0 0,0-1-1 0 0,0 1 1 0 0,1-1-1 0 0,5 3 0 0 0,0-1 42 0 0,0 0 0 0 0,1-1 0 0 0,0 0-1 0 0,-1 0 1 0 0,1-1 0 0 0,0-1 0 0 0,0 0-1 0 0,19 0 1 0 0,-11-1 6 0 0,0-2 0 0 0,1 0 1 0 0,-1-1-1 0 0,0-1 0 0 0,0-1 0 0 0,-1 0 1 0 0,1-2-1 0 0,-1 1 0 0 0,0-2 0 0 0,-1-1 0 0 0,27-17 1 0 0,-7-1-2 0 0,-1 0 0 0 0,-2-3 1 0 0,46-50-1 0 0,-38 35-40 0 0,-3-2-1 0 0,44-70 0 0 0,-66 90-98 0 0,0-2 1 0 0,-2 0-1 0 0,-1 0 0 0 0,-1-1 0 0 0,14-57 1 0 0,-23 75 58 0 0,-1 0 1 0 0,-1 0 0 0 0,0 0 0 0 0,0 0 0 0 0,-1-1-1 0 0,-3-20 1 0 0,2 28 44 0 0,0-1 0 0 0,-1 1 0 0 0,1-1 0 0 0,-1 1 0 0 0,0 0 0 0 0,-1 0 0 0 0,1 0 0 0 0,-1 0 0 0 0,0 0 0 0 0,-1 0 0 0 0,1 1 0 0 0,-1 0 0 0 0,1-1 0 0 0,-1 1 0 0 0,-1 1 0 0 0,-8-8 0 0 0,2 5 27 0 0,-1 0 0 0 0,1 1-1 0 0,-1 0 1 0 0,-1 1 0 0 0,1 0 0 0 0,0 1-1 0 0,-1 0 1 0 0,-23-1 0 0 0,-6 1 35 0 0,0 2-1 0 0,0 2 1 0 0,0 2-1 0 0,1 2 1 0 0,-1 1 0 0 0,1 2-1 0 0,0 2 1 0 0,-56 22 0 0 0,57-16 17 0 0,1 1 0 0 0,1 1 1 0 0,0 3-1 0 0,1 1 0 0 0,2 2 1 0 0,0 1-1 0 0,2 1 0 0 0,-44 45 0 0 0,76-70-74 0 0,-7 8-5 0 0,0 0 1 0 0,0 0-1 0 0,-11 19 1 0 0,18-26-41 0 0,0 0 0 0 0,0 1 0 0 0,0-1 0 0 0,0 0 0 0 0,0 0 0 0 0,0 0 0 0 0,1 1 0 0 0,-1-1 0 0 0,1 0 0 0 0,0 1 0 0 0,-1-1 0 0 0,1 1 0 0 0,0-1 0 0 0,0 0 0 0 0,1 1 0 0 0,-1-1 0 0 0,0 0 0 0 0,1 1 0 0 0,0-1 0 0 0,-1 0 0 0 0,1 1 0 0 0,0-1 0 0 0,0 0 0 0 0,3 4 0 0 0,0-1-182 0 0,0-1 0 0 0,1 1 0 0 0,0-1 0 0 0,0 0 0 0 0,0 0 0 0 0,1-1 0 0 0,-1 0 0 0 0,1 0 1 0 0,0 0-1 0 0,0 0 0 0 0,8 2 0 0 0,18 5-1448 0 0,0-2-1 0 0,49 7 1 0 0,78-1-3913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4:43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299 170 2481 0 0,'-57'-39'6256'0'0,"-94"-48"1"0"0,143 82-5711 0 0,8 5-535 0 0,0-1-1 0 0,0 1 1 0 0,0 0-1 0 0,0 0 1 0 0,0 0-1 0 0,0-1 1 0 0,0 1-1 0 0,1 0 1 0 0,-1 0-1 0 0,0 0 0 0 0,0-1 1 0 0,0 1-1 0 0,0 0 1 0 0,0 0-1 0 0,0 0 1 0 0,0-1-1 0 0,1 1 1 0 0,-1 0-1 0 0,0 0 1 0 0,0 0-1 0 0,0 0 0 0 0,1-1 1 0 0,-1 1-1 0 0,0 0 1 0 0,0 0-1 0 0,0 0 1 0 0,1 0-1 0 0,-1 0 1 0 0,0 0-1 0 0,0 0 1 0 0,0 0-1 0 0,1 0 0 0 0,-1 0 1 0 0,0 0-1 0 0,0 0 1 0 0,1 0-1 0 0,21-5 57 0 0,39-3 0 0 0,276-13-734 0 0,-312 22 608 0 0,38 5 1 0 0,-55-4 26 0 0,-1-1 1 0 0,0 1-1 0 0,0 0 1 0 0,0 1-1 0 0,-1 0 1 0 0,1 0-1 0 0,-1 0 1 0 0,11 8 0 0 0,-15-10 23 0 0,1 1 0 0 0,-1 0 1 0 0,0 0-1 0 0,0 1 1 0 0,1-1-1 0 0,-2 0 1 0 0,1 1-1 0 0,0-1 1 0 0,0 1-1 0 0,-1 0 1 0 0,1-1-1 0 0,-1 1 1 0 0,0 0-1 0 0,0 0 0 0 0,0 0 1 0 0,0 0-1 0 0,-1 0 1 0 0,1 0-1 0 0,-1 0 1 0 0,0 0-1 0 0,0 0 1 0 0,0 0-1 0 0,0 0 1 0 0,0 0-1 0 0,-1 0 0 0 0,1 1 1 0 0,-1-1-1 0 0,0-1 1 0 0,0 1-1 0 0,-2 6 1 0 0,-4 5 17 0 0,0 0 1 0 0,-1-1-1 0 0,-1 0 1 0 0,-17 22-1 0 0,22-31-2 0 0,-20 24 119 0 0,-2-2 0 0 0,-42 35 0 0 0,40-38 506 0 0,0 2 1 0 0,-32 39-1 0 0,56-60-543 0 0,1 0 0 0 0,0 0 0 0 0,0 0 0 0 0,0 0 0 0 0,1 1 0 0 0,0-1 0 0 0,-1 1 0 0 0,2 0 0 0 0,-4 9 0 0 0,5-10-93 0 0,0-1-1 0 0,0 1 1 0 0,0-1-1 0 0,1 0 1 0 0,-1 0-1 0 0,1 1 1 0 0,0-1-1 0 0,0 0 1 0 0,0 0-1 0 0,0 1 1 0 0,0-1-1 0 0,1 0 1 0 0,-1-1-1 0 0,1 1 1 0 0,0 0-1 0 0,3 4 1 0 0,22 25-46 0 0,56 54 0 0 0,18 20 54 0 0,-91-93-14 0 0,-1 0 1 0 0,0 0-1 0 0,-1 0 1 0 0,0 1 0 0 0,-1 1-1 0 0,0-1 1 0 0,4 17-1 0 0,-9-20 9 0 0,0 1-1 0 0,0 0 1 0 0,-1 0-1 0 0,-1 0 0 0 0,0 0 1 0 0,0 0-1 0 0,-1 0 0 0 0,-1 0 1 0 0,0-1-1 0 0,0 1 0 0 0,-2 0 1 0 0,1-1-1 0 0,-1 0 0 0 0,-1 0 1 0 0,-6 12-1 0 0,-8 11 17 0 0,-1-1 0 0 0,-2-2 0 0 0,-34 41 0 0 0,30-42-13 0 0,-1-1 0 0 0,-1-2 0 0 0,-49 37 0 0 0,59-50-11 0 0,-1-2 0 0 0,-1 0 0 0 0,0-1-1 0 0,-1-1 1 0 0,0 0 0 0 0,-1-2 0 0 0,-29 7-1 0 0,43-13 6 0 0,1 0-1 0 0,-1-1 0 0 0,1 0 0 0 0,-1-1 0 0 0,1 1 0 0 0,-1-1 0 0 0,1-1 0 0 0,-1 0 0 0 0,0 0 0 0 0,-11-3 1 0 0,14 2-54 0 0,1 0 0 0 0,0 0 1 0 0,0 0-1 0 0,1 0 1 0 0,-1-1-1 0 0,0 0 1 0 0,1 0-1 0 0,-1 0 1 0 0,1 0-1 0 0,0 0 1 0 0,0 0-1 0 0,0-1 0 0 0,1 0 1 0 0,-1 1-1 0 0,1-1 1 0 0,0 0-1 0 0,0 0 1 0 0,0 0-1 0 0,-2-8 1 0 0,0-4-682 0 0,1 0 1 0 0,0 0-1 0 0,2 0 1 0 0,-1-1-1 0 0,2 1 1 0 0,3-31-1 0 0,27-134-9026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4:44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461 1 6563 0 0,'-23'2'943'0'0,"1"0"0"0"0,-1 2 1 0 0,1 1-1 0 0,0 1 0 0 0,0 1 0 0 0,1 0 0 0 0,0 2 1 0 0,0 0-1 0 0,-23 15 0 0 0,19-7-516 0 0,1 0-1 0 0,0 1 1 0 0,2 2 0 0 0,0 0 0 0 0,1 1-1 0 0,-31 41 1 0 0,48-54-465 0 0,0 0 0 0 0,0 1 0 0 0,0-1 0 0 0,1 1 0 0 0,1 0 0 0 0,-1 0 0 0 0,1 0 0 0 0,1 0 0 0 0,0 1 0 0 0,0-1 0 0 0,1 0 0 0 0,1 16 0 0 0,-1-24 4 0 0,1 0-1 0 0,-1 0 0 0 0,1 0 0 0 0,-1 1 1 0 0,1-1-1 0 0,-1 0 0 0 0,1 0 0 0 0,-1 0 1 0 0,1 0-1 0 0,0 0 0 0 0,-1 0 0 0 0,1 0 1 0 0,0 0-1 0 0,0-1 0 0 0,0 1 0 0 0,0 0 1 0 0,0 0-1 0 0,0-1 0 0 0,0 1 0 0 0,0-1 1 0 0,0 1-1 0 0,2 0 0 0 0,30 10 130 0 0,-26-10-111 0 0,32 7 19 0 0,1-3-1 0 0,-1-1 1 0 0,1-1 0 0 0,58-6-1 0 0,-37-1-10 0 0,0-4 0 0 0,-1-2 0 0 0,-1-3 0 0 0,77-26 0 0 0,-116 32-357 0 0,38-11-68 0 0,-34 15-5758 0 0,-39-3 4363 0 0,-26-14 1 0 0,29 13 1573 0 0,-1 0 1 0 0,1 1-1 0 0,-1 1 1 0 0,-27-7-1 0 0,35 11 453 0 0,-1 0-1 0 0,1 1 1 0 0,-1-1-1 0 0,1 2 1 0 0,-1-1 0 0 0,0 0-1 0 0,1 1 1 0 0,0 0 0 0 0,-1 0-1 0 0,1 1 1 0 0,0-1 0 0 0,-1 1-1 0 0,1 1 1 0 0,0-1-1 0 0,0 1 1 0 0,1-1 0 0 0,-7 6-1 0 0,0 0 256 0 0,0 2 1 0 0,1-1-1 0 0,0 2 0 0 0,1-1 0 0 0,0 1 0 0 0,1 0 0 0 0,0 1 1 0 0,1 0-1 0 0,0 1 0 0 0,1-1 0 0 0,0 1 0 0 0,-7 24 0 0 0,2 2 51 0 0,2 1 0 0 0,2 1 0 0 0,-3 48 0 0 0,6-9-12 0 0,5 83-1 0 0,17 75-176 0 0,-9-148-163 0 0,89 703 2528 0 0,-93-766-2760 0 0,10 42-182 0 0,-13-62-118 0 0,0-1-1 0 0,0 0 1 0 0,1 0 0 0 0,0 0-1 0 0,0 0 1 0 0,0-1 0 0 0,7 9-1 0 0,-9-13 175 0 0,-1-1 0 0 0,0 1 0 0 0,1 0-1 0 0,-1-1 1 0 0,1 1 0 0 0,-1-1-1 0 0,1 1 1 0 0,0-1 0 0 0,-1 1 0 0 0,1-1-1 0 0,-1 1 1 0 0,1-1 0 0 0,0 1 0 0 0,0-1-1 0 0,-1 0 1 0 0,1 1 0 0 0,0-1 0 0 0,-1 0-1 0 0,1 0 1 0 0,0 0 0 0 0,0 1 0 0 0,0-1-1 0 0,-1 0 1 0 0,1 0 0 0 0,0 0 0 0 0,0 0-1 0 0,0 0 1 0 0,-1-1 0 0 0,1 1 0 0 0,1 0-1 0 0,-1-1-451 0 0,0-1 0 0 0,1 1 0 0 0,-1-1 1 0 0,0 1-1 0 0,0-1 0 0 0,0 0 0 0 0,-1 1 0 0 0,1-1 0 0 0,0 0 0 0 0,-1 1 0 0 0,2-4 0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4:44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54 8884 0 0,'-27'-16'7430'0'0,"24"12"-4771"0"0,10 1-2002 0 0,22 0-1639 0 0,-15 2 1183 0 0,39-3-208 0 0,110-11 1258 0 0,206 7-1 0 0,-357 9-1418 0 0,7-1-735 0 0,1 1-1 0 0,-1 1 1 0 0,0 1-1 0 0,1 1 0 0 0,24 8 1 0 0,-43-12 811 0 0,-1 0 1 0 0,1 0-1 0 0,0 0 1 0 0,0 0-1 0 0,0 1 1 0 0,-1-1-1 0 0,1 0 1 0 0,0 1-1 0 0,0-1 0 0 0,-1 1 1 0 0,1-1-1 0 0,0 1 1 0 0,-1-1-1 0 0,1 1 1 0 0,0-1-1 0 0,-1 1 1 0 0,1 0-1 0 0,-1-1 1 0 0,1 1-1 0 0,-1 0 0 0 0,0-1 1 0 0,1 1-1 0 0,-1 0 1 0 0,1 0-1 0 0,-1-1 1 0 0,0 1-1 0 0,0 0 1 0 0,0 0-1 0 0,1 0 1 0 0,-1 0-1 0 0,0-1 0 0 0,0 1 1 0 0,0 0-1 0 0,0 0 1 0 0,0 0-1 0 0,0-1 1 0 0,-1 1-1 0 0,1 0 1 0 0,0 0-1 0 0,-1 1 0 0 0,-1 1-52 0 0,0 0-1 0 0,0-1 0 0 0,0 1 0 0 0,0-1 0 0 0,0 1 0 0 0,-1-1 0 0 0,0 0 0 0 0,1 0 0 0 0,-4 2 0 0 0,-12 6-272 0 0,-1-1 0 0 0,0-1 0 0 0,0-1 0 0 0,-1-1 0 0 0,0 0 0 0 0,-29 4 0 0 0,37-8 348 0 0,-136 26-126 0 0,-77 18 2255 0 0,192-37-1398 0 0,0 2 1 0 0,0 1-1 0 0,1 2 0 0 0,-49 29 0 0 0,47-20-5 0 0,0 2 0 0 0,2 1 0 0 0,-46 47 0 0 0,70-64 267 0 0,0 0 0 0 0,0 0-1 0 0,-9 16 1 0 0,16-24-809 0 0,1 0 0 0 0,-1-1 0 0 0,1 1 1 0 0,-1 0-1 0 0,1 0 0 0 0,0 0 0 0 0,-1-1 0 0 0,1 1 0 0 0,0 0 0 0 0,-1 0 1 0 0,1 0-1 0 0,0 0 0 0 0,0 0 0 0 0,0 0 0 0 0,0-1 0 0 0,0 1 0 0 0,0 0 0 0 0,0 0 1 0 0,0 0-1 0 0,0 0 0 0 0,0 0 0 0 0,0 0 0 0 0,1 1 0 0 0,0-1-44 0 0,0 0 0 0 0,0-1-1 0 0,0 1 1 0 0,0-1 0 0 0,0 1 0 0 0,0-1-1 0 0,0 1 1 0 0,1-1 0 0 0,-1 1-1 0 0,0-1 1 0 0,0 0 0 0 0,3 0 0 0 0,0 1-72 0 0,119 29-279 0 0,-74-24 387 0 0,0-1 1 0 0,1-3 0 0 0,-1-2-1 0 0,60-7 1 0 0,194-40 327 0 0,-15-28-86 0 0,-79 17-174 0 0,-160 47-239 0 0,0 2 1 0 0,61-2 0 0 0,-95 10-287 0 0,0 1 1 0 0,0 0-1 0 0,22 5 0 0 0,-32-5-158 0 0,0 1 0 0 0,0 1 0 0 0,-1-1 0 0 0,1 1 0 0 0,-1 0 0 0 0,1 0 0 0 0,-1 0 0 0 0,0 1 0 0 0,0-1 0 0 0,0 1 0 0 0,0 0 0 0 0,0 0 0 0 0,5 7 0 0 0,-3-3-1315 0 0,-1 1 0 0 0,0 0 0 0 0,-1 1 0 0 0,0-1 0 0 0,4 12 0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4:45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1201 0 0,'1'0'827'0'0,"1"0"0"0"0,0-1 0 0 0,0 1 0 0 0,0 0 0 0 0,0 0 0 0 0,0 0 0 0 0,0 0 0 0 0,0 1 0 0 0,0-1 0 0 0,-1 0 0 0 0,1 1 0 0 0,4 1 0 0 0,59 25 5484 0 0,41 22-5018 0 0,-90-40-1593 0 0,1 0 0 0 0,-1 1 1 0 0,-1 0-1 0 0,0 1 1 0 0,0 1-1 0 0,-1 1 0 0 0,-1 0 1 0 0,0 0-1 0 0,12 18 1 0 0,-16-19-526 0 0,-1 1 1 0 0,-1 0 0 0 0,0 1 0 0 0,9 22 0 0 0,-12-22-663 0 0,0 0-1 0 0,0 1 1 0 0,-1-1 0 0 0,1 29-1 0 0,-3-33 1028 0 0,-2 0 0 0 0,1 0 0 0 0,-1-1 0 0 0,0 1 0 0 0,-1-1 0 0 0,0 1 0 0 0,-7 18 0 0 0,1-12 943 0 0,0-1 1 0 0,-1 1-1 0 0,-15 19 0 0 0,-56 95 6640 0 0,76-125-7019 0 0,1 0 1 0 0,1 0-1 0 0,-1 1 1 0 0,1-1-1 0 0,-1 1 0 0 0,2-1 1 0 0,-1 1-1 0 0,1 0 0 0 0,-1 0 1 0 0,2-1-1 0 0,-1 1 0 0 0,1 8 1 0 0,0 7 235 0 0,2 0 1 0 0,5 25-1 0 0,0-1-250 0 0,-3-15-50 0 0,6 44 136 0 0,-3 0 1 0 0,-3 1 0 0 0,-7 77 0 0 0,-55 224 1637 0 0,45-297-1614 0 0,12-76-186 0 0,1 1 1 0 0,-1 0-1 0 0,1-1 0 0 0,0 1 1 0 0,1-1-1 0 0,-1 1 0 0 0,1-1 0 0 0,0 6 1 0 0,0-8-12 0 0,-1-1 1 0 0,1 1-1 0 0,-1 0 1 0 0,1 0-1 0 0,0-1 0 0 0,-1 1 1 0 0,1 0-1 0 0,0-1 1 0 0,-1 1-1 0 0,1-1 1 0 0,0 1-1 0 0,-1-1 1 0 0,1 1-1 0 0,0-1 1 0 0,0 0-1 0 0,0 1 1 0 0,0-1-1 0 0,0 0 1 0 0,-1 0-1 0 0,1 1 1 0 0,0-1-1 0 0,0 0 0 0 0,0 0 1 0 0,0 0-1 0 0,0 0 1 0 0,0 0-1 0 0,0 0 1 0 0,-1 0-1 0 0,1-1 1 0 0,0 1-1 0 0,0 0 1 0 0,0 0-1 0 0,0-1 1 0 0,0 1-1 0 0,1-1 1 0 0,5-2 13 0 0,-1 1 0 0 0,1-1 0 0 0,0-1 0 0 0,-1 1 1 0 0,1-1-1 0 0,-1-1 0 0 0,0 1 0 0 0,8-9 0 0 0,0 0-52 0 0,-2-1 0 0 0,0-1-1 0 0,11-15 1 0 0,13-27-715 0 0,-2-2 0 0 0,34-81 0 0 0,42-151-3363 0 0,-31 48-596 0 0,9-31 227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4:46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380 32 1601 0 0,'0'-2'218'0'0,"0"0"1"0"0,-1 1 0 0 0,0-1 0 0 0,1 0-1 0 0,-1 1 1 0 0,0-1 0 0 0,0 1-1 0 0,0-1 1 0 0,0 1 0 0 0,0 0-1 0 0,0-1 1 0 0,0 1 0 0 0,0 0 0 0 0,0 0-1 0 0,-1 0 1 0 0,1 0 0 0 0,0 0-1 0 0,-1 0 1 0 0,1 0 0 0 0,-1 0 0 0 0,1 0-1 0 0,-1 1 1 0 0,0-1 0 0 0,-2 0-1 0 0,1 1-7 0 0,0 1-1 0 0,0-1 0 0 0,0 1 1 0 0,0 0-1 0 0,0 0 1 0 0,0 0-1 0 0,0 0 0 0 0,0 1 1 0 0,0-1-1 0 0,0 1 1 0 0,1 0-1 0 0,-1-1 0 0 0,1 1 1 0 0,-1 0-1 0 0,1 1 0 0 0,-3 2 1 0 0,-16 18 503 0 0,1 1 1 0 0,1 0 0 0 0,2 2-1 0 0,0 0 1 0 0,2 1 0 0 0,-13 29-1 0 0,-2 11-342 0 0,2 0-1 0 0,3 2 1 0 0,4 0 0 0 0,2 2-1 0 0,4 0 1 0 0,-7 73-1 0 0,20-87-549 0 0,2-52 169 0 0,0 0 1 0 0,0 0 0 0 0,1 0-1 0 0,0 0 1 0 0,0-1 0 0 0,0 1 0 0 0,1 0-1 0 0,2 5 1 0 0,-3-9 5 0 0,-1 0 0 0 0,1 0 0 0 0,0 0 0 0 0,0 0 0 0 0,-1 0 0 0 0,1 0 0 0 0,0 0 0 0 0,0 0 0 0 0,0 0 0 0 0,0-1 0 0 0,0 1 0 0 0,0 0 0 0 0,0-1 0 0 0,1 1 0 0 0,-1-1 0 0 0,0 1 0 0 0,0-1 0 0 0,0 0 0 0 0,1 1 0 0 0,-1-1 0 0 0,0 0 0 0 0,2 0 0 0 0,30-4-61 0 0,-21 2 37 0 0,-1 1 3 0 0,196-27-327 0 0,-160 24 271 0 0,1 3 1 0 0,67 5-1 0 0,-72 1 40 0 0,0 2 0 0 0,0 1 0 0 0,75 27 0 0 0,-97-27 23 0 0,0 1-1 0 0,-1 1 1 0 0,0 0 0 0 0,-1 1-1 0 0,0 2 1 0 0,-1 0 0 0 0,-1 1-1 0 0,0 0 1 0 0,24 27 0 0 0,-22-17 14 0 0,0 1 1 0 0,-2 0-1 0 0,-1 2 1 0 0,-1 0-1 0 0,-1 0 1 0 0,11 32 0 0 0,-12-22 25 0 0,-2 1 1 0 0,-2 1-1 0 0,-1 0 1 0 0,3 46-1 0 0,-8-7 35 0 0,-3 0-1 0 0,-3 0 0 0 0,-4-1 0 0 0,-23 104 1 0 0,21-131-82 0 0,-3 0 0 0 0,-2-1 0 0 0,-2-1 0 0 0,-26 55 0 0 0,32-85-198 0 0,0 0-1 0 0,-22 30 1 0 0,27-42-132 0 0,0 0 0 0 0,0-1 0 0 0,0 0 0 0 0,-1 0 0 0 0,0 0-1 0 0,0-1 1 0 0,0 1 0 0 0,-1-2 0 0 0,1 1 0 0 0,-9 3-1 0 0,5-4-805 0 0,0 0 0 0 0,0-1-1 0 0,0-1 1 0 0,0 0-1 0 0,-11 1 1 0 0,21-2 1133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4:46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0 480 0 0,'-9'10'824'0'0,"-1"0"0"0"0,1 0-1 0 0,1 0 1 0 0,0 1 0 0 0,1 1-1 0 0,-9 16 1 0 0,-1 2 213 0 0,4-9-362 0 0,-30 54 1295 0 0,38-66-1719 0 0,1 1 0 0 0,1 0 0 0 0,-1 0 0 0 0,1 0 0 0 0,1 0 0 0 0,-2 15 0 0 0,4-22-218 0 0,-1-1-1 0 0,1 1 0 0 0,1 0 0 0 0,-1-1 1 0 0,0 1-1 0 0,1-1 0 0 0,-1 1 0 0 0,1-1 1 0 0,0 1-1 0 0,0-1 0 0 0,0 1 0 0 0,0-1 1 0 0,0 0-1 0 0,0 1 0 0 0,1-1 0 0 0,-1 0 1 0 0,1 0-1 0 0,0 0 0 0 0,-1 0 0 0 0,1 0 1 0 0,0-1-1 0 0,0 1 0 0 0,0 0 0 0 0,0-1 1 0 0,1 0-1 0 0,-1 1 0 0 0,0-1 0 0 0,1 0 1 0 0,-1 0-1 0 0,0 0 0 0 0,1 0 0 0 0,-1-1 1 0 0,5 1-1 0 0,4 1 6 0 0,0 0-1 0 0,-1-1 1 0 0,1-1 0 0 0,0 0 0 0 0,0 0-1 0 0,13-2 1 0 0,13-5-150 0 0,-1 0-1 0 0,1-2 1 0 0,-2-2-1 0 0,0-2 1 0 0,0 0-1 0 0,51-30 1 0 0,-78 39-327 0 0,0-2-1 0 0,0 1 1 0 0,-1-1 0 0 0,13-12 0 0 0,-19 17 347 0 0,0 0 0 0 0,0 0 0 0 0,0 0 0 0 0,0-1 0 0 0,0 1 0 0 0,0 0 0 0 0,-1 0 0 0 0,1-1 0 0 0,0 1 0 0 0,-1-1 0 0 0,1 1 0 0 0,-1 0 0 0 0,0-1 0 0 0,1 1 0 0 0,-1-3 0 0 0,0 3 10 0 0,0 0 0 0 0,-1 0 0 0 0,1 0 0 0 0,-1 0-1 0 0,1 0 1 0 0,-1 0 0 0 0,1 0 0 0 0,-1 0 0 0 0,1 0 0 0 0,-1 0 0 0 0,0 1 0 0 0,0-1 0 0 0,1 0 0 0 0,-1 1-1 0 0,0-1 1 0 0,0 0 0 0 0,0 1 0 0 0,0-1 0 0 0,1 1 0 0 0,-1-1 0 0 0,0 1 0 0 0,0 0 0 0 0,0-1-1 0 0,0 1 1 0 0,-2-1 0 0 0,1 1 36 0 0,1-1-1 0 0,0 1 0 0 0,-1 0 1 0 0,1-1-1 0 0,0 1 0 0 0,-1 0 1 0 0,1 0-1 0 0,0 0 0 0 0,-1 0 1 0 0,1 0-1 0 0,-1 0 0 0 0,1 0 1 0 0,0 1-1 0 0,-1-1 0 0 0,-1 1 1 0 0,0 1 136 0 0,1-1 1 0 0,0 1 0 0 0,-1 0-1 0 0,1 0 1 0 0,0 0 0 0 0,0 0-1 0 0,0 0 1 0 0,1 0 0 0 0,-4 5-1 0 0,-20 30 1110 0 0,1 2 0 0 0,-27 59 0 0 0,41-76-1127 0 0,1 2-1 0 0,1-1 1 0 0,2 1 0 0 0,0 0-1 0 0,1 1 1 0 0,-2 35 0 0 0,7-32-60 0 0,0 1 1 0 0,10 56-1 0 0,-8-75-133 0 0,-1-6-42 0 0,1 1 0 0 0,-2 0 0 0 0,1-1 0 0 0,0 1 0 0 0,-1 0 0 0 0,0 0 0 0 0,0-1 0 0 0,0 1 0 0 0,0 0 0 0 0,-1 0 0 0 0,0-1 0 0 0,0 1 0 0 0,-3 6 0 0 0,-7-1-3973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4:47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34 400 0 0,'-16'-9'1300'0'0,"10"6"-743"0"0,1 0 1 0 0,0 0-1 0 0,-1 0 0 0 0,1 1 1 0 0,-1 0-1 0 0,0 0 0 0 0,0 0 0 0 0,0 1 1 0 0,0 0-1 0 0,-11-1 0 0 0,16 2-525 0 0,1 0 0 0 0,0 0 0 0 0,-1 1 0 0 0,1-1 0 0 0,0 0 0 0 0,0 0 0 0 0,-1 1 0 0 0,1-1 0 0 0,0 0 0 0 0,0 0 0 0 0,-1 1 0 0 0,1-1 0 0 0,0 0 0 0 0,0 1 0 0 0,0-1-1 0 0,0 0 1 0 0,-1 0 0 0 0,1 1 0 0 0,0-1 0 0 0,0 0 0 0 0,0 1 0 0 0,0-1 0 0 0,0 1 0 0 0,0-1 0 0 0,0 0 0 0 0,0 1 0 0 0,0-1 0 0 0,0 0 0 0 0,0 1 0 0 0,0-1 0 0 0,0 0 0 0 0,0 1 0 0 0,1-1 0 0 0,-1 0 0 0 0,0 1 0 0 0,0-1-1 0 0,0 0 1 0 0,0 1 0 0 0,1-1 0 0 0,-1 0 0 0 0,0 0 0 0 0,1 1 0 0 0,7 24 674 0 0,1-1-1 0 0,2 1 1 0 0,14 23-1 0 0,-6-11-165 0 0,40 87 167 0 0,-44-90-467 0 0,-9-38-236 0 0,0 1-1 0 0,0 0 1 0 0,0 1 0 0 0,0-1-1 0 0,1 1 1 0 0,0 0 0 0 0,-1 1-1 0 0,1-1 1 0 0,0 2 0 0 0,9-2-1 0 0,0 0-16 0 0,60-12-281 0 0,-1-4 1 0 0,114-44-1 0 0,-59 9-1413 0 0,-24-6-2682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4:47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0 160 0 0,'-102'52'19766'0'0,"83"-44"-18195"0"0,-1 0 1 0 0,-1-2-1 0 0,-26 6 1 0 0,46-12-1584 0 0,-5 2 51 0 0,12 3-746 0 0,35 13-3022 0 0,45 28 1 0 0,-79-42 3264 0 0,-1 0 0 0 0,0 1 1 0 0,0-1-1 0 0,-1 1 0 0 0,1 0 1 0 0,-1 1-1 0 0,0-1 0 0 0,0 1 0 0 0,-1 0 1 0 0,0 1-1 0 0,0-1 0 0 0,3 8 0 0 0,-4-8 382 0 0,-2 0-1 0 0,1 0 0 0 0,-1 0 0 0 0,0 0 1 0 0,0 1-1 0 0,0-1 0 0 0,-1 0 0 0 0,0 0 1 0 0,0 1-1 0 0,-1-1 0 0 0,0 0 0 0 0,0 0 0 0 0,0 0 1 0 0,-3 8-1 0 0,-25 65-1743 0 0,-6 21 2865 0 0,35-96-1007 0 0,0 1 1 0 0,-1-1-1 0 0,2 0 0 0 0,-1 1 1 0 0,0-1-1 0 0,1 1 0 0 0,0-1 0 0 0,0 0 1 0 0,0 0-1 0 0,0 1 0 0 0,1-1 1 0 0,-1 0-1 0 0,1 0 0 0 0,3 3 1 0 0,4 14 29 0 0,38 81 77 0 0,-35-80-125 0 0,0 0 1 0 0,-2 1-1 0 0,0 0 1 0 0,-2 1-1 0 0,-1 0 1 0 0,7 39-1 0 0,-13-30 66 0 0,-2 1 0 0 0,-1 0 0 0 0,-1-1 0 0 0,-16 62 1 0 0,7-32 78 0 0,-39 178 475 0 0,-17 111 253 0 0,66-317-740 0 0,2-35-146 0 0,0 0 0 0 0,0-1 1 0 0,0 1-1 0 0,0 0 1 0 0,0 0-1 0 0,0 0 1 0 0,0 0-1 0 0,0-1 0 0 0,0 1 1 0 0,1 0-1 0 0,-1 0 1 0 0,0 0-1 0 0,0 0 0 0 0,0 0 1 0 0,0 0-1 0 0,0-1 1 0 0,0 1-1 0 0,1 0 1 0 0,-1 0-1 0 0,0 0 0 0 0,0 0 1 0 0,0 0-1 0 0,0 0 1 0 0,1 0-1 0 0,-1 0 0 0 0,0 0 1 0 0,0 0-1 0 0,0 0 1 0 0,0 0-1 0 0,1 0 0 0 0,-1 0 1 0 0,0 0-1 0 0,0 0 1 0 0,0 0-1 0 0,0 0 1 0 0,1 0-1 0 0,-1 0 0 0 0,0 0 1 0 0,0 0-1 0 0,0 0 1 0 0,0 0-1 0 0,1 0 0 0 0,-1 0 1 0 0,0 1-1 0 0,0-1 1 0 0,0 0-1 0 0,0 0 1 0 0,0 0-1 0 0,1 0 0 0 0,-1 0 1 0 0,0 0-1 0 0,0 0 1 0 0,0 1-1 0 0,0-1 0 0 0,0 0 1 0 0,0 0-1 0 0,0 0 1 0 0,0 0-1 0 0,0 1 1 0 0,0-1-1 0 0,0 0 0 0 0,1 0 1 0 0,-1 0-1 0 0,0 0 1 0 0,0 1-1 0 0,27-34 41 0 0,0-1 0 0 0,31-53 0 0 0,-35 51-35 0 0,132-206-4622 0 0,-73 122-3149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4:47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1 865 7043 0 0,'4'-22'10245'0'0,"30"-20"-7204"0"0,30-11-3841 0 0,21 5 0 0 0,12 6 720 0 0,5 6 0 0 0,12 10-2962 0 0,-17 4-2400 0 0,-42-18-2482 0 0</inkml:trace>
  <inkml:trace contextRef="#ctx0" brushRef="#br0" timeOffset="1">570 0 5763 0 0,'-53'14'5442'0'0,"13"12"-2961"0"0,0 24-480 0 0,7 54-1120 0 0,18 48 559 0 0,18 12-399 0 0,-1-18-561 0 0,-9 19 560 0 0,-14 43 1 0 0,-22 44-321 0 0,-7 14-400 0 0,-9-25-80 0 0,9-49-159 0 0,10-58-562 0 0,23-60-4001 0 0,27-64-4162 0 0,-8-62 641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4:48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0 1761 0 0,'92'202'2081'0'0,"3"-38"-240"0"0,-2-20 3281 0 0,13 7 240 0 0,17 9-2320 0 0,13 2-2322 0 0,-6-10-1280 0 0,-14-20-2482 0 0,-14-32-1280 0 0,-40-37-2241 0 0</inkml:trace>
  <inkml:trace contextRef="#ctx0" brushRef="#br0" timeOffset="1">1 689 1281 0 0,'7'56'13846'0'0,"9"-28"-4962"0"0,29-8-8164 0 0,41 6-2240 0 0,25 0 799 0 0,27-10 881 0 0,-3 0-80 0 0,-19-4-560 0 0,-14-8-7924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4:51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0 380 800 0 0,'13'7'339'0'0,"46"23"815"0"0,-54-26-700 0 0,-6-2 119 0 0,-26-10 1029 0 0,24 7-1354 0 0,0 1 0 0 0,0-1 0 0 0,0 0 0 0 0,0 0 0 0 0,1 0 1 0 0,-1 0-1 0 0,0-1 0 0 0,1 1 0 0 0,-1-1 0 0 0,1 0 0 0 0,-1 0 0 0 0,1 1 0 0 0,0-1 0 0 0,0-1 0 0 0,-3-2 0 0 0,5 4-180 0 0,0 1-1 0 0,0-1 1 0 0,0 0 0 0 0,0 1-1 0 0,0-1 1 0 0,0 0 0 0 0,0 1-1 0 0,0-1 1 0 0,1 1-1 0 0,-1-1 1 0 0,0 0 0 0 0,0 1-1 0 0,1-1 1 0 0,-1 1 0 0 0,0-1-1 0 0,1 1 1 0 0,-1-1 0 0 0,0 1-1 0 0,1-1 1 0 0,-1 1 0 0 0,1-1-1 0 0,-1 1 1 0 0,1-1 0 0 0,-1 1-1 0 0,1 0 1 0 0,-1-1 0 0 0,2 1-1 0 0,3-3 135 0 0,0 0-1 0 0,0 0 0 0 0,1 1 1 0 0,11-4-1 0 0,30-6 479 0 0,50-5 1 0 0,434-47 2160 0 0,-187 31-1200 0 0,118-8-694 0 0,100-1-747 0 0,663-7-369 0 0,-18 42 23 0 0,-308 4 87 0 0,537-20 187 0 0,-491-10-1976 0 0,-601 8-2368 0 0,-300 17-52 0 0,-69 9-174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4:51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1319 2961 0 0,'-202'27'4989'0'0,"199"-26"-4505"0"0,7-1-337 0 0,37-6 76 0 0,109-27 617 0 0,64-17-81 0 0,530-120 137 0 0,-357 91-496 0 0,560-67 387 0 0,147 43 408 0 0,-354 38-256 0 0,1624-210 839 0 0,188-18-1688 0 0,-1110 178-1038 0 0,-1422 113 872 0 0,211-8-1782 0 0,-227 11-639 0 0,-15 0 1303 0 0,-41 3-997 0 0,-123 6-3532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4:52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58 617 560 0 0,'85'-46'2899'0'0,"-65"36"-896"0"0,-55 28 619 0 0,14-8-1478 0 0,-1 0-1 0 0,0-2 1 0 0,-24 7 0 0 0,29-10-263 0 0,17-5-872 0 0,0 0 1 0 0,0 0-1 0 0,0 0 0 0 0,0 0 1 0 0,0 0-1 0 0,0 0 1 0 0,0 0-1 0 0,0 0 1 0 0,0 0-1 0 0,1 0 0 0 0,-1 0 1 0 0,0 0-1 0 0,0 1 1 0 0,0-1-1 0 0,0 0 1 0 0,0 0-1 0 0,0 0 1 0 0,0 0-1 0 0,0 0 0 0 0,0 0 1 0 0,0 0-1 0 0,0 0 1 0 0,0 0-1 0 0,0 0 1 0 0,0 0-1 0 0,0 0 0 0 0,0 0 1 0 0,0 0-1 0 0,0 0 1 0 0,0 0-1 0 0,0 0 1 0 0,0 1-1 0 0,0-1 1 0 0,0 0-1 0 0,0 0 0 0 0,0 0 1 0 0,0 0-1 0 0,0 0 1 0 0,0 0-1 0 0,0 0 1 0 0,0 0-1 0 0,0 0 0 0 0,0 0 1 0 0,0 0-1 0 0,0 0 1 0 0,-1 0-1 0 0,1 0 1 0 0,35 0 348 0 0,-25-1-276 0 0,374 0 1587 0 0,11 22-429 0 0,-33-1-320 0 0,127-8-360 0 0,76-17-347 0 0,397-51-37 0 0,-23-40-31 0 0,-9-17 15 0 0,437-46 667 0 0,319 24 436 0 0,-7 51-459 0 0,-1391 73-724 0 0,45-3 147 0 0,-214 7 120 0 0,-122 7-335 0 0,0 1 1 0 0,1-1 0 0 0,-1 1-1 0 0,0 0 1 0 0,0 0-1 0 0,1 0 1 0 0,-1 0-1 0 0,-4 3 1 0 0,-17 7-113 0 0,-95 40-1701 0 0,-51 23-4668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5:17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4242 0 0,'75'15'3948'0'0,"-59"-12"-3748"0"0,480 86 881 0 0,309-50 4245 0 0,-386-29-3982 0 0,-24 13-824 0 0,-129 3 300 0 0,328 74 1 0 0,-162-2-393 0 0,237 48-336 0 0,-338-91-111 0 0,-261-47 43 0 0,0-4 0 0 0,117-6 0 0 0,-174 1-13 0 0,1 0 0 0 0,0-2-1 0 0,0 1 1 0 0,0-1 0 0 0,-1-1-1 0 0,17-7 1 0 0,-27 9-3 0 0,0 1-1 0 0,0-1 1 0 0,0 1 0 0 0,-1-1 0 0 0,1 0-1 0 0,0 0 1 0 0,-1-1 0 0 0,1 1-1 0 0,-1 0 1 0 0,0-1 0 0 0,0 1 0 0 0,0-1-1 0 0,0 0 1 0 0,0 0 0 0 0,-1 0 0 0 0,1 0-1 0 0,-1 0 1 0 0,0 0 0 0 0,0 0 0 0 0,0 0-1 0 0,0 0 1 0 0,0-1 0 0 0,-1 1 0 0 0,1 0-1 0 0,-1-1 1 0 0,0 1 0 0 0,0 0 0 0 0,0 0-1 0 0,-2-7 1 0 0,1 5-15 0 0,0-1 1 0 0,-1 1-1 0 0,0 0 1 0 0,0-1-1 0 0,0 1 0 0 0,-1 0 1 0 0,1 0-1 0 0,-1 0 0 0 0,-1 1 1 0 0,1-1-1 0 0,-8-7 1 0 0,-1 0-92 0 0,0 1 0 0 0,-25-16 0 0 0,-19-9-879 0 0,-64-28-1 0 0,-15-10-8499 0 0,58 26 2180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5:18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3695 1185 1040 0 0,'27'29'2887'0'0,"-27"-29"-2868"0"0,0 0 0 0 0,0 0 1 0 0,0 0-1 0 0,0 0 0 0 0,0 0 0 0 0,0 0 0 0 0,0 0 1 0 0,0 0-1 0 0,0 0 0 0 0,0 0 0 0 0,0-1 0 0 0,0 1 1 0 0,0 0-1 0 0,0 0 0 0 0,0 0 0 0 0,0 0 0 0 0,0 0 1 0 0,0 0-1 0 0,0 0 0 0 0,0 0 0 0 0,1 0 0 0 0,-1 0 1 0 0,0 0-1 0 0,0 0 0 0 0,0 0 0 0 0,0 0 0 0 0,0 0 1 0 0,0 0-1 0 0,0 0 0 0 0,0 0 0 0 0,0 0 0 0 0,0 0 1 0 0,0 0-1 0 0,0 0 0 0 0,0 0 0 0 0,0 0 0 0 0,0 0 1 0 0,0 0-1 0 0,0 0 0 0 0,0 0 0 0 0,0 0 0 0 0,0 0 1 0 0,0 0-1 0 0,0 0 0 0 0,0 0 0 0 0,0 0 0 0 0,-5-9 727 0 0,-47-65 1136 0 0,13 23-1349 0 0,-1 1 0 0 0,-52-48 0 0 0,71 78-533 0 0,-1 2 1 0 0,0 1-1 0 0,-1 0 0 0 0,-1 2 0 0 0,0 0 0 0 0,-1 2 0 0 0,-39-15 0 0 0,28 17 68 0 0,-2 0 0 0 0,1 3-1 0 0,-1 1 1 0 0,0 2 0 0 0,-67 0 0 0 0,16 7 375 0 0,-126 20 1 0 0,114-5-228 0 0,1 5 0 0 0,1 5 0 0 0,-164 67 0 0 0,-59 54-45 0 0,112-39-98 0 0,-651 402 327 0 0,800-467-315 0 0,1 3 1 0 0,3 2-1 0 0,2 3 0 0 0,2 2 1 0 0,3 3-1 0 0,2 1 0 0 0,2 3 1 0 0,4 1-1 0 0,-63 124 0 0 0,79-134-41 0 0,3 0 0 0 0,3 2 0 0 0,1 0 0 0 0,-15 79 0 0 0,26-89-16 0 0,3 0 0 0 0,1 0-1 0 0,2 1 1 0 0,2-1 0 0 0,2 0-1 0 0,10 60 1 0 0,0-49 10 0 0,1-1 1 0 0,4-1-1 0 0,1 0 1 0 0,3-2-1 0 0,2 0 1 0 0,2-1-1 0 0,2-2 1 0 0,2 0-1 0 0,67 80 1 0 0,-38-62 28 0 0,3-2 0 0 0,2-4 0 0 0,3-2 0 0 0,3-3 0 0 0,122 74 0 0 0,-69-59 17 0 0,2-5 0 0 0,220 80 0 0 0,-184-92-3 0 0,320 62 0 0 0,-346-94-62 0 0,0-7 1 0 0,1-5 0 0 0,1-6-1 0 0,-1-6 1 0 0,1-6 0 0 0,181-35-1 0 0,-200 19-38 0 0,0-5 1 0 0,-2-6-1 0 0,-2-4 0 0 0,-2-5 0 0 0,-1-5 0 0 0,-3-5 0 0 0,141-96 0 0 0,-151 81-75 0 0,-3-5-1 0 0,-4-3 1 0 0,-3-4 0 0 0,-4-4-1 0 0,-4-4 1 0 0,-4-2-1 0 0,-4-5 1 0 0,67-118-1 0 0,-84 117-74 0 0,-3-3 0 0 0,-6-1-1 0 0,-4-3 1 0 0,-4-2-1 0 0,-5 0 1 0 0,-5-3 0 0 0,-5 0-1 0 0,15-201 1 0 0,-34 208 86 0 0,-4 1 1 0 0,-4 0 0 0 0,-5 0-1 0 0,-5 0 1 0 0,-4 2 0 0 0,-4 0-1 0 0,-4 1 1 0 0,-5 2-1 0 0,-54-114 1 0 0,51 141 21 0 0,-3 1-1 0 0,-3 2 0 0 0,-3 2 1 0 0,-3 2-1 0 0,-67-71 1 0 0,67 86 39 0 0,-2 3 0 0 0,-2 1 0 0 0,-2 3 0 0 0,-2 3 0 0 0,-1 2 0 0 0,-100-48 0 0 0,93 56 5 0 0,-2 4 0 0 0,-1 2 0 0 0,0 3 0 0 0,-2 3 0 0 0,-72-8 1 0 0,53 15-56 0 0,0 4 1 0 0,-1 4-1 0 0,-134 15 1 0 0,103 3-78 0 0,1 5 0 0 0,-126 41 1 0 0,92-14-143 0 0,-152 74 1 0 0,82-14-1124 0 0,5 10 0 0 0,-315 228 0 0 0,115-25-1162 0 0,399-307 2457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02:10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20 138 3121 0 0,'-2'-3'354'0'0,"0"0"0"0"0,-1 0 0 0 0,1-1 0 0 0,1 1 0 0 0,-1-1-1 0 0,0 1 1 0 0,1-1 0 0 0,-2-6 0 0 0,2 3-295 0 0,1-1 0 0 0,-1 1 0 0 0,1-1 0 0 0,1 1 0 0 0,1-12 0 0 0,1-20 1925 0 0,-4 33 1276 0 0,12 31-1224 0 0,-10-23-2004 0 0,84 175 3706 0 0,-68-135-2918 0 0,-1 1 0 0 0,15 72-1 0 0,24 307-836 0 0,-50-378 48 0 0,30 381 641 0 0,-17-190-437 0 0,-17-219-295 0 0,5 38-11 0 0,-6-49-53 0 0,1-1 0 0 0,0 0-1 0 0,0 0 1 0 0,1 0 0 0 0,-1 0-1 0 0,1 0 1 0 0,0 0-1 0 0,0-1 1 0 0,3 5 0 0 0,-5-8 31 0 0,0 0 0 0 0,0 1 0 0 0,1-1 0 0 0,-1 0 0 0 0,0 1 0 0 0,0-1 0 0 0,1 0 0 0 0,-1 1 1 0 0,0-1-1 0 0,1 0 0 0 0,-1 0 0 0 0,0 1 0 0 0,1-1 0 0 0,-1 0 0 0 0,1 0 0 0 0,-1 0 0 0 0,0 0 1 0 0,1 1-1 0 0,-1-1 0 0 0,1 0 0 0 0,-1 0 0 0 0,0 0 0 0 0,1 0 0 0 0,-1 0 0 0 0,1 0 0 0 0,-1 0 0 0 0,1 0 1 0 0,-1 0-1 0 0,0 0 0 0 0,1 0 0 0 0,-1-1 0 0 0,1 1 0 0 0,-1 0 0 0 0,1 0 0 0 0,-1 0 0 0 0,0 0 0 0 0,1-1 1 0 0,-1 1-1 0 0,0 0 0 0 0,1 0 0 0 0,-1-1 0 0 0,0 1 0 0 0,1 0 0 0 0,-1-1 0 0 0,0 1 0 0 0,0 0 0 0 0,1-1 1 0 0,-1 1-1 0 0,0 0 0 0 0,0-1 0 0 0,1 1 0 0 0,-1-1 0 0 0,0 1 0 0 0,0 0 0 0 0,0-1 0 0 0,5-12-3837 0 0,0 0-1 0 0,4-18 0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02:11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116 708 4402 0 0,'-115'2'17741'0'0,"133"-2"-17896"0"0,0-1 0 0 0,0-1 0 0 0,19-5 0 0 0,24-3-812 0 0,311-48-2878 0 0,-106 12 4462 0 0,967-197 1830 0 0,-1114 219-2346 0 0,672-167 486 0 0,-605 143-514 0 0,192-24 0 0 0,-360 69-146 0 0,0 1 0 0 0,1 0-1 0 0,-1 1 1 0 0,1 1 0 0 0,-1 1-1 0 0,0 0 1 0 0,28 7 0 0 0,-41-7 53 0 0,-1 1 0 0 0,0 0 0 0 0,1 0 1 0 0,-1 0-1 0 0,0 1 0 0 0,0-1 0 0 0,0 1 1 0 0,0 0-1 0 0,0 0 0 0 0,-1 1 0 0 0,1-1 1 0 0,-1 1-1 0 0,0-1 0 0 0,0 1 0 0 0,-1 0 1 0 0,1 0-1 0 0,-1 0 0 0 0,1 1 0 0 0,-1-1 1 0 0,-1 0-1 0 0,1 1 0 0 0,-1 0 0 0 0,1-1 1 0 0,0 9-1 0 0,0 5 24 0 0,-1 1 1 0 0,0-1-1 0 0,-1 1 1 0 0,-1-1-1 0 0,-5 23 1 0 0,-52 252 276 0 0,31-176-122 0 0,3-8-161 0 0,-96 514-863 0 0,115-578-312 0 0,3-24-213 0 0,0 0-1 0 0,-1-1 1 0 0,-2 1 0 0 0,0-1 0 0 0,-1 0-1 0 0,-1-1 1 0 0,-10 22 0 0 0,3-19-1465 0 0,-18 23 1 0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02:11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60 286 5523 0 0,'-55'-20'5762'0'0,"50"10"-2640"0"0,77 0-2722 0 0,67 0-800 0 0,63 8 480 0 0,33 2 320 0 0,2-2 0 0 0,57-12 0 0 0,37-2 0 0 0,-1-6 561 0 0,-32-12 640 0 0,-37-6-401 0 0,-36 4-720 0 0,-37 10-1040 0 0,-37 8-1521 0 0,-51 2-2161 0 0,-48 6-2641 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02:12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501 189 2961 0 0,'-5'-3'6857'0'0,"-3"2"-5059"0"0,2-1-1266 0 0,-1 1 0 0 0,1 0 0 0 0,-1 0-1 0 0,1 0 1 0 0,-1 1 0 0 0,1 0 0 0 0,-1 0 0 0 0,0 1 0 0 0,1 0 0 0 0,-1 0-1 0 0,1 0 1 0 0,0 1 0 0 0,-9 3 0 0 0,-22 15-849 0 0,1 2-1 0 0,1 1 1 0 0,1 1-1 0 0,-42 40 1 0 0,54-46 224 0 0,1 2 1 0 0,1 1-1 0 0,-31 40 0 0 0,44-51 144 0 0,0 2 0 0 0,0-1-1 0 0,1 1 1 0 0,1 0 0 0 0,0 0-1 0 0,1 1 1 0 0,0-1 0 0 0,1 1-1 0 0,0 0 1 0 0,-1 20-1 0 0,2-10 11 0 0,2 0 0 0 0,1 0 0 0 0,1 0 0 0 0,0 0 0 0 0,2 0 0 0 0,10 32 0 0 0,-13-49-47 0 0,2 0 0 0 0,-1-1 1 0 0,0 0-1 0 0,1 1 0 0 0,0-1 0 0 0,0 0 0 0 0,1 0 0 0 0,0-1 0 0 0,-1 1 0 0 0,1-1 0 0 0,1 0 0 0 0,8 8 1 0 0,-8-10-12 0 0,-1 1 1 0 0,1-1-1 0 0,-1 0 1 0 0,1 0-1 0 0,0-1 1 0 0,0 1-1 0 0,0-1 1 0 0,0 0 0 0 0,0-1-1 0 0,0 1 1 0 0,0-1-1 0 0,0 0 1 0 0,0 0-1 0 0,0 0 1 0 0,6-2-1 0 0,-1 0-6 0 0,1 0-1 0 0,-1-1 0 0 0,0-1 0 0 0,0 1 0 0 0,0-2 1 0 0,-1 1-1 0 0,1-2 0 0 0,-1 1 0 0 0,0-1 0 0 0,-1 0 1 0 0,1-1-1 0 0,10-10 0 0 0,1-5-27 0 0,-1 0 0 0 0,-1-1 0 0 0,21-35 0 0 0,98-191-1102 0 0,-17-17 385 0 0,-98 213 822 0 0,-15 33-33 0 0,1 0 0 0 0,1 1 1 0 0,1 0-1 0 0,21-31 0 0 0,-31 50-41 0 0,0 0 1 0 0,0 0-1 0 0,0-1 0 0 0,0 1 0 0 0,0 0 1 0 0,0 0-1 0 0,0 0 0 0 0,0-1 0 0 0,0 1 1 0 0,0 0-1 0 0,0 0 0 0 0,0 0 0 0 0,1-1 0 0 0,-1 1 1 0 0,0 0-1 0 0,0 0 0 0 0,0 0 0 0 0,0 0 1 0 0,1-1-1 0 0,-1 1 0 0 0,0 0 0 0 0,0 0 1 0 0,0 0-1 0 0,1 0 0 0 0,-1 0 0 0 0,0 0 0 0 0,0 0 1 0 0,0-1-1 0 0,1 1 0 0 0,-1 0 0 0 0,0 0 1 0 0,0 0-1 0 0,0 0 0 0 0,1 0 0 0 0,-1 0 1 0 0,0 0-1 0 0,0 0 0 0 0,1 0 0 0 0,-1 0 0 0 0,0 0 1 0 0,0 1-1 0 0,1-1 0 0 0,-1 0 0 0 0,0 0 1 0 0,0 0-1 0 0,0 0 0 0 0,1 0 0 0 0,-1 0 1 0 0,0 0-1 0 0,0 0 0 0 0,0 1 0 0 0,0-1 0 0 0,1 0 1 0 0,-1 0-1 0 0,0 0 0 0 0,0 0 0 0 0,0 1 1 0 0,4 6 6 0 0,-2 0 0 0 0,1-1 1 0 0,-1 1-1 0 0,0 1 0 0 0,0-1 1 0 0,-1 0-1 0 0,1 12 0 0 0,1 2 15 0 0,7 78 111 0 0,-6 1 0 0 0,-7 101 1 0 0,-3-119-6 0 0,-3-1 0 0 0,-4 0 0 0 0,-4-1 0 0 0,-38 112 0 0 0,35-137-48 0 0,7-36 34 0 0,10-21-63 0 0,3-11-29 0 0,50-201-1348 0 0,-46 197 1265 0 0,6-20 59 0 0,1 1 0 0 0,2 1 1 0 0,1 0-1 0 0,2 0 0 0 0,1 2 1 0 0,2 0-1 0 0,44-58 0 0 0,146-150-1959 0 0,-150 185-432 0 0,-50 49 639 0 0,0 0-1 0 0,17-9 1 0 0,4 5-5103 0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02:12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36 240 0 0,'-9'9'9159'0'0,"8"-6"-8219"0"0,-1 1 0 0 0,1-1 1 0 0,0 1-1 0 0,0 0 0 0 0,0 0 0 0 0,0 5 1 0 0,-6 36 1579 0 0,-9 109 2523 0 0,16-131-4896 0 0,0 1-1 0 0,1-1 1 0 0,2 1 0 0 0,9 40 0 0 0,-10-56-201 0 0,1 0 0 0 0,0-1 0 0 0,0 1 0 0 0,0-1 0 0 0,7 11 0 0 0,-9-17 49 0 0,0 0 0 0 0,-1 1 0 0 0,1-1 0 0 0,0 0-1 0 0,0 0 1 0 0,0 0 0 0 0,0 1 0 0 0,0-1 0 0 0,0 0 0 0 0,0 0 0 0 0,0 0 0 0 0,0-1 0 0 0,1 1 0 0 0,-1 0 0 0 0,0 0 0 0 0,0-1-1 0 0,1 1 1 0 0,-1-1 0 0 0,1 1 0 0 0,-1-1 0 0 0,0 1 0 0 0,1-1 0 0 0,-1 0 0 0 0,1 0 0 0 0,-1 0 0 0 0,1 0 0 0 0,-1 0 0 0 0,1 0-1 0 0,-1 0 1 0 0,1 0 0 0 0,-1 0 0 0 0,1-1 0 0 0,-1 1 0 0 0,0-1 0 0 0,3 0 0 0 0,3-4-10 0 0,0 0 0 0 0,-1 0 0 0 0,0-1 0 0 0,0 1 0 0 0,0-1 0 0 0,0-1 0 0 0,-1 1 0 0 0,0-1 1 0 0,-1 0-1 0 0,1 0 0 0 0,5-15 0 0 0,2-5-29 0 0,14-58 0 0 0,-3-12-147 0 0,-13 49 20 0 0,24-67 0 0 0,-16 78-136 0 0,-10 29-191 0 0,-3 8-466 0 0,-2 19-282 0 0,0 21 1456 0 0,1 1 1 0 0,11 41 0 0 0,-4-19-70 0 0,-2 15 57 0 0,-8-54-108 0 0,2-1 1 0 0,0 0 0 0 0,13 43 0 0 0,-16-64-87 0 0,1-1 0 0 0,0 1 0 0 0,-1-1 1 0 0,1 1-1 0 0,0-1 0 0 0,0 1 0 0 0,0-1 0 0 0,0 0 0 0 0,0 1 1 0 0,0-1-1 0 0,0 0 0 0 0,0 0 0 0 0,0 0 0 0 0,1 0 1 0 0,-1 0-1 0 0,1 0 0 0 0,-1 0 0 0 0,0 0 0 0 0,1 0 1 0 0,-1-1-1 0 0,1 1 0 0 0,0-1 0 0 0,-1 1 0 0 0,1-1 1 0 0,-1 0-1 0 0,1 1 0 0 0,0-1 0 0 0,2 0 0 0 0,2-1-104 0 0,1 1-1 0 0,-1-1 0 0 0,1-1 0 0 0,-1 1 0 0 0,11-5 1 0 0,-6 2-191 0 0,-5 2 171 0 0,-1 0 1 0 0,1 0-1 0 0,0-1 1 0 0,-1 0-1 0 0,1 0 0 0 0,-1-1 1 0 0,0 0-1 0 0,0 1 1 0 0,0-2-1 0 0,-1 1 1 0 0,1 0-1 0 0,-1-1 0 0 0,0 0 1 0 0,0 0-1 0 0,4-8 1 0 0,-1 3-276 0 0,6-10-1044 0 0,-1-1 0 0 0,14-33 0 0 0,7-12-967 0 0,2 14 1385 0 0,-24 37-29 0 0,17-30 0 0 0,-15 14-3872 0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02:13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221 186 1521 0 0,'38'-18'1761'0'0,"11"-18"-161"0"0,1 8-319 0 0,-26 0-161 0 0,0 8-479 0 0,-48 10-321 0 0,24 2-320 0 0,-62-30-560 0 0,1 38-481 0 0,-86 10-560 0 0,35-2-880 0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02:16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3745 4496 4482 0 0,'-1'0'76'0'0,"1"0"-1"0"0,0 0 1 0 0,0 0-1 0 0,0 0 1 0 0,0 0 0 0 0,0 0-1 0 0,0 0 1 0 0,0 0-1 0 0,0 0 1 0 0,-1 0 0 0 0,1 0-1 0 0,0 1 1 0 0,0-1-1 0 0,0 0 1 0 0,0 0 0 0 0,0 0-1 0 0,0 0 1 0 0,0 0-1 0 0,-1 0 1 0 0,1 0 0 0 0,0 0-1 0 0,0 0 1 0 0,0 0-1 0 0,0-1 1 0 0,0 1 0 0 0,0 0-1 0 0,0 0 1 0 0,-1 0-1 0 0,1 0 1 0 0,0 0 0 0 0,0 0-1 0 0,0 0 1 0 0,0 0 226 0 0,0 0-226 0 0,-1 0-1 0 0,1-1 1 0 0,0 1 0 0 0,0 0-1 0 0,0 0 1 0 0,0 0 0 0 0,0 0-1 0 0,0 0 1 0 0,0 0-1 0 0,0 0 1 0 0,0-1 0 0 0,0 1-1 0 0,17-17 2801 0 0,99-78-755 0 0,-105 85-2214 0 0,1-1 0 0 0,-2 0-1 0 0,1 0 1 0 0,-1-1 0 0 0,11-19-1 0 0,-20 28 70 0 0,1 1-1 0 0,-1-1 1 0 0,0 0-1 0 0,0 0 1 0 0,0 0-1 0 0,0 0 1 0 0,-1 0-1 0 0,1 0 1 0 0,-1 0 0 0 0,0 0-1 0 0,0 0 1 0 0,0-1-1 0 0,0 1 1 0 0,0 0-1 0 0,-1 0 1 0 0,0 0-1 0 0,1 0 1 0 0,-1 0-1 0 0,0 0 1 0 0,0 1-1 0 0,-1-1 1 0 0,1 0 0 0 0,-1 0-1 0 0,1 1 1 0 0,-1-1-1 0 0,0 1 1 0 0,0-1-1 0 0,0 1 1 0 0,0 0-1 0 0,0 0 1 0 0,-1 0-1 0 0,-4-4 1 0 0,-1 0 44 0 0,-1 0 0 0 0,0 1 0 0 0,0 0 0 0 0,0 1 0 0 0,-1-1 0 0 0,0 2 0 0 0,1-1 0 0 0,-16-2 0 0 0,11 4-22 0 0,0 1 0 0 0,0 0-1 0 0,-1 1 1 0 0,1 0 0 0 0,0 1 0 0 0,0 1-1 0 0,0 1 1 0 0,0-1 0 0 0,0 2 0 0 0,0 0-1 0 0,1 1 1 0 0,-1 0 0 0 0,1 1 0 0 0,0 1-1 0 0,-18 12 1 0 0,12-6 0 0 0,1 0 1 0 0,0 2-1 0 0,1 0 0 0 0,1 1 0 0 0,0 1 1 0 0,1 1-1 0 0,1 0 0 0 0,1 0 1 0 0,-12 23-1 0 0,5-5 9 0 0,2 2 1 0 0,2 0 0 0 0,2 1-1 0 0,1 0 1 0 0,2 1 0 0 0,-11 72-1 0 0,20-94-15 0 0,1-1 0 0 0,1 0 0 0 0,0 1-1 0 0,1-1 1 0 0,1 0 0 0 0,1 1 0 0 0,1-1 0 0 0,11 32 0 0 0,-11-38 12 0 0,0-1 1 0 0,1 0 0 0 0,0 0 0 0 0,1 0 0 0 0,0-1 0 0 0,0 0 0 0 0,1 0 0 0 0,0-1 0 0 0,1 1 0 0 0,0-2 0 0 0,0 1-1 0 0,1-1 1 0 0,0 0 0 0 0,11 6 0 0 0,-15-10-4 0 0,0-1-1 0 0,1 1 1 0 0,-1-1-1 0 0,0 0 1 0 0,1-1-1 0 0,-1 1 1 0 0,1-1-1 0 0,-1 0 1 0 0,1 0-1 0 0,0-1 1 0 0,-1 0-1 0 0,1 0 1 0 0,0 0-1 0 0,-1-1 1 0 0,1 0-1 0 0,-1 0 1 0 0,1 0 0 0 0,-1 0-1 0 0,1-1 1 0 0,-1 0-1 0 0,0 0 1 0 0,0-1-1 0 0,0 1 1 0 0,0-1-1 0 0,0 0 1 0 0,0-1-1 0 0,6-5 1 0 0,1-3-1 0 0,0 0-1 0 0,-1 0 1 0 0,-1-2 0 0 0,0 1 0 0 0,0-1 0 0 0,-1-1 0 0 0,-1 0 0 0 0,7-17 0 0 0,90-238 0 0 0,16-37 0 0 0,-50 152 0 0 0,-65 141 0 0 0,-1 0 0 0 0,5-20 0 0 0,-9 30 0 0 0,0 1 0 0 0,0-1 0 0 0,-1 0 0 0 0,1 0 0 0 0,-1 1 0 0 0,0-1 0 0 0,0 0 0 0 0,-1 0 0 0 0,1 1 0 0 0,-1-1 0 0 0,0 0 0 0 0,-2-6 0 0 0,3 9 0 0 0,0 0 0 0 0,-1 1 0 0 0,1-1 0 0 0,0 0 0 0 0,0 1 0 0 0,-1-1 0 0 0,1 1 0 0 0,-1-1 0 0 0,1 1 0 0 0,0-1 0 0 0,-1 1 0 0 0,1-1 0 0 0,-1 1 0 0 0,1-1 0 0 0,-1 1 0 0 0,1-1 0 0 0,-1 1 0 0 0,0 0 0 0 0,1-1 0 0 0,-1 1 0 0 0,1 0 0 0 0,-1-1 0 0 0,0 1 0 0 0,1 0 0 0 0,-1 0 0 0 0,0 0 0 0 0,1 0 0 0 0,-1 0 0 0 0,0-1 0 0 0,1 1 0 0 0,-1 0 0 0 0,0 1 0 0 0,1-1 0 0 0,-1 0 0 0 0,0 0 0 0 0,1 0 0 0 0,-1 0 0 0 0,-1 1 0 0 0,-19 15 0 0 0,19-14 0 0 0,-9 8 0 0 0,7-8 0 0 0,1 0 0 0 0,1 1 0 0 0,-1-1 0 0 0,0 1 0 0 0,1-1 0 0 0,-1 1 0 0 0,1 0 0 0 0,0 0 0 0 0,0 0 0 0 0,0 0 0 0 0,0 0 0 0 0,0 0 0 0 0,1 1 0 0 0,-1-1 0 0 0,1 0 0 0 0,0 1 0 0 0,0 0 0 0 0,0 3 0 0 0,3 99 0 0 0,-2 87 0 0 0,-4-139 0 0 0,-3-1 0 0 0,-2 0 0 0 0,-16 55 0 0 0,37-144 0 0 0,3 2 0 0 0,1 0 0 0 0,1 1 0 0 0,2 1 0 0 0,30-40 0 0 0,-15 27 0 0 0,3 1 0 0 0,82-76 0 0 0,-110 112 0 0 0,-1 1 0 0 0,1-1 0 0 0,0 1 0 0 0,0 1 0 0 0,1 0 0 0 0,0 0 0 0 0,0 1 0 0 0,18-7 0 0 0,-26 11 0 0 0,-1 1 0 0 0,1-1 0 0 0,-1 1 0 0 0,1 0 0 0 0,-1 0 0 0 0,0 0 0 0 0,1 0 0 0 0,-1 0 0 0 0,1 0 0 0 0,-1 0 0 0 0,1 0 0 0 0,-1 0 0 0 0,1 0 0 0 0,-1 1 0 0 0,1-1 0 0 0,-1 1 0 0 0,0-1 0 0 0,1 1 0 0 0,-1 0 0 0 0,0-1 0 0 0,1 1 0 0 0,-1 0 0 0 0,0 0 0 0 0,0 0 0 0 0,0 0 0 0 0,0 0 0 0 0,0 0 0 0 0,0 0 0 0 0,0 0 0 0 0,0 1 0 0 0,0-1 0 0 0,0 0 0 0 0,-1 1 0 0 0,1-1 0 0 0,-1 0 0 0 0,1 1 0 0 0,0 1 0 0 0,1 5 0 0 0,-1 1 0 0 0,0-1 0 0 0,0 1 0 0 0,0-1 0 0 0,-2 13 0 0 0,-18 186 0 0 0,9-124 0 0 0,0 97 0 0 0,11-160 0 0 0,1 1 0 0 0,8 31 0 0 0,-9-46 0 0 0,5 14 0 0 0,-6-20 0 0 0,0 0 0 0 0,0 0 0 0 0,0 0 0 0 0,0 0 0 0 0,0 0 0 0 0,0 0 0 0 0,0 0 0 0 0,0 0 0 0 0,0-1 0 0 0,0 1 0 0 0,0 0 0 0 0,0 0 0 0 0,0 0 0 0 0,0 0 0 0 0,0 0 0 0 0,0 0 0 0 0,0 0 0 0 0,0 0 0 0 0,0 0 0 0 0,0 0 0 0 0,0 0 0 0 0,0 0 0 0 0,1 0 0 0 0,-1 0 0 0 0,0 0 0 0 0,0-1 0 0 0,0 1 0 0 0,0 0 0 0 0,0 0 0 0 0,0 0 0 0 0,0 0 0 0 0,0 0 0 0 0,0 0 0 0 0,0 0 0 0 0,0 0 0 0 0,0 0 0 0 0,1 0 0 0 0,-1 0 0 0 0,0 0 0 0 0,0 0 0 0 0,0 0 0 0 0,0 0 0 0 0,0 0 0 0 0,0 0 0 0 0,0 0 0 0 0,0 0 0 0 0,0 0 0 0 0,0 0 0 0 0,0 0 0 0 0,0 1 0 0 0,1-1 0 0 0,-1 0 0 0 0,0 0 0 0 0,0 0 0 0 0,0 0 0 0 0,0 0 0 0 0,0 0 0 0 0,0 0 0 0 0,0 0 0 0 0,0 0 0 0 0,0 0 0 0 0,0 0 0 0 0,0 0 0 0 0,0 0 0 0 0,0 0 0 0 0,2-21 0 0 0,-2 20 0 0 0,2-53 0 0 0,-3 1 0 0 0,-3 0 0 0 0,-2-1 0 0 0,-2 1 0 0 0,-22-75 0 0 0,1 30 0 0 0,-79-285 0 0 0,29-13 0 0 0,63 246 0 0 0,-23-141 0 0 0,12 182 0 0 0,-46-124 0 0 0,-57-103 0 0 0,79 210 0 0 0,-27-48 0 0 0,58 137 0 0 0,-2 1 0 0 0,-35-42 0 0 0,-37-36 0 0 0,-53-67 0 0 0,-59-157 0 0 0,111 170 0 0 0,18 39 0 0 0,-7 3 0 0 0,-109-127 0 0 0,149 202 0 0 0,-3 2 0 0 0,-1 2 0 0 0,-3 2 0 0 0,-1 2 0 0 0,-2 3 0 0 0,-2 2 0 0 0,-70-35 0 0 0,97 60 0 0 0,0 1 0 0 0,0 1 0 0 0,-1 1 0 0 0,0 2 0 0 0,-1 1 0 0 0,0 1 0 0 0,-39-1 0 0 0,27 6 0 0 0,0 2 0 0 0,-1 1 0 0 0,1 3 0 0 0,-70 16 0 0 0,28-1 0 0 0,-169 36 0 0 0,184-44 0 0 0,-120 4 0 0 0,107-17 0 0 0,0-4 0 0 0,0-3 0 0 0,1-3 0 0 0,0-5 0 0 0,-152-49 0 0 0,190 50 0 0 0,2-3 0 0 0,0-1 0 0 0,1-2 0 0 0,1-1 0 0 0,-46-36 0 0 0,78 53 0 0 0,1-1 0 0 0,-1-1 0 0 0,1 1 0 0 0,0-1 0 0 0,1-1 0 0 0,-1 1 0 0 0,-7-15 0 0 0,13 22 0 0 0,1-1 0 0 0,-1 0 0 0 0,1 0 0 0 0,0 0 0 0 0,-1 1 0 0 0,1-1 0 0 0,0 0 0 0 0,0 0 0 0 0,0 0 0 0 0,0 0 0 0 0,0 0 0 0 0,0 0 0 0 0,0 0 0 0 0,0 1 0 0 0,0-1 0 0 0,0 0 0 0 0,0 0 0 0 0,0 0 0 0 0,1 0 0 0 0,-1 0 0 0 0,0 0 0 0 0,1 1 0 0 0,0-3 0 0 0,0 2 0 0 0,1 0 0 0 0,-1 0 0 0 0,0 0 0 0 0,1 0 0 0 0,-1 0 0 0 0,1 1 0 0 0,-1-1 0 0 0,1 0 0 0 0,0 1 0 0 0,-1-1 0 0 0,1 1 0 0 0,-1-1 0 0 0,1 1 0 0 0,0 0 0 0 0,2 0 0 0 0,12 0 0 0 0,0 0 0 0 0,0 2 0 0 0,-1 0 0 0 0,1 0 0 0 0,-1 2 0 0 0,30 10 0 0 0,-5-1 0 0 0,-2 2 0 0 0,0 2 0 0 0,-1 1 0 0 0,0 2 0 0 0,-2 2 0 0 0,54 42 0 0 0,-72-50 0 0 0,-1 2 0 0 0,-1 0 0 0 0,0 0 0 0 0,-1 2 0 0 0,-1 0 0 0 0,16 28 0 0 0,-21-30 0 0 0,0 0 0 0 0,-2 1 0 0 0,0 0 0 0 0,-1 0 0 0 0,0 0 0 0 0,-2 0 0 0 0,0 1 0 0 0,-1 0 0 0 0,0 21 0 0 0,-3 0 0 0 0,-3 0 0 0 0,-1 0 0 0 0,-2 0 0 0 0,-2-1 0 0 0,-1 0 0 0 0,-20 47 0 0 0,-7 4 0 0 0,-89 151 0 0 0,-69 68 0 0 0,153-244 0 0 0,-99 172 0 0 0,134-222 0 0 0,0 0 0 0 0,1 0 0 0 0,1 1 0 0 0,1-1 0 0 0,0 1 0 0 0,-3 18 0 0 0,7-29 0 0 0,0 1 0 0 0,0 0 0 0 0,0-1 0 0 0,0 1 0 0 0,1-1 0 0 0,0 1 0 0 0,0-1 0 0 0,0 1 0 0 0,0-1 0 0 0,1 1 0 0 0,-1-1 0 0 0,1 0 0 0 0,0 0 0 0 0,1 0 0 0 0,-1 0 0 0 0,1 0 0 0 0,-1 0 0 0 0,1-1 0 0 0,1 1 0 0 0,3 3 0 0 0,1 0 0 0 0,0-1 0 0 0,1-1 0 0 0,0 0 0 0 0,0 0 0 0 0,0 0 0 0 0,0-1 0 0 0,0-1 0 0 0,1 0 0 0 0,0 0 0 0 0,19 3 0 0 0,6-2 0 0 0,62 1 0 0 0,-67-5 0 0 0,0-2 0 0 0,0 0 0 0 0,0-2 0 0 0,0-2 0 0 0,-1 0 0 0 0,0-2 0 0 0,30-12 0 0 0,-32 8 0 0 0,-1 0 0 0 0,-1-2 0 0 0,0-1 0 0 0,29-22 0 0 0,39-43 0 0 0,-90 77 0 0 0,1-2 0 0 0,1 1 0 0 0,-1-1 0 0 0,1 1 0 0 0,0 0 0 0 0,9-4 0 0 0,-14 8 0 0 0,0 0 0 0 0,0 0 0 0 0,0 0 0 0 0,1 0 0 0 0,-1 0 0 0 0,0 1 0 0 0,0-1 0 0 0,0 0 0 0 0,0 0 0 0 0,1 0 0 0 0,-1 0 0 0 0,0 1 0 0 0,0-1 0 0 0,0 0 0 0 0,0 0 0 0 0,0 0 0 0 0,0 1 0 0 0,0-1 0 0 0,0 0 0 0 0,0 0 0 0 0,0 0 0 0 0,0 1 0 0 0,0-1 0 0 0,0 0 0 0 0,0 0 0 0 0,0 1 0 0 0,0-1 0 0 0,0 0 0 0 0,0 0 0 0 0,0 0 0 0 0,0 1 0 0 0,0-1 0 0 0,0 0 0 0 0,0 0 0 0 0,0 0 0 0 0,0 1 0 0 0,-6 21 0 0 0,4-13 0 0 0,0 2 0 0 0,0-1 0 0 0,0 1 0 0 0,1-1 0 0 0,1 22 0 0 0,0-27 0 0 0,0 0 0 0 0,1 0 0 0 0,0 0 0 0 0,0-1 0 0 0,0 1 0 0 0,1 0 0 0 0,-1 0 0 0 0,1-1 0 0 0,0 1 0 0 0,1-1 0 0 0,-1 1 0 0 0,1-1 0 0 0,0 0 0 0 0,3 4 0 0 0,-4-7 0 0 0,1 1 0 0 0,-1-1 0 0 0,0 0 0 0 0,1 1 0 0 0,-1-1 0 0 0,1 0 0 0 0,-1 0 0 0 0,1-1 0 0 0,-1 1 0 0 0,1 0 0 0 0,0-1 0 0 0,-1 0 0 0 0,1 1 0 0 0,0-1 0 0 0,-1 0 0 0 0,1-1 0 0 0,0 1 0 0 0,-1 0 0 0 0,4-1 0 0 0,7 0 0 0 0,-13 1 0 0 0,0 0 0 0 0,0 0 0 0 0,0 0 0 0 0,1-1 0 0 0,-1 1 0 0 0,0 0 0 0 0,0 0 0 0 0,0 0 0 0 0,0 0 0 0 0,0 0 0 0 0,0 1 0 0 0,1-1 0 0 0,-1 0 0 0 0,0 0 0 0 0,0 0 0 0 0,0 0 0 0 0,0 0 0 0 0,0 0 0 0 0,0 0 0 0 0,0 0 0 0 0,1 0 0 0 0,-1 0 0 0 0,0 0 0 0 0,0 0 0 0 0,0 0 0 0 0,0 0 0 0 0,0 1 0 0 0,0-1 0 0 0,0 0 0 0 0,0 0 0 0 0,0 0 0 0 0,0 0 0 0 0,0 0 0 0 0,1 0 0 0 0,-1 0 0 0 0,0 1 0 0 0,0-1 0 0 0,0 0 0 0 0,0 0 0 0 0,0 0 0 0 0,0 0 0 0 0,0 0 0 0 0,0 0 0 0 0,0 0 0 0 0,0 1 0 0 0,0-1 0 0 0,0 0 0 0 0,0 0 0 0 0,0 0 0 0 0,0 0 0 0 0,0 0 0 0 0,0 0 0 0 0,-1 1 0 0 0,1-1 0 0 0,0 0 0 0 0,0 0 0 0 0,0 0 0 0 0,-7 10 0 0 0,-8 4 0 0 0,15-14 0 0 0,1-1 0 0 0,0 1 0 0 0,0-1 0 0 0,0 0 0 0 0,0 0 0 0 0,0 1 0 0 0,0-1 0 0 0,-1 0 0 0 0,1 0 0 0 0,0 0 0 0 0,0 0 0 0 0,-1 0 0 0 0,1 0 0 0 0,0 0 0 0 0,-1 0 0 0 0,0-1 0 0 0,1 1 0 0 0,0-2 0 0 0,-3 4 0 0 0,1 10 0 0 0,1 10 0 0 0,2-1 0 0 0,1 1 0 0 0,0 0 0 0 0,2-1 0 0 0,12 37 0 0 0,52 100 0 0 0,-16-40 0 0 0,-5 11 0 0 0,39 177 0 0 0,-56-191 0 0 0,-28-101 0 0 0,74 244 0 0 0,-73-243 0 0 0,2 0 0 0 0,0-1 0 0 0,13 22 0 0 0,-16-30 0 0 0,1 0 0 0 0,0-1 0 0 0,0 1 0 0 0,0-1 0 0 0,1 0 0 0 0,-1-1 0 0 0,1 1 0 0 0,0-1 0 0 0,0 1 0 0 0,9 3 0 0 0,-2-1 0 0 0,-1 0 0 0 0,1 1 0 0 0,-2 0 0 0 0,1 1 0 0 0,-1 0 0 0 0,0 0 0 0 0,-1 1 0 0 0,1 1 0 0 0,-2 0 0 0 0,0 0 0 0 0,0 0 0 0 0,-1 1 0 0 0,12 23 0 0 0,-10-17 0 0 0,-1-2 0 0 0,0 0 0 0 0,1-1 0 0 0,0 0 0 0 0,1 0 0 0 0,13 12 0 0 0,-21-24 0 0 0,0 0 0 0 0,1 0 0 0 0,-1 0 0 0 0,0 0 0 0 0,1 0 0 0 0,0 0 0 0 0,-1-1 0 0 0,1 1 0 0 0,0-1 0 0 0,0 0 0 0 0,0 0 0 0 0,0 0 0 0 0,0 0 0 0 0,0-1 0 0 0,0 1 0 0 0,0-1 0 0 0,0 0 0 0 0,0 1 0 0 0,0-1 0 0 0,0-1 0 0 0,0 1 0 0 0,0 0 0 0 0,0-1 0 0 0,0 0 0 0 0,0 1 0 0 0,0-1 0 0 0,0 0 0 0 0,0-1 0 0 0,0 1 0 0 0,-1 0 0 0 0,1-1 0 0 0,0 0 0 0 0,3-3 0 0 0,1 0 0 0 0,-6 4 0 0 0,-1 1 0 0 0,0-1 0 0 0,1 1 0 0 0,-1 0 0 0 0,1-1 0 0 0,-1 1 0 0 0,0-1 0 0 0,1 1 0 0 0,-1 0 0 0 0,1 0 0 0 0,-1-1 0 0 0,1 1 0 0 0,0 0 0 0 0,-1 0 0 0 0,1-1 0 0 0,-1 1 0 0 0,1 0 0 0 0,-1 0 0 0 0,1 0 0 0 0,0 0 0 0 0,0 0 0 0 0,0 1 0 0 0,0 1 0 0 0,-1-1 0 0 0,1 1 0 0 0,0-1 0 0 0,-1 1 0 0 0,0 0 0 0 0,1-1 0 0 0,-1 1 0 0 0,0-1 0 0 0,0 1 0 0 0,0 0 0 0 0,0 2 0 0 0,20 250 0 0 0,-19-225 0 0 0,-4-23 0 0 0,-8-36 0 0 0,5 11 0 0 0,-11-27 0 0 0,-41-81 0 0 0,45 104 0 0 0,0 0 0 0 0,-2 1 0 0 0,0 1 0 0 0,-2 1 0 0 0,-22-23 0 0 0,2 10 0 0 0,21 20 0 0 0,1-1 0 0 0,1 0 0 0 0,-13-17 0 0 0,22 24 0 0 0,0-1 0 0 0,0 0 0 0 0,1 0 0 0 0,0 0 0 0 0,0-1 0 0 0,1 1 0 0 0,0-1 0 0 0,1 0 0 0 0,-3-17 0 0 0,0-15 0 0 0,3 19 0 0 0,0 1 0 0 0,-2-1 0 0 0,0 1 0 0 0,-2-1 0 0 0,0 2 0 0 0,-16-38 0 0 0,14 45 0 0 0,1 0 0 0 0,-1 1 0 0 0,-1-1 0 0 0,0 2 0 0 0,-1-1 0 0 0,0 1 0 0 0,-1 1 0 0 0,-23-18 0 0 0,24 26 0 0 0,10 2 0 0 0,-1 0 0 0 0,1 0 0 0 0,0 0 0 0 0,0 1 0 0 0,0-1 0 0 0,0 0 0 0 0,-1 1 0 0 0,1-1 0 0 0,0 0 0 0 0,0 0 0 0 0,0 1 0 0 0,0-1 0 0 0,0 0 0 0 0,0 1 0 0 0,0-1 0 0 0,0 0 0 0 0,0 0 0 0 0,0 1 0 0 0,0-1 0 0 0,0 0 0 0 0,0 1 0 0 0,0-1 0 0 0,0 0 0 0 0,0 1 0 0 0,0-1 0 0 0,0 0 0 0 0,0 0 0 0 0,1 1 0 0 0,3 10 0 0 0,0-1 0 0 0,2 0 0 0 0,-1 0 0 0 0,1 0 0 0 0,1-1 0 0 0,-1 1 0 0 0,2-2 0 0 0,-1 1 0 0 0,18 14 0 0 0,-18-18 0 0 0,-1 0 0 0 0,1-1 0 0 0,1 0 0 0 0,-1-1 0 0 0,0 1 0 0 0,1-1 0 0 0,0-1 0 0 0,0 0 0 0 0,0 0 0 0 0,0 0 0 0 0,14 0 0 0 0,-10-1 0 0 0,0-1 0 0 0,0-1 0 0 0,0 0 0 0 0,0-1 0 0 0,0 0 0 0 0,0 0 0 0 0,16-7 0 0 0,-13 3 6 0 0,-1-1 1 0 0,1-1-1 0 0,-1 0 1 0 0,-1 0 0 0 0,0-2-1 0 0,23-19 1 0 0,-18 11-259 0 0,0-1 1 0 0,-1-1-1 0 0,22-33 0 0 0,20-46-4550 0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02:18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2922 2328 5362 0 0,'-238'51'3109'0'0,"205"-41"-2786"0"0,1 1 0 0 0,-43 21 0 0 0,57-23-271 0 0,1 1 0 0 0,0 1 0 0 0,0 1-1 0 0,1 1 1 0 0,-18 18 0 0 0,6-2-4 0 0,2 1-1 0 0,-33 48 1 0 0,-38 78 115 0 0,90-145-149 0 0,-81 147 255 0 0,8 4 0 0 0,-86 243 0 0 0,-49 353 818 0 0,53 175-700 0 0,131-663-30 0 0,12 1 0 0 0,18 326 0 0 0,12-433-147 0 0,7 0 0 0 0,8-2 0 0 0,6 0 0 0 0,102 298 0 0 0,-89-350-151 0 0,4-2-1 0 0,5-2 1 0 0,4-2-1 0 0,5-3 1 0 0,113 139-1 0 0,-73-121-59 0 0,5-5 0 0 0,4-4 0 0 0,215 160 0 0 0,-59-84 1 0 0,8-12 0 0 0,480 225 0 0 0,-524-298 107 0 0,4-10 1 0 0,3-10-1 0 0,4-10 0 0 0,396 61 0 0 0,-408-103 55 0 0,1-10 0 0 0,0-10 0 0 0,1-10 0 0 0,0-11 0 0 0,262-46-1 0 0,-230 6-3 0 0,-3-12 0 0 0,-2-12-1 0 0,-4-10 1 0 0,299-147 0 0 0,-198 54 197 0 0,-8-16 0 0 0,393-291 1 0 0,-349 189 275 0 0,611-599 0 0 0,-605 478 132 0 0,405-551 0 0 0,-85-98 496 0 0,-576 814-887 0 0,-11-7-1 0 0,138-383 1 0 0,-166 289-137 0 0,-77 233-126 0 0,-5 0 1 0 0,8-182 0 0 0,-27 217-80 0 0,-4-1 1 0 0,-4 0 0 0 0,-3 1 0 0 0,-5 0-1 0 0,-3 0 1 0 0,-3 2 0 0 0,-5 0 0 0 0,-52-124-1 0 0,38 127-14 0 0,-4 2 0 0 0,-3 1-1 0 0,-92-118 1 0 0,65 109-14 0 0,-4 2 0 0 0,-127-109 1 0 0,65 83 13 0 0,-4 6 0 0 0,-5 7 0 0 0,-284-142 0 0 0,166 119-12 0 0,-4 12 0 0 0,-5 11 1 0 0,-287-61-1 0 0,119 64-39 0 0,-559-47-1 0 0,453 102-10 0 0,-637 34 0 0 0,-542 177-115 0 0,1141-69 18 0 0,-1118 350 0 0 0,1246-287 25 0 0,7 19 0 0 0,-775 442 0 0 0,747-320 38 0 0,58 4 0 0 0,58-3-27 0 0,246-197-145 0 0,-174 208 0 0 0,238-250-93 0 0,4 1 1 0 0,3 3-1 0 0,3 2 0 0 0,-59 138 0 0 0,77-144-286 0 0,3 1-1 0 0,-19 97 1 0 0,33-121-53 0 0,2 1 0 0 0,2 0 0 0 0,2 0 1 0 0,2 0-1 0 0,8 68 0 0 0,-1-72-566 0 0,2 0-1 0 0,2-1 1 0 0,1 0-1 0 0,2 0 1 0 0,35 67 0 0 0,13 0-2712 0 0,-16-46 627 0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11:10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1041 2961 0 0,'0'-1'82'0'0,"0"0"-1"0"0,0 1 0 0 0,0-1 1 0 0,0 0-1 0 0,0 0 0 0 0,1 1 1 0 0,-1-1-1 0 0,0 0 0 0 0,0 1 1 0 0,1-1-1 0 0,-1 0 0 0 0,0 1 1 0 0,1-1-1 0 0,-1 1 0 0 0,0-1 1 0 0,1 0-1 0 0,-1 1 0 0 0,1-1 1 0 0,-1 1-1 0 0,1-1 0 0 0,0 1 1 0 0,-1 0-1 0 0,1-1 0 0 0,-1 1 1 0 0,1-1-1 0 0,0 1 0 0 0,-1 0 0 0 0,1 0 1 0 0,0-1-1 0 0,-1 1 0 0 0,1 0 1 0 0,0 0-1 0 0,-1 0 0 0 0,1 0 1 0 0,0 0-1 0 0,0 0 0 0 0,4 0 161 0 0,0 2 0 0 0,0-1 0 0 0,-1 0 0 0 0,1 1-1 0 0,6 3 1 0 0,13 5 674 0 0,24 7 94 0 0,0-3-1 0 0,1-2 0 0 0,1-2 1 0 0,0-2-1 0 0,92 2 0 0 0,520 20-288 0 0,-544-25-468 0 0,209-16-1 0 0,112-44 92 0 0,-254 29-233 0 0,44-5 0 0 0,953-118 71 0 0,-1124 143-114 0 0,532-53 334 0 0,4 33-431 0 0,553 35 15 0 0,-556-5-4 0 0,728-12 450 0 0,-1086-1-410 0 0,569-17-135 0 0,0 27-36 0 0,423 51 773 0 0,143 4-48 0 0,-62-38-402 0 0,-871-19 115 0 0,643-7 115 0 0,23-38-374 0 0,-813 31 20 0 0,1530-101 186 0 0,-604 35 33 0 0,0 20 107 0 0,195-1-277 0 0,-4-37 122 0 0,-142-65-354 0 0,-981 125 322 0 0,117-19 47 0 0,1-24 379 0 0,-352 70-509 0 0,-1-1-173 0 0,1 2 1 0 0,49-5 0 0 0,-84 16-128 0 0,1 0 0 0 0,-1 1 1 0 0,0 1-1 0 0,0 0 1 0 0,0 0-1 0 0,17 7 0 0 0,22 4-838 0 0,-2-7-1916 0 0,-33-5-867 0 0,31 6 0 0 0,-29 3-3629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11:11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10 160 0 0,'-5'-7'11815'0'0,"-5"5"-6529"0"0,9 2-5160 0 0,0 0 0 0 0,0 1-1 0 0,1-1 1 0 0,-1 1 0 0 0,0-1 0 0 0,1 1 0 0 0,-1-1 0 0 0,0 1 0 0 0,1-1 0 0 0,-1 1-1 0 0,1-1 1 0 0,-1 1 0 0 0,1 0 0 0 0,-1-1 0 0 0,1 1 0 0 0,-1 0 0 0 0,1-1 0 0 0,-1 2-1 0 0,0 2 66 0 0,-1 0-1 0 0,1 0 0 0 0,0 0 0 0 0,0 0 0 0 0,1 0 0 0 0,-1 6 0 0 0,-5 122 1251 0 0,-7 1059 1036 0 0,14-865-2233 0 0,-1-272-193 0 0,6 245 191 0 0,2-214-250 0 0,-6-76-207 0 0,-1 0 1 0 0,2 0 0 0 0,-1 0 0 0 0,1 0 0 0 0,0-1 0 0 0,6 10 0 0 0,0-8-3377 0 0,-9-10 3494 0 0,1 0 0 0 0,-1 0 0 0 0,0 0-1 0 0,0 0 1 0 0,1 0 0 0 0,-1 0 0 0 0,0-1 0 0 0,0 1-1 0 0,1 0 1 0 0,-1 0 0 0 0,0 0 0 0 0,0-1-1 0 0,0 1 1 0 0,0 0 0 0 0,1 0 0 0 0,-1-1-1 0 0,0 1 1 0 0,0 0 0 0 0,0 0 0 0 0,0-1 0 0 0,0 1-1 0 0,0 0 1 0 0,0 0 0 0 0,0-1 0 0 0,0 1-1 0 0,0 0 1 0 0,0-1 0 0 0,0 1 0 0 0,0 0-1 0 0,-1-33-5493 0 0,-12-36-3120 0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11:12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7 282 7043 0 0,'-3'67'5721'0'0,"-1"79"-1917"0"0,33 251-2485 0 0,36 11 1097 0 0,4-130 458 0 0,-53-231-2485 0 0,1 0-1 0 0,3-1 1 0 0,42 70-1 0 0,-52-98-347 0 0,2-2 0 0 0,0 0 0 0 0,1 0 0 0 0,0-1 0 0 0,1-1 0 0 0,1 0 0 0 0,0-1 0 0 0,29 19 0 0 0,-37-28-27 0 0,0 0 1 0 0,0 0 0 0 0,1-1-1 0 0,-1 0 1 0 0,1 0 0 0 0,0-1-1 0 0,0 1 1 0 0,0-2 0 0 0,0 1-1 0 0,0-1 1 0 0,0-1 0 0 0,0 1-1 0 0,0-1 1 0 0,1-1 0 0 0,-1 0-1 0 0,0 0 1 0 0,0 0 0 0 0,0-1-1 0 0,0 0 1 0 0,0-1 0 0 0,-1 0-1 0 0,1 0 1 0 0,11-6 0 0 0,-8 1 5 0 0,1 0 0 0 0,-2 0 1 0 0,1-1-1 0 0,-1-1 0 0 0,0 1 1 0 0,-1-2-1 0 0,0 1 0 0 0,8-13 1 0 0,3-9 41 0 0,32-67-1 0 0,34-120 19 0 0,3-68-93 0 0,-28 62-110 0 0,43-146-15 0 0,-65 252-505 0 0,54-115 0 0 0,6 41-3319 0 0,-39 93-3148 0 0,-59 99 6583 0 0,-1 0-1 0 0,1 0 1 0 0,0-1 0 0 0,0 1 0 0 0,-1 0-1 0 0,1 0 1 0 0,0 0 0 0 0,0 0-1 0 0,0 0 1 0 0,0 0 0 0 0,0 0-1 0 0,0 0 1 0 0,0 0 0 0 0,1 1 0 0 0,-1-1-1 0 0,2-1 1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11:15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1 1361 0 0,'11'3'3201'0'0,"-11"-2"-3045"0"0,0 0 0 0 0,-1 0 0 0 0,1 0 0 0 0,-1 0 0 0 0,1 0 1 0 0,-1 0-1 0 0,1 0 0 0 0,-1-1 0 0 0,0 1 0 0 0,1 0 0 0 0,-1 0 0 0 0,0-1 0 0 0,1 1 0 0 0,-1 0 0 0 0,0-1 0 0 0,0 1 0 0 0,0-1 0 0 0,0 1 0 0 0,-1 0 1 0 0,-70 47 4061 0 0,-73 51 2729 0 0,125-82-5212 0 0,20-17-1730 0 0,0 0 0 0 0,0 0 0 0 0,0 1 0 0 0,0-1 0 0 0,0 0 0 0 0,0 0 0 0 0,0 0 0 0 0,0 0-1 0 0,0 0 1 0 0,1 0 0 0 0,-1 1 0 0 0,0-1 0 0 0,0 0 0 0 0,0 0 0 0 0,0 0 0 0 0,0 0 0 0 0,0 0 0 0 0,1 0 0 0 0,-1 0 0 0 0,0 0 0 0 0,0 0 0 0 0,0 0 0 0 0,0 0 0 0 0,0 0 0 0 0,0 0 0 0 0,1 0 0 0 0,-1 0 0 0 0,0 0 0 0 0,0 0 0 0 0,0 0 0 0 0,0 0 0 0 0,1 0 0 0 0,-1 0 0 0 0,0 0 0 0 0,0 0 0 0 0,0 0 0 0 0,0 0 0 0 0,0 0 0 0 0,0 0 0 0 0,1 0-1 0 0,-1 0 1 0 0,0 0 0 0 0,0 0 0 0 0,0 0 0 0 0,0 0 0 0 0,0 0 0 0 0,0-1 0 0 0,1 1 0 0 0,-1 0 0 0 0,0 0 0 0 0,0 0 0 0 0,0 0 0 0 0,1-1-39 0 0,0 1 0 0 0,1 0 0 0 0,-1-1 0 0 0,0 1 0 0 0,1 0 0 0 0,-1 0 0 0 0,0 0 0 0 0,0 0 0 0 0,1 0 0 0 0,-1 0 0 0 0,0 0 0 0 0,0 1 0 0 0,1-1 0 0 0,-1 0 0 0 0,2 1 0 0 0,175 124-208 0 0,-61-46 163 0 0,75 66 120 0 0,-179-135-5 0 0,0 1 1 0 0,-1 0 0 0 0,0 2 0 0 0,-1-1 0 0 0,13 19 0 0 0,-20-23 7 0 0,0-1-1 0 0,0 1 1 0 0,0 1 0 0 0,-1-1 0 0 0,0 0 0 0 0,-1 1-1 0 0,1 0 1 0 0,-2 0 0 0 0,1-1 0 0 0,-2 1 0 0 0,1 13 0 0 0,-2 3 268 0 0,-1 1 0 0 0,-1-1 1 0 0,-1 0-1 0 0,-16 49 0 0 0,7-38 66 0 0,-1 1-1 0 0,-31 54 1 0 0,34-70-325 0 0,-1-1 1 0 0,-2-1-1 0 0,0 0 1 0 0,0 0-1 0 0,-2-2 0 0 0,0 0 1 0 0,-26 21-1 0 0,37-34-70 0 0,0-1 0 0 0,-1 1 0 0 0,0-1 0 0 0,1 0 0 0 0,-1 0 0 0 0,0-1 0 0 0,-1 0 0 0 0,1 0 0 0 0,-10 2 0 0 0,12-4-85 0 0,1 1-1 0 0,-1-1 1 0 0,0 0-1 0 0,0-1 1 0 0,0 1-1 0 0,0-1 1 0 0,0 0-1 0 0,1 0 1 0 0,-1 0-1 0 0,0 0 1 0 0,1 0-1 0 0,-1-1 1 0 0,1 0 0 0 0,-1 0-1 0 0,1 0 1 0 0,0 0-1 0 0,-4-3 1 0 0,-3-5-1108 0 0,1 0 1 0 0,-1-1-1 0 0,2 0 1 0 0,0 0-1 0 0,-12-22 1 0 0,-51-99-11090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11:15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1681 0 0,'50'-46'9844'0'0,"-24"42"-4481"0"0,10 12-4163 0 0,23-8-1600 0 0,19-6 80 0 0,22 4 480 0 0,21 10-320 0 0,16 12-1201 0 0,-2 10-4801 0 0,-26 6-642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11:15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536 276 1761 0 0,'-142'118'1521'0'0,"24"-44"-241"0"0,20-14 2882 0 0,16-6 3762 0 0,15-6-1682 0 0,39-22-3760 0 0,40-24-2642 0 0,16 2-241 0 0,38 20 401 0 0,34-2 240 0 0,30-22-79 0 0,17-12-1 0 0,24-10-80 0 0,-34-20-80 0 0,-49 0-320 0 0,-12 0-1281 0 0,-10 0-9925 0 0</inkml:trace>
  <inkml:trace contextRef="#ctx0" brushRef="#br0" timeOffset="1">754 1 7043 0 0,'-71'116'7364'0'0,"22"85"-2482"0"0,25 7-2641 0 0,17 26-1921 0 0,4 13-560 0 0,3 9 80 0 0,17-12 400 0 0,21-20 80 0 0,14-21-240 0 0,12-37-4162 0 0,-12-46-5762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11:18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10 1601 0 0,'33'-10'5682'0'0,"-59"14"3282"0"0,4-2-2080 0 0,-6-6-7205 0 0,-5 2-1920 0 0,-5 6 881 0 0,17 0-161 0 0,9 4-560 0 0,19 64-9604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11:18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1 162 640 0 0,'31'8'2802'0'0,"-8"-2"-321"0"0,49-24-560 0 0,-1-12-4323 0 0</inkml:trace>
  <inkml:trace contextRef="#ctx0" brushRef="#br0" timeOffset="1">1364 42 3602 0 0,'78'-16'3281'0'0,"-7"8"881"0"0,5 0-2161 0 0,26-2-10485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11:18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0 172 4722 0 0,'31'14'17528'0'0,"17"0"-18968"0"0,6 8-9445 0 0</inkml:trace>
  <inkml:trace contextRef="#ctx0" brushRef="#br0" timeOffset="1">1043 44 8404 0 0,'62'-2'11205'0'0,"-50"8"-5042"0"0,-5-4-5843 0 0,38-6-1361 0 0,19-8 561 0 0,-9 6 0 0 0,-10 0-2081 0 0,-5 4 320 0 0,-2-8-2081 0 0,-5 1-400 0 0,-9 9-3122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11:14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57 560 0 0,'0'0'235'0'0,"0"-1"-1"0"0,0 0 1 0 0,0 0-1 0 0,0 1 1 0 0,0-1-1 0 0,0 0 1 0 0,0 1-1 0 0,0-1 1 0 0,-1 0-1 0 0,1 1 1 0 0,0-1-1 0 0,0 0 1 0 0,-1 1-1 0 0,1-1 1 0 0,0 0 0 0 0,-1 1-1 0 0,1-1 1 0 0,-1 1-1 0 0,1-1 1 0 0,-1 1-1 0 0,1-1 1 0 0,-1 1-1 0 0,1-1 1 0 0,-1 1-1 0 0,0 0 1 0 0,1-1-1 0 0,-1 1 1 0 0,1 0-1 0 0,-1-1 1 0 0,-1 1-1 0 0,-9-4 829 0 0,0 1 0 0 0,-19-4-1 0 0,11 4-762 0 0,21 5-595 0 0,25 2 1851 0 0,23-7 3140 0 0,20-8-2805 0 0,-7 1-861 0 0,-32 7-897 0 0,-1 2 1 0 0,0 0 0 0 0,1 2-1 0 0,-1 1 1 0 0,55 12-1 0 0,-62-9-161 0 0,0 2-1 0 0,0 1 1 0 0,0 1-1 0 0,-1 0 1 0 0,-1 2-1 0 0,1 1 1 0 0,33 24 0 0 0,-40-24 128 0 0,-1 0 0 0 0,0 1 1 0 0,0 0-1 0 0,-1 1 0 0 0,-1 1 1 0 0,0 0-1 0 0,-1 0 1 0 0,-1 1-1 0 0,-1 1 0 0 0,0 0 1 0 0,-1 0-1 0 0,-1 1 1 0 0,0-1-1 0 0,-1 1 0 0 0,-1 1 1 0 0,-1-1-1 0 0,-1 1 1 0 0,1 20-1 0 0,-2-1 53 0 0,-2 0 0 0 0,-2 0-1 0 0,-1 0 1 0 0,-2 0 0 0 0,-2-1-1 0 0,-1 0 1 0 0,-2 0 0 0 0,-1-1 0 0 0,-30 64-1 0 0,27-72-161 0 0,-1-1-1 0 0,-1 0 0 0 0,-2-1 0 0 0,0-1 1 0 0,-2-1-1 0 0,0-1 0 0 0,-2 0 0 0 0,0-2 1 0 0,-2 0-1 0 0,0-2 0 0 0,-1-1 0 0 0,-38 21 1 0 0,48-30-34 0 0,-1-2 1 0 0,0 0-1 0 0,-1-1 1 0 0,1 0-1 0 0,-23 3 1 0 0,33-7 26 0 0,-1-1-1 0 0,1-1 1 0 0,-1 1-1 0 0,1-1 1 0 0,-1 0 0 0 0,1-1-1 0 0,-1 1 1 0 0,1-1-1 0 0,0-1 1 0 0,-1 1 0 0 0,1-1-1 0 0,0 0 1 0 0,0-1-1 0 0,0 1 1 0 0,0-1 0 0 0,-7-5-1 0 0,11 7 13 0 0,0 0 1 0 0,0 0-1 0 0,1 0 1 0 0,-1 0-1 0 0,0-1 0 0 0,1 1 1 0 0,-1-1-1 0 0,1 1 0 0 0,-1-1 1 0 0,1 1-1 0 0,0-1 0 0 0,0 0 1 0 0,0 0-1 0 0,0 1 0 0 0,0-1 1 0 0,0 0-1 0 0,0 0 0 0 0,0 0 1 0 0,1 0-1 0 0,-1-3 0 0 0,1 3 4 0 0,1 0-1 0 0,0 0 0 0 0,0 1 1 0 0,0-1-1 0 0,0 0 0 0 0,0 1 0 0 0,0-1 1 0 0,0 1-1 0 0,0-1 0 0 0,0 1 0 0 0,1 0 1 0 0,-1-1-1 0 0,1 1 0 0 0,-1 0 1 0 0,1 0-1 0 0,-1 0 0 0 0,1 0 0 0 0,0 0 1 0 0,-1 0-1 0 0,1 0 0 0 0,0 1 0 0 0,3-1 1 0 0,40-16-23 0 0,0 3 1 0 0,73-13 0 0 0,-44 10 22 0 0,354-86 80 0 0,-314 74-2204 0 0,-43 3-3329 0 0,1-8-3471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11:14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38 80 0 0,'-62'2'3652'0'0,"54"-3"3127"0"0,48-9-5064 0 0,1 1-1 0 0,79-7 1 0 0,-118 16-1643 0 0,23-2 1322 0 0,28 0-1 0 0,-47 2-928 0 0,0 1-1 0 0,0-1 0 0 0,0 1 1 0 0,0 0-1 0 0,0 1 0 0 0,-1-1 0 0 0,1 1 1 0 0,0 0-1 0 0,9 6 0 0 0,-14-7-417 0 0,1 0-1 0 0,-1 0 1 0 0,1 0-1 0 0,-1 0 1 0 0,0 1-1 0 0,1-1 1 0 0,-1 0 0 0 0,0 1-1 0 0,0-1 1 0 0,0 1-1 0 0,0-1 1 0 0,0 1-1 0 0,-1-1 1 0 0,1 1-1 0 0,0 0 1 0 0,-1 0-1 0 0,1-1 1 0 0,0 3-1 0 0,-1 0-26 0 0,0-1 1 0 0,0 1-1 0 0,0-1 0 0 0,0 1 0 0 0,-1-1 0 0 0,1 1 0 0 0,-1-1 0 0 0,-2 7 0 0 0,-2 3-116 0 0,-1 0 0 0 0,-1 0 0 0 0,-12 18 0 0 0,14-24 82 0 0,-59 83 348 0 0,52-71-151 0 0,12-19-177 0 0,0 1 0 0 0,0 0 0 0 0,1-1 0 0 0,-1 1 0 0 0,0 0 0 0 0,0-1 1 0 0,1 1-1 0 0,-1-1 0 0 0,1 1 0 0 0,-1 0 0 0 0,0-1 0 0 0,1 1 0 0 0,-1-1 0 0 0,1 1 0 0 0,-1-1 0 0 0,1 0 0 0 0,0 1 0 0 0,0 0 0 0 0,12 12-78 0 0,4 5-21 0 0,3 5 80 0 0,2-1 0 0 0,0-1-1 0 0,1-1 1 0 0,37 25-1 0 0,4-11-97 0 0,-43-24 62 0 0,-1 1 0 0 0,1 1 0 0 0,-2 1 1 0 0,23 18-1 0 0,-38-27 58 0 0,1-1 1 0 0,-2 1 0 0 0,1 1-1 0 0,0-1 1 0 0,-1 0 0 0 0,0 1-1 0 0,0 0 1 0 0,0 0 0 0 0,-1 0-1 0 0,0 0 1 0 0,1 0 0 0 0,-2 0-1 0 0,1 0 1 0 0,-1 1 0 0 0,0-1-1 0 0,0 1 1 0 0,0-1 0 0 0,-1 1-1 0 0,1-1 1 0 0,-1 1 0 0 0,-1-1-1 0 0,-1 10 1 0 0,-1-3 33 0 0,0 0 0 0 0,-2 0 0 0 0,1-1 0 0 0,-1 0-1 0 0,-1 0 1 0 0,0 0 0 0 0,0-1 0 0 0,-1 0 0 0 0,0 0 0 0 0,-1-1 0 0 0,0 0 0 0 0,-19 16-1 0 0,10-10 27 0 0,-2-1 0 0 0,0-1 0 0 0,0 0 0 0 0,-1-2 1 0 0,-1 0-1 0 0,-22 7 0 0 0,9-5 37 0 0,-1-2 0 0 0,0-2 0 0 0,-50 7 0 0 0,61-13-43 0 0,0-1 1 0 0,0-1-1 0 0,0-1 0 0 0,0-1 0 0 0,0-2 0 0 0,-25-4 1 0 0,43 5-47 0 0,-1 1 0 0 0,1-1 0 0 0,0 0 1 0 0,0-1-1 0 0,0 0 0 0 0,0 0 0 0 0,-10-7 1 0 0,14 9-139 0 0,0-1 0 0 0,0 1 0 0 0,1-1 1 0 0,-1 0-1 0 0,1 0 0 0 0,-1 0 0 0 0,1 0 0 0 0,0 0 1 0 0,-1 0-1 0 0,1 0 0 0 0,0 0 0 0 0,0 0 1 0 0,1 0-1 0 0,-1-1 0 0 0,0 1 0 0 0,1 0 0 0 0,-1-1 1 0 0,1 1-1 0 0,0 0 0 0 0,0-1 0 0 0,0 1 1 0 0,0-1-1 0 0,0 1 0 0 0,1-5 0 0 0,1 2-796 0 0,0-1-1 0 0,0 1 1 0 0,0-1-1 0 0,0 1 1 0 0,1 0 0 0 0,0 0-1 0 0,0 0 1 0 0,5-5-1 0 0,3-3-3009 0 0,1 1 1 0 0,18-15-1 0 0,-30 27 3888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11:20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828 306 4482 0 0,'-29'-1'6830'0'0,"11"2"-5792"0"0,-8-2-146 0 0,-1 2 0 0 0,1 2 0 0 0,-1 0 0 0 0,1 1 0 0 0,-35 11-1 0 0,36-5-846 0 0,0 2-1 0 0,0 0 1 0 0,1 1-1 0 0,-28 21 0 0 0,-78 71 1415 0 0,95-75-1120 0 0,1 2-1 0 0,2 1 1 0 0,-40 54-1 0 0,56-64-299 0 0,1 0 0 0 0,1 1 1 0 0,1 1-1 0 0,1 0 0 0 0,1 1 0 0 0,1 0 0 0 0,-7 33 1 0 0,8-10 140 0 0,1 0 0 0 0,3 0 0 0 0,2 1 0 0 0,3 0 0 0 0,1-1 1 0 0,3 1-1 0 0,1-1 0 0 0,3 0 0 0 0,2 0 0 0 0,2-1 0 0 0,3-1 1 0 0,21 51-1 0 0,-13-45-145 0 0,2-1 1 0 0,3-2 0 0 0,2 0-1 0 0,2-2 1 0 0,2-1 0 0 0,2-2-1 0 0,2-1 1 0 0,2-3 0 0 0,2-1 0 0 0,54 41-1 0 0,-35-38-67 0 0,2-3 0 0 0,1-3-1 0 0,2-2 1 0 0,79 28 0 0 0,-14-16 79 0 0,173 39 1 0 0,117-12 467 0 0,-319-64-308 0 0,0-6 1 0 0,126-9-1 0 0,-159-1-148 0 0,0-4 0 0 0,0-2 0 0 0,-1-3-1 0 0,72-27 1 0 0,-90 23-126 0 0,-1-2 0 0 0,-1-2-1 0 0,-1-2 1 0 0,-1-2 0 0 0,-1-2-1 0 0,40-35 1 0 0,-49 32 62 0 0,-1-1 1 0 0,-2-1-1 0 0,-2-2 1 0 0,-1-1-1 0 0,-2-2 0 0 0,-2-1 1 0 0,35-69-1 0 0,-31 45 138 0 0,-4-1 0 0 0,-2-1-1 0 0,-3-1 1 0 0,18-105 0 0 0,-33 129-188 0 0,-2 0 0 0 0,-2 0-1 0 0,-1 0 1 0 0,-3-1 0 0 0,-1 1 0 0 0,-2 0 0 0 0,-2 1 0 0 0,-2-1-1 0 0,-2 2 1 0 0,-22-57 0 0 0,7 35 34 0 0,-3 2 0 0 0,-2 1 0 0 0,-3 1 0 0 0,-3 2-1 0 0,-82-98 1 0 0,85 117 121 0 0,-1 1 0 0 0,-3 2 0 0 0,0 1 0 0 0,-3 2 0 0 0,0 2 1 0 0,-2 2-1 0 0,-73-35 0 0 0,23 20-16 0 0,-3 4 1 0 0,-1 5-1 0 0,-2 3 1 0 0,-1 6-1 0 0,-1 3 1 0 0,0 5-1 0 0,-2 4 0 0 0,0 5 1 0 0,0 5-1 0 0,0 4 1 0 0,-165 22-1 0 0,149-5-557 0 0,2 6-1 0 0,1 5 1 0 0,-156 59-1 0 0,232-71 372 0 0,1 1 1 0 0,0 2-1 0 0,1 1 0 0 0,2 3 0 0 0,-36 28 1 0 0,55-38-33 0 0,1 1 0 0 0,0 0 1 0 0,1 1-1 0 0,0 1 0 0 0,2 1 1 0 0,0 0-1 0 0,1 0 0 0 0,0 2 1 0 0,2-1-1 0 0,0 1 1 0 0,-10 33-1 0 0,17-41-393 0 0,-1 1 1 0 0,2-1-1 0 0,0 1 1 0 0,1-1 0 0 0,0 1-1 0 0,1 0 1 0 0,0-1-1 0 0,1 1 1 0 0,0-1-1 0 0,1 1 1 0 0,0-1-1 0 0,1 1 1 0 0,1-1-1 0 0,6 16 1 0 0,4 1-3463 0 0,20 31 1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11:21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1361 0 0,'-2'18'7843'0'0,"19"135"-2881"0"0,23 39-2961 0 0,-7-46-1040 0 0,-7 0-641 0 0,-7 20-320 0 0,0 17 0 0 0,0 11 80 0 0,-7-6 0 0 0,7-10 80 0 0,-5-21 0 0 0,0-37 0 0 0,-2-34 0 0 0,5-26-80 0 0,-8-22 0 0 0,1-24-720 0 0,2-30-4722 0 0,-15-60-5363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11:21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572 32 2321 0 0,'-66'-31'3842'0'0,"33"37"3681"0"0,16 11-2000 0 0,-9 17-3362 0 0,2-6-1441 0 0,-52 60-1280 0 0,-7 38 240 0 0,27 6 480 0 0,-6-20-400 0 0,-9-30-561 0 0,28-24-319 0 0,29-20-3842 0 0,28-36-2882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11:22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1841 0 0,'40'10'10084'0'0,"-28"50"-4961"0"0,26 59-4003 0 0,23 23-1360 0 0,1-18 640 0 0,-10-34 641 0 0,10-2-81 0 0,9-2-479 0 0,12-10-481 0 0,-5-10-321 0 0,10-16-239 0 0,-22-18-2961 0 0,-30-22-7204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11:22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 1761 0 0,'-19'0'1921'0'0,"174"68"-1681"0"0,-108-18-3842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11:23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0 5122 0 0,'-78'84'6243'0'0,"23"-10"-4642"0"0,44-22-2241 0 0,18-22 239 0 0,24 2 321 0 0,-8-10-640 0 0,-6-20-5683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11:23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64 880 0 0,'1'-8'900'0'0,"-1"8"-811"0"0,0 0 0 0 0,0 0 0 0 0,0-1 0 0 0,0 1 0 0 0,0 0 0 0 0,0 0-1 0 0,0 0 1 0 0,0 0 0 0 0,0-1 0 0 0,0 1 0 0 0,0 0 0 0 0,0 0 0 0 0,0 0 0 0 0,0 0 0 0 0,0-1 0 0 0,0 1 0 0 0,0 0-1 0 0,0 0 1 0 0,0 0 0 0 0,0 0 0 0 0,1 0 0 0 0,-1-1 0 0 0,0 1 0 0 0,0 0 0 0 0,0 0 0 0 0,0 0 0 0 0,0 0-1 0 0,0 0 1 0 0,0 0 0 0 0,1-1 0 0 0,-1 1 0 0 0,0 0 0 0 0,0 0 0 0 0,0 0 0 0 0,0 0 0 0 0,0 0 0 0 0,1 0 0 0 0,-1 0-1 0 0,0 0 1 0 0,0 0 0 0 0,0 0 0 0 0,0 0 0 0 0,0 0 0 0 0,1 0 0 0 0,-1 0 0 0 0,0 0 0 0 0,0 0 0 0 0,0 0 0 0 0,0 0-1 0 0,1 0 1 0 0,-1 0 0 0 0,0 0 0 0 0,0 0 0 0 0,0 0 0 0 0,0 0 0 0 0,1 0 0 0 0,-1 0 0 0 0,0 0 0 0 0,0 0-1 0 0,0 1 1 0 0,0-1 0 0 0,0 0 0 0 0,1 0 0 0 0,4 2 625 0 0,0-1 1 0 0,1 1-1 0 0,-1-1 0 0 0,1 0 1 0 0,-1-1-1 0 0,1 1 0 0 0,-1-1 0 0 0,1 0 1 0 0,8-2-1 0 0,55-11 1773 0 0,-68 12-2459 0 0,51-12 493 0 0,44-11-886 0 0,-81 21 115 0 0,-1 1 0 0 0,0 1 0 0 0,0 0 0 0 0,25 2 0 0 0,-38 0 179 0 0,1-1 0 0 0,0 0 0 0 0,0 0-1 0 0,0 1 1 0 0,0-1 0 0 0,0 1 0 0 0,0-1 0 0 0,0 1 0 0 0,-1 0-1 0 0,1 0 1 0 0,0 0 0 0 0,-1 0 0 0 0,1 0 0 0 0,0 0 0 0 0,-1 1-1 0 0,1-1 1 0 0,-1 0 0 0 0,0 1 0 0 0,0-1 0 0 0,1 1 0 0 0,-1-1-1 0 0,0 1 1 0 0,0 0 0 0 0,0-1 0 0 0,0 1 0 0 0,-1 0 0 0 0,1 0-1 0 0,0 0 1 0 0,-1 0 0 0 0,0 0 0 0 0,1-1 0 0 0,-1 3 0 0 0,1 2-141 0 0,-1 0 0 0 0,-1 0 0 0 0,1 0 0 0 0,-1 0 0 0 0,0 0 0 0 0,0 0 0 0 0,-1 0 1 0 0,-2 7-1 0 0,-2 0-24 0 0,0-1 1 0 0,0 0-1 0 0,-1-1 1 0 0,-1 1-1 0 0,0-1 0 0 0,0-1 1 0 0,-1 0-1 0 0,0 0 1 0 0,-1 0-1 0 0,0-2 1 0 0,-1 1-1 0 0,-20 12 1 0 0,-9 2 1078 0 0,-1-1 0 0 0,-57 20 1 0 0,64-28-206 0 0,10-1-117 0 0,24-13-512 0 0,-1 0 1 0 0,1 0 0 0 0,0 0-1 0 0,0 0 1 0 0,0 0-1 0 0,0 0 1 0 0,0 0 0 0 0,0 0-1 0 0,0 0 1 0 0,0 0 0 0 0,0 0-1 0 0,0 0 1 0 0,-1 0 0 0 0,1 1-1 0 0,0-1 1 0 0,0 0-1 0 0,0 0 1 0 0,0 0 0 0 0,0 0-1 0 0,0 0 1 0 0,0 0 0 0 0,0 0-1 0 0,0 0 1 0 0,0 0-1 0 0,0 1 1 0 0,0-1 0 0 0,0 0-1 0 0,0 0 1 0 0,0 0 0 0 0,0 0-1 0 0,0 0 1 0 0,0 0-1 0 0,0 0 1 0 0,0 1 0 0 0,0-1-1 0 0,0 0 1 0 0,0 0 0 0 0,0 0-1 0 0,0 0 1 0 0,0 0 0 0 0,0 0-1 0 0,0 0 1 0 0,0 0-1 0 0,0 0 1 0 0,1 1 0 0 0,-1-1-1 0 0,0 0 1 0 0,0 0 0 0 0,0 0-1 0 0,0 0 1 0 0,0 0-1 0 0,0 0 1 0 0,0 0 0 0 0,0 0-1 0 0,0 0 1 0 0,0 0 0 0 0,1 0-1 0 0,-1 0 1 0 0,0 0 0 0 0,0 0-1 0 0,0 0 1 0 0,0 0-1 0 0,0 0 1 0 0,0 0 0 0 0,13 4 225 0 0,0 0-56 0 0,26 14 0 0 0,0 2 0 0 0,-2 1-1 0 0,0 3 1 0 0,41 33 0 0 0,-61-43 98 0 0,-1 1 0 0 0,-1 0 0 0 0,21 27 0 0 0,-30-34-126 0 0,-1-1-1 0 0,0 1 0 0 0,0 1 0 0 0,-1-1 1 0 0,0 1-1 0 0,0-1 0 0 0,-1 1 0 0 0,0 0 1 0 0,-1 0-1 0 0,3 18 0 0 0,-5-5 170 0 0,0 1 0 0 0,-1-1 0 0 0,-1 0 1 0 0,-1 1-1 0 0,-12 42 0 0 0,4-30 13 0 0,-1 0 1 0 0,-30 58 0 0 0,25-70-521 0 0,17-22 174 0 0,0-1 0 0 0,0 0 0 0 0,0 1 0 0 0,-1-1 0 0 0,1 0 0 0 0,0 0 0 0 0,0 1 0 0 0,-1-1 0 0 0,1 0 0 0 0,0 0 0 0 0,-1 0 0 0 0,1 1 0 0 0,0-1 0 0 0,0 0 0 0 0,-1 0 0 0 0,1 0 0 0 0,0 0 0 0 0,-1 0 0 0 0,1 0 0 0 0,0 0 0 0 0,-1 0 0 0 0,1 0 0 0 0,-1 0 0 0 0,1 0 0 0 0,0 0 0 0 0,-1 0 0 0 0,1 0 0 0 0,0 0 0 0 0,-1 0 0 0 0,1 0 0 0 0,0 0 0 0 0,-1 0 0 0 0,1 0 0 0 0,0 0 1 0 0,-1-1-1 0 0,1 1 0 0 0,-29-18-3002 0 0,-11-23-6283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11:23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1195 2401 0 0,'12'-2'2721'0'0,"149"-17"4803"0"0,3-35-3042 0 0,-50-14-6563 0 0,-34-10-2961 0 0,-20-6-1922 0 0</inkml:trace>
  <inkml:trace contextRef="#ctx0" brushRef="#br0" timeOffset="1">825 1 5042 0 0,'-42'22'6803'0'0,"-15"36"-4562"0"0,9 10-1680 0 0,10 6 239 0 0,10-8 561 0 0,4-12-881 0 0,24-16-640 0 0,12-7-320 0 0,2 5-2082 0 0,-4-20-3520 0 0</inkml:trace>
  <inkml:trace contextRef="#ctx0" brushRef="#br0" timeOffset="2">702 307 800 0 0,'12'-8'2401'0'0,"125"-28"4243"0"0,15-6-3043 0 0,-45-2-3441 0 0,-12 4-2321 0 0,-39 2-3601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11:24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1 560 0 0,'-121'106'6803'0'0,"31"-14"-3121"0"0,62-46-3522 0 0,23-14-720 0 0,5-4 400 0 0,12-6 80 0 0,5-10-240 0 0,9-16-321 0 0,23-24-3841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11:24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681 60 2001 0 0,'10'-13'2381'0'0,"-8"10"-1980"0"0,0 0 1 0 0,0 0 0 0 0,0 1 0 0 0,0-1-1 0 0,0-1 1 0 0,0 1 0 0 0,-1 0 0 0 0,0 0-1 0 0,0-1 1 0 0,1 1 0 0 0,-2 0 0 0 0,2-7 293 0 0,4 22-806 0 0,-1 0 0 0 0,0 0-1 0 0,0 1 1 0 0,-1-1 0 0 0,-1 1 0 0 0,0 0 0 0 0,-1 0 0 0 0,1 14-1 0 0,-4-14-1900 0 0,1-12 1931 0 0,-1 0 0 0 0,1 0 0 0 0,0 0 1 0 0,0 0-1 0 0,0 0 0 0 0,0 1 0 0 0,0-1 0 0 0,0 0 1 0 0,1 0-1 0 0,-1 0 0 0 0,0 0 0 0 0,0 0 1 0 0,1 0-1 0 0,-1 0 0 0 0,1 0 0 0 0,-1 0 0 0 0,1 0 1 0 0,-1 0-1 0 0,2 1 0 0 0,-2-2 100 0 0,0 0 1 0 0,0 0-1 0 0,-1 0 0 0 0,1 0 0 0 0,0 0 0 0 0,0 0 1 0 0,0-1-1 0 0,0 1 0 0 0,0 0 0 0 0,0 0 0 0 0,0 0 1 0 0,0 0-1 0 0,0-1 0 0 0,0 1 0 0 0,0 0 1 0 0,0 0-1 0 0,0 0 0 0 0,0 0 0 0 0,0 0 0 0 0,0-1 1 0 0,0 1-1 0 0,0 0 0 0 0,0 0 0 0 0,0 0 0 0 0,0 0 1 0 0,0-1-1 0 0,0 1 0 0 0,0 0 0 0 0,0 0 0 0 0,0 0 1 0 0,1 0-1 0 0,-1 0 0 0 0,0-1 0 0 0,0 1 1 0 0,0 0-1 0 0,0 0 0 0 0,0 0 0 0 0,0 0 0 0 0,1 0 1 0 0,-1 0-1 0 0,0 0 0 0 0,0 0 0 0 0,0 0 0 0 0,0-1 1 0 0,13-3 689 0 0,19-3-22 0 0,-28 6-707 0 0,12-1 77 0 0,4-2-59 0 0,37-1 0 0 0,-44 9-1091 0 0,-10 1-495 0 0</inkml:trace>
  <inkml:trace contextRef="#ctx0" brushRef="#br0" timeOffset="1">458 350 3762 0 0,'-68'10'1761'0'0,"20"8"-161"0"0,13 6 1041 0 0,-15 13-1200 0 0,-5 15 800 0 0,1 16-720 0 0,4 10-1281 0 0,5-10-320 0 0,17-16 80 0 0,9-12 80 0 0,14-10-400 0 0,12-24-1121 0 0,21-28-6402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11:24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76 1121 0 0,'-10'-2'2321'0'0,"3"10"-321"0"0,0 8-479 0 0,-7 100 480 0 0,9 0 720 0 0,7-40 241 0 0,3-22-2002 0 0,0-8-1120 0 0,4-10-160 0 0,6-18-881 0 0,25-14-1680 0 0,-19-28-2321 0 0</inkml:trace>
  <inkml:trace contextRef="#ctx0" brushRef="#br0" timeOffset="1">254 50 4562 0 0,'-10'-2'4722'0'0,"22"6"-3601"0"0,9-4-241 0 0,103-14 321 0 0,-6 0-481 0 0,-44 10-640 0 0,-22 0-640 0 0,-12 8-1521 0 0,-16-6-1041 0 0,-24-16-2800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11:25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389 1 240 0 0,'-14'14'1921'0'0,"-24"125"3602"0"0,33 3-1682 0 0,15-38 481 0 0,-1-12-1921 0 0,-4 8-2161 0 0,-10-14-560 0 0,-14-14 320 0 0,0-20-240 0 0,2-16-400 0 0,13-16-2882 0 0,-25-26-5842 0 0</inkml:trace>
  <inkml:trace contextRef="#ctx0" brushRef="#br0" timeOffset="1">12 448 2001 0 0,'-12'-10'4962'0'0,"15"14"-2561"0"0,16 10 321 0 0,156 54 3921 0 0,-14-30-3442 0 0,-57-34-3361 0 0,-44-4-720 0 0,4 2-81 0 0,4 8-6082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11:31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0 173 4322 0 0,'30'11'7088'0'0,"6"-6"-5132"0"0,-21-3-2089 0 0,367 28 4349 0 0,-291-25-3043 0 0,445 36 8618 0 0,62 2-5913 0 0,-524-43-3900 0 0,0-4 1 0 0,0-2-1 0 0,-1-4 0 0 0,0-3 1 0 0,142-46-1 0 0,-191 50-113 0 0,0-1-1 0 0,-1-2 1 0 0,0 0-1 0 0,0-2 0 0 0,32-25 1 0 0,-56 36 252 0 0,0 0 0 0 0,0 0 0 0 0,-1 0 1 0 0,1 0-1 0 0,-1 0 0 0 0,1 1 0 0 0,-1-1 1 0 0,0 1-1 0 0,-2-3 0 0 0,-18-32 71 0 0,18 22-945 0 0,4 14-148 0 0,0-1 0 0 0,0 1 0 0 0,0-1 0 0 0,-1 1 0 0 0,1 0 0 0 0,-1-1 1 0 0,1 1-1 0 0,-1-1 0 0 0,0 1 0 0 0,1 0 0 0 0,-1-1 0 0 0,0 1 0 0 0,0 0 0 0 0,0 0 0 0 0,0 0 0 0 0,-1-2 1 0 0,-1 1-500 0 0,1 0 788 0 0,1 1-1 0 0,-1-1 0 0 0,1 1 1 0 0,-1 0-1 0 0,0 0 0 0 0,1 0 0 0 0,-1 0 1 0 0,0 0-1 0 0,0 0 0 0 0,1 1 0 0 0,-4-2 1 0 0,-13 7-5867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11:17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102 476 320 0 0,'97'104'1079'0'0,"-87"-94"-825"0"0,0 0 0 0 0,0-1 0 0 0,18 14-1 0 0,-28-23-244 0 0,1 0 0 0 0,-1 0-1 0 0,0 0 1 0 0,0 0-1 0 0,0 0 1 0 0,0 0-1 0 0,1 0 1 0 0,-1 0-1 0 0,0 0 1 0 0,0 0-1 0 0,0 0 1 0 0,0 0-1 0 0,1 0 1 0 0,-1 0-1 0 0,0 0 1 0 0,0 0 0 0 0,0 0-1 0 0,0 0 1 0 0,0 0-1 0 0,1 0 1 0 0,-1 0-1 0 0,0 0 1 0 0,0-1-1 0 0,0 1 1 0 0,0 0-1 0 0,0 0 1 0 0,0 0-1 0 0,1 0 1 0 0,-1 0-1 0 0,0 0 1 0 0,0 0 0 0 0,0-1-1 0 0,0 1 1 0 0,0 0-1 0 0,0 0 1 0 0,0 0-1 0 0,0 0 1 0 0,0 0-1 0 0,0-1 1 0 0,0 1-1 0 0,0 0 1 0 0,1 0-1 0 0,-1 0 1 0 0,0 0-1 0 0,0-1 1 0 0,0 1 0 0 0,0 0-1 0 0,0 0 1 0 0,-1 0-1 0 0,1 0 1 0 0,0 0-1 0 0,0-1 1 0 0,0 1-1 0 0,0 0 1 0 0,0 0-1 0 0,0 0 1 0 0,0 0-1 0 0,0-1 1 0 0,0 1 0 0 0,0 0-1 0 0,-1 0 1 0 0,-4-19 523 0 0,-2-2 11 0 0,7 21-530 0 0,0-1 1 0 0,0 1-1 0 0,0 0 1 0 0,-1 0 0 0 0,1-1-1 0 0,0 1 1 0 0,0 0-1 0 0,0-1 1 0 0,0 1 0 0 0,0 0-1 0 0,0 0 1 0 0,0-1-1 0 0,0 1 1 0 0,0 0-1 0 0,0-1 1 0 0,0 1 0 0 0,0 0-1 0 0,0 0 1 0 0,0-1-1 0 0,0 1 1 0 0,0 0 0 0 0,0 0-1 0 0,1-1 1 0 0,-1 1-1 0 0,0 0 1 0 0,0 0-1 0 0,0-1 1 0 0,0 1 0 0 0,1 0-1 0 0,-1 0 1 0 0,0-1-1 0 0,0 1 1 0 0,0 0 0 0 0,1 0-1 0 0,-1 0 1 0 0,0 0-1 0 0,0-1 1 0 0,0 1-1 0 0,1 0 1 0 0,5 2 112 0 0,-1 0-1 0 0,0 1 1 0 0,0 0 0 0 0,0 0-1 0 0,0 0 1 0 0,4 5-1 0 0,10 5 186 0 0,-1-1-1 0 0,2 0 1 0 0,32 13-1 0 0,-43-21-201 0 0,1-1 0 0 0,0 0 0 0 0,0-1 1 0 0,0 0-1 0 0,0-1 0 0 0,1 0 0 0 0,-1 0 0 0 0,0-1 0 0 0,0-1 0 0 0,0 0 1 0 0,1 0-1 0 0,16-5 0 0 0,-14 2 25 0 0,-1-1-1 0 0,0 0 1 0 0,0 0 0 0 0,0-1 0 0 0,-1-1 0 0 0,0 0-1 0 0,0-1 1 0 0,-1 0 0 0 0,11-11 0 0 0,-6 3 57 0 0,0-1 1 0 0,0 0-1 0 0,-2-1 1 0 0,0-1 0 0 0,-2 0-1 0 0,0-1 1 0 0,-1 0-1 0 0,0 0 1 0 0,-2-1 0 0 0,-1 0-1 0 0,7-31 1 0 0,-11 37-64 0 0,-1 0 1 0 0,0 1 0 0 0,-1-1-1 0 0,0 0 1 0 0,-1 0 0 0 0,-1 1-1 0 0,-1-1 1 0 0,0 0 0 0 0,-1 1-1 0 0,0-1 1 0 0,-1 1-1 0 0,0 0 1 0 0,-12-23 0 0 0,12 29 64 0 0,-1 1 1 0 0,0-1-1 0 0,-1 1 0 0 0,1 0 1 0 0,-1 1-1 0 0,0-1 1 0 0,-1 1-1 0 0,0 0 0 0 0,0 1 1 0 0,0 0-1 0 0,-1 0 1 0 0,1 0-1 0 0,-1 1 1 0 0,0 0-1 0 0,-1 1 0 0 0,1-1 1 0 0,0 2-1 0 0,-1-1 1 0 0,0 1-1 0 0,0 1 0 0 0,1-1 1 0 0,-1 2-1 0 0,-10-1 1 0 0,-5 2 501 0 0,-1 0 1 0 0,1 2-1 0 0,1 1 1 0 0,-1 1 0 0 0,0 0-1 0 0,1 2 1 0 0,-36 16-1 0 0,22-6-448 0 0,2 1-1 0 0,0 2 0 0 0,-60 44 0 0 0,71-45-255 0 0,1 1 1 0 0,1 1-1 0 0,0 1 0 0 0,2 1 0 0 0,-21 30 0 0 0,40-51 16 0 0,-3 3 21 0 0,1 0 0 0 0,0 0 0 0 0,0 0 1 0 0,0 0-1 0 0,1 1 0 0 0,-4 10 0 0 0,6-14-24 0 0,0 0 0 0 0,-1-1 0 0 0,1 1 0 0 0,1 0 0 0 0,-1-1 0 0 0,0 1 0 0 0,0 0 0 0 0,1 0 0 0 0,-1-1 0 0 0,1 1 0 0 0,-1 0 0 0 0,1-1 0 0 0,0 1 0 0 0,-1-1 0 0 0,1 1 0 0 0,0-1 0 0 0,0 1 0 0 0,0-1 0 0 0,0 1 0 0 0,1-1 0 0 0,-1 0 0 0 0,0 0 0 0 0,0 0 0 0 0,1 0 0 0 0,-1 0 0 0 0,1 0 0 0 0,-1 0 0 0 0,4 1 0 0 0,5 3 1 0 0,0 0-1 0 0,0-1 0 0 0,0-1 1 0 0,1 0-1 0 0,0 0 1 0 0,-1-1-1 0 0,1 0 1 0 0,20 0-1 0 0,-7-2-494 0 0,-1-1 0 0 0,1-1-1 0 0,33-7 1 0 0,-30 3-985 0 0,0-2 0 0 0,0-1-1 0 0,-1-1 1 0 0,41-22 0 0 0,104-82-11695 0 0,-170 114 13120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11:17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13 80 0 0,'-14'-12'2881'0'0,"-47"30"4483"0"0,-20 26-241 0 0,26 12-5282 0 0,18 18-1921 0 0,10 54 400 0 0,16 31 400 0 0,11-3 961 0 0,2 24 1280 0 0,7 6-800 0 0,-1-15-1120 0 0,3-25-961 0 0,4-26-400 0 0,-4-32-160 0 0,-1-34-401 0 0,-3-34-2721 0 0,-7-30-1680 0 0,-17-48-4562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11:17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459 56 480 0 0,'0'-1'241'0'0,"0"1"0"0"0,0-1 0 0 0,0 0 0 0 0,0 1 1 0 0,0-1-1 0 0,-1 0 0 0 0,1 1 0 0 0,0-1 0 0 0,0 1 0 0 0,-1-1 0 0 0,1 0 0 0 0,0 1 0 0 0,-1-1 0 0 0,1 1 0 0 0,-1-1 0 0 0,1 1 0 0 0,0-1 0 0 0,-1 1 0 0 0,1-1 0 0 0,-1 1 1 0 0,1 0-1 0 0,-1-1 0 0 0,0 1 0 0 0,1-1 0 0 0,-1 1 0 0 0,1 0 0 0 0,-2-1 0 0 0,-11-5 426 0 0,-1 0-1 0 0,1 0 1 0 0,-1 1-1 0 0,-28-6 1 0 0,34 9-517 0 0,-1 0 1 0 0,0 1-1 0 0,0 0 1 0 0,0 1 0 0 0,0-1-1 0 0,0 2 1 0 0,0-1-1 0 0,1 1 1 0 0,-1 1-1 0 0,-17 4 1 0 0,25-6-134 0 0,0 1 0 0 0,1-1 0 0 0,-1 1 1 0 0,0-1-1 0 0,1 1 0 0 0,-1-1 0 0 0,1 1 0 0 0,-1-1 0 0 0,1 1 0 0 0,-1 0 1 0 0,1-1-1 0 0,-1 1 0 0 0,1 0 0 0 0,0-1 0 0 0,-1 1 0 0 0,1 0 0 0 0,0 0 1 0 0,-1-1-1 0 0,1 1 0 0 0,0 0 0 0 0,0 0 0 0 0,0-1 0 0 0,0 1 1 0 0,0 0-1 0 0,0 0 0 0 0,0 0 0 0 0,0 1 0 0 0,-19 225 1611 0 0,-78 484-401 0 0,83-639-997 0 0,-80 505 3688 0 0,92-543-3827 0 0,1-1 0 0 0,1 1 0 0 0,2 0 0 0 0,2-1-1 0 0,1 0 1 0 0,1 1 0 0 0,12 36 0 0 0,-12-53-108 0 0,0 0-1 0 0,2 0 1 0 0,-1 0 0 0 0,2-1-1 0 0,0-1 1 0 0,1 0 0 0 0,1 0-1 0 0,0 0 1 0 0,1-2 0 0 0,0 1-1 0 0,1-2 1 0 0,1 0 0 0 0,0 0 0 0 0,26 16-1 0 0,-34-24 18 0 0,1-1-1 0 0,-1 0 1 0 0,0 0 0 0 0,1 0-1 0 0,-1-1 1 0 0,1 0-1 0 0,0 0 1 0 0,-1-1-1 0 0,1 0 1 0 0,0 0 0 0 0,0-1-1 0 0,0 1 1 0 0,9-2-1 0 0,-9-1-4 0 0,0 1-1 0 0,1-1 0 0 0,-1-1 1 0 0,0 1-1 0 0,0-1 0 0 0,-1 0 0 0 0,1-1 1 0 0,-1 0-1 0 0,1 0 0 0 0,-1 0 1 0 0,0-1-1 0 0,8-8 0 0 0,0-2-11 0 0,0-1 0 0 0,-1 0 0 0 0,0-1 0 0 0,-2 0 0 0 0,0-1-1 0 0,-1 0 1 0 0,15-37 0 0 0,-10 14-44 0 0,-2-1 0 0 0,14-77 0 0 0,-21 77-57 0 0,2-45-1 0 0,-7 69-79 0 0,-2-1 0 0 0,0 1 0 0 0,-1-1 0 0 0,-7-31 0 0 0,6 42 104 0 0,1 0 0 0 0,-1 1 0 0 0,0 0 0 0 0,-1 0 0 0 0,0 0 0 0 0,0 0 0 0 0,-1 1 0 0 0,1-1 0 0 0,-1 1 0 0 0,-1 0 0 0 0,1 0 0 0 0,-1 1 0 0 0,0 0 0 0 0,0 0 0 0 0,-1 0 0 0 0,0 1 0 0 0,1 0 0 0 0,-1 0 0 0 0,-1 1 0 0 0,1 0 0 0 0,-12-4 0 0 0,11 5 100 0 0,0 0 0 0 0,-1 0 0 0 0,1 1 0 0 0,0 0 0 0 0,-1 1 0 0 0,0-1 0 0 0,1 2 0 0 0,-1-1 0 0 0,1 1 0 0 0,0 1 0 0 0,-1-1 0 0 0,1 1 0 0 0,0 1 0 0 0,0 0 0 0 0,0 0 0 0 0,0 0 0 0 0,0 1 0 0 0,1 0 0 0 0,-12 9 0 0 0,11-7-139 0 0,0 2-1 0 0,1-1 1 0 0,0 1-1 0 0,0 0 1 0 0,0 0-1 0 0,1 1 1 0 0,1 0-1 0 0,0 0 1 0 0,0 1-1 0 0,-5 12 1 0 0,6-11-543 0 0,1-1 1 0 0,0 0-1 0 0,1 1 0 0 0,0 0 0 0 0,-1 19 1 0 0,8 12-4394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11:26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7 138 2241 0 0,'-7'-138'9684'0'0,"21"528"-4001"0"0,10-33-3682 0 0,-5-77-1841 0 0,-2-64-480 0 0,-8-80 160 0 0,-2-42 320 0 0,8-17-160 0 0,-8-19-1921 0 0,0-24-2721 0 0,-24-96-5923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11:26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972 0 240 0 0,'-97'54'9364'0'0,"-92"98"481"0"0,13 24-6804 0 0,60-35-2480 0 0,19-11-1 0 0,-3 22-80 0 0,8 16-160 0 0,21-20-480 0 0,38-40-1441 0 0,47-72-1120 0 0,36-66-8244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11:26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3041 0 0,'57'178'11526'0'0,"-7"-32"-4163"0"0,-10-47-5122 0 0,-2-17-1841 0 0,10 0-720 0 0,6-6-80 0 0,3-14 160 0 0,0-18-1201 0 0,-5-18-2481 0 0,0-32-4241 0 0,-28-20-1522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11:27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2801 0 0,'9'2'8884'0'0,"119"87"-4642"0"0,-28-37-4082 0 0,-43-36-880 0 0,-24-6 320 0 0,-26 4-3922 0 0,-19 10-5202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11:27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170 201 2001 0 0,'-36'39'9353'0'0,"-7"9"-5505"0"0,33-36-3867 0 0,0 1 0 0 0,1 0 1 0 0,-13 25-1 0 0,15-26-95 0 0,1 2 0 0 0,1-1 0 0 0,0 1-1 0 0,1-1 1 0 0,0 1 0 0 0,1 0 0 0 0,1 1 0 0 0,-1 15 0 0 0,2-28 121 0 0,1 0 1 0 0,0 1-1 0 0,1-1 1 0 0,-1 0-1 0 0,0 0 1 0 0,1 0-1 0 0,-1 0 1 0 0,1 1-1 0 0,-1-1 1 0 0,1 0-1 0 0,0 0 1 0 0,0 0-1 0 0,0 0 1 0 0,0-1-1 0 0,0 1 1 0 0,1 0-1 0 0,-1 0 1 0 0,1-1-1 0 0,-1 1 1 0 0,1 0-1 0 0,-1-1 1 0 0,1 0-1 0 0,0 1 1 0 0,0-1-1 0 0,-1 0 1 0 0,1 0-1 0 0,0 0 1 0 0,0 0-1 0 0,3 0 1 0 0,-2 0-41 0 0,1 0 0 0 0,0 0 0 0 0,0-1 0 0 0,0 0 1 0 0,0 0-1 0 0,0 0 0 0 0,0 0 0 0 0,0-1 0 0 0,0 1 0 0 0,-1-1 0 0 0,1 0 1 0 0,0 0-1 0 0,0 0 0 0 0,-1-1 0 0 0,1 0 0 0 0,3-2 0 0 0,5-3-48 0 0,0-1 0 0 0,-1-1 0 0 0,0 0 0 0 0,0 0 0 0 0,-1-1 0 0 0,-1-1 0 0 0,0 1-1 0 0,10-16 1 0 0,8-16-228 0 0,21-45-1 0 0,-20 35 72 0 0,-11 20 719 0 0,33-44 1 0 0,-42 66-59 0 0,0 0 0 0 0,1 1 1 0 0,0 0-1 0 0,1 0 0 0 0,-1 1 0 0 0,2 0 0 0 0,19-11 1 0 0,-8 7-267 0 0,0 1 0 0 0,1 1 0 0 0,0 1 0 0 0,1 1 0 0 0,0 1 0 0 0,0 1 0 0 0,0 1 0 0 0,32-2 1 0 0,-52 7-124 0 0,0 0 1 0 0,0 0 0 0 0,0 0 0 0 0,0 1-1 0 0,0-1 1 0 0,0 1 0 0 0,0 0 0 0 0,0 0 0 0 0,4 2-1 0 0,-7-2-27 0 0,0 0-1 0 0,1 0 1 0 0,-1-1-1 0 0,0 1 1 0 0,0 0-1 0 0,0 0 0 0 0,-1 0 1 0 0,1 0-1 0 0,0 0 1 0 0,0 1-1 0 0,-1-1 0 0 0,1 0 1 0 0,0 0-1 0 0,-1 0 1 0 0,1 1-1 0 0,-1-1 1 0 0,1 0-1 0 0,-1 1 0 0 0,0-1 1 0 0,0 0-1 0 0,0 1 1 0 0,1-1-1 0 0,-1 0 1 0 0,0 1-1 0 0,-1-1 0 0 0,1 1 1 0 0,0-1-1 0 0,0 0 1 0 0,-1 1-1 0 0,0 1 0 0 0,-4 15-59 0 0,-1 0 0 0 0,0-1 0 0 0,-2 0 0 0 0,0 0-1 0 0,-1 0 1 0 0,0-1 0 0 0,-2-1 0 0 0,0 1-1 0 0,-17 17 1 0 0,-5 2-276 0 0,0-2-1 0 0,-61 45 1 0 0,30-31 628 0 0,-58 47 2830 0 0,121-93-3119 0 0,1 0-1 0 0,-1-1 1 0 0,0 1 0 0 0,1 0 0 0 0,-1 0-1 0 0,1-1 1 0 0,-1 1 0 0 0,1 0-1 0 0,0 0 1 0 0,-1 0 0 0 0,1 0 0 0 0,0 0-1 0 0,-1 0 1 0 0,1-1 0 0 0,0 1-1 0 0,0 0 1 0 0,0 0 0 0 0,0 0 0 0 0,0 0-1 0 0,0 0 1 0 0,0 0 0 0 0,0 0-1 0 0,0 0 1 0 0,0 0 0 0 0,1 0 0 0 0,-1 0-1 0 0,0 0 1 0 0,0-1 0 0 0,1 1-1 0 0,-1 0 1 0 0,1 0 0 0 0,0 1 0 0 0,24 27 126 0 0,-18-23-99 0 0,13 12 23 0 0,1-1 1 0 0,1-1 0 0 0,0-1 0 0 0,1-1 0 0 0,29 13-1 0 0,-28-15-16 0 0,0 1 0 0 0,-1 1-1 0 0,0 1 1 0 0,-1 1 0 0 0,26 25 0 0 0,-38-31-29 0 0,-1 1 1 0 0,0 0-1 0 0,-1 1 1 0 0,0-1-1 0 0,-1 2 1 0 0,-1-1-1 0 0,1 1 1 0 0,-2 0-1 0 0,7 22 1 0 0,-8-17 16 0 0,-1 0 1 0 0,0 0-1 0 0,-1 0 0 0 0,-1 0 0 0 0,-1 0 1 0 0,-1 1-1 0 0,-2 17 0 0 0,-3 0 41 0 0,-1-1 1 0 0,-2 1-1 0 0,-21 54 1 0 0,21-67-93 0 0,-1-1-1 0 0,-2 0 1 0 0,0-1 0 0 0,-1 0 0 0 0,0-1 0 0 0,-22 24 0 0 0,32-41-163 0 0,1 0-1 0 0,-1-1 1 0 0,1 1-1 0 0,-1-1 1 0 0,0 1-1 0 0,0-1 1 0 0,-1 0-1 0 0,1 0 1 0 0,0 0-1 0 0,-1 0 1 0 0,1-1-1 0 0,-1 0 1 0 0,1 1-1 0 0,-1-1 1 0 0,-6 1-1 0 0,7-3-96 0 0,1 1 0 0 0,-1 0 0 0 0,0-1 1 0 0,1 0-1 0 0,-1 1 0 0 0,0-1 0 0 0,1 0 0 0 0,-1 0 0 0 0,1-1 0 0 0,-1 1 0 0 0,1 0 0 0 0,0-1 0 0 0,0 0 0 0 0,-1 1 0 0 0,1-1 0 0 0,0 0 0 0 0,0 0 0 0 0,1 0 0 0 0,-1 0 0 0 0,0 0 0 0 0,-2-5 0 0 0,-29-50-8352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11:27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1499 80 0 0,'-7'-42'5202'0'0,"5"28"2962"0"0,2 10-6163 0 0,2 4-640 0 0,5 0-481 0 0,67-10-720 0 0,97-26-560 0 0,-24-16 320 0 0,-15-16-1761 0 0,-13-16-3441 0 0,-43 10-721 0 0</inkml:trace>
  <inkml:trace contextRef="#ctx0" brushRef="#br0" timeOffset="1">1039 5 2641 0 0,'-28'-4'9605'0'0,"-15"28"-3843"0"0,-4 8-5041 0 0,11 26-1282 0 0,-4 18 721 0 0,9-8 401 0 0,19-17-81 0 0,26 7-400 0 0,5 12-2081 0 0,-21-12-2241 0 0,-22-36-2401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11:28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1 448 1441 0 0,'16'-3'1105'0'0,"197"-39"4491"0"0,-165 30-4264 0 0,-1-3 1 0 0,61-27-1 0 0,-80 28-909 0 0,0-1 0 0 0,-1-2 0 0 0,32-24 1 0 0,19-25-7253 0 0,-78 66 6781 0 0,1 0-1 0 0,-1 0 1 0 0,0 0 0 0 0,0 0-1 0 0,1 0 1 0 0,-1 0 0 0 0,0-1-1 0 0,0 1 1 0 0,0 0-1 0 0,1 0 1 0 0,-1 0 0 0 0,0 0-1 0 0,0-1 1 0 0,0 1-1 0 0,0 0 1 0 0,1 0 0 0 0,-1 0-1 0 0,0-1 1 0 0,0 1 0 0 0,0 0-1 0 0,0 0 1 0 0,0 0-1 0 0,0-1 1 0 0,0 1 0 0 0,1 0-1 0 0,-1 0 1 0 0,0-1-1 0 0,0 1 1 0 0,0 0 0 0 0,0 0-1 0 0,0-1 1 0 0,0 1 0 0 0,0 0-1 0 0,0 0 1 0 0,-1-1-1 0 0,1 1 1 0 0,0 0 0 0 0,0 0-1 0 0,0-1 1 0 0,0 1-1 0 0,0 0 1 0 0,0 0 0 0 0,0 0-1 0 0,0-1 1 0 0,-1 1 0 0 0,1 0-1 0 0,0 0 1 0 0,0 0-1 0 0,0-1 1 0 0,-1 1 0 0 0,-17-3 352 0 0,-25 8 2953 0 0,38-4-3055 0 0,1 1 0 0 0,1-1 1 0 0,-1 1-1 0 0,0 0 0 0 0,0 0 0 0 0,1 0 1 0 0,-1 0-1 0 0,1 1 0 0 0,-1-1 0 0 0,1 1 0 0 0,-3 4 1 0 0,-26 36 1772 0 0,25-32-1548 0 0,2-4-163 0 0,-9 13 330 0 0,1 1 0 0 0,1 0 0 0 0,0 0 0 0 0,2 1 0 0 0,-11 34 0 0 0,21-55-581 0 0,-1 1-1 0 0,1 0 0 0 0,-1-1 0 0 0,1 1 1 0 0,0 0-1 0 0,0 0 0 0 0,-1-1 1 0 0,1 1-1 0 0,0 0 0 0 0,1 0 0 0 0,-1 0 1 0 0,0-1-1 0 0,1 1 0 0 0,-1 0 1 0 0,0-1-1 0 0,1 1 0 0 0,0 0 0 0 0,-1-1 1 0 0,1 1-1 0 0,0 0 0 0 0,0-1 0 0 0,0 1 1 0 0,0-1-1 0 0,0 0 0 0 0,3 3 1 0 0,-1-2-30 0 0,1 0 0 0 0,-1 0 0 0 0,1 0 0 0 0,-1 0 0 0 0,1-1 0 0 0,0 0 0 0 0,-1 1 0 0 0,1-2 1 0 0,0 1-1 0 0,5 0 0 0 0,-4 0-80 0 0,0-1 1 0 0,0 0 0 0 0,-1 0 0 0 0,1 0-1 0 0,0-1 1 0 0,0 0 0 0 0,0 0 0 0 0,-1 0-1 0 0,1 0 1 0 0,-1-1 0 0 0,1 0 0 0 0,7-4-1 0 0,3-3-747 0 0,-1-1 0 0 0,17-14-1 0 0,-17 13 214 0 0,12-11-520 0 0,-1-1-1 0 0,36-43 0 0 0,34-59-25 0 0,-55 70 1932 0 0,66-70 1 0 0,-113 134 3854 0 0,-4 11-3608 0 0,-6 13-1398 0 0,-2-4 221 0 0,6-10-175 0 0,1 0 1 0 0,1 1 0 0 0,1 0 0 0 0,-9 24 0 0 0,41-55 192 0 0,1 2 0 0 0,0 0 1 0 0,28-6-1 0 0,-29 10 246 0 0,61-12 370 0 0,-74 15-466 0 0,-1 2 0 0 0,1-1 0 0 0,0 1 1 0 0,0 0-1 0 0,0 1 0 0 0,0 0 0 0 0,12 3 0 0 0,-20-4-17 0 0,0 0-1 0 0,-1 0 1 0 0,1 0-1 0 0,0 0 1 0 0,-1 0-1 0 0,1 1 1 0 0,0-1-1 0 0,-1 0 1 0 0,1 1-1 0 0,0-1 1 0 0,-1 0-1 0 0,1 1 1 0 0,0-1-1 0 0,-1 1 1 0 0,1-1-1 0 0,-1 1 1 0 0,1-1-1 0 0,-1 1 1 0 0,1-1-1 0 0,-1 1 0 0 0,0 0 1 0 0,1-1-1 0 0,-1 1 1 0 0,0-1-1 0 0,1 1 1 0 0,-1 0-1 0 0,0 0 1 0 0,0-1-1 0 0,0 1 1 0 0,1 0-1 0 0,-1-1 1 0 0,0 1-1 0 0,0 0 1 0 0,0 0-1 0 0,0-1 1 0 0,0 2-1 0 0,-2 2-243 0 0,1-1-1 0 0,0 0 1 0 0,-1 0-1 0 0,1 0 1 0 0,-1 0 0 0 0,0 0-1 0 0,-3 3 1 0 0,-27 32-6069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11:28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50 2961 0 0,'-31'0'4723'0'0,"9"-4"-2162"0"0,13 2-1281 0 0,4-2-800 0 0,0 2-239 0 0,5 0-161 0 0,0 0-160 0 0,0-2 0 0 0,8 0-81 0 0,-4 0-79 0 0,3-2-80 0 0,1 0-240 0 0,1 0-400 0 0,-2 4-401 0 0,0 0-320 0 0,-9 10-1120 0 0,-5 8 0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11:29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492 0 560 0 0,'-39'29'3909'0'0,"2"2"-1"0"0,1 2 1 0 0,-45 53-1 0 0,-13 23 116 0 0,-35 53-3118 0 0,85-107-1020 0 0,16-18 60 0 0,25-26-232 0 0,9-7 60 0 0,14-7-233 0 0,-18 2 363 0 0,5-1-783 0 0,-1-1 1 0 0,1 0-1 0 0,0-1 0 0 0,-1 1 1 0 0,0-1-1 0 0,0 0 0 0 0,0-1 1 0 0,0 0-1 0 0,-1 0 0 0 0,1 0 1 0 0,-1 0-1 0 0,4-7 0 0 0,7-5-477 0 0,54-53-1739 0 0,4 3 3949 0 0,-72 65-603 0 0,0 0 0 0 0,0 0-1 0 0,0 0 1 0 0,0 0 0 0 0,1 0 0 0 0,-1 1 0 0 0,0-1 0 0 0,1 1 0 0 0,-1 0-1 0 0,1 0 1 0 0,0-1 0 0 0,0 2 0 0 0,-1-1 0 0 0,6-1 0 0 0,-8 3-139 0 0,1-1 1 0 0,0 0-1 0 0,0 0 0 0 0,0 0 1 0 0,0 1-1 0 0,0-1 1 0 0,-1 1-1 0 0,1-1 0 0 0,0 0 1 0 0,0 1-1 0 0,-1-1 1 0 0,1 1-1 0 0,0 0 1 0 0,-1-1-1 0 0,1 1 0 0 0,-1 0 1 0 0,1-1-1 0 0,0 2 1 0 0,11 26 257 0 0,4 47 3076 0 0,11 107 0 0 0,-8 77-360 0 0,-19-244-3258 0 0,1 7 45 0 0,6 31 0 0 0,-7-49-32 0 0,1 0 0 0 0,0 0 0 0 0,0-1-1 0 0,0 1 1 0 0,1 0 0 0 0,-1-1 0 0 0,1 1-1 0 0,0-1 1 0 0,0 0 0 0 0,0 0 0 0 0,0 0-1 0 0,1 0 1 0 0,-1 0 0 0 0,5 4 0 0 0,-7-7 5 0 0,0 1 1 0 0,1-1 0 0 0,-1 0-1 0 0,1 0 1 0 0,-1 1-1 0 0,0-1 1 0 0,1 0-1 0 0,-1 0 1 0 0,1 1 0 0 0,-1-1-1 0 0,1 0 1 0 0,-1 0-1 0 0,1 0 1 0 0,-1 0 0 0 0,1 0-1 0 0,-1 0 1 0 0,1 0-1 0 0,-1 0 1 0 0,1 0 0 0 0,-1 0-1 0 0,1 0 1 0 0,-1 0-1 0 0,1 0 1 0 0,-1 0 0 0 0,0 0-1 0 0,1 0 1 0 0,-1 0-1 0 0,1-1 1 0 0,-1 1 0 0 0,1 0-1 0 0,-1 0 1 0 0,1-1-1 0 0,-1 1 1 0 0,0 0 0 0 0,1-1-1 0 0,-1 1 1 0 0,0 0-1 0 0,1-1 1 0 0,-1 1 0 0 0,0 0-1 0 0,1-2 1 0 0,1-2-1883 0 0,0-1 1 0 0,0 0-1 0 0,0 0 0 0 0,1-9 1 0 0</inkml:trace>
  <inkml:trace contextRef="#ctx0" brushRef="#br0" timeOffset="1">648 489 400 0 0,'17'10'1441'0'0,"2"-4"-241"0"0,2-4 881 0 0,69-20 6643 0 0,1 5-4082 0 0,-37-7-4802 0 0,-18 2-1600 0 0,-20-4-3203 0 0,-13-12 481 0 0,-6-2-2161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11:29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7 2721 0 0,'-12'-6'2561'0'0,"3"6"-480"0"0,-1 80 1361 0 0,1 110 640 0 0,6-35-2802 0 0,3-39-799 0 0,0-20 1600 0 0,-4-16-561 0 0,-1 10-879 0 0,0-2-561 0 0,-4-16-401 0 0,-6-16-239 0 0,-18-14-6243 0 0,-7-42-6083 0 0</inkml:trace>
  <inkml:trace contextRef="#ctx0" brushRef="#br0" timeOffset="1">0 622 960 0 0,'10'4'1441'0'0,"9"8"560"0"0,97 62 4162 0 0,5-16-3042 0 0,-34-34-3041 0 0,-13-10-1680 0 0,-8-6-2402 0 0,-11 6-4082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11:32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363 2689 3522 0 0,'30'-110'2177'0'0,"-19"77"-1191"0"0,-7 25-521 0 0,-1 8-25 0 0,-2 15 35 0 0,-1 1 0 0 0,-3 20-1 0 0,-2 98 637 0 0,6-103-892 0 0,2 1 0 0 0,0 0 0 0 0,2-1-1 0 0,2 0 1 0 0,1 0 0 0 0,1-1 0 0 0,21 49 0 0 0,-13-44 50 0 0,2-1-1 0 0,1 0 0 0 0,2-2 0 0 0,1 0 1 0 0,44 45-1 0 0,-26-36 59 0 0,2-2-1 0 0,1-2 1 0 0,60 38 0 0 0,-34-31 93 0 0,121 55 1 0 0,-99-60-289 0 0,1-4 0 0 0,2-4 0 0 0,1-4 0 0 0,2-5 0 0 0,119 13 0 0 0,-132-27-125 0 0,0-4 0 0 0,0-3 0 0 0,-1-5-1 0 0,1-2 1 0 0,-1-5 0 0 0,121-30 0 0 0,-147 25-20 0 0,0-3 0 0 0,-2-3-1 0 0,0-2 1 0 0,-2-2 0 0 0,0-2-1 0 0,-2-3 1 0 0,-2-2-1 0 0,-1-3 1 0 0,-1-1 0 0 0,-2-2-1 0 0,-2-3 1 0 0,-2-1 0 0 0,-2-2-1 0 0,-1-2 1 0 0,32-53 0 0 0,-21 17 26 0 0,-4-2 1 0 0,-3-2-1 0 0,-4-1 1 0 0,27-96-1 0 0,-33 70 40 0 0,-4-2 1 0 0,24-223-1 0 0,-46 258-19 0 0,-4 0 0 0 0,-4 0 0 0 0,-3 0 1 0 0,-3 0-1 0 0,-4 1 0 0 0,-4 0 1 0 0,-3 1-1 0 0,-3 1 0 0 0,-4 1 1 0 0,-3 1-1 0 0,-4 1 0 0 0,-2 1 0 0 0,-59-89 1 0 0,45 91 9 0 0,-4 2 1 0 0,-3 3 0 0 0,-2 2 0 0 0,-4 3-1 0 0,-2 2 1 0 0,-3 3 0 0 0,-2 3-1 0 0,-2 3 1 0 0,-2 3 0 0 0,-90-43-1 0 0,96 59 24 0 0,-1 2 0 0 0,-1 4 0 0 0,-1 3 0 0 0,-2 3 0 0 0,0 3 0 0 0,0 3 0 0 0,-2 3-1 0 0,1 3 1 0 0,-1 4 0 0 0,0 2 0 0 0,0 4 0 0 0,-103 16 0 0 0,103-4 56 0 0,2 3 1 0 0,0 4 0 0 0,1 2 0 0 0,-122 60-1 0 0,101-34-11 0 0,2 3-1 0 0,-151 118 0 0 0,167-110-479 0 0,4 3 0 0 0,2 3 0 0 0,3 3 0 0 0,3 3 0 0 0,-73 111-1 0 0,96-123-860 0 0,3 2-1 0 0,3 1 0 0 0,2 2 1 0 0,4 1-1 0 0,2 1 0 0 0,3 1 1 0 0,-20 120-1 0 0,19 25-3000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0:10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41 4242 0 0,'-12'-18'2889'0'0,"-2"-4"4040"0"0,28 60-5155 0 0,41 124 1441 0 0,96 459 1587 0 0,59 743-4802 0 0,-201-1277-360 0 0,3 1 0 0 0,30 106-1 0 0,-40-188 148 0 0,-1-1 0 0 0,2 0-1 0 0,-1 1 1 0 0,0-1-1 0 0,4 5 1 0 0,-6-9 166 0 0,1-1-1 0 0,-1 1 1 0 0,0-1 0 0 0,0 0 0 0 0,0 1-1 0 0,1-1 1 0 0,-1 1 0 0 0,0-1-1 0 0,0 0 1 0 0,1 1 0 0 0,-1-1 0 0 0,0 0-1 0 0,1 0 1 0 0,-1 1 0 0 0,1-1 0 0 0,-1 0-1 0 0,0 0 1 0 0,1 1 0 0 0,-1-1-1 0 0,1 0 1 0 0,-1 0 0 0 0,0 0 0 0 0,1 0-1 0 0,-1 1 1 0 0,1-1 0 0 0,-1 0 0 0 0,1 0-1 0 0,-1 0 1 0 0,1 0 0 0 0,-1 0 0 0 0,1 0-1 0 0,-1 0 1 0 0,0-1 0 0 0,1 1-1 0 0,-1 0 1 0 0,1 0 0 0 0,-1 0 0 0 0,1 0-1 0 0,-1 0 1 0 0,0-1 0 0 0,1 1 0 0 0,-1 0-1 0 0,1 0 1 0 0,-1-1 0 0 0,1 1 0 0 0,1-4-349 0 0,0 1 1 0 0,1-1 0 0 0,-1 0-1 0 0,-1 0 1 0 0,1 0 0 0 0,0 0-1 0 0,-1 0 1 0 0,0 0 0 0 0,0 0-1 0 0,1-8 1 0 0,2-19-1886 0 0,-1-1 0 0 0,-1-37 0 0 0,-12-133-4642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0:11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1284 320 0 0,'-110'-153'8404'0'0,"103"145"-7841"0"0,0 0-20 0 0,1 0-1 0 0,-1 0 1 0 0,1 0-1 0 0,1-1 1 0 0,-7-13-1 0 0,11 20-391 0 0,0-1-1 0 0,1 1 1 0 0,-1-1-1 0 0,0 1 0 0 0,1-1 1 0 0,0 1-1 0 0,-1-1 1 0 0,1 1-1 0 0,0-1 1 0 0,0 1-1 0 0,1-1 0 0 0,-1 0 1 0 0,0 1-1 0 0,1-1 1 0 0,0 1-1 0 0,-1 0 1 0 0,1-1-1 0 0,0 1 0 0 0,0-1 1 0 0,1 1-1 0 0,-1 0 1 0 0,0 0-1 0 0,1 0 1 0 0,-1 0-1 0 0,1 0 0 0 0,0 0 1 0 0,2-2-1 0 0,6-5 416 0 0,0 1-1 0 0,1 0 1 0 0,0 1-1 0 0,0 0 1 0 0,17-7-1 0 0,-16 8-436 0 0,43-20 584 0 0,2 2 1 0 0,0 3-1 0 0,112-26 1 0 0,190-13 531 0 0,-120 24-1436 0 0,19-13 205 0 0,49-12 106 0 0,445-78 229 0 0,289-56 276 0 0,-549 93-359 0 0,124-25 28 0 0,-609 125-292 0 0,70-13 51 0 0,1 2-1 0 0,95-2 1 0 0,-166 14-60 0 0,-1 1 0 0 0,0 0 0 0 0,1 0 0 0 0,-1 1 0 0 0,1 0 0 0 0,-1 0-1 0 0,0 0 1 0 0,0 1 0 0 0,10 3 0 0 0,-13-3-21 0 0,-1 0 1 0 0,1 1-1 0 0,-1-1 0 0 0,0 0 0 0 0,0 1 1 0 0,0-1-1 0 0,0 1 0 0 0,0 0 0 0 0,-1-1 1 0 0,1 1-1 0 0,-1 0 0 0 0,1 0 0 0 0,-1 0 1 0 0,0 0-1 0 0,0 0 0 0 0,-1 0 0 0 0,1 1 1 0 0,-1-1-1 0 0,1 0 0 0 0,-1 5 0 0 0,1 20-215 0 0,-1 0-1 0 0,-2 0 1 0 0,0 0 0 0 0,-2 0-1 0 0,-13 48 1 0 0,8-39 116 0 0,-21 102-131 0 0,-46 224 596 0 0,-110 644 769 0 0,105-382-1076 0 0,69-515-849 0 0,5-47-1069 0 0,-21 86-1 0 0,22-125 531 0 0,-1 0 1 0 0,-2 0-1 0 0,0-1 0 0 0,-2-1 0 0 0,0 1 0 0 0,-23 32 0 0 0,5-19-2811 0 0,-42 40-1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0:11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192 942 480 0 0,'-112'-10'2148'0'0,"100"9"-1611"0"0,0-1 0 0 0,1 0 0 0 0,-22-6 0 0 0,33 8-495 0 0,-1 0 0 0 0,1 0 0 0 0,-1 0 0 0 0,0 0 0 0 0,1-1 0 0 0,-1 1 0 0 0,1 0 0 0 0,-1-1 0 0 0,1 1 0 0 0,-1 0 0 0 0,1 0 1 0 0,-1-1-1 0 0,1 1 0 0 0,-1-1 0 0 0,1 1 0 0 0,0-1 0 0 0,-1 1 0 0 0,1-1 0 0 0,0 1 0 0 0,-1-1 0 0 0,1 1 0 0 0,0-1 1 0 0,0 1-1 0 0,-1-1 0 0 0,1 1 0 0 0,0-1 0 0 0,0 1 0 0 0,0-1 0 0 0,0 0 0 0 0,0 1 0 0 0,0-1 0 0 0,0 1 0 0 0,0-1 1 0 0,0 0-1 0 0,0 1 0 0 0,0-1 0 0 0,0 1 0 0 0,0-1 0 0 0,0 1 0 0 0,0-1 0 0 0,1 0 0 0 0,-1 1 0 0 0,0-1 0 0 0,0 1 0 0 0,1-1 1 0 0,-1 1-1 0 0,0-1 0 0 0,1 1 0 0 0,-1-1 0 0 0,1 1 0 0 0,-1 0 0 0 0,0-1 0 0 0,1 1 0 0 0,-1 0 0 0 0,1-1 0 0 0,-1 1 1 0 0,2-1-1 0 0,9-7 433 0 0,0 0 1 0 0,1 1 0 0 0,0 0 0 0 0,0 1 0 0 0,24-8-1 0 0,184-59 2273 0 0,530-115 1051 0 0,-576 147-3303 0 0,1676-381 3813 0 0,-1787 408-4359 0 0,79-21-40 0 0,-51 5-3985 0 0,-74 21 1216 0 0,-17 9 2773 0 0,0 0 1 0 0,0 0 0 0 0,1 0-1 0 0,-1 0 1 0 0,0 0-1 0 0,0 0 1 0 0,0-1-1 0 0,1 1 1 0 0,-1 0 0 0 0,0 0-1 0 0,0 0 1 0 0,0 0-1 0 0,0 0 1 0 0,1-1 0 0 0,-1 1-1 0 0,0 0 1 0 0,0 0-1 0 0,0 0 1 0 0,0-1-1 0 0,0 1 1 0 0,0 0 0 0 0,0 0-1 0 0,0-1 1 0 0,0 1-1 0 0,0 0 1 0 0,0 0 0 0 0,0 0-1 0 0,1-1 1 0 0,-2 1-1 0 0,1 0 1 0 0,0 0-1 0 0,0-1 1 0 0,0 1 0 0 0,-2-2-413 0 0,-1 1 1 0 0,1 0 0 0 0,-1-1 0 0 0,0 1 0 0 0,1 0 0 0 0,-1 0 0 0 0,0 1-1 0 0,0-1 1 0 0,1 1 0 0 0,-6-1 0 0 0,-88-12-5159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0:12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0 6083 0 0,'-2'6'1466'0'0,"0"0"-1"0"0,0 0 1 0 0,1 0 0 0 0,0 0 0 0 0,0 0 0 0 0,0 0 0 0 0,0 0 0 0 0,1 12-1 0 0,-1 101 3614 0 0,-7 173-2287 0 0,-20-82-4282 0 0,15-135 921 0 0,-3 96 0 0 0,16-162 588 0 0,0 1 57 0 0,0 0 1 0 0,0 0-1 0 0,3 16 0 0 0,-2-23-50 0 0,0 0 1 0 0,0 0-1 0 0,0 0 1 0 0,0 0-1 0 0,0-1 1 0 0,1 1-1 0 0,-1 0 1 0 0,1-1-1 0 0,0 1 0 0 0,-1-1 1 0 0,1 0-1 0 0,0 1 1 0 0,1-1-1 0 0,-1 0 1 0 0,0 0-1 0 0,4 2 1 0 0,4 1-1 0 0,0 0 1 0 0,-1-1 0 0 0,2 0 0 0 0,-1-1 0 0 0,0 0 0 0 0,1-1 0 0 0,-1 0 0 0 0,1 0 0 0 0,-1-1 0 0 0,1-1 0 0 0,0 0 0 0 0,0 0-1 0 0,-1-1 1 0 0,15-3 0 0 0,19-4 17 0 0,-1-3 0 0 0,47-17 0 0 0,-71 21-19 0 0,128-47 108 0 0,23-7-360 0 0,-128 44-1835 0 0,-40 16 1385 0 0,0-1 0 0 0,-1 1 0 0 0,1 0 1 0 0,0-1-1 0 0,0 1 0 0 0,-1-1 0 0 0,1 1 0 0 0,-1-1 1 0 0,2-3-1 0 0,-2 4-445 0 0,0-1 0 0 0,-1 1 0 0 0,1-1 0 0 0,-1 1-1 0 0,1-1 1 0 0,-1 1 0 0 0,0-1 0 0 0,0 1 0 0 0,1-1 0 0 0,-1 1 0 0 0,-1-3 0 0 0,1 4 1101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0:12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1 1121 0 0,'-5'5'295'0'0,"0"0"1"0"0,0 0 0 0 0,1 1 0 0 0,-1 0 0 0 0,1 0 0 0 0,0 0 0 0 0,-5 13-1 0 0,4-3 520 0 0,0-1 0 0 0,-3 20 1 0 0,2-11 321 0 0,-39 162 9084 0 0,-4 10-6076 0 0,44-174-4228 0 0,1 0-1 0 0,1 1 1 0 0,1-1-1 0 0,0 1 1 0 0,3 27-1 0 0,0-40 134 0 0,0 0 0 0 0,1-1 0 0 0,0 1 0 0 0,1 0 1 0 0,0 0-1 0 0,0-1 0 0 0,1 0 0 0 0,0 1 0 0 0,1-2 0 0 0,0 1 0 0 0,0 0 0 0 0,1-1 0 0 0,9 10 1 0 0,-9-12-3 0 0,0-1 0 0 0,0 0 1 0 0,0-1-1 0 0,1 0 1 0 0,-1 0-1 0 0,1 0 0 0 0,0 0 1 0 0,1-1-1 0 0,-1 0 1 0 0,0-1-1 0 0,1 0 0 0 0,8 2 1 0 0,3-1 204 0 0,1-1 0 0 0,0 0-1 0 0,31-2 1 0 0,-2-4-206 0 0,-1-1 0 0 0,0-3-1 0 0,51-16 1 0 0,-56 10-1225 0 0,68-32-1 0 0,-69 28-973 0 0,76-39-7625 0 0,-76 36 759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0:12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0 2801 0 0,'0'6'4482'0'0,"-26"162"4402"0"0,0-26-3441 0 0,0-38-4163 0 0,0-4-1920 0 0,5-17-240 0 0,4-23-1 0 0,12-32 161 0 0,5-52-801 0 0,0-70-5362 0 0,19-45-1521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0:13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0 383 2561 0 0,'6'-33'1536'0'0,"13"-58"2756"0"0,-17 80-3616 0 0,1 1 0 0 0,1-1 1 0 0,0 1-1 0 0,1 0 0 0 0,9-16 0 0 0,-14 25-629 0 0,1 0 0 0 0,-1 1 0 0 0,0-1 0 0 0,1 0 1 0 0,-1 1-1 0 0,0-1 0 0 0,1 1 0 0 0,-1-1 0 0 0,0 1 1 0 0,1-1-1 0 0,-1 0 0 0 0,1 1 0 0 0,-1 0 0 0 0,1-1 1 0 0,0 1-1 0 0,-1-1 0 0 0,1 1 0 0 0,-1 0 0 0 0,1-1 0 0 0,0 1 1 0 0,-1 0-1 0 0,1 0 0 0 0,0-1 0 0 0,-1 1 0 0 0,1 0 1 0 0,0 0-1 0 0,-1 0 0 0 0,1 0 0 0 0,0 0 0 0 0,-1 0 1 0 0,2 0-1 0 0,0 1 29 0 0,-1 1 0 0 0,0-1 0 0 0,1 1 0 0 0,-1-1 0 0 0,0 1 0 0 0,0-1 0 0 0,0 1 0 0 0,0 0 0 0 0,1 2 0 0 0,1 1 55 0 0,19 39 771 0 0,-1 2 0 0 0,26 89-1 0 0,13 107 726 0 0,-29-109-743 0 0,-26-111-642 0 0,0-1 1 0 0,2 0 0 0 0,0 0 0 0 0,20 37-1 0 0,-25-55-192 0 0,0 0 0 0 0,0 1 0 0 0,0-1 0 0 0,0 0 0 0 0,1-1 0 0 0,-1 1-1 0 0,1 0 1 0 0,0-1 0 0 0,0 1 0 0 0,0-1 0 0 0,0 0 0 0 0,0 0 0 0 0,0 0-1 0 0,1 0 1 0 0,-1-1 0 0 0,0 0 0 0 0,1 1 0 0 0,5 0 0 0 0,-6-2-19 0 0,1 0 1 0 0,-1 0-1 0 0,1 0 1 0 0,-1-1-1 0 0,1 1 1 0 0,-1-1-1 0 0,0 0 1 0 0,0 0-1 0 0,1 0 1 0 0,-1-1-1 0 0,0 1 1 0 0,0-1-1 0 0,0 1 1 0 0,0-1 0 0 0,0 0-1 0 0,-1 0 1 0 0,1-1-1 0 0,0 1 1 0 0,-1 0-1 0 0,0-1 1 0 0,3-3-1 0 0,4-5-5 0 0,-1-1 0 0 0,0 0 0 0 0,-1 0 0 0 0,-1 0 0 0 0,0-1 0 0 0,8-23 0 0 0,19-93-261 0 0,-3-38-720 0 0,36-148-1172 0 0,-57 286 2028 0 0,24-52 0 0 0,-26 68 119 0 0,0 0 0 0 0,1 1-1 0 0,0-1 1 0 0,1 2 0 0 0,16-19-1 0 0,-23 28-7 0 0,0 0 1 0 0,0 0-1 0 0,0 0 0 0 0,0 0 0 0 0,0 0 0 0 0,1 0 0 0 0,-1 1 0 0 0,1-1 0 0 0,-1 1 0 0 0,1-1 0 0 0,0 1 0 0 0,-1 0 1 0 0,1 0-1 0 0,0 0 0 0 0,0 1 0 0 0,0-1 0 0 0,0 1 0 0 0,0-1 0 0 0,0 1 0 0 0,0 0 0 0 0,3 0 0 0 0,-2 2 18 0 0,-1-1 0 0 0,1 1 0 0 0,-1 0 0 0 0,0 0 0 0 0,1 0 0 0 0,-1 0-1 0 0,0 1 1 0 0,0-1 0 0 0,0 1 0 0 0,-1 0 0 0 0,1 0 0 0 0,-1 0 0 0 0,1 0-1 0 0,-1 0 1 0 0,0 1 0 0 0,2 4 0 0 0,7 13 325 0 0,-1 1 1 0 0,0 1-1 0 0,11 41 1 0 0,11 81 1157 0 0,-10 5-652 0 0,-13-75-665 0 0,30 116 1 0 0,34 32-114 0 0,-44-137-20 0 0,-28-83-70 0 0,4 13-214 0 0,0-1 0 0 0,1 0 0 0 0,1 0 0 0 0,0 0 0 0 0,10 14-1 0 0,-16-27-43 0 0,0-1 0 0 0,1 1 0 0 0,-1-1-1 0 0,0 0 1 0 0,1 1 0 0 0,-1-1-1 0 0,1 0 1 0 0,-1 0 0 0 0,1 0 0 0 0,1 1-1 0 0,1-3-2695 0 0,-8-5-2071 0 0,-10 0-4573 0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0:14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47 386 2321 0 0,'-47'-10'2881'0'0,"519"-22"-800"0"0,9-4-320 0 0,-95 2-160 0 0,-118 8 160 0 0,-85 4 480 0 0,-48 2 2961 0 0,-33-8-160 0 0,-24 1-3601 0 0,-26-7-3762 0 0,-26 0-2481 0 0,-26-2-3122 0 0,-45-10-2561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0:14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363 73 400 0 0,'-8'2'674'0'0,"-13"1"2357"0"0,21-3-2978 0 0,14-6 3606 0 0,37-12 143 0 0,1 2-1 0 0,106-17 1 0 0,-141 31-3646 0 0,1 0 0 0 0,0 1 1 0 0,0 1-1 0 0,-1 1 0 0 0,1 1 0 0 0,0 0 0 0 0,-1 1 0 0 0,1 1 0 0 0,-1 0 0 0 0,28 12 1 0 0,-33-11-194 0 0,-1 1 1 0 0,0 1-1 0 0,-1 0 1 0 0,1 0-1 0 0,-1 1 1 0 0,0 0-1 0 0,-1 1 1 0 0,0 0-1 0 0,-1 0 1 0 0,1 1-1 0 0,-2 0 1 0 0,0 1-1 0 0,0-1 1 0 0,0 1-1 0 0,4 13 1 0 0,-7-14 53 0 0,-1 0 0 0 0,0 0-1 0 0,0 0 1 0 0,-1 0 0 0 0,0 1 0 0 0,-1-1 0 0 0,-1 0-1 0 0,1 1 1 0 0,-2-1 0 0 0,1 0 0 0 0,-1 1-1 0 0,-5 16 1 0 0,-2 5 106 0 0,-2 0 0 0 0,-22 45 0 0 0,30-71-110 0 0,-22 48 143 0 0,-3-2 0 0 0,-1 0 0 0 0,-3-2 0 0 0,-2-1 0 0 0,-3-2 0 0 0,-1-1 0 0 0,-53 50 0 0 0,58-67-715 0 0,-1-1 1 0 0,-2-2 0 0 0,0-1-1 0 0,-49 25 1 0 0,52-34-1248 0 0,-1-2 0 0 0,-1 0 1 0 0,0-3-1 0 0,0 0 0 0 0,-56 8 0 0 0,-66-4-5731 0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0:15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0 960 0 0,'5'2'2962'0'0,"133"88"-401"0"0,32-32-240 0 0,-42-36 3602 0 0,-54-8 1920 0 0,-43 4-7122 0 0,-36 18-12407 0 0,-31 34 161 0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0:15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0 400 0 0,'-62'12'3442'0'0,"29"16"-1041"0"0,19-6-880 0 0,11-14-81 0 0,8 4 1 0 0,9 30 80 0 0,5 24-241 0 0,5-6 161 0 0,4-10 1840 0 0,-4 4-3041 0 0,9-8-4642 0 0,0-26-4562 0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0:15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1 203 640 0 0,'0'-11'803'0'0,"0"9"-574"0"0,0 0 0 0 0,0-1 0 0 0,0 1 0 0 0,1-1 0 0 0,-1 1 1 0 0,1 0-1 0 0,-1-1 0 0 0,1 1 0 0 0,0 0 0 0 0,-1-1 0 0 0,1 1 0 0 0,1 0 1 0 0,-1 0-1 0 0,0 0 0 0 0,3-3 0 0 0,3-2 1035 0 0,0 1 0 0 0,1 1 0 0 0,13-8 0 0 0,21-11 1462 0 0,1 2 1 0 0,50-18 0 0 0,-73 32-2719 0 0,1 2 0 0 0,-1 0 0 0 0,1 1 0 0 0,0 1 0 0 0,1 1-1 0 0,-1 1 1 0 0,38 0 0 0 0,-52 3 0 0 0,0 0-1 0 0,0 0 0 0 0,0 0 0 0 0,0 1 0 0 0,0 0 1 0 0,-1 0-1 0 0,8 4 0 0 0,-12-5 2 0 0,0 0 0 0 0,-1 0 1 0 0,1 0-1 0 0,0 1 0 0 0,0-1 0 0 0,-1 1 1 0 0,1-1-1 0 0,-1 1 0 0 0,1-1 0 0 0,-1 1 1 0 0,0 0-1 0 0,1 0 0 0 0,-1-1 0 0 0,0 1 0 0 0,0 0 1 0 0,0 0-1 0 0,-1 0 0 0 0,1 0 0 0 0,0 0 1 0 0,-1 1-1 0 0,0-1 0 0 0,1 0 0 0 0,-1 0 1 0 0,0 0-1 0 0,0 0 0 0 0,0 5 0 0 0,-2 4-13 0 0,0-1-1 0 0,0 1 1 0 0,-1-1 0 0 0,0 1-1 0 0,-9 17 1 0 0,-30 49 10 0 0,27-53-3 0 0,-22 51 1 0 0,34-66-10 0 0,0 0 1 0 0,0 0 0 0 0,1 0-1 0 0,0 1 1 0 0,1-1 0 0 0,0 0-1 0 0,0 1 1 0 0,1-1 0 0 0,2 19 0 0 0,6 9-361 0 0,1 0 1 0 0,28 68 0 0 0,-3-12 273 0 0,-9-13 86 0 0,17 97-1 0 0,-39-155-3 0 0,-1-1 0 0 0,0 1 0 0 0,-2-1 0 0 0,0 1 0 0 0,-7 41-1 0 0,5-54-43 0 0,1 0-1 0 0,-1 0 1 0 0,-1-1-1 0 0,1 1 1 0 0,-1-1-1 0 0,-1 0 1 0 0,0 0-1 0 0,0 0 1 0 0,0 0-1 0 0,-1-1 1 0 0,0 0-1 0 0,-1 0 1 0 0,0 0-1 0 0,0 0 1 0 0,0-1-1 0 0,-10 7 1 0 0,14-11-119 0 0,0-1 1 0 0,-1 0-1 0 0,1 0 0 0 0,0 0 1 0 0,-1 0-1 0 0,1 0 0 0 0,-1 0 0 0 0,1-1 1 0 0,-1 1-1 0 0,0-1 0 0 0,1 0 1 0 0,-1 1-1 0 0,0-1 0 0 0,1-1 1 0 0,-1 1-1 0 0,0 0 0 0 0,-3-1 1 0 0,-6-3-1966 0 0,0-1 0 0 0,1 0 1 0 0,-16-8-1 0 0</inkml:trace>
  <inkml:trace contextRef="#ctx0" brushRef="#br0" timeOffset="1">114 850 80 0 0,'-23'-20'4402'0'0,"28"20"-880"0"0,2-2-321 0 0,9-2-480 0 0,115-26 801 0 0,32-18-1921 0 0,-16-18-1681 0 0,-9-18-961 0 0,-32 4-159 0 0,-30 7-4003 0 0,-10-9-2320 0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0:16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0 2241 0 0,'-157'267'19915'0'0,"100"-152"-19207"0"0,53-106-733 0 0,0 0 0 0 0,0 0 0 0 0,1 0 0 0 0,0 1 0 0 0,1-1 0 0 0,0 1 0 0 0,1 0 0 0 0,0-1 0 0 0,0 1 0 0 0,1 0 0 0 0,0 0 0 0 0,1 0 0 0 0,0 0 0 0 0,0-1 0 0 0,6 18 0 0 0,-7-26 23 0 0,2 4-380 0 0,0 0 1 0 0,-1 0 0 0 0,0 0-1 0 0,0 0 1 0 0,0 0 0 0 0,-1 0-1 0 0,1 0 1 0 0,-1 0 0 0 0,-1 9 0 0 0,1-44-8584 0 0,2 15 7953 0 0,11-96-3081 0 0,1 36 5917 0 0,-14 74-1748 0 0,0 1 0 0 0,0 0 1 0 0,1 0-1 0 0,-1-1 0 0 0,0 1 0 0 0,0 0 1 0 0,0 0-1 0 0,0-1 0 0 0,1 1 0 0 0,-1 0 1 0 0,0 0-1 0 0,0 0 0 0 0,0 0 0 0 0,1-1 1 0 0,-1 1-1 0 0,0 0 0 0 0,0 0 0 0 0,1 0 1 0 0,-1 0-1 0 0,0 0 0 0 0,0 0 0 0 0,1 0 1 0 0,-1-1-1 0 0,0 1 0 0 0,0 0 0 0 0,1 0 1 0 0,-1 0-1 0 0,0 0 0 0 0,1 0 0 0 0,-1 0 1 0 0,0 0-1 0 0,0 0 0 0 0,1 1 0 0 0,-1-1 1 0 0,0 0-1 0 0,0 0 0 0 0,1 0 0 0 0,-1 0 0 0 0,0 0 1 0 0,0 0-1 0 0,1 0 0 0 0,-1 1 0 0 0,0-1 1 0 0,5 1 250 0 0,30 1 3050 0 0,56-2 0 0 0,44-14-448 0 0,-61 0-2482 0 0,115-37 1 0 0,-158 40-1470 0 0,0-1 0 0 0,0-2 0 0 0,-1 0 1 0 0,45-32-1 0 0,-47 25-3394 0 0,24-25 1 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0:16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40 6803 0 0,'-23'8'4722'0'0,"-6"10"-1840"0"0,-59 92-2322 0 0,13 12 1041 0 0,27-22-241 0 0,20-22-1040 0 0,9-2-400 0 0,19-15 0 0 0,9-23 0 0 0,15-30-3121 0 0,0-34-5363 0 0</inkml:trace>
  <inkml:trace contextRef="#ctx0" brushRef="#br0" timeOffset="1">655 74 4082 0 0,'7'6'9604'0'0,"-2"-4"-6002"0"0,28-26-2722 0 0,26-4-560 0 0,-4 4-159 0 0,-13 18 799 0 0,-8 12 481 0 0,-13 4-1281 0 0,-5 4-3282 0 0,-11 2-2080 0 0,-21 2-2402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0:17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991 1 80 0 0,'-9'4'4082'0'0,"1"-2"-1521"0"0,4 2-1040 0 0,1-4-161 0 0,3 2-159 0 0,5-2-1 0 0,2 0-239 0 0,12-2-1 0 0,69-4-639 0 0,-41 12-3763 0 0,-51 20-4081 0 0</inkml:trace>
  <inkml:trace contextRef="#ctx0" brushRef="#br0" timeOffset="1">534 338 2961 0 0,'-72'36'4883'0'0,"1"24"559"0"0,17 22-1760 0 0,4 24-2162 0 0,0-12-1279 0 0,-4 6-241 0 0,2 6 80 0 0,7-10 0 0 0,9-25-80 0 0,10-23-1761 0 0,14-18-2481 0 0,0-42-3202 0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0:17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0 444 560 0 0,'17'-12'2241'0'0,"-1"12"481"0"0,25 54 2080 0 0,35 85 640 0 0,-20-7-3921 0 0,-22-24-1681 0 0,-4-12 240 0 0,-6-22 320 0 0,7-22-160 0 0,-7-20-320 0 0,2-26-3522 0 0,-5-46-6082 0 0</inkml:trace>
  <inkml:trace contextRef="#ctx0" brushRef="#br0" timeOffset="1">481 424 3522 0 0,'1'-1'200'0'0,"-1"-1"0"0"0,1 1 0 0 0,-1 0 1 0 0,1 0-1 0 0,0 0 0 0 0,-1 0 0 0 0,1 0 1 0 0,0 0-1 0 0,0 0 0 0 0,0 0 0 0 0,-1 0 1 0 0,1 1-1 0 0,0-1 0 0 0,0 0 0 0 0,0 1 1 0 0,1-1-1 0 0,-1 0 0 0 0,0 1 0 0 0,0-1 1 0 0,0 1-1 0 0,0 0 0 0 0,0-1 0 0 0,1 1 1 0 0,-1 0-1 0 0,0 0 0 0 0,2-1 1 0 0,3 0-99 0 0,20-7-119 0 0,103-29 3022 0 0,69-23 6279 0 0,-118 39-8557 0 0,-1 7-3815 0 0,-78 14 2952 0 0,-1 0-1 0 0,1 0 1 0 0,0 0-1 0 0,0 0 1 0 0,0 0-1 0 0,0 0 1 0 0,0 0-1 0 0,-1 0 1 0 0,1 0-1 0 0,0-1 1 0 0,0 1-1 0 0,0 0 1 0 0,-1-1-1 0 0,1 1 1 0 0,0-1-1 0 0,0 1 1 0 0,-1-1-1 0 0,1 1 1 0 0,0-1-1 0 0,-1 1 1 0 0,1-1-1 0 0,-1 1 1 0 0,1-1-1 0 0,-1 0 1 0 0,1 0-1 0 0,-1 1 1 0 0,1-1-1 0 0,-1 0 1 0 0,0 0-1 0 0,1 1 1 0 0,-1-1-1 0 0,0 0 1 0 0,0 0-1 0 0,1 0 1 0 0,-1 1 0 0 0,0-1-1 0 0,0 0 1 0 0,0 0-1 0 0,0-1 1 0 0,-1-2-352 0 0,-1 0 1 0 0,1 0-1 0 0,-1 0 1 0 0,0 0-1 0 0,0 0 1 0 0,-4-5-1 0 0,5 7 449 0 0,-29-47-2269 0 0,-48-74 1522 0 0,52 92 2199 0 0,26 31-1360 0 0,-1-1-1 0 0,1 1 0 0 0,0 0 1 0 0,0 0-1 0 0,-1-1 0 0 0,1 1 0 0 0,0 0 1 0 0,-1 0-1 0 0,1 0 0 0 0,0-1 1 0 0,-1 1-1 0 0,1 0 0 0 0,0 0 0 0 0,-1 0 1 0 0,1 0-1 0 0,-1 0 0 0 0,1 0 1 0 0,0 0-1 0 0,-1 0 0 0 0,1 0 0 0 0,-1 0 1 0 0,1 0-1 0 0,0 0 0 0 0,-1 0 0 0 0,1 0 1 0 0,0 0-1 0 0,-1 0 0 0 0,1 0 1 0 0,0 0-1 0 0,-1 1 0 0 0,1-1 0 0 0,-1 0 1 0 0,1 0-1 0 0,0 0 0 0 0,0 1 1 0 0,-1-1-1 0 0,1 0 0 0 0,0 0 0 0 0,-1 1 1 0 0,1-1-1 0 0,0 1 0 0 0,-8 16 674 0 0,7-12-446 0 0,-7 19 479 0 0,2-1 0 0 0,0 1 1 0 0,2 1-1 0 0,-3 39 0 0 0,5-38-193 0 0,-2 47 635 0 0,3 0-1 0 0,3 0 1 0 0,3 0-1 0 0,22 105 1 0 0,9 77-1121 0 0,-34-188-969 0 0,-3-61 295 0 0,1 0 1 0 0,-1 0 0 0 0,0 0-1 0 0,-1 0 1 0 0,1-1-1 0 0,-1 1 1 0 0,0-1 0 0 0,-3 7-1 0 0,3-10-398 0 0,1 0-1 0 0,-1 0 1 0 0,0 1-1 0 0,0-1 1 0 0,0 0-1 0 0,0-1 1 0 0,0 1 0 0 0,0 0-1 0 0,-4 2 1 0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0:17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1056 5763 0 0,'2'14'5282'0'0,"3"-2"-2641"0"0,2 0-1360 0 0,12 2-801 0 0,4 1-400 0 0,113 39 320 0 0,1-26 3122 0 0,-45-44-1361 0 0,-6-20-2561 0 0,-15-9-2642 0 0,-24-15-9603 0 0</inkml:trace>
  <inkml:trace contextRef="#ctx0" brushRef="#br0" timeOffset="1">548 1 4562 0 0,'-31'14'7443'0'0,"15"18"-5041"0"0,11 10-2082 0 0,0 16 160 0 0,0-2 400 0 0,27 8 241 0 0,6-8-161 0 0,-6-19-800 0 0,-13-21-2000 0 0,1-18-642 0 0,-10-14-5441 0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0:18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0 228 2321 0 0,'0'-9'1315'0'0,"0"7"-1009"0"0,0 0 1 0 0,1-1-1 0 0,-1 1 1 0 0,0-1-1 0 0,1 1 1 0 0,-1-1-1 0 0,1 1 1 0 0,0 0-1 0 0,0-1 1 0 0,0 1-1 0 0,0 0 1 0 0,0 0-1 0 0,0 0 1 0 0,1 0-1 0 0,-1 0 1 0 0,1 0-1 0 0,-1 0 1 0 0,1 0-1 0 0,0 0 1 0 0,0 1-1 0 0,-1-1 1 0 0,1 1-1 0 0,1-1 1 0 0,2-1 0 0 0,27-17 2309 0 0,1 0 1 0 0,1 2-1 0 0,54-20 1 0 0,-43 21-2576 0 0,0 3 1 0 0,84-15 0 0 0,-118 27-128 0 0,46-5-128 0 0,-54 7 216 0 0,1 0 1 0 0,-1 0-1 0 0,1 0 1 0 0,-1 1 0 0 0,0-1-1 0 0,1 1 1 0 0,-1 0-1 0 0,0-1 1 0 0,1 2 0 0 0,-1-1-1 0 0,0 0 1 0 0,5 3-1 0 0,-7-2 4 0 0,1-1-1 0 0,-1 0 1 0 0,0 0 0 0 0,0 1-1 0 0,0-1 1 0 0,0 1-1 0 0,0-1 1 0 0,0 1-1 0 0,0 0 1 0 0,-1-1 0 0 0,1 1-1 0 0,0 0 1 0 0,-1-1-1 0 0,1 1 1 0 0,-1 0 0 0 0,0 0-1 0 0,0-1 1 0 0,0 1-1 0 0,0 0 1 0 0,0 0-1 0 0,0-1 1 0 0,0 3 0 0 0,-1 4-5 0 0,-1-1 0 0 0,1 1 0 0 0,-6 13 1 0 0,0-5-41 0 0,0-1 1 0 0,0 0 0 0 0,-2-1 0 0 0,0 0 0 0 0,0 0 0 0 0,-2-1 0 0 0,-11 13-1 0 0,-92 80-476 0 0,105-98 469 0 0,-28 22-266 0 0,-1-2 1 0 0,-61 34 0 0 0,73-45-140 0 0,16-9 66 0 0,10-8 379 0 0,0 0-1 0 0,0 0 1 0 0,0 0 0 0 0,0 0 0 0 0,0 0-1 0 0,0 0 1 0 0,0 0 0 0 0,0 1 0 0 0,0-1-1 0 0,0 0 1 0 0,1 0 0 0 0,-1 0 0 0 0,0 0-1 0 0,0 0 1 0 0,0 0 0 0 0,0 0 0 0 0,0 0 0 0 0,0 0-1 0 0,0 0 1 0 0,0 0 0 0 0,0 0 0 0 0,0 0-1 0 0,0 0 1 0 0,0 0 0 0 0,0 0 0 0 0,0 0-1 0 0,0 0 1 0 0,0 1 0 0 0,0-1 0 0 0,0 0-1 0 0,0 0 1 0 0,0 0 0 0 0,0 0 0 0 0,0 0-1 0 0,0 0 1 0 0,0 0 0 0 0,0 0 0 0 0,0 0 0 0 0,0 0-1 0 0,0 0 1 0 0,0 0 0 0 0,0 1 0 0 0,0-1-1 0 0,0 0 1 0 0,0 0 0 0 0,0 0 0 0 0,0 0-1 0 0,0 0 1 0 0,0 0 0 0 0,0 0 0 0 0,0 0-1 0 0,0 0 1 0 0,0 0 0 0 0,0 0 0 0 0,0 0 0 0 0,0 0-1 0 0,0 0 1 0 0,0 0 0 0 0,0 1 0 0 0,0-1-1 0 0,0 0 1 0 0,-1 0 0 0 0,1 0 0 0 0,0 0-1 0 0,0 0 1 0 0,0 0 0 0 0,22-6 297 0 0,-4 0-169 0 0,43-10 72 0 0,79-26 79 0 0,-120 34-266 0 0,15-5-571 0 0,42-11 1 0 0,-73 23 237 0 0,0 0 1 0 0,0 0 0 0 0,0 1-1 0 0,1-1 1 0 0,7 1 0 0 0,-11 0 178 0 0,0 0 0 0 0,0 1 0 0 0,-1-1 0 0 0,1 0 0 0 0,0 0 0 0 0,0 1 0 0 0,0-1 0 0 0,-1 0 0 0 0,1 1 0 0 0,0-1 0 0 0,0 1 0 0 0,-1-1 0 0 0,1 1 0 0 0,0-1 0 0 0,-1 1 0 0 0,1 0 0 0 0,-1-1 0 0 0,1 1 0 0 0,0 0 0 0 0,-1-1 0 0 0,0 1 0 0 0,1 0 0 0 0,-1 0 0 0 0,1 0 0 0 0,-1-1 0 0 0,0 1 0 0 0,0 0 0 0 0,1 0 0 0 0,-1 0 0 0 0,0 0 0 0 0,0-1 0 0 0,0 1 0 0 0,0 0 0 0 0,0 1 0 0 0,-1 6-1634 0 0,0 0 1 0 0,0 0-1 0 0,-4 11 0 0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0:18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54 115 7283 0 0,'-53'10'13567'0'0,"80"-20"-13888"0"0,198-76-2040 0 0,-208 80 2342 0 0,-1 0-1 0 0,1 1 0 0 0,0 1 0 0 0,26-3 1 0 0,-37 6 24 0 0,-1 1 1 0 0,0 0-1 0 0,1 1 1 0 0,-1-1-1 0 0,0 1 1 0 0,1 0-1 0 0,-1 0 0 0 0,0 1 1 0 0,0 0-1 0 0,0 0 1 0 0,0 0-1 0 0,0 0 1 0 0,0 1-1 0 0,-1 0 1 0 0,1 0-1 0 0,-1 0 1 0 0,5 4-1 0 0,-2 1-11 0 0,1-1 0 0 0,-1 1 0 0 0,-1 0-1 0 0,0 1 1 0 0,0 0 0 0 0,-1 0 0 0 0,0 0-1 0 0,0 0 1 0 0,-1 1 0 0 0,4 15 0 0 0,-6-18 20 0 0,0-1 0 0 0,0 1 0 0 0,-1 0 0 0 0,-1 0 1 0 0,1-1-1 0 0,-1 1 0 0 0,0 0 0 0 0,0 0 0 0 0,-1 0 1 0 0,0 0-1 0 0,0-1 0 0 0,-1 1 0 0 0,0 0 0 0 0,0-1 1 0 0,0 1-1 0 0,-1-1 0 0 0,-5 9 0 0 0,0-4-15 0 0,-1 0 0 0 0,0-1 0 0 0,0 0 0 0 0,-1 0-1 0 0,0-1 1 0 0,-1 0 0 0 0,0-1 0 0 0,0 0 0 0 0,-1-1 0 0 0,-19 9 0 0 0,0-2-46 0 0,-1-2 0 0 0,-1-1 0 0 0,-36 7 0 0 0,54-15 58 0 0,-1-1-1 0 0,0 0 1 0 0,0-1-1 0 0,-16-1 1 0 0,10 0-64 0 0,42-6 80 0 0,7-4 79 0 0,78-20 251 0 0,-38 13-115 0 0,87-36 0 0 0,-105 33-153 0 0,-10 4-354 0 0,42-23 1 0 0,-80 38 107 0 0,1 0 0 0 0,-1 1 1 0 0,1-1-1 0 0,-1 0 0 0 0,1 0 0 0 0,-1 0 1 0 0,0 0-1 0 0,0-1 0 0 0,1 1 1 0 0,-1 0-1 0 0,0 0 0 0 0,0-1 1 0 0,0 1-1 0 0,0-1 0 0 0,0 1 1 0 0,-1-1-1 0 0,1 1 0 0 0,0-1 1 0 0,-1 1-1 0 0,1-1 0 0 0,0-2 1 0 0,-2 0-384 0 0,1 0 0 0 0,0 0 0 0 0,-1 1 0 0 0,0-1 0 0 0,0 0 1 0 0,0 1-1 0 0,-3-7 0 0 0,3 8 275 0 0,-21-51-7752 0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0:18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18 4322 0 0,'-2'-2'1105'0'0,"-10"-11"3365"0"0,12 13-4325 0 0,0 0 0 0 0,-1-1 0 0 0,1 1 0 0 0,0 0 0 0 0,0 0 0 0 0,-1 0 0 0 0,1 0 0 0 0,0-1 0 0 0,-1 1 0 0 0,1 0 0 0 0,0 0 0 0 0,-1 0 0 0 0,1 0 0 0 0,-1 0 0 0 0,1 0 0 0 0,0 0 1 0 0,-1 0-1 0 0,1 0 0 0 0,0 0 0 0 0,-1 0 0 0 0,1 0 0 0 0,0 0 0 0 0,-1 0 0 0 0,1 0 0 0 0,0 0 0 0 0,-1 0 0 0 0,1 0 0 0 0,0 1 0 0 0,-1-1 0 0 0,1 0 0 0 0,0 0 0 0 0,-1 0 0 0 0,1 1 0 0 0,0-1 1 0 0,0 0-1 0 0,-1 0 0 0 0,1 1 0 0 0,-1-1 0 0 0,1 1-44 0 0,0-1 0 0 0,0 1 1 0 0,0-1-1 0 0,-1 0 0 0 0,1 1 1 0 0,0-1-1 0 0,0 1 0 0 0,0-1 1 0 0,0 1-1 0 0,0-1 0 0 0,0 1 1 0 0,0-1-1 0 0,0 0 0 0 0,0 1 1 0 0,0-1-1 0 0,0 1 0 0 0,0-1 1 0 0,0 1-1 0 0,0-1 0 0 0,0 1 1 0 0,1-1-1 0 0,-1 0 0 0 0,0 1 1 0 0,0-1-1 0 0,0 1 0 0 0,1-1 1 0 0,-1 0-1 0 0,0 1 0 0 0,1 0 1 0 0,3 6 1220 0 0,7 32 679 0 0,40 252 1083 0 0,-28-143-2620 0 0,20 102-391 0 0,83 552 241 0 0,-96-565-160 0 0,70 471 572 0 0,-91-658-592 0 0,1-1-1 0 0,28 76 0 0 0,-29-109 42 0 0,-6-15-11 0 0,-2-7-22 0 0,-1 6-140 0 0,0-1 6 0 0,0 0 0 0 0,-1 0 0 0 0,1 0 0 0 0,0 1 0 0 0,0-1 0 0 0,0 0 0 0 0,0 0 0 0 0,1 0 0 0 0,-1 1 1 0 0,0-1-1 0 0,0 0 0 0 0,0 0 0 0 0,1 0 0 0 0,-1 1 0 0 0,0-1 0 0 0,1 0 0 0 0,-1 0 0 0 0,0 1 0 0 0,1-1 0 0 0,0-1 0 0 0,6-6 7 0 0,-4 2-17 0 0,-1 0-1 0 0,1 1 1 0 0,-1-1-1 0 0,0 0 0 0 0,0-1 1 0 0,-1 1-1 0 0,0 0 0 0 0,1-12 1 0 0,2-12-175 0 0,7-11-580 0 0,-6 21-2361 0 0,0 0 0 0 0,4-41 0 0 0,-9 34-4425 0 0,-5-34-1 0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0:19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0 800 0 0,'727'66'-160'0'0,"-418"-28"-80"0"0,1 18-80 0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0:20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215 434 240 0 0,'-28'12'974'0'0,"-7"2"352"0"0,-2-8 2297 0 0,10-5-2703 0 0,27-1-940 0 0,0 0-1 0 0,0 0 1 0 0,0 0-1 0 0,0 0 1 0 0,0 1-1 0 0,0-1 1 0 0,1 0-1 0 0,-1 0 1 0 0,0 0-1 0 0,0 0 1 0 0,0 0-1 0 0,0 0 1 0 0,0 0-1 0 0,0 0 1 0 0,0 0-1 0 0,1 0 1 0 0,-1-1-1 0 0,0 1 1 0 0,0 0-1 0 0,0 0 1 0 0,0 0-1 0 0,0 0 1 0 0,0 0-1 0 0,0 0 1 0 0,0 0-1 0 0,0 0 0 0 0,1 0 1 0 0,-1 0-1 0 0,0 0 1 0 0,0 0-1 0 0,0 0 1 0 0,0 0-1 0 0,0-1 1 0 0,0 1-1 0 0,0 0 1 0 0,0 0-1 0 0,0 0 1 0 0,0 0-1 0 0,0 0 1 0 0,0 0-1 0 0,0 0 1 0 0,0 0-1 0 0,0-1 1 0 0,0 1-1 0 0,0 0 1 0 0,0 0-1 0 0,0 0 1 0 0,0 0-1 0 0,0 0 1 0 0,0 0-1 0 0,0 0 1 0 0,0 0-1 0 0,0-1 1 0 0,0 1-1 0 0,0 0 1 0 0,0 0-1 0 0,0 0 1 0 0,0 0-1 0 0,0 0 1 0 0,0 0-1 0 0,0 0 1 0 0,0-1-1 0 0,-8-8 586 0 0,-15-11 1083 0 0,-33-24 1340 0 0,55 44-2955 0 0,1 0-11 0 0,0 0-1 0 0,0 0 1 0 0,0 0 0 0 0,0 0 0 0 0,0 0 0 0 0,0 0 0 0 0,-1 0 0 0 0,1 0-1 0 0,0 0 1 0 0,0 0 0 0 0,0 0 0 0 0,0 0 0 0 0,0-1 0 0 0,0 1 0 0 0,0 0-1 0 0,0 0 1 0 0,-1 0 0 0 0,1 0 0 0 0,0 0 0 0 0,0 0 0 0 0,0 0 0 0 0,0 0-1 0 0,0-1 1 0 0,0 1 0 0 0,0 0 0 0 0,0 0 0 0 0,0 0 0 0 0,0 0 0 0 0,0 0 0 0 0,0 0-1 0 0,0-1 1 0 0,0 1 0 0 0,0 0 0 0 0,0 0 0 0 0,0 0 0 0 0,0 0 0 0 0,0 0-1 0 0,0 0 1 0 0,0-1 0 0 0,0 1 0 0 0,0 0 0 0 0,0 0 0 0 0,0 0 0 0 0,0 0-1 0 0,0 0 1 0 0,0 0 0 0 0,0 0 0 0 0,1-1 0 0 0,-1 1 0 0 0,0 0 0 0 0,0 0-1 0 0,24-8 1878 0 0,119-21 4027 0 0,84-9-3087 0 0,-110 20-2627 0 0,1009-166 842 0 0,-641 120-582 0 0,-281 51-3078 0 0,-149 10-1423 0 0,-55 3 3717 0 0,1 0-1 0 0,0 0 0 0 0,0 0 1 0 0,0 0-1 0 0,0 0 1 0 0,0 0-1 0 0,0-1 0 0 0,0 1 1 0 0,-1 0-1 0 0,1 0 1 0 0,0-1-1 0 0,0 1 0 0 0,0-1 1 0 0,0 1-1 0 0,-1-1 0 0 0,1 1 1 0 0,0-1-1 0 0,-1 1 1 0 0,1-1-1 0 0,0 0 0 0 0,-1 1 1 0 0,2-2-1 0 0,-2 1-316 0 0,0-1 0 0 0,-1 1 0 0 0,1 0 0 0 0,0-1 0 0 0,0 1 0 0 0,-1 0 0 0 0,1 0 0 0 0,-1-1 0 0 0,1 1 0 0 0,-1 0 0 0 0,0 0 0 0 0,-1-2 0 0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0:20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4 9524 0 0,'-65'-4'13887'0'0,"112"11"-13567"0"0,317 76-1241 0 0,-310-67 1717 0 0,88 40 0 0 0,-122-46-642 0 0,0 1-1 0 0,-1 1 1 0 0,0 0 0 0 0,-1 2 0 0 0,0 0 0 0 0,28 30-1 0 0,-39-36-169 0 0,0 1-1 0 0,0 1 1 0 0,0-1-1 0 0,-1 1 1 0 0,-1 0-1 0 0,0 0 1 0 0,0 1-1 0 0,-1 0 1 0 0,0-1-1 0 0,4 23 1 0 0,-6-18-12 0 0,0 1 0 0 0,-1-1 0 0 0,-1 1 0 0 0,0-1 0 0 0,-2 0-1 0 0,1 1 1 0 0,-6 18 0 0 0,-4 2-2 0 0,-1-1 0 0 0,-1 0 0 0 0,-2-1 0 0 0,-1-1 0 0 0,-38 57-1 0 0,23-45 59 0 0,-55 65 0 0 0,66-88-197 0 0,-1-1 1 0 0,-1-1-1 0 0,-1-1 1 0 0,-37 24-1 0 0,51-37-220 0 0,-1 0 0 0 0,0-1 0 0 0,0 0 0 0 0,-1-1 0 0 0,1 0 0 0 0,-1 0 0 0 0,0-1 0 0 0,-11 1 0 0 0,18-3-29 0 0,0-1 0 0 0,1 0 0 0 0,-1 0 0 0 0,0 0 0 0 0,1 0 0 0 0,-1-1 0 0 0,1 0-1 0 0,-1 1 1 0 0,0-1 0 0 0,1 0 0 0 0,-1-1 0 0 0,1 1 0 0 0,0-1 0 0 0,0 1 0 0 0,-1-1 0 0 0,1 0 0 0 0,0 0 0 0 0,0-1 0 0 0,1 1 0 0 0,-1 0 0 0 0,0-1 0 0 0,1 0 0 0 0,0 0 0 0 0,-1 0 0 0 0,1 0 0 0 0,0 0-1 0 0,-2-4 1 0 0,-1-6-1786 0 0,0 1 0 0 0,0-2-1 0 0,-3-20 1 0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0:20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1201 0 0,'0'20'1520'0'0,"14"-56"81"0"0,43 92 1600 0 0,119 38 1602 0 0,-22-46-2402 0 0,-45-22-1041 0 0,-40-2 1682 0 0,-32 14-4163 0 0,-22 9-6162 0 0,-34 1-2962 0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0:21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0 2401 0 0,'-59'94'6723'0'0,"37"2"1681"0"0,10 8-4882 0 0,5 2-2562 0 0,14-16-1280 0 0,-2-29-240 0 0,2-17-1361 0 0,10-10-240 0 0,9-30-3762 0 0,-2-30-3201 0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0:21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0 130 2161 0 0,'3'-5'1326'0'0,"0"-1"1"0"0,0 1-1 0 0,1 0 1 0 0,0 1-1 0 0,-1-1 0 0 0,8-6 1 0 0,-5 7-1145 0 0,-1 0 0 0 0,1 0 0 0 0,0 1 1 0 0,0 0-1 0 0,12-5 0 0 0,23-6 100 0 0,0 1 1 0 0,1 3-1 0 0,0 1 0 0 0,1 2 1 0 0,61-3-1 0 0,-49 11 175 0 0,-51-1-418 0 0,-1 1 0 0 0,1-1-1 0 0,-1 1 1 0 0,1 0 0 0 0,-1 0-1 0 0,0 0 1 0 0,1 0 0 0 0,-1 1 0 0 0,0-1-1 0 0,0 1 1 0 0,0 0 0 0 0,3 2 0 0 0,-5-3-25 0 0,0 0 1 0 0,0 0 0 0 0,0 0 0 0 0,-1 0-1 0 0,1 1 1 0 0,0-1 0 0 0,-1 0-1 0 0,1 0 1 0 0,-1 1 0 0 0,1-1 0 0 0,-1 0-1 0 0,0 1 1 0 0,0-1 0 0 0,1 0 0 0 0,-1 1-1 0 0,0-1 1 0 0,0 0 0 0 0,0 1 0 0 0,-1-1-1 0 0,1 0 1 0 0,0 1 0 0 0,0-1-1 0 0,-1 0 1 0 0,0 2 0 0 0,-16 34 131 0 0,12-27-100 0 0,-23 36 14 0 0,-2-1 0 0 0,-2-1 0 0 0,-2-2 0 0 0,-1-1 0 0 0,-58 51 0 0 0,91-90-36 0 0,-1 0-1 0 0,1 1 1 0 0,0-1 0 0 0,0 1-1 0 0,0 0 1 0 0,0 0 0 0 0,0 0-1 0 0,1 0 1 0 0,-1 0 0 0 0,1 0-1 0 0,0 1 1 0 0,0-1 0 0 0,0 0-1 0 0,0 1 1 0 0,1-1 0 0 0,-1 0-1 0 0,1 1 1 0 0,0-1 0 0 0,0 1-1 0 0,0-1 1 0 0,1 0 0 0 0,-1 1-1 0 0,1-1 1 0 0,-1 1 0 0 0,1-1-1 0 0,0 0 1 0 0,1 0 0 0 0,-1 0-1 0 0,3 5 1 0 0,4 6 27 0 0,0-1-1 0 0,1 0 1 0 0,0 0 0 0 0,1-1-1 0 0,14 13 1 0 0,8 8 33 0 0,9 9 44 0 0,-2 1-1 0 0,42 60 1 0 0,-64-79-48 0 0,-2 2 0 0 0,-1-1 0 0 0,-1 2 0 0 0,-1 0 0 0 0,-1 0 0 0 0,-1 1 0 0 0,-2 0 0 0 0,-1 1 0 0 0,-1 0 0 0 0,4 58 0 0 0,-11-48-28 0 0,-1 0 0 0 0,-2 0 0 0 0,-1-1 0 0 0,-3 1 0 0 0,0-1-1 0 0,-3 0 1 0 0,-1-1 0 0 0,-30 63 0 0 0,37-91-91 0 0,0 1 0 0 0,-1-1 0 0 0,1 0 0 0 0,-2 0 0 0 0,1-1 0 0 0,-1 0-1 0 0,-13 12 1 0 0,17-18-36 0 0,0 0 0 0 0,0 0 0 0 0,0 0 0 0 0,0 0-1 0 0,0 0 1 0 0,0-1 0 0 0,-1 1 0 0 0,1-1 0 0 0,-1 0-1 0 0,1 0 1 0 0,-1 0 0 0 0,1 0 0 0 0,-1-1 0 0 0,0 0-1 0 0,1 0 1 0 0,-1 0 0 0 0,1 0 0 0 0,-1 0 0 0 0,0 0-1 0 0,1-1 1 0 0,-1 0 0 0 0,1 0 0 0 0,-1 0 0 0 0,1 0 0 0 0,-4-2-1 0 0,1-1-522 0 0,-1 1-1 0 0,1-2 0 0 0,0 1 0 0 0,0-1 0 0 0,1 1 1 0 0,-1-2-1 0 0,1 1 0 0 0,-8-11 0 0 0,-5-9-4180 0 0,-16-33 0 0 0,34 58 4733 0 0</inkml:trace>
  <inkml:trace contextRef="#ctx0" brushRef="#br0" timeOffset="1">76 1236 2961 0 0,'-9'-47'3682'0'0,"16"35"-2802"0"0,12 6-719 0 0,-5 4 399 0 0,2-2 720 0 0,6 0 401 0 0,103-20 3842 0 0,22-14-2722 0 0,-16-6-2961 0 0,-15-8-640 0 0,-2-6 239 0 0,-8 8 1 0 0,-9 4-801 0 0,-11-6-4962 0 0,-8-12-1120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0:21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179 100 3762 0 0,'-24'-52'8083'0'0,"17"20"-5281"0"0,4 18-3122 0 0,10 12-81 0 0,-4 14 1922 0 0,-3 8 240 0 0,19 94-240 0 0,-19 38-881 0 0,-26-12-560 0 0,-10-17-160 0 0,5-35-320 0 0,3-20-161 0 0,4-8-719 0 0,-4-6-6804 0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0:22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1 452 1201 0 0,'4'-6'912'0'0,"1"-1"1"0"0,0 1-1 0 0,0 0 1 0 0,0 0 0 0 0,1 1-1 0 0,-1 0 1 0 0,2 0 0 0 0,-1 0-1 0 0,0 1 1 0 0,1-1 0 0 0,13-5-1 0 0,9-4 816 0 0,0 1 1 0 0,42-12-1 0 0,-36 15-1311 0 0,0 2 0 0 0,1 1 0 0 0,0 2 0 0 0,41-1 0 0 0,-71 5-404 0 0,31 3 1534 0 0,-36-2-1568 0 0,0 0 0 0 0,-1 0 1 0 0,1 1-1 0 0,-1-1 1 0 0,1 0-1 0 0,0 0 1 0 0,-1 0-1 0 0,1 1 0 0 0,0-1 1 0 0,-1 0-1 0 0,1 1 1 0 0,-1-1-1 0 0,1 0 0 0 0,-1 1 1 0 0,1-1-1 0 0,-1 1 1 0 0,1-1-1 0 0,-1 1 1 0 0,1-1-1 0 0,-1 1 0 0 0,1-1 1 0 0,-1 1-1 0 0,0-1 1 0 0,1 1-1 0 0,-1 0 0 0 0,0-1 1 0 0,0 1-1 0 0,0 0 1 0 0,1-1-1 0 0,-1 1 0 0 0,0 0 1 0 0,0-1-1 0 0,0 1 1 0 0,0 0-1 0 0,0-1 1 0 0,0 1-1 0 0,0 0 0 0 0,0-1 1 0 0,0 1-1 0 0,0 0 1 0 0,-1-1-1 0 0,1 1 0 0 0,-1 1 1 0 0,-1 4-941 0 0,-2 1-1 0 0,1 0 1 0 0,-1-1 0 0 0,0 1 0 0 0,0-1-1 0 0,-1 0 1 0 0,0 0 0 0 0,0-1 0 0 0,-8 8 0 0 0,-9 4 230 0 0,-30 20 1 0 0,-12 8 1331 0 0,46-31-509 0 0,-31 27-183 0 0,46-37 229 0 0,-1-1 1 0 0,1 1 0 0 0,0 0-1 0 0,0 0 1 0 0,0 0 0 0 0,0 1 0 0 0,1-1-1 0 0,0 1 1 0 0,-3 7 0 0 0,4-10-12 0 0,1-1 0 0 0,0 0 1 0 0,-1 1-1 0 0,1-1 0 0 0,0 1 0 0 0,0-1 1 0 0,0 0-1 0 0,0 1 0 0 0,0-1 1 0 0,0 0-1 0 0,1 1 0 0 0,-1-1 0 0 0,0 1 1 0 0,1-1-1 0 0,-1 0 0 0 0,1 0 0 0 0,-1 1 1 0 0,1-1-1 0 0,0 0 0 0 0,-1 0 1 0 0,1 0-1 0 0,0 0 0 0 0,0 1 0 0 0,0-1 1 0 0,0 0-1 0 0,0-1 0 0 0,0 1 1 0 0,0 0-1 0 0,0 0 0 0 0,0 0 0 0 0,0-1 1 0 0,1 1-1 0 0,-1 0 0 0 0,0-1 1 0 0,0 1-1 0 0,1-1 0 0 0,-1 0 0 0 0,0 1 1 0 0,1-1-1 0 0,-1 0 0 0 0,1 0 1 0 0,1 0-1 0 0,4 1-131 0 0,1 0 0 0 0,-1-1 0 0 0,0-1 1 0 0,0 1-1 0 0,0-1 0 0 0,0 0 0 0 0,9-3 0 0 0,-2 0-19 0 0,0-2-1 0 0,-1 0 1 0 0,0 0-1 0 0,0-2 0 0 0,0 1 1 0 0,-1-2-1 0 0,0 1 1 0 0,13-14-1 0 0,12-13-619 0 0,33-43-1 0 0,-67 73 542 0 0,169-207-6541 0 0,-68 82 2495 0 0,-30 40 1146 0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0:22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432 27 480 0 0,'27'-26'6935'0'0,"-27"26"-6823"0"0,0 0 0 0 0,0 0 0 0 0,0 0 0 0 0,0 0 0 0 0,0 0 0 0 0,1 0 336 0 0,-1 0-336 0 0,-7 19 619 0 0,-8 15 305 0 0,-25 37 1 0 0,24-44-1062 0 0,1 0 0 0 0,2 1 1 0 0,-16 42-1 0 0,29-67-226 0 0,-1-1-1 0 0,1 1 1 0 0,-1 0 0 0 0,1 0-1 0 0,0 0 1 0 0,0 0 0 0 0,1 4-1 0 0,-1-6 188 0 0,0-1-1 0 0,0 0 0 0 0,0 0 0 0 0,0 0 1 0 0,0 0-1 0 0,0 1 0 0 0,0-1 0 0 0,0 0 1 0 0,0 0-1 0 0,0 0 0 0 0,0 0 1 0 0,0 1-1 0 0,0-1 0 0 0,0 0 0 0 0,0 0 1 0 0,0 0-1 0 0,0 0 0 0 0,1 0 0 0 0,-1 1 1 0 0,0-1-1 0 0,0 0 0 0 0,0 0 0 0 0,0 0 1 0 0,0 0-1 0 0,0 0 0 0 0,1 0 0 0 0,-1 0 1 0 0,0 1-1 0 0,0-1 0 0 0,0 0 0 0 0,0 0 1 0 0,1 0-1 0 0,-1 0 0 0 0,0 0 1 0 0,0 0-1 0 0,0 0 0 0 0,0 0 0 0 0,1 0 1 0 0,-1 0-1 0 0,0 0 0 0 0,9-13-1300 0 0,-8 7 1620 0 0,-1 6-192 0 0,0 0 0 0 0,0-1 0 0 0,0 1 0 0 0,0 0 0 0 0,0-1 0 0 0,0 1 1 0 0,0 0-1 0 0,0-1 0 0 0,1 1 0 0 0,-1 0 0 0 0,0-1 0 0 0,0 1 0 0 0,0 0 0 0 0,0-1 0 0 0,0 1 1 0 0,1 0-1 0 0,-1 0 0 0 0,0-1 0 0 0,0 1 0 0 0,0 0 0 0 0,1 0 0 0 0,-1-1 0 0 0,0 1 0 0 0,0 0 1 0 0,1 0-1 0 0,-1 0 0 0 0,0-1 0 0 0,1 1 0 0 0,-1 0 0 0 0,0 0 0 0 0,0 0 0 0 0,1 0 0 0 0,-1 0 0 0 0,0 0 1 0 0,1 0-1 0 0,-1 0 0 0 0,0 0 0 0 0,1 0 0 0 0,-1 0 0 0 0,0 0 0 0 0,1 0 0 0 0,-1 0 0 0 0,0 0 1 0 0,1 0-1 0 0,-1 0 0 0 0,0 0 0 0 0,1 0 0 0 0,-1 0 0 0 0,0 0 0 0 0,1 1 0 0 0,-1-1 0 0 0,0 0 1 0 0,0 0-1 0 0,1 0 0 0 0,-1 1 0 0 0,20 3 1069 0 0,1 0 0 0 0,0-1 0 0 0,-1-1 0 0 0,1-1 0 0 0,35-3 0 0 0,-20-2-1364 0 0,1-2 0 0 0,51-15 0 0 0,-88 21 207 0 0,3 0-433 0 0,-1 0 0 0 0,1-1 0 0 0,-1 0-1 0 0,0 0 1 0 0,1 1 0 0 0,-1-1 0 0 0,0 0 0 0 0,0-1 0 0 0,0 1 0 0 0,1 0 0 0 0,1-3-1 0 0,-13 5-5783 0 0</inkml:trace>
  <inkml:trace contextRef="#ctx0" brushRef="#br0" timeOffset="1">128 522 2721 0 0,'-59'32'5683'0'0,"14"-2"-3442"0"0,26-14-2401 0 0,14-12-240 0 0,8-6 640 0 0,1 2-160 0 0,4 6-400 0 0,3 4-241 0 0,-3-4-719 0 0,-4 2-1361 0 0,-4 2-161 0 0,0 0 561 0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0:23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0 400 0 0,'3'4'1841'0'0,"-6"-8"80"0"0,1 10 80 0 0,-27 110 4642 0 0,-16 30 560 0 0,10-20-4241 0 0,4-26-3283 0 0,3-25-239 0 0,-6-19 400 0 0,-1-12 160 0 0,14-12-240 0 0,18-22-80 0 0,10-14-401 0 0,3-16-5201 0 0,-8-24-6404 0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0:23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1681 0 0,'2'4'2561'0'0,"-11"118"6323"0"0,11 29-1361 0 0,12-3-5201 0 0,5-24-2322 0 0,0 6-401 0 0,0 16 81 0 0,-5 4 320 0 0,5-19 160 0 0,3-29-480 0 0,4-30-320 0 0,0-40-1761 0 0,5-68-3442 0 0,4-66-5362 0 0</inkml:trace>
  <inkml:trace contextRef="#ctx0" brushRef="#br0" timeOffset="1">361 206 6963 0 0,'2'-17'8564'0'0,"10"28"-4482"0"0,26 13-3762 0 0,26 2 480 0 0,17-12 81 0 0,4-16-561 0 0,15-8-480 0 0,-8-14 0 0 0,-11-11-160 0 0,-27 3-321 0 0,-25 8-239 0 0,-34-6-6483 0 0,-12-12-4963 0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0:23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534 43 720 0 0,'-38'-24'6403'0'0,"17"12"-2401"0"0,4 6-1281 0 0,5 8-640 0 0,-2 84-320 0 0,2 128 320 0 0,7-43-80 0 0,13-49-1201 0 0,8-8-720 0 0,1 14-80 0 0,2 6 80 0 0,-3-14 161 0 0,-1-25-402 0 0,-11-23-479 0 0,-6-26-320 0 0,-5-36-3602 0 0,-19-40-6163 0 0</inkml:trace>
  <inkml:trace contextRef="#ctx0" brushRef="#br0" timeOffset="1">10 590 480 0 0,'-9'18'9685'0'0,"11"-4"-2962"0"0,0-6-3442 0 0,6 0-1520 0 0,-1 0-640 0 0,7 2-801 0 0,69 8-1761 0 0,90 0-1600 0 0,-59-36-721 0 0,-50-24-5202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0:24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2 5282 0 0,'-38'-2'5043'0'0,"10"4"-4243"0"0,13-2-720 0 0,11 2 160 0 0,1 2 160 0 0,6 8 241 0 0,70 126 1920 0 0,-4 12-1120 0 0,-24-54-1521 0 0,-17-40-561 0 0,-11-22-1280 0 0,-5-28-2161 0 0,4-26-1520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0:24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32 216 6003 0 0,'-5'-5'892'0'0,"2"-1"1"0"0,-1 0-1 0 0,1 0 1 0 0,0-1-1 0 0,0 1 1 0 0,1-1-1 0 0,0 1 1 0 0,0-1-1 0 0,0 0 1 0 0,0-10-1 0 0,2 13-762 0 0,0 1 0 0 0,0-1 1 0 0,1 1-1 0 0,-1-1 0 0 0,1 1 0 0 0,0 0 0 0 0,0-1 0 0 0,0 1 0 0 0,1 0 0 0 0,-1 0 0 0 0,1 0 0 0 0,0 0 0 0 0,-1 0 0 0 0,1 0 0 0 0,0 1 0 0 0,1-1 1 0 0,-1 0-1 0 0,0 1 0 0 0,1 0 0 0 0,0-1 0 0 0,-1 1 0 0 0,1 0 0 0 0,6-2 0 0 0,4-3 13 0 0,1 1 1 0 0,0 0-1 0 0,1 1 1 0 0,-1 1-1 0 0,1 0 0 0 0,0 1 1 0 0,29-2-1 0 0,155-9 2841 0 0,-128 11-1806 0 0,-38 1-741 0 0,105-3 188 0 0,-118 6-733 0 0,0 1 0 0 0,-1 0-1 0 0,1 1 1 0 0,34 11-1 0 0,-52-13 98 0 0,1 0-1 0 0,-1-1 0 0 0,1 1 1 0 0,-1 0-1 0 0,0 1 1 0 0,1-1-1 0 0,-1 0 0 0 0,0 1 1 0 0,0-1-1 0 0,0 1 1 0 0,0-1-1 0 0,0 1 0 0 0,0 0 1 0 0,-1 0-1 0 0,1 0 0 0 0,0 0 1 0 0,-1 0-1 0 0,0 0 1 0 0,1 1-1 0 0,0 1 0 0 0,-2 0-23 0 0,1-1-1 0 0,-1 0 0 0 0,0 0 0 0 0,0 0 0 0 0,0 0 0 0 0,0 0 0 0 0,0 0 0 0 0,-1 0 1 0 0,0 1-1 0 0,1-1 0 0 0,-1 0 0 0 0,0-1 0 0 0,-1 1 0 0 0,1 0 0 0 0,0 0 0 0 0,-3 3 1 0 0,-5 9-208 0 0,-1 0 1 0 0,0-1 0 0 0,-1 0 0 0 0,0-1-1 0 0,-2 0 1 0 0,1-1 0 0 0,-1 0-1 0 0,-1-1 1 0 0,0-1 0 0 0,-28 16 0 0 0,-9 0 384 0 0,0-3-1 0 0,-56 17 1 0 0,17-7-424 0 0,81-28 466 0 0,13-4 48 0 0,27-5 1 0 0,-23 2-295 0 0,47-8-39 0 0,-1-3 0 0 0,0-2-1 0 0,-1-2 1 0 0,66-32 0 0 0,-82 31 77 0 0,52-21-6 0 0,-57 31-197 0 0,-32 8 204 0 0,0 0 0 0 0,1 0-1 0 0,-1 0 1 0 0,0 0 0 0 0,0 0 0 0 0,0 0-1 0 0,0 0 1 0 0,1 0 0 0 0,-1 0-1 0 0,0 0 1 0 0,0 0 0 0 0,0 0 0 0 0,1 0-1 0 0,-1 0 1 0 0,0 0 0 0 0,0 0-1 0 0,0 0 1 0 0,0 0 0 0 0,1 0-1 0 0,-1 1 1 0 0,0-1 0 0 0,0 0 0 0 0,0 0-1 0 0,0 0 1 0 0,1 0 0 0 0,-1 0-1 0 0,0 0 1 0 0,0 0 0 0 0,0 1 0 0 0,0-1-1 0 0,0 0 1 0 0,0 0 0 0 0,0 0-1 0 0,0 0 1 0 0,1 1 0 0 0,-1-1-1 0 0,0 0 1 0 0,0 0 0 0 0,0 0 0 0 0,0 0-1 0 0,0 1 1 0 0,0-1 0 0 0,0 0-1 0 0,0 0 1 0 0,0 0 0 0 0,0 0 0 0 0,0 1-1 0 0,0-1 1 0 0,0 0 0 0 0,0 0-1 0 0,0 0 1 0 0,0 1 0 0 0,0-1-1 0 0,0 0 1 0 0,-1 0 0 0 0,1 0 0 0 0,0 0-1 0 0,0 1 1 0 0,0-1 0 0 0,0 0-1 0 0,0 0 1 0 0,0 0 0 0 0,0 0 0 0 0,-1 0-1 0 0,1 0 1 0 0,0 1 0 0 0,-20 26-6434 0 0,-23 20-5201 0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0:24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1 7123 0 0,'-23'32'4517'0'0,"12"-12"-3172"0"0,0 0-1 0 0,-8 22 1 0 0,18-39-1338 0 0,1 1 0 0 0,0-1 1 0 0,0 1-1 0 0,0 0 0 0 0,0-1 0 0 0,1 1 0 0 0,0-1 1 0 0,-1 1-1 0 0,1 0 0 0 0,0-1 0 0 0,1 0 1 0 0,-1 1-1 0 0,1-1 0 0 0,3 6 0 0 0,-2-2-102 0 0,-3-6 61 0 0,1-1-1 0 0,-1 1 1 0 0,1 0 0 0 0,-1-1-1 0 0,0 1 1 0 0,1-1 0 0 0,-1 1-1 0 0,1-1 1 0 0,0 1 0 0 0,-1-1-1 0 0,1 1 1 0 0,-1-1 0 0 0,1 0-1 0 0,0 1 1 0 0,-1-1 0 0 0,1 0-1 0 0,0 1 1 0 0,-1-1 0 0 0,1 0-1 0 0,0 0 1 0 0,-1 0-1 0 0,1 0 1 0 0,1 0 0 0 0,22-3-1002 0 0,24-17 28 0 0,-26 9 1037 0 0,1 0 0 0 0,0 1 0 0 0,0 1 0 0 0,1 1 0 0 0,36-6 0 0 0,127-12 411 0 0,-107 7-295 0 0,-49 11-58 0 0,0 1 0 0 0,1 1 0 0 0,48-2 0 0 0,-76 8-67 0 0,-1 0-1 0 0,1 0 1 0 0,0 0-1 0 0,0 1 0 0 0,-1-1 1 0 0,1 1-1 0 0,-1 0 1 0 0,1 0-1 0 0,0 0 0 0 0,-1 1 1 0 0,1-1-1 0 0,-1 1 1 0 0,0-1-1 0 0,5 5 0 0 0,-7-5 6 0 0,0-1-1 0 0,0 1 0 0 0,-1 0 1 0 0,1 0-1 0 0,0 0 0 0 0,-1 1 0 0 0,1-1 1 0 0,-1 0-1 0 0,1 0 0 0 0,-1 0 1 0 0,1 0-1 0 0,-1 0 0 0 0,0 1 1 0 0,1-1-1 0 0,-1 0 0 0 0,0 0 0 0 0,0 3 1 0 0,0-1 41 0 0,-1 0 0 0 0,1-1 0 0 0,-1 1 0 0 0,0 0 0 0 0,0 0 0 0 0,0 0-1 0 0,0-1 1 0 0,-1 1 0 0 0,1-1 0 0 0,-2 4 0 0 0,-4 3 7 0 0,0 0 0 0 0,0 0 0 0 0,-1-1 1 0 0,0 1-1 0 0,-15 10 0 0 0,-51 33-59 0 0,40-30 14 0 0,-5 2 92 0 0,-1-1 0 0 0,0-2 0 0 0,-63 22 0 0 0,49-22 747 0 0,37-12 18 0 0,15-6-274 0 0,6-2 134 0 0,34-4-358 0 0,0-1 0 0 0,0-1-1 0 0,0-3 1 0 0,40-12 0 0 0,-26 2-567 0 0,-1-2 0 0 0,0-2 0 0 0,68-42 0 0 0,-108 57-20 0 0,-1 0 1 0 0,19-16-1 0 0,-26 20 4 0 0,0 0 0 0 0,0 0 1 0 0,-1 0-1 0 0,1-1 0 0 0,-1 1 0 0 0,0-1 1 0 0,0 0-1 0 0,0 0 0 0 0,0 0 0 0 0,-1 0 1 0 0,3-6-1 0 0,-3 2-1058 0 0,-1 1 0 0 0,1 0 0 0 0,-1 0 0 0 0,-1-8 0 0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0:25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1521 0 0,'-2'16'6042'0'0,"5"211"3955"0"0,18 13-7634 0 0,-12-152-1557 0 0,28 1170 3623 0 0,-68-597-4069 0 0,31-658-368 0 0,-2 37-210 0 0,1-1 0 0 0,2 1 0 0 0,12 72 0 0 0,-13-111 116 0 0,1 1 0 0 0,-1 0 0 0 0,0-1 0 0 0,1 1 0 0 0,-1-1 0 0 0,1 1-1 0 0,0 0 1 0 0,-1-1 0 0 0,1 1 0 0 0,0-1 0 0 0,0 1 0 0 0,0-1 0 0 0,0 0 0 0 0,2 2 0 0 0,-3-3 18 0 0,0 0-1 0 0,1 0 1 0 0,-1 1 0 0 0,0-1 0 0 0,1 0-1 0 0,-1 0 1 0 0,0 0 0 0 0,1 0-1 0 0,-1 0 1 0 0,0 0 0 0 0,1 0 0 0 0,-1-1-1 0 0,0 1 1 0 0,1 0 0 0 0,-1 0 0 0 0,0 0-1 0 0,1 0 1 0 0,-1 0 0 0 0,0 0-1 0 0,0-1 1 0 0,1 1 0 0 0,-1 0 0 0 0,0 0-1 0 0,1 0 1 0 0,-1-1 0 0 0,0 1 0 0 0,12-17-3820 0 0,17-50-6301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0:25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107 102 80 0 0,'-1'2'2134'0'0,"-3"5"-630"0"0,0 0-1 0 0,0-1 0 0 0,1 1 0 0 0,0 0 1 0 0,1 1-1 0 0,0-1 0 0 0,-2 10 1 0 0,-1 0 36 0 0,-40 162 4178 0 0,34-124-5429 0 0,-6 94 0 0 0,16-141-279 0 0,1 0 0 0 0,0 0 0 0 0,1-1 0 0 0,-1 1 0 0 0,2 0-1 0 0,-1 0 1 0 0,1-1 0 0 0,0 1 0 0 0,4 7 0 0 0,-4-10 19 0 0,1 0 0 0 0,1 0 1 0 0,-1 0-1 0 0,1-1 0 0 0,-1 1 0 0 0,1-1 0 0 0,1 0 0 0 0,-1 0 0 0 0,1 0 0 0 0,-1 0 0 0 0,1-1 0 0 0,0 0 1 0 0,8 4-1 0 0,9 3 73 0 0,0 0 1 0 0,1-2 0 0 0,0-1 0 0 0,0 0-1 0 0,0-2 1 0 0,1-1 0 0 0,-1 0-1 0 0,1-2 1 0 0,0-1 0 0 0,0-1 0 0 0,0 0-1 0 0,0-2 1 0 0,0-1 0 0 0,0-1-1 0 0,-1-1 1 0 0,0-1 0 0 0,0-1 0 0 0,0-1-1 0 0,42-22 1 0 0,-32 10-459 0 0,-1-2 1 0 0,-1-1-1 0 0,-1-1 0 0 0,-1-2 0 0 0,-1 0 1 0 0,-1-3-1 0 0,-2 0 0 0 0,32-46 0 0 0,-48 60-631 0 0,0-1 0 0 0,-1 0 0 0 0,8-23 0 0 0,7-47-9138 0 0</inkml:trace>
  <inkml:trace contextRef="#ctx0" brushRef="#br0" timeOffset="1">1003 6 3282 0 0,'-2'-6'4402'0'0,"0"10"-2241"0"0,-3 6-641 0 0,3-2-319 0 0,-1 4-241 0 0,-2 8-159 0 0,3 84 479 0 0,2-2-560 0 0,2-36-559 0 0,6-12-81 0 0,-8 4-80 0 0,-8 6-80 0 0,-6 2-3282 0 0,-14-1-5922 0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0:25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85 960 0 0,'-21'17'1333'0'0,"4"-4"713"0"0,1 0 0 0 0,1 1 0 0 0,0 1 0 0 0,0 1 1 0 0,2 0-1 0 0,0 0 0 0 0,-11 20 0 0 0,22-33-1949 0 0,0 1 1 0 0,1 0-1 0 0,-1 0 1 0 0,1 0-1 0 0,0 0 1 0 0,0 0-1 0 0,0 0 1 0 0,1 0 0 0 0,-1 1-1 0 0,1-1 1 0 0,0 0-1 0 0,0 0 1 0 0,0 0-1 0 0,1 0 1 0 0,0 1-1 0 0,0-1 1 0 0,0 0-1 0 0,0 0 1 0 0,0 0-1 0 0,4 7 1 0 0,2 1 492 0 0,1-1 0 0 0,0 1 0 0 0,0-1 1 0 0,1 0-1 0 0,11 9 0 0 0,-11-9-567 0 0,1-2-1 0 0,0 1 1 0 0,1-1 0 0 0,0-1-1 0 0,0 0 1 0 0,1-1-1 0 0,0 0 1 0 0,0-1 0 0 0,1 0-1 0 0,-1 0 1 0 0,1-2 0 0 0,1 0-1 0 0,-1 0 1 0 0,0-1-1 0 0,1-1 1 0 0,0 0 0 0 0,0-1-1 0 0,-1 0 1 0 0,1-1-1 0 0,0-1 1 0 0,0 0 0 0 0,20-5-1 0 0,-4-1-22 0 0,-1-1 0 0 0,0-2 1 0 0,-1-1-1 0 0,0-1 0 0 0,0-2 0 0 0,-1 0 0 0 0,-1-2 0 0 0,0-1 0 0 0,33-29 0 0 0,-7-1-1041 0 0,-1-3 1 0 0,86-111-1 0 0,-64 64-2494 0 0,-75 107 3808 0 0,1-1 1 0 0,0 1-1 0 0,1 11 0 0 0,-1 10 622 0 0,-8 81 655 0 0,2-50-1451 0 0,3 98-1 0 0,7 10-26 0 0,-3-142-184 0 0,2 1-248 0 0,2-21-2379 0 0,-11-23-5060 0 0,-16-10-2793 0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0:26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 1761 0 0,'-13'51'1781'0'0,"2"1"1"0"0,-7 100 0 0 0,14-107-1151 0 0,-18 629 5079 0 0,50 1 4160 0 0,-1-353-4614 0 0,-16-230-4976 0 0,34 124 0 0 0,-43-207-356 0 0,0 0 0 0 0,1 0 0 0 0,1 0 0 0 0,0-1 0 0 0,0 1 0 0 0,0-1 0 0 0,6 8 0 0 0,-5-11 57 0 0,0 0-1 0 0,-1 0 1 0 0,2 0 0 0 0,-1-1 0 0 0,0 0 0 0 0,1 0-1 0 0,0 0 1 0 0,0-1 0 0 0,11 5 0 0 0,-13-5-7 0 0,1-1 0 0 0,0 1 0 0 0,-1 0 1 0 0,1 0-1 0 0,-1 0 0 0 0,6 7 0 0 0,4 10-3188 0 0,-14-18 2429 0 0,1 0 0 0 0,0-1-1 0 0,-1 1 1 0 0,0 0-1 0 0,1 0 1 0 0,-1-1 0 0 0,0 1-1 0 0,0 0 1 0 0,0 0 0 0 0,0-1-1 0 0,0 3 1 0 0,-7 11-9607 0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4:29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 5603 0 0,'-7'0'2490'0'0,"4"0"-1821"0"0,1 1 0 0 0,0-1 1 0 0,-1 0-1 0 0,1 1 0 0 0,0-1 0 0 0,0 1 0 0 0,-1-1 0 0 0,1 1 0 0 0,0 0 0 0 0,-4 2 0 0 0,6-2-465 0 0,-1 0 0 0 0,0 0 0 0 0,1 0 0 0 0,-1 0 0 0 0,1 1 0 0 0,-1-1 0 0 0,1 0 0 0 0,0 0 0 0 0,-1 0 0 0 0,1 1 0 0 0,0-1 0 0 0,0 0 0 0 0,0 0 0 0 0,0 0 1 0 0,0 1-1 0 0,0-1 0 0 0,0 0 0 0 0,0 0 0 0 0,0 0 0 0 0,0 1 0 0 0,1-1 0 0 0,-1 0 0 0 0,1 0 0 0 0,-1 0 0 0 0,1 0 0 0 0,-1 0 0 0 0,1 1 0 0 0,0 0 0 0 0,35 72 917 0 0,17 42-1589 0 0,32 122 709 0 0,80 363-1 0 0,-147-521-97 0 0,50 201 407 0 0,-35-185-346 0 0,-29-86-172 0 0,0 0 0 0 0,1 0 0 0 0,1-1 0 0 0,0 0-1 0 0,0 0 1 0 0,11 12 0 0 0,-15-18-11 0 0,0-1-1 0 0,1 0 1 0 0,-1 0-1 0 0,1 0 1 0 0,-1 0-1 0 0,1 0 1 0 0,-1 0 0 0 0,1-1-1 0 0,0 1 1 0 0,0-1-1 0 0,0 0 1 0 0,0 0-1 0 0,0 0 1 0 0,0 0-1 0 0,0 0 1 0 0,0-1 0 0 0,1 1-1 0 0,-1-1 1 0 0,0 0-1 0 0,0 0 1 0 0,0 0-1 0 0,1 0 1 0 0,-1-1-1 0 0,0 1 1 0 0,5-3 0 0 0,-1 0 17 0 0,-1 0 1 0 0,0 0 0 0 0,0-1 0 0 0,0 0 0 0 0,0 0 0 0 0,-1 0-1 0 0,0-1 1 0 0,0 0 0 0 0,0 0 0 0 0,0 0 0 0 0,6-11 0 0 0,6-10 29 0 0,-1-1 0 0 0,-2 0 1 0 0,16-42-1 0 0,27-98 85 0 0,49-227 87 0 0,2-9-880 0 0,-95 369 400 0 0,-13 33 117 0 0,1 1 0 0 0,-1-1 0 0 0,1 1 0 0 0,-1-1 0 0 0,1 1 1 0 0,-1-1-1 0 0,1 1 0 0 0,0-1 0 0 0,-1 1 0 0 0,1-1 0 0 0,0 1 0 0 0,-1 0 0 0 0,1-1 0 0 0,0 1 0 0 0,0 0 0 0 0,-1 0 0 0 0,1 0 0 0 0,0-1 0 0 0,0 1 0 0 0,-1 0 0 0 0,1 0 1 0 0,0 0-1 0 0,0 0 0 0 0,-1 0 0 0 0,1 1 0 0 0,0-1 0 0 0,0 0 0 0 0,-1 0 0 0 0,1 0 0 0 0,0 1 0 0 0,0-1 0 0 0,-1 0 0 0 0,1 1 0 0 0,0-1 0 0 0,-1 0 0 0 0,2 2 0 0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4:29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255 1 1361 0 0,'-31'25'4017'0'0,"24"-18"-592"0"0,0 1 0 0 0,0 0 0 0 0,1 1 0 0 0,-10 17 1 0 0,0 3-2798 0 0,2 1 1 0 0,1 0-1 0 0,-16 62 1 0 0,-13 103-822 0 0,-3 261 134 0 0,40-376 24 0 0,1-13 4 0 0,-8 194 32 0 0,12-203 32 0 0,3 0-1 0 0,15 84 0 0 0,-13-119-34 0 0,0 0 1 0 0,2 0-1 0 0,1-1 0 0 0,0 0 1 0 0,19 32-1 0 0,-19-41-110 0 0,0 1 1 0 0,2-2-1 0 0,-1 1 1 0 0,2-1-1 0 0,-1-1 1 0 0,2 0-1 0 0,-1 0 1 0 0,25 16-1 0 0,-30-23-235 0 0,0-1-1 0 0,0 1 1 0 0,0-1-1 0 0,0 0 1 0 0,1-1-1 0 0,0 1 1 0 0,9 1-1 0 0,-14-4-34 0 0,1 1-1 0 0,0-1 0 0 0,0 0 1 0 0,0 0-1 0 0,0 0 1 0 0,0 0-1 0 0,0-1 1 0 0,0 1-1 0 0,0-1 0 0 0,0 0 1 0 0,-1 0-1 0 0,1 0 1 0 0,0 0-1 0 0,0 0 1 0 0,-1 0-1 0 0,1-1 0 0 0,-1 0 1 0 0,1 1-1 0 0,3-5 1 0 0,2-3-1547 0 0,-1 0 1 0 0,0 0 0 0 0,-1 0-1 0 0,9-17 1 0 0,-15 26 1899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4:30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0 320 0 0,'-38'26'2721'0'0,"14"2"3522"0"0,3 24 1761 0 0,-8 58-5283 0 0,-4 54-2961 0 0,-2 25-80 0 0,11-15 560 0 0,12 24 240 0 0,5 14 0 0 0,9 3-79 0 0,15-27-1 0 0,14-40 0 0 0,19-32-320 0 0,4-24-320 0 0,3-34-1281 0 0,-5-38-6402 0 0,-7-40-1202 0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4:30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1 8884 0 0,'-16'35'6251'0'0,"12"-28"-6208"0"0,1 0-1 0 0,0 0 1 0 0,0 1 0 0 0,0-1-1 0 0,1 1 1 0 0,-2 9 0 0 0,-13 87 278 0 0,-18 119 1025 0 0,28-166-539 0 0,3 109 0 0 0,5-158-709 0 0,2 32 262 0 0,-2-39-333 0 0,-1 1-1 0 0,0-1 1 0 0,0 1-1 0 0,1-1 1 0 0,-1 0-1 0 0,1 1 0 0 0,-1-1 1 0 0,1 0-1 0 0,-1 0 1 0 0,1 1-1 0 0,0-1 1 0 0,0 0-1 0 0,0 0 1 0 0,-1 0-1 0 0,1 0 1 0 0,0 0-1 0 0,0 0 1 0 0,1 0-1 0 0,-1 0 1 0 0,0 0-1 0 0,2 0 1 0 0,-2-1-6 0 0,0 1 0 0 0,0-1 0 0 0,0 0 0 0 0,0 0 0 0 0,1 0 0 0 0,-1-1 0 0 0,0 1 0 0 0,0 0 0 0 0,0 0 0 0 0,0-1 0 0 0,0 1 0 0 0,1 0 0 0 0,-1-1 1 0 0,0 1-1 0 0,0-1 0 0 0,0 1 0 0 0,0-1 0 0 0,0 0 0 0 0,0 0 0 0 0,-1 1 0 0 0,3-2 0 0 0,20-25 276 0 0,-1-7-131 0 0,-2 0 1 0 0,-1-2-1 0 0,-2 0 0 0 0,17-51 1 0 0,-7 18-65 0 0,-6 18-49 0 0,2 1 1 0 0,39-63-1 0 0,-53 99-62 0 0,1 0 1 0 0,0 1-1 0 0,0 0 0 0 0,1 1 0 0 0,1 0 0 0 0,0 1 0 0 0,1 0 0 0 0,0 1 0 0 0,0 1 0 0 0,1 0 0 0 0,29-14 0 0 0,-39 21-6 0 0,1 1-1 0 0,-1-1 1 0 0,0 1 0 0 0,1 0-1 0 0,0 0 1 0 0,-1 0-1 0 0,1 0 1 0 0,-1 1 0 0 0,1 0-1 0 0,0 0 1 0 0,5 1-1 0 0,-8 0 9 0 0,0-1-1 0 0,1 1 1 0 0,-1 0-1 0 0,0 0 0 0 0,1 0 1 0 0,-1 0-1 0 0,0 1 0 0 0,0-1 1 0 0,0 1-1 0 0,0-1 1 0 0,0 1-1 0 0,0 0 0 0 0,-1-1 1 0 0,1 1-1 0 0,0 0 0 0 0,-1 0 1 0 0,1 0-1 0 0,-1 1 1 0 0,0-1-1 0 0,0 0 0 0 0,0 0 1 0 0,1 5-1 0 0,3 10 38 0 0,-2 1 0 0 0,0 0 0 0 0,-1-1 0 0 0,0 1 0 0 0,-2 0 0 0 0,0 0 0 0 0,-5 29 0 0 0,-16 109 308 0 0,-4 41 178 0 0,25-189-468 0 0,0-1 0 0 0,0 1 0 0 0,1 0 0 0 0,3 14 0 0 0,-4-21-48 0 0,0-1 1 0 0,0 1-1 0 0,0-1 1 0 0,0 0-1 0 0,0 1 1 0 0,0-1-1 0 0,0 1 1 0 0,0-1-1 0 0,0 1 0 0 0,0-1 1 0 0,0 0-1 0 0,0 1 1 0 0,1-1-1 0 0,-1 1 1 0 0,0-1-1 0 0,0 0 1 0 0,1 1-1 0 0,-1-1 0 0 0,0 0 1 0 0,0 1-1 0 0,1-1 1 0 0,-1 0-1 0 0,0 0 1 0 0,1 1-1 0 0,-1-1 1 0 0,0 0-1 0 0,1 0 0 0 0,-1 0 1 0 0,1 1-1 0 0,-1-1 1 0 0,0 0-1 0 0,1 0 1 0 0,-1 0-1 0 0,1 0 1 0 0,-1 0-1 0 0,1 0 0 0 0,-1 0 1 0 0,0 0-1 0 0,1 0 1 0 0,-1 0-1 0 0,1 0 1 0 0,-1 0-1 0 0,1 0 1 0 0,-1 0-1 0 0,0 0 0 0 0,1 0 1 0 0,-1 0-1 0 0,1-1 1 0 0,-1 1-1 0 0,0 0 1 0 0,1 0-1 0 0,-1 0 1 0 0,0-1-1 0 0,1 1 0 0 0,-1 0 1 0 0,0-1-1 0 0,1 1 1 0 0,-1 0-1 0 0,0 0 1 0 0,0-1-1 0 0,1 1 1 0 0,-1-1-1 0 0,18-25-788 0 0,-2-12 427 0 0,15-47 1 0 0,-5 13 494 0 0,-15 42-138 0 0,1 0 1 0 0,2 2-1 0 0,33-52 1 0 0,-42 73-13 0 0,1-1-1 0 0,-1 1 1 0 0,2 0 0 0 0,-1 1-1 0 0,1 0 1 0 0,0 0 0 0 0,0 0 0 0 0,1 1-1 0 0,0 0 1 0 0,0 0 0 0 0,0 1 0 0 0,0 0-1 0 0,1 0 1 0 0,0 1 0 0 0,-1 0-1 0 0,1 1 1 0 0,11-2 0 0 0,-17 3 23 0 0,1 1 0 0 0,0 0 0 0 0,-1 0 0 0 0,1 0 0 0 0,-1 0 0 0 0,1 1 0 0 0,0-1 0 0 0,-1 1 0 0 0,1 0 0 0 0,-1 0 0 0 0,1 1 0 0 0,-1-1 0 0 0,0 1 0 0 0,0-1 0 0 0,0 1 0 0 0,0 0 0 0 0,0 0 0 0 0,0 0 0 0 0,0 1 0 0 0,0-1 0 0 0,-1 1 0 0 0,1 0 0 0 0,1 2 0 0 0,4 6 66 0 0,-1 1 0 0 0,-1-1 0 0 0,0 1 0 0 0,9 24 0 0 0,15 56 334 0 0,33 168 0 0 0,-54-226-864 0 0,1 0 1 0 0,2-1-1 0 0,29 57 0 0 0,-31-68-1611 0 0,1-3-8363 0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4:31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38 320 0 0,'-47'-16'2401'0'0,"317"38"-800"0"0,-66-18-240 0 0,-102-12-561 0 0,-86-32-3521 0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4:31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1 880 0 0,'-36'66'2882'0'0,"25"59"6002"0"0,18 49-3042 0 0,7-20-4321 0 0,14 0-1841 0 0,6 2-240 0 0,-4 5 400 0 0,-4 1 480 0 0,-11-8 80 0 0,-15-30 80 0 0,-10-32-240 0 0,-6-34-400 0 0,-3-34-2401 0 0,-22-50-6163 0 0</inkml:trace>
  <inkml:trace contextRef="#ctx0" brushRef="#br0" timeOffset="1">3 1211 4562 0 0,'-3'-24'2961'0'0,"3"14"-1040"0"0,3 2-400 0 0,11 4-240 0 0,124-10 479 0 0,11-26-959 0 0,-24-24-881 0 0,-23-24-481 0 0,19-5-2160 0 0,-35 15-1040 0 0,-37 4-1442 0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4:31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63 6963 0 0,'2'12'7284'0'0,"15"-6"-5524"0"0,16-6-1840 0 0,-7-2 160 0 0,36-2 881 0 0,16-12-241 0 0,-23-8-560 0 0,-27 6-640 0 0,-18 12-160 0 0,-27-4-13127 0 0</inkml:trace>
  <inkml:trace contextRef="#ctx0" brushRef="#br0" timeOffset="1">66 198 3362 0 0,'-40'116'5762'0'0,"28"-4"-2961"0"0,5 6-1760 0 0,5-6-881 0 0,-3 12-160 0 0,12 6 240 0 0,7-1 320 0 0,8-9 161 0 0,13-28-1 0 0,1-26-160 0 0,6-28-160 0 0,6-32-1520 0 0,-1-44-7924 0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4:32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98 2401 0 0,'136'-61'15548'0'0,"-67"39"-11603"0"0,1 8-4456 0 0,-64 14 297 0 0,0-1-1 0 0,0 1 0 0 0,0 0 1 0 0,0 0-1 0 0,1 1 1 0 0,-1 0-1 0 0,10 3 0 0 0,-14-4 128 0 0,0 1 0 0 0,-1-1 0 0 0,1 1 0 0 0,0 0 0 0 0,-1 0 0 0 0,1 0 0 0 0,-1 0 0 0 0,1 0 0 0 0,-1 0 0 0 0,1 0 0 0 0,-1 0 0 0 0,0 0 0 0 0,0 1 0 0 0,1-1 0 0 0,-1 0 0 0 0,0 1 0 0 0,0-1-1 0 0,0 1 1 0 0,-1 0 0 0 0,1-1 0 0 0,0 1 0 0 0,-1 0 0 0 0,1-1 0 0 0,-1 1 0 0 0,1 0 0 0 0,-1 0 0 0 0,0-1 0 0 0,1 1 0 0 0,-1 0 0 0 0,-1 3 0 0 0,0 4-299 0 0,-1-1-1 0 0,0 1 1 0 0,-1 0 0 0 0,0-1 0 0 0,0 0 0 0 0,-1 1 0 0 0,0-1 0 0 0,0-1-1 0 0,-1 1 1 0 0,0-1 0 0 0,-1 1 0 0 0,-7 7 0 0 0,-8 8-404 0 0,-1-1 0 0 0,-30 22 0 0 0,31-28 1616 0 0,-42 23-1 0 0,44-28 685 0 0,13-6 792 0 0,14-3-1322 0 0,26-7-781 0 0,-18 3 189 0 0,-3 0-248 0 0,0-1 1 0 0,0 0 0 0 0,-1 0-1 0 0,1-1 1 0 0,-1-1-1 0 0,0 0 1 0 0,15-9 0 0 0,-19 10-414 0 0,-1-1 1 0 0,0 0 0 0 0,0 0 0 0 0,-1-1-1 0 0,1 0 1 0 0,-1 0 0 0 0,-1 0 0 0 0,1-1-1 0 0,-1 0 1 0 0,0 0 0 0 0,0-1-1 0 0,5-12 1 0 0,-9 18-31 0 0,0 0 0 0 0,-1-1-1 0 0,1 1 1 0 0,-1-1 0 0 0,1 1 0 0 0,-1-1-1 0 0,0 1 1 0 0,0-1 0 0 0,0 1 0 0 0,0-1-1 0 0,0 1 1 0 0,-1-1 0 0 0,1 1 0 0 0,-1-1-1 0 0,0 1 1 0 0,1-1 0 0 0,-1 1 0 0 0,0 0-1 0 0,-2-3 1 0 0,2 3 59 0 0,-11-26-5959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4:32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0 1601 0 0,'-1'2'276'0'0,"-1"0"0"0"0,1 0 0 0 0,0-1 0 0 0,0 1 0 0 0,0 0 0 0 0,0 0 1 0 0,1 0-1 0 0,-1 0 0 0 0,0 3 0 0 0,-4 25 1596 0 0,1 0 1 0 0,1 0-1 0 0,2 46 0 0 0,1-63-1504 0 0,0 0-152 0 0,-9 219 823 0 0,5-207-975 0 0,0 0 1 0 0,-1 0 0 0 0,-2 0-1 0 0,0-1 1 0 0,-2 0 0 0 0,-21 42-1 0 0,24-57 56 0 0,0 0 0 0 0,0-1 1 0 0,0 0-1 0 0,-1 0 0 0 0,-1-1 0 0 0,1 0 0 0 0,-1 0 0 0 0,-12 7 0 0 0,14-8 1003 0 0,8-4-204 0 0,14-1 213 0 0,4-1-1078 0 0,3 3-70 0 0,1-1 1 0 0,0-1-1 0 0,0-1 0 0 0,42-7 1 0 0,-39 3-1427 0 0,-1-2 1 0 0,29-10 0 0 0,-23 2-7750 0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4:32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 6803 0 0,'-10'1'1257'0'0,"5"0"-596"0"0,1 0 1 0 0,-1 0-1 0 0,0 0 1 0 0,0 0 0 0 0,0 1-1 0 0,1 0 1 0 0,-1 0 0 0 0,0 0-1 0 0,1 0 1 0 0,0 1 0 0 0,0-1-1 0 0,-7 6 1 0 0,11-7-571 0 0,0-1-79 0 0,0 0 0 0 0,0 0 0 0 0,0 0 0 0 0,0 0 0 0 0,-1 0 0 0 0,1 0 0 0 0,0 0 0 0 0,0 0-1 0 0,0 0 1 0 0,0 0 0 0 0,0 0 0 0 0,0 0 0 0 0,0 1 0 0 0,0-1 0 0 0,0 0 0 0 0,0 0 0 0 0,0 0-1 0 0,-1 0 1 0 0,1 0 0 0 0,0 0 0 0 0,0 0 0 0 0,0 0 0 0 0,0 0 0 0 0,0 1 0 0 0,0-1 0 0 0,0 0 0 0 0,0 0-1 0 0,0 0 1 0 0,0 0 0 0 0,0 0 0 0 0,0 0 0 0 0,0 0 0 0 0,0 1 0 0 0,0-1 0 0 0,0 0 0 0 0,0 0-1 0 0,0 0 1 0 0,0 0 0 0 0,0 0 0 0 0,0 0 0 0 0,0 0 0 0 0,0 0 0 0 0,1 1 0 0 0,-1-1 0 0 0,0 0 0 0 0,0 0-1 0 0,0 0 1 0 0,0 0 0 0 0,0 0 0 0 0,0 0 0 0 0,0 0 0 0 0,0 0 0 0 0,0 0 0 0 0,0 0 0 0 0,1 0-1 0 0,-1 0 1 0 0,0 1 0 0 0,0-1 0 0 0,0 0 0 0 0,0 0 0 0 0,0 0 0 0 0,0 0 0 0 0,0 0 0 0 0,0 0 0 0 0,1 0-1 0 0,-1 0 1 0 0,0 0 0 0 0,35 4 155 0 0,310 21-47 0 0,-272-20 160 0 0,83 9 681 0 0,-147-12-895 0 0,0 0-1 0 0,0 0 1 0 0,0 0 0 0 0,0 1 0 0 0,0 1 0 0 0,-1 0 0 0 0,0 0-1 0 0,16 10 1 0 0,-19-10-48 0 0,-1 0 0 0 0,1 0 0 0 0,-1 0 0 0 0,0 0 0 0 0,0 1 0 0 0,-1 0 0 0 0,0 0 0 0 0,1 0 0 0 0,-1 0 0 0 0,-1 0 0 0 0,1 1 0 0 0,-1-1 0 0 0,0 1 0 0 0,-1-1 0 0 0,2 7 0 0 0,-1 3-31 0 0,0 0-1 0 0,-1 0 1 0 0,-1 0-1 0 0,0 0 0 0 0,-1 0 1 0 0,-1 0-1 0 0,0 0 1 0 0,-6 18-1 0 0,-4 8-145 0 0,-28 64 0 0 0,31-83-34 0 0,-8 18-1111 0 0,-41 71 0 0 0,53-103 813 0 0,0 1 0 0 0,-1-1 1 0 0,0 0-1 0 0,-1 0 0 0 0,0-1 0 0 0,0 0 1 0 0,0 0-1 0 0,-1-1 0 0 0,0 1 1 0 0,0-2-1 0 0,-1 1 0 0 0,0-1 1 0 0,-17 7-1 0 0,16-10-888 0 0,0 0-1 0 0,-1 0 1 0 0,1-1 0 0 0,-14 0-1 0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4:33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1 880 0 0,'-12'22'2962'0'0,"5"6"4241"0"0,2-4-2401 0 0,-9 92-1840 0 0,-7 11-1362 0 0,2-25-1440 0 0,21-18-560 0 0,19-8-960 0 0,22-14-2242 0 0,7-56-7603 0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4:33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482 0 1681 0 0,'-20'29'10696'0'0,"2"-1"-5101"0"0,-16 27-2497 0 0,-35 51-3692 0 0,64-98 625 0 0,-1 0-1 0 0,0-1 1 0 0,0 0-1 0 0,-1 0 0 0 0,0 0 1 0 0,-8 6-1 0 0,6-11-381 0 0,14-6 102 0 0,34-2-29 0 0,185-37-391 0 0,-169 29 582 0 0,104-11 1 0 0,-137 27 75 0 0,-21-2 2 0 0,-1 0-1 0 0,0 0 0 0 0,1 1 1 0 0,-1-1-1 0 0,1 0 0 0 0,-1 0 1 0 0,0 1-1 0 0,1-1 1 0 0,-1 0-1 0 0,0 1 0 0 0,1-1 1 0 0,-1 0-1 0 0,0 1 0 0 0,0-1 1 0 0,1 0-1 0 0,-1 1 0 0 0,0-1 1 0 0,0 1-1 0 0,0-1 1 0 0,1 0-1 0 0,-1 1 0 0 0,0-1 1 0 0,0 1-1 0 0,0-1 0 0 0,0 1 1 0 0,-1 3-92 0 0,1-1 1 0 0,-1 0-1 0 0,0 1 1 0 0,0-1 0 0 0,-1 0-1 0 0,1 0 1 0 0,-1 0-1 0 0,-2 5 1 0 0,2-4-3 0 0,-21 34-1089 0 0,-1-1 0 0 0,-1-1 0 0 0,-2-1 0 0 0,-50 50-1 0 0,19-31-1028 0 0,-103 76-1 0 0,135-112 2002 0 0,-40 30 898 0 0,2 2 0 0 0,-71 72 0 0 0,112-99 231 0 0,-39 46 1984 0 0,61-69-2839 0 0,1 0 0 0 0,0 0 1 0 0,-1 1-1 0 0,1-1 0 0 0,0 0 1 0 0,-1 0-1 0 0,1 1 0 0 0,0-1 1 0 0,0 0-1 0 0,0 0 0 0 0,-1 1 1 0 0,1-1-1 0 0,0 0 0 0 0,0 1 1 0 0,0-1-1 0 0,0 0 0 0 0,-1 1 1 0 0,1-1-1 0 0,0 0 1 0 0,0 1-1 0 0,0-1 0 0 0,0 0 1 0 0,0 1-1 0 0,0-1 0 0 0,0 1 1 0 0,0-1-1 0 0,0 0 0 0 0,0 1 1 0 0,0-1-1 0 0,0 0 0 0 0,1 1 1 0 0,-1-1-1 0 0,0 0 0 0 0,0 1 1 0 0,0-1-1 0 0,0 0 0 0 0,0 1 1 0 0,1-1-1 0 0,15 2 1656 0 0,3 0-1084 0 0,18 6-531 0 0,0-1 0 0 0,0-2 0 0 0,1-2 0 0 0,0-2 0 0 0,0-1 0 0 0,0-2 0 0 0,54-9 0 0 0,-21-2-553 0 0,72-22 0 0 0,-9-9-3148 0 0,-131 43 3044 0 0,0 0 0 0 0,1 0 0 0 0,-1-1 1 0 0,0 1-1 0 0,0-1 0 0 0,0 1 0 0 0,4-4 0 0 0,-6 4 186 0 0,-1 0 1 0 0,1 0-1 0 0,-1 1 1 0 0,1-1-1 0 0,-1 0 1 0 0,0 0-1 0 0,1 0 1 0 0,-1 0-1 0 0,0 0 1 0 0,0 0-1 0 0,1 0 1 0 0,-1 0-1 0 0,0 0 1 0 0,0 0-1 0 0,0 0 1 0 0,0-1-1 0 0,0 2 370 0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4:33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505 0 2881 0 0,'-2'184'8644'0'0,"6"-22"-5682"0"0,1-38-1122 0 0,0-30-719 0 0,2 9-241 0 0,-2 31 321 0 0,-10 18-321 0 0,-16-4-399 0 0,-1-20-321 0 0,-6-30-160 0 0,0-37-160 0 0,-1-31-801 0 0,-23-44-5362 0 0,-24-39-5282 0 0</inkml:trace>
  <inkml:trace contextRef="#ctx0" brushRef="#br0" timeOffset="1">0 1007 80 0 0,'3'-2'1921'0'0,"4"-4"480"0"0,12 4 160 0 0,135-28 3442 0 0,35-8-2642 0 0,-27 8-2720 0 0,-25 2-481 0 0,-18 6 240 0 0,-13 12 0 0 0,8 8 80 0 0,12 6 321 0 0,-1 0-81 0 0,-6 8-480 0 0,-34 6-1520 0 0,-47 30-12167 0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4:50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1619 560 0 0,'923'-141'854'0'0,"-907"136"-740"0"0,-32 5-2 0 0,-68 6 102 0 0,-12-1 80 0 0,113-10-214 0 0,0 1 0 0 0,27-4 0 0 0,155-25 154 0 0,-9 1-55 0 0,454-83 488 0 0,603-100 1674 0 0,0 44 627 0 0,-465 91-1593 0 0,626-79 65 0 0,1050-288-706 0 0,-2127 373-868 0 0,-70 13-946 0 0,28-7-5617 0 0,-242 57 3242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4:45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80 0 0,'34'57'6563'0'0,"75"141"5282"0"0,-34-20-6962 0 0,-27-6-4643 0 0,-10 20-1521 0 0,-3 1 241 0 0,-1-5 720 0 0,3-22 480 0 0,1-26 240 0 0,5-30-80 0 0,-10-29-160 0 0,-4-25-240 0 0,-15-22-320 0 0,-2-30-1121 0 0,-12-68-11045 0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4:45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77 523 2561 0 0,'-21'2'2517'0'0,"-13"2"1425"0"0,13 5 2445 0 0,28-8-1415 0 0,15-2-4715 0 0,565-62-150 0 0,12-36 948 0 0,-470 73-856 0 0,1324-247 1081 0 0,-1421 267-1267 0 0,334-50 143 0 0,-278 47-52 0 0,1 3 0 0 0,95 7 0 0 0,-162 0-82 0 0,-1 1 0 0 0,0 1 0 0 0,0 1-1 0 0,0 0 1 0 0,23 10 0 0 0,-37-11-19 0 0,0 0-1 0 0,0 0 1 0 0,0 1-1 0 0,0 0 1 0 0,0 1-1 0 0,-1-1 1 0 0,0 1-1 0 0,0 1 0 0 0,0-1 1 0 0,-1 1-1 0 0,0 0 1 0 0,0 0-1 0 0,0 1 1 0 0,-1-1-1 0 0,0 1 1 0 0,5 11-1 0 0,6 20 26 0 0,-2 1 0 0 0,-1 0 0 0 0,-2 1 0 0 0,-2 0 0 0 0,-2 1 0 0 0,1 40 0 0 0,-9 252-125 0 0,-3-208 91 0 0,1 333 232 0 0,4-399-238 0 0,-7 166-6 0 0,1-10-378 0 0,6-201-99 0 0,0 1-1 0 0,-1-1 1 0 0,-1 1 0 0 0,-6 26-1 0 0,7-36 59 0 0,-1 0-1 0 0,0 0 1 0 0,-1 0-1 0 0,1 0 1 0 0,-1 0-1 0 0,0-1 1 0 0,0 1 0 0 0,0-1-1 0 0,-1 0 1 0 0,0 0-1 0 0,1 0 1 0 0,-1 0-1 0 0,-1-1 1 0 0,1 1-1 0 0,0-1 1 0 0,-1 0-1 0 0,-7 3 1 0 0,-90 32-11595 0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4:46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25 461 640 0 0,'0'0'311'0'0,"-25"0"1497"0"0,35-1 176 0 0,40-5 223 0 0,250-20 10298 0 0,-131 14-10283 0 0,376-59-1805 0 0,-12-25-532 0 0,-259 44 400 0 0,845-130 1035 0 0,-1065 175-1607 0 0,72 0 1 0 0,-97 10-2182 0 0,-29-3 2397 0 0,0 0 1 0 0,0 0 0 0 0,0 0-1 0 0,1 0 1 0 0,-1 0 0 0 0,0 0 0 0 0,0 1-1 0 0,0-1 1 0 0,0 0 0 0 0,0 0-1 0 0,1 0 1 0 0,-1 0 0 0 0,0 0-1 0 0,0 0 1 0 0,0 0 0 0 0,0 1-1 0 0,0-1 1 0 0,0 0 0 0 0,0 0-1 0 0,0 0 1 0 0,1 0 0 0 0,-1 0-1 0 0,0 1 1 0 0,0-1 0 0 0,0 0-1 0 0,0 0 1 0 0,0 0 0 0 0,0 0 0 0 0,0 1-1 0 0,0-1 1 0 0,0 0 0 0 0,0 0-1 0 0,0 0 1 0 0,0 0 0 0 0,0 1-1 0 0,0-1 1 0 0,0 0 0 0 0,0 0-1 0 0,0 0 1 0 0,0 0 0 0 0,0 1-1 0 0,-1-1 1 0 0,1 0 0 0 0,0 0-1 0 0,0 0 1 0 0,0 0 0 0 0,0 0-1 0 0,0 0 1 0 0,0 1 0 0 0,0-1 0 0 0,0 0-1 0 0,-1 0 1 0 0,1 0 0 0 0,0 0-1 0 0,0 0 1 0 0,0 0 0 0 0,0 0-1 0 0,0 0 1 0 0,-1 1 0 0 0,1-1-1 0 0,0 0 1 0 0,0 0 0 0 0,0 0-1 0 0,0 0 1 0 0,-1 0 0 0 0,1 0-1 0 0,0 0 1 0 0,0 0 0 0 0,0 0-1 0 0,-28 16-8026 0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4:48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1 124 2161 0 0,'0'0'320'0'0,"1"0"-1"0"0,0-1 1 0 0,0 1-1 0 0,0 0 1 0 0,0-1 0 0 0,0 1-1 0 0,-1-1 1 0 0,1 1 0 0 0,0-1-1 0 0,0 1 1 0 0,0-1-1 0 0,-1 1 1 0 0,1-1 0 0 0,0 0-1 0 0,-1 0 1 0 0,1 1 0 0 0,-1-1-1 0 0,1 0 1 0 0,-1 0-1 0 0,1 1 1 0 0,0-3 0 0 0,3-2 37 0 0,-1 10 298 0 0,5 31 2665 0 0,6 54 0 0 0,-10-57-2210 0 0,5 72-193 0 0,-5 0 0 0 0,-4 0 0 0 0,-20 149 0 0 0,15-207-236 0 0,8-33-535 0 0,4-18-157 0 0,8-24-89 0 0,-15 27 105 0 0,154-409-18 0 0,-103 258 26 0 0,-40 121-4 0 0,1 0 1 0 0,1 1-1 0 0,1 0 1 0 0,2 1-1 0 0,1 1 1 0 0,37-49-1 0 0,-49 72-16 0 0,0 0 0 0 0,0 0 0 0 0,0 0 0 0 0,1 0 0 0 0,-1 1 0 0 0,1 0 0 0 0,0 0 0 0 0,8-4 0 0 0,-12 8 4 0 0,-1-1 0 0 0,1 1 0 0 0,0-1 0 0 0,-1 1 0 0 0,1 0 1 0 0,0-1-1 0 0,-1 1 0 0 0,1 0 0 0 0,0 0 0 0 0,-1 0 0 0 0,1 0 0 0 0,0 1 0 0 0,-1-1 0 0 0,1 0 0 0 0,0 1 1 0 0,1 0-1 0 0,-1 0 1 0 0,0 0-1 0 0,0 1 1 0 0,0-1 0 0 0,0 1 0 0 0,-1-1 0 0 0,1 1 0 0 0,0-1 0 0 0,-1 1-1 0 0,1 0 1 0 0,-1 0 0 0 0,0 0 0 0 0,0 0 0 0 0,0 0 0 0 0,0 0 0 0 0,1 2 0 0 0,6 16 7 0 0,-2 0 1 0 0,0 0 0 0 0,-1 0 0 0 0,-1 0 0 0 0,2 25-1 0 0,-1 105 22 0 0,-5-132-35 0 0,-11 190-32 0 0,10-195 63 0 0,-3 22 46 0 0,5-26-85 0 0,3-12-73 0 0,20-45 75 0 0,31-89 1 0 0,-54 134 12 0 0,23-68-128 0 0,2 2 1 0 0,45-84-1 0 0,-67 146 94 0 0,17-27-37 0 0,-19 32 46 0 0,-1 0-1 0 0,1 0 0 0 0,0 0 1 0 0,-1 0-1 0 0,1 1 0 0 0,0-1 1 0 0,0 1-1 0 0,0-1 0 0 0,0 1 1 0 0,1 0-1 0 0,-1 0 0 0 0,3-2 0 0 0,-5 3 0 0 0,1 0 0 0 0,-1 0-1 0 0,0 0 1 0 0,1 0-1 0 0,-1 0 1 0 0,0 0 0 0 0,1 0-1 0 0,-1 0 1 0 0,0 0-1 0 0,1 0 1 0 0,-1 0 0 0 0,0 0-1 0 0,1 0 1 0 0,-1 0-1 0 0,0 0 1 0 0,1 0-1 0 0,-1 0 1 0 0,0 1 0 0 0,1-1-1 0 0,-1 0 1 0 0,0 0-1 0 0,0 0 1 0 0,1 0 0 0 0,-1 1-1 0 0,0-1 1 0 0,0 0-1 0 0,1 0 1 0 0,-1 1 0 0 0,0-1-1 0 0,0 0 1 0 0,0 0-1 0 0,1 1 1 0 0,-1 0-1 0 0,4 13-896 0 0,-4-10 766 0 0,8 52 287 0 0,-2 1 0 0 0,-4 91 0 0 0,-2-147-128 0 0,-1 25 61 0 0,1-1 0 0 0,4 38 0 0 0,-3-61-95 0 0,-1 0 0 0 0,0 0 0 0 0,1 0 0 0 0,-1 1 0 0 0,1-1-1 0 0,0 0 1 0 0,0 0 0 0 0,0 0 0 0 0,0 0 0 0 0,0-1 0 0 0,0 1 0 0 0,1 0 0 0 0,1 2 0 0 0,-2-3-116 0 0,0 0 0 0 0,0-1 1 0 0,0 1-1 0 0,1 0 0 0 0,-1-1 0 0 0,0 1 0 0 0,0-1 0 0 0,1 0 1 0 0,-1 1-1 0 0,0-1 0 0 0,1 0 0 0 0,-1 0 0 0 0,0 0 0 0 0,1 0 1 0 0,-1 0-1 0 0,0 0 0 0 0,1 0 0 0 0,-1 0 0 0 0,0 0 0 0 0,3-1 0 0 0,1-1-1405 0 0,0 0 0 0 0,0 0 0 0 0,0-1 0 0 0,0 1 0 0 0,5-4 0 0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4:48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345 146 400 0 0,'-8'9'1043'0'0,"1"1"0"0"0,0 0 0 0 0,1 0 0 0 0,0 0 0 0 0,0 1 0 0 0,1 0 0 0 0,1 0 0 0 0,-5 14 0 0 0,6-15-225 0 0,1-4-278 0 0,-3 7 975 0 0,1 0-1 0 0,-4 22 1 0 0,7-32-1275 0 0,1 1 0 0 0,0-1 0 0 0,-1 1 0 0 0,2-1 0 0 0,-1 1 0 0 0,0-1 0 0 0,0 1 0 0 0,1-1 0 0 0,0 1 0 0 0,0-1 0 0 0,0 0 0 0 0,0 1 0 0 0,1-1 0 0 0,-1 0 0 0 0,3 5 0 0 0,0-4-215 0 0,0 1 0 0 0,0-1 0 0 0,1 0 0 0 0,-1-1 0 0 0,1 1 1 0 0,0-1-1 0 0,0 1 0 0 0,0-2 0 0 0,0 1 0 0 0,1 0 0 0 0,-1-1 0 0 0,1 0 0 0 0,0 0 0 0 0,8 1 0 0 0,-6-1-44 0 0,0-1-1 0 0,0 0 0 0 0,0-1 1 0 0,0 1-1 0 0,0-1 0 0 0,1-1 1 0 0,-1 0-1 0 0,0 0 0 0 0,0 0 1 0 0,10-4-1 0 0,-11 2 0 0 0,-1 0-1 0 0,0-1 1 0 0,0 1-1 0 0,-1-1 1 0 0,1 0 0 0 0,-1 0-1 0 0,0-1 1 0 0,0 0 0 0 0,0 0-1 0 0,-1 0 1 0 0,1 0-1 0 0,-1-1 1 0 0,-1 1 0 0 0,1-1-1 0 0,-1 0 1 0 0,0 0 0 0 0,0-1-1 0 0,2-6 1 0 0,-1 0-20 0 0,0-1 0 0 0,-1 0 0 0 0,0-1 0 0 0,-1 1 0 0 0,0-1 0 0 0,-1 1 0 0 0,-2-22 0 0 0,0 28 42 0 0,0 0 0 0 0,0 0 1 0 0,-1 1-1 0 0,0-1 0 0 0,0 0 0 0 0,-1 1 0 0 0,0-1 0 0 0,0 1 1 0 0,-1 0-1 0 0,0 0 0 0 0,0 0 0 0 0,-8-9 0 0 0,5 8 2 0 0,-1 1-1 0 0,1 0 1 0 0,-1 0-1 0 0,0 1 0 0 0,-1 0 1 0 0,0 0-1 0 0,0 1 1 0 0,-18-8-1 0 0,13 7 15 0 0,-1 1 0 0 0,0 1-1 0 0,0 0 1 0 0,0 1 0 0 0,0 1-1 0 0,-1 0 1 0 0,1 1 0 0 0,-1 1-1 0 0,1 0 1 0 0,-1 1 0 0 0,1 1-1 0 0,-1 0 1 0 0,-14 5 0 0 0,15-2 26 0 0,0 1 0 0 0,1 0 0 0 0,0 2 0 0 0,0-1 0 0 0,1 1 1 0 0,0 1-1 0 0,1 1 0 0 0,0-1 0 0 0,0 2 0 0 0,1 0 0 0 0,0 0 0 0 0,-11 16 0 0 0,19-23-31 0 0,0 0 0 0 0,0 0 0 0 0,0 1 0 0 0,1-1 0 0 0,-1 1 0 0 0,1 0 0 0 0,1 0 0 0 0,-1 0 0 0 0,-2 8 0 0 0,4-11-70 0 0,0 0 0 0 0,0-1 1 0 0,0 1-1 0 0,0 0 0 0 0,1-1 0 0 0,-1 1 1 0 0,0 0-1 0 0,1 0 0 0 0,-1-1 0 0 0,1 1 0 0 0,-1-1 1 0 0,1 1-1 0 0,0 0 0 0 0,0-1 0 0 0,-1 0 1 0 0,1 1-1 0 0,0-1 0 0 0,0 1 0 0 0,1-1 0 0 0,-1 0 1 0 0,0 0-1 0 0,0 0 0 0 0,1 1 0 0 0,-1-1 1 0 0,1 0-1 0 0,-1-1 0 0 0,0 1 0 0 0,1 0 1 0 0,0 0-1 0 0,-1-1 0 0 0,1 1 0 0 0,0-1 0 0 0,2 1 1 0 0,2 1-362 0 0,1-1 0 0 0,-1 0 0 0 0,1 0 0 0 0,-1-1 1 0 0,1 0-1 0 0,0 0 0 0 0,-1 0 0 0 0,13-3 0 0 0,-4 0-933 0 0,-1-1 0 0 0,0 0 0 0 0,19-9 0 0 0,65-40-6826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4:49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32 3842 0 0,'25'-31'3815'0'0,"-25"31"-3738"0"0,0 0-1 0 0,0 0 1 0 0,0 0 0 0 0,0 0-1 0 0,0 0 1 0 0,0-1 0 0 0,1 1 0 0 0,-1 0-1 0 0,0 0 1 0 0,0 0 0 0 0,0 0 0 0 0,0 0-1 0 0,0 0 1 0 0,1 0 0 0 0,-1 0-1 0 0,0 0 1 0 0,0 0 0 0 0,0 0 0 0 0,0 0-1 0 0,1 0 1 0 0,-1 0 0 0 0,0 0 0 0 0,0 0-1 0 0,0 0 1 0 0,0 0 0 0 0,0 0-1 0 0,1 1 1 0 0,-1-1 0 0 0,0 0 0 0 0,0 0-1 0 0,0 0 1 0 0,0 0 0 0 0,0 0 0 0 0,0 0-1 0 0,0 0 1 0 0,1 0 0 0 0,-1 1-1 0 0,0-1 1 0 0,0 0 0 0 0,0 0 0 0 0,0 0-1 0 0,0 0 1 0 0,0 0 0 0 0,0 0 0 0 0,0 1-1 0 0,0-1 1 0 0,0 0 0 0 0,0 0-1 0 0,0 0 1 0 0,0 1 0 0 0,6 15 2303 0 0,2 27-243 0 0,18 302 118 0 0,-30-115-1228 0 0,5-210-1117 0 0,0-18-49 0 0,-1-4-81 0 0,-4-29-1719 0 0,2 22 1852 0 0,0 0 1 0 0,-1 1-1 0 0,0 0 0 0 0,-1-1 1 0 0,1 1-1 0 0,-2 0 0 0 0,1 1 0 0 0,-1-1 1 0 0,0 1-1 0 0,0 0 0 0 0,-1 0 1 0 0,0 1-1 0 0,-12-10 0 0 0,17 15 95 0 0,-1-1 0 0 0,0 1-1 0 0,0 0 1 0 0,1 1 0 0 0,-1-1 0 0 0,0 0-1 0 0,0 0 1 0 0,0 1 0 0 0,0-1 0 0 0,0 1-1 0 0,0 0 1 0 0,0-1 0 0 0,0 1 0 0 0,0 0-1 0 0,0 0 1 0 0,-1 1 0 0 0,1-1-1 0 0,0 0 1 0 0,0 1 0 0 0,0-1 0 0 0,0 1-1 0 0,1-1 1 0 0,-1 1 0 0 0,-3 1 0 0 0,-3 3 21 0 0,0 0-1 0 0,0 1 1 0 0,1 0 0 0 0,-10 8 0 0 0,12-9-7 0 0,-10 8 68 0 0,1 2-1 0 0,0 0 0 0 0,-16 23 0 0 0,25-32 38 0 0,0 1 0 0 0,1 0 0 0 0,1 0 0 0 0,-1 0 0 0 0,1 1 0 0 0,0-1 0 0 0,1 1 0 0 0,-1-1 0 0 0,1 1 0 0 0,1 0 0 0 0,0 0 0 0 0,0 0 0 0 0,0 10 0 0 0,1-15-68 0 0,1-1 0 0 0,-1 1 0 0 0,0 0 1 0 0,1-1-1 0 0,-1 0 0 0 0,1 1 0 0 0,0-1 1 0 0,0 1-1 0 0,0-1 0 0 0,0 0 0 0 0,0 0 0 0 0,0 1 1 0 0,1-1-1 0 0,2 3 0 0 0,-3-4-54 0 0,0 0-1 0 0,0 0 1 0 0,1 0 0 0 0,-1 0 0 0 0,1 0-1 0 0,-1-1 1 0 0,1 1 0 0 0,-1 0-1 0 0,1-1 1 0 0,0 1 0 0 0,-1-1-1 0 0,1 1 1 0 0,0-1 0 0 0,-1 0 0 0 0,1 0-1 0 0,3 0 1 0 0,0 0-19 0 0,0-1 0 0 0,0 0 0 0 0,0 0 0 0 0,0-1 0 0 0,0 1 0 0 0,0-1 0 0 0,0-1 0 0 0,0 1 0 0 0,-1 0 1 0 0,1-1-1 0 0,-1 0 0 0 0,6-5 0 0 0,21-18 5 0 0,-1-2 0 0 0,44-56 0 0 0,-66 74-19 0 0,30-32-111 0 0,-36 39 117 0 0,1 1 0 0 0,0-1 0 0 0,0 1 0 0 0,0 0 0 0 0,0 0 0 0 0,0 0 0 0 0,1 0 0 0 0,-1 1 0 0 0,1-1 0 0 0,-1 1 0 0 0,1 0 0 0 0,4-1 0 0 0,-7 2 15 0 0,-1 0 0 0 0,1 0 1 0 0,0 0-1 0 0,0 0 1 0 0,-1 0-1 0 0,1 0 0 0 0,0 1 1 0 0,-1-1-1 0 0,1 0 1 0 0,0 0-1 0 0,-1 1 0 0 0,1-1 1 0 0,0 0-1 0 0,-1 1 1 0 0,1-1-1 0 0,-1 0 0 0 0,1 1 1 0 0,-1-1-1 0 0,1 1 1 0 0,-1-1-1 0 0,1 1 0 0 0,-1-1 1 0 0,1 1-1 0 0,-1 0 1 0 0,0-1-1 0 0,1 1 0 0 0,-1-1 1 0 0,0 1-1 0 0,1 0 1 0 0,-1-1-1 0 0,0 1 0 0 0,0 1 1 0 0,5 27-64 0 0,-4-18 51 0 0,3 28 16 0 0,-3-27 2 0 0,0 0-1 0 0,1 0 1 0 0,0 0 0 0 0,0 0-1 0 0,1 0 1 0 0,1 0 0 0 0,8 17-1 0 0,-12-28-39 0 0,1-1 0 0 0,-1 1 0 0 0,1 0 0 0 0,-1 0 0 0 0,1 0 0 0 0,0-1 0 0 0,-1 1 0 0 0,1 0 0 0 0,0-1 0 0 0,0 1 0 0 0,-1-1 0 0 0,1 1 0 0 0,0-1 0 0 0,0 1 0 0 0,0-1 0 0 0,0 1 0 0 0,0-1 0 0 0,0 0 0 0 0,0 1 0 0 0,-1-1 0 0 0,1 0 0 0 0,0 0 0 0 0,0 0 0 0 0,0 0 0 0 0,0 0 0 0 0,0 0 0 0 0,0 0 0 0 0,0 0 0 0 0,0 0 0 0 0,0 0 0 0 0,0-1 0 0 0,0 1 0 0 0,0 0 0 0 0,0-1 0 0 0,1 0 0 0 0,1-1-363 0 0,0 1 1 0 0,1-1-1 0 0,-1 0 0 0 0,-1-1 1 0 0,1 1-1 0 0,0-1 1 0 0,0 1-1 0 0,2-4 0 0 0,0-1-516 0 0,-1 0 0 0 0,0 0-1 0 0,0 0 1 0 0,3-10-1 0 0,15-42-4495 0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4:49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89 215 960 0 0,'0'1'631'0'0,"0"1"0"0"0,0-1 0 0 0,0 0 0 0 0,1 1 0 0 0,-1-1-1 0 0,0 0 1 0 0,1 0 0 0 0,-1 0 0 0 0,1 1 0 0 0,-1-1 0 0 0,3 2-1 0 0,11 10 2274 0 0,-11-11-2745 0 0,-1-1 0 0 0,1 0 0 0 0,-1 0 0 0 0,1 0 0 0 0,0 0 0 0 0,-1 0 0 0 0,1-1 0 0 0,0 1 0 0 0,0-1 0 0 0,-1 0 0 0 0,1 1 0 0 0,0-1 1 0 0,0-1-1 0 0,3 1 0 0 0,3-3 59 0 0,0 1 1 0 0,-1-1 0 0 0,1-1 0 0 0,0 1-1 0 0,-1-2 1 0 0,0 1 0 0 0,14-11 0 0 0,-9 6-30 0 0,0-2 0 0 0,-1 0 1 0 0,13-14-1 0 0,-21 21-180 0 0,0-1-1 0 0,-1 1 0 0 0,0-1 0 0 0,0 0 1 0 0,0 0-1 0 0,0 0 0 0 0,-1 0 0 0 0,0 0 0 0 0,0 0 1 0 0,0-1-1 0 0,-1 1 0 0 0,2-11 0 0 0,-3 12-16 0 0,0 1-1 0 0,0 0 1 0 0,-1 0-1 0 0,1 0 1 0 0,0 0-1 0 0,-1 0 0 0 0,0 1 1 0 0,0-1-1 0 0,0 0 1 0 0,0 0-1 0 0,0 0 1 0 0,-1 1-1 0 0,1-1 1 0 0,-1 0-1 0 0,0 1 1 0 0,0 0-1 0 0,0-1 1 0 0,0 1-1 0 0,0 0 0 0 0,0 0 1 0 0,0 0-1 0 0,-1 0 1 0 0,1 0-1 0 0,-5-2 1 0 0,3 2 47 0 0,0 0 1 0 0,-1 0-1 0 0,1 0 1 0 0,0 0 0 0 0,-1 1-1 0 0,1-1 1 0 0,-1 1-1 0 0,1 0 1 0 0,-1 1-1 0 0,1-1 1 0 0,-1 1 0 0 0,0 0-1 0 0,1 0 1 0 0,-1 0-1 0 0,0 1 1 0 0,1-1 0 0 0,-1 1-1 0 0,1 0 1 0 0,-1 1-1 0 0,1-1 1 0 0,-1 1-1 0 0,1 0 1 0 0,0 0 0 0 0,0 0-1 0 0,0 0 1 0 0,0 1-1 0 0,0 0 1 0 0,0 0-1 0 0,-3 3 1 0 0,-12 12 373 0 0,2 1 0 0 0,0 1 0 0 0,0 0 0 0 0,-24 42 0 0 0,34-50-342 0 0,0 1 0 0 0,1 0 1 0 0,0 0-1 0 0,1 0 1 0 0,1 1-1 0 0,0 0 0 0 0,1 0 1 0 0,0 0-1 0 0,1 0 1 0 0,1 0-1 0 0,0 18 0 0 0,1-27-51 0 0,0 0-1 0 0,1 0 0 0 0,0-1 1 0 0,0 1-1 0 0,0 0 1 0 0,1-1-1 0 0,-1 1 0 0 0,1-1 1 0 0,0 0-1 0 0,0 1 1 0 0,1-1-1 0 0,-1 0 0 0 0,1 0 1 0 0,0 0-1 0 0,6 5 1 0 0,-6-6-28 0 0,1 0 1 0 0,-1-1 0 0 0,1 0 0 0 0,-1 0 0 0 0,1 0-1 0 0,0 0 1 0 0,0-1 0 0 0,0 1 0 0 0,0-1 0 0 0,0 0-1 0 0,0 0 1 0 0,0 0 0 0 0,0-1 0 0 0,0 0 0 0 0,0 1-1 0 0,0-1 1 0 0,1-1 0 0 0,4 0 0 0 0,-1 0-314 0 0,0-1 1 0 0,0 0 0 0 0,0 0 0 0 0,-1-1-1 0 0,1 0 1 0 0,13-8 0 0 0,-13 6-1057 0 0,0 0 0 0 0,-1 0 0 0 0,12-11 0 0 0,27-37-10255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4:49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 1521 0 0,'-17'16'6243'0'0,"3"24"-401"0"0,7-8-2480 0 0,9 53-2882 0 0,15 29-720 0 0,7-6 560 0 0,4-2 320 0 0,5-8-79 0 0,3-22-81 0 0,4 0 0 0 0,19-2 801 0 0,15-6-1 0 0,-8-35-800 0 0,15-25-1040 0 0,-12-14-1921 0 0,-27-27-7283 0 0,-1-15 960 0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4:51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4882 0 0,'13'282'4891'0'0,"-7"-237"-4447"0"0,3-1 0 0 0,1 1-1 0 0,2-1 1 0 0,23 55 0 0 0,67 124 354 0 0,-1-2-235 0 0,205 578 1749 0 0,-130-254-1650 0 0,-28-30-534 0 0,86 277 1238 0 0,25 98-358 0 0,-76 13-868 0 0,-127-472-116 0 0,5 213 112 0 0,-55-557-166 0 0,12 106-1608 0 0,-8-157-1070 0 0,-10-36 2668 0 0,0 0 1 0 0,0 0-1 0 0,0 0 0 0 0,0 0 0 0 0,0 0 0 0 0,0 0 0 0 0,0 0 0 0 0,0 1 0 0 0,0-1 0 0 0,0 0 0 0 0,0 0 0 0 0,0 0 0 0 0,0 0 0 0 0,0 0 0 0 0,0 0 0 0 0,0 0 0 0 0,0 0 0 0 0,1 0 0 0 0,-1 0 0 0 0,0 0 0 0 0,0 1 0 0 0,0-1 0 0 0,0 0 1 0 0,0 0-1 0 0,0 0 0 0 0,0 0 0 0 0,0 0 0 0 0,1 0 0 0 0,-1 0 0 0 0,0 0 0 0 0,0 0 0 0 0,0 0 0 0 0,0 0 0 0 0,0 0 0 0 0,0 0 0 0 0,0 0 0 0 0,0 0 0 0 0,1 0 0 0 0,-1 0 0 0 0,0 0 0 0 0,0 0 0 0 0,0 0 0 0 0,0 0 0 0 0,0 0 0 0 0,0 0 1 0 0,0-1-1 0 0,0 1 0 0 0,1 0 0 0 0,-1 0 0 0 0,0 0 0 0 0,0 0 0 0 0,0 0 0 0 0,3-13-2618 0 0,-6-52-3878 0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4:52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1706 3282 0 0,'63'5'4887'0'0,"0"0"-4465"0"0,-45-5-394 0 0,-1-1-91 0 0,0 0 0 0 0,23-4 1 0 0,-34 4 67 0 0,232-40 1430 0 0,5-28-193 0 0,126-30 317 0 0,113 3-764 0 0,135-29-336 0 0,439-103 115 0 0,-335 90-180 0 0,618-115 399 0 0,523-79-473 0 0,-592 134 66 0 0,6 90 362 0 0,-181 87 666 0 0,-1050 21-1374 0 0,249 7 161 0 0,-239-3-174 0 0,1 3-1 0 0,-1 2 1 0 0,62 19-1 0 0,-101-23-17 0 0,-1 0-1 0 0,0 1 1 0 0,-1 0-1 0 0,1 2 1 0 0,-1 0 0 0 0,16 11-1 0 0,-22-12-6 0 0,1 0 0 0 0,-2 1 0 0 0,1 0 0 0 0,-1 0-1 0 0,0 1 1 0 0,-1-1 0 0 0,1 2 0 0 0,-2-1-1 0 0,0 1 1 0 0,5 10 0 0 0,0 7 23 0 0,-1 0-1 0 0,-2 1 1 0 0,0 0-1 0 0,-2 0 1 0 0,3 50 0 0 0,-8 150 173 0 0,-2-196-157 0 0,10 449 532 0 0,69 129-77 0 0,-4-37-231 0 0,-10 549-116 0 0,-41-550-111 0 0,-13-413-38 0 0,19 456 0 0 0,-22-3 0 0 0,-41-88-624 0 0,18-403 116 0 0,-5-1 0 0 0,-49 147 0 0 0,58-228-441 0 0,-2 0 1 0 0,-2 0-1 0 0,-1-2 1 0 0,-2 0-1 0 0,-28 38 0 0 0,30-51-178 0 0,-1 0-1 0 0,-1-2 0 0 0,-1 0 0 0 0,0-2 1 0 0,-2 0-1 0 0,-1-1 0 0 0,-51 30 1 0 0,-68 20-2260 0 0,143-69 3385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4:53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2606 6403 0 0,'0'-1'146'0'0,"0"1"1"0"0,0 0-1 0 0,0-1 1 0 0,0 1-1 0 0,-1-1 0 0 0,1 1 1 0 0,0 0-1 0 0,0-1 1 0 0,0 1-1 0 0,0 0 1 0 0,0-1-1 0 0,0 1 0 0 0,0-1 1 0 0,0 1-1 0 0,0 0 1 0 0,0-1-1 0 0,1 1 0 0 0,-1 0 1 0 0,0-1-1 0 0,0 1 1 0 0,0 0-1 0 0,0-1 0 0 0,1 1 1 0 0,-1 0-1 0 0,0-1 1 0 0,0 1-1 0 0,0 0 1 0 0,1-1-1 0 0,-1 1 0 0 0,0 0 1 0 0,1 0-1 0 0,-1-1 1 0 0,0 1-1 0 0,0 0 0 0 0,1 0 1 0 0,-1 0-1 0 0,0 0 1 0 0,1-1-1 0 0,0 1 1 0 0,3-1-159 0 0,0 0 1 0 0,1 0 0 0 0,-1 0 0 0 0,1 1-1 0 0,7-1 1 0 0,251 3-969 0 0,57-2 2547 0 0,233-59-527 0 0,-10-43-1037 0 0,-400 73 61 0 0,303-61 136 0 0,1348-314 1161 0 0,615-324 1814 0 0,-1792 493-2806 0 0,566-198-311 0 0,-928 357 135 0 0,436-73 1 0 0,-535 126-100 0 0,432-75 479 0 0,-423 60-496 0 0,-133 28-334 0 0,-1-1 0 0 0,54-26 0 0 0,-82 36 167 0 0,-1-1 0 0 0,1 1 1 0 0,0-1-1 0 0,0 0 0 0 0,-1 0 1 0 0,1 0-1 0 0,-1 0 0 0 0,4-4 1 0 0,-6 5-18 0 0,1 0 0 0 0,-1 1 0 0 0,0-1 0 0 0,0 0 0 0 0,0 0 0 0 0,1 1 0 0 0,-1-1 1 0 0,0 0-1 0 0,0 0 0 0 0,0 0 0 0 0,0 1 0 0 0,0-1 0 0 0,0 0 0 0 0,-1 0 0 0 0,1 1 1 0 0,0-1-1 0 0,0 0 0 0 0,-1 0 0 0 0,1 1 0 0 0,0-1 0 0 0,0 0 0 0 0,-1 1 0 0 0,1-1 0 0 0,-1 0 1 0 0,1 1-1 0 0,-1-1 0 0 0,1 1 0 0 0,-1-1 0 0 0,1 1 0 0 0,-1-1 0 0 0,0 1 0 0 0,1-1 1 0 0,-1 1-1 0 0,0-1 0 0 0,1 1 0 0 0,-1 0 0 0 0,0-1 0 0 0,0 1 0 0 0,-47-22-10324 0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4:54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1 400 2081 0 0,'37'10'2521'0'0,"-37"-10"-2450"0"0,0 0 0 0 0,0 0 0 0 0,1 0 0 0 0,-1-1 0 0 0,0 1 0 0 0,0 0 0 0 0,1 0 0 0 0,-1 0 1 0 0,0 0-1 0 0,0 0 0 0 0,0-1 0 0 0,1 1 0 0 0,-1 0 0 0 0,0 0 0 0 0,0-1 0 0 0,0 1 0 0 0,0 0 0 0 0,1 0 0 0 0,-1 0 0 0 0,0-1 0 0 0,0 1 0 0 0,0 0 0 0 0,0 0 0 0 0,0-1 0 0 0,0 1 0 0 0,0 0 0 0 0,0-1 0 0 0,0 1 0 0 0,0 0 1 0 0,0 0-1 0 0,0-1 0 0 0,0 1 0 0 0,0 0 0 0 0,0 0 0 0 0,0-1 0 0 0,0 1 0 0 0,0 0 0 0 0,0 0 0 0 0,0-1 0 0 0,-1 1 0 0 0,1 0 0 0 0,0 0 0 0 0,0-1 0 0 0,0 1 0 0 0,0 0 0 0 0,-1 0 0 0 0,1 0 0 0 0,0-1 0 0 0,0 1 0 0 0,0 0 1 0 0,-1 0-1 0 0,1 0 0 0 0,0 0 0 0 0,0-1 0 0 0,0 1 0 0 0,-1 0 0 0 0,1 0 0 0 0,-1 0 0 0 0,1 0-36 0 0,0 0-1 0 0,0 0 1 0 0,0 0-1 0 0,0 0 1 0 0,0-1 0 0 0,0 1-1 0 0,0 0 1 0 0,0 0 0 0 0,-1 0-1 0 0,1 0 1 0 0,0 0-1 0 0,0 0 1 0 0,0 0 0 0 0,0 0-1 0 0,0 0 1 0 0,0 0 0 0 0,0 0-1 0 0,-1 0 1 0 0,1 0-1 0 0,0 0 1 0 0,0 0 0 0 0,0 0-1 0 0,0 0 1 0 0,0 0 0 0 0,0 0-1 0 0,0 0 1 0 0,-1 0-1 0 0,1 0 1 0 0,0 0 0 0 0,0 0-1 0 0,0 0 1 0 0,0 0 0 0 0,0 0-1 0 0,0 1 1 0 0,0-1-1 0 0,0 0 1 0 0,-1 0 0 0 0,1 0-1 0 0,0 0 1 0 0,0 0 0 0 0,0 0-1 0 0,0 0 1 0 0,0 0-1 0 0,0 0 1 0 0,0 0 0 0 0,0 1-1 0 0,0-1 1 0 0,0 0 0 0 0,0 0-1 0 0,0 0 1 0 0,0 0-1 0 0,0 0 1 0 0,0 0 0 0 0,0 0-1 0 0,0 1 1 0 0,0-1 0 0 0,0 0-1 0 0,0 0 1 0 0,0 0-1 0 0,0 0 1 0 0,0 0 0 0 0,0 0-1 0 0,0 1 1 0 0,5 25 1881 0 0,66 184 1952 0 0,-48-150-3134 0 0,55 99 0 0 0,-68-144-680 0 0,0 1 1 0 0,1-2 0 0 0,0 1-1 0 0,1-1 1 0 0,1-1-1 0 0,0-1 1 0 0,1 1 0 0 0,1-2-1 0 0,17 12 1 0 0,-22-17 7 0 0,1 0 1 0 0,0-1-1 0 0,0 0 0 0 0,0-1 0 0 0,0 0 1 0 0,1-1-1 0 0,-1 0 0 0 0,1-1 1 0 0,0 0-1 0 0,0-1 0 0 0,0 0 0 0 0,0-1 1 0 0,0 0-1 0 0,14-2 0 0 0,-18 0-38 0 0,-1 0 0 0 0,1 0 0 0 0,-1-1 1 0 0,1 0-1 0 0,-1 0 0 0 0,0-1 0 0 0,0 0 0 0 0,0 0 0 0 0,-1 0 0 0 0,0-1 0 0 0,0 0 0 0 0,0 0 0 0 0,0-1 0 0 0,-1 0 0 0 0,7-8 0 0 0,5-10 68 0 0,-1 0-1 0 0,22-47 1 0 0,-36 68-85 0 0,17-38 65 0 0,-1-2-1 0 0,-2 1 1 0 0,-3-2 0 0 0,12-56-1 0 0,-11 14-630 0 0,5-112 0 0 0,-19 193 530 0 0,10-112-1072 0 0,-7 100 666 0 0,0 1-1 0 0,1 0 0 0 0,1 0 1 0 0,10-26-1 0 0,-13 38 202 0 0,0 0 0 0 0,0 0 0 0 0,1 1 0 0 0,-1-1 1 0 0,1 1-1 0 0,0-1 0 0 0,0 1 0 0 0,0 0 0 0 0,0 0 0 0 0,0 0 0 0 0,1 0 1 0 0,-1 1-1 0 0,1-1 0 0 0,6-2 0 0 0,12-9-3928 0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4:54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9 4002 0 0,'-23'-8'8324'0'0,"-1"8"-3442"0"0,10 0-1921 0 0,-3 4-1040 0 0,5 0-880 0 0,-2 64-2242 0 0,5 117-960 0 0,11-1 1681 0 0,12-36 720 0 0,8 10 80 0 0,4 3 0 0 0,4-7-80 0 0,6-14-160 0 0,14-30-320 0 0,9-36-320 0 0,7-34-80 0 0,1-40-2962 0 0,-1-80-6082 0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4:54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96 4402 0 0,'-3'-18'1474'0'0,"2"10"-854"0"0,0 1-1 0 0,0 0 1 0 0,-1 0 0 0 0,0-1-1 0 0,0 1 1 0 0,-1 0-1 0 0,0 1 1 0 0,0-1 0 0 0,-5-7-1 0 0,8 14-599 0 0,0 1-1 0 0,0-1 0 0 0,0 0 1 0 0,0 0-1 0 0,0 0 0 0 0,0 0 1 0 0,0 0-1 0 0,0 1 1 0 0,0-1-1 0 0,0 0 0 0 0,0 0 1 0 0,0 0-1 0 0,0 0 0 0 0,0 1 1 0 0,0-1-1 0 0,0 0 1 0 0,0 0-1 0 0,0 0 0 0 0,0 0 1 0 0,0 0-1 0 0,0 1 0 0 0,-1-1 1 0 0,1 0-1 0 0,0 0 1 0 0,0 0-1 0 0,0 0 0 0 0,0 0 1 0 0,0 0-1 0 0,0 0 0 0 0,0 0 1 0 0,-1 1-1 0 0,1-1 1 0 0,0 0-1 0 0,0 0 0 0 0,0 0 1 0 0,0 0-1 0 0,0 0 0 0 0,-1 0 1 0 0,1 0-1 0 0,0 0 1 0 0,0 0-1 0 0,0 0 0 0 0,0 0 1 0 0,-1 0-1 0 0,1 0 0 0 0,0 0 1 0 0,0 0-1 0 0,0 0 1 0 0,0 0-1 0 0,0 0 0 0 0,-1 0 1 0 0,1 0-1 0 0,0 0 0 0 0,0 0 1 0 0,0-1-1 0 0,0 1 1 0 0,0 0-1 0 0,-1 0 0 0 0,1 0 1 0 0,2 13 231 0 0,12 52 5100 0 0,-7-24-4339 0 0,52 392-123 0 0,-3-16-191 0 0,-49-380-361 0 0,1 0-1 0 0,27 70 0 0 0,-30-94-590 0 0,0-2 0 0 0,1 1 0 0 0,0-1 0 0 0,1 1-1 0 0,1-2 1 0 0,-1 1 0 0 0,2-1 0 0 0,-1 0 0 0 0,2-1 0 0 0,-1 0 0 0 0,1 0 0 0 0,12 7 0 0 0,-18-14-146 0 0,0 1 0 0 0,1-1 0 0 0,-1 0-1 0 0,1 0 1 0 0,0 0 0 0 0,-1 0 0 0 0,1-1 0 0 0,0 0-1 0 0,0 0 1 0 0,8 1 0 0 0,-3-3-664 0 0,-1 0-1 0 0,0-1 1 0 0,0 0 0 0 0,0 0-1 0 0,11-4 1 0 0,-19 5 874 0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4:55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44 288 1441 0 0,'-12'43'3304'0'0,"2"0"1"0"0,-9 75 0 0 0,17-86-2671 0 0,2-1 0 0 0,0 1 1 0 0,2 0-1 0 0,9 43 1 0 0,-7-49-722 0 0,1-1 0 0 0,1 0 1 0 0,2 0-1 0 0,0-1 0 0 0,22 45 0 0 0,-29-68 95 0 0,-1 0-1 0 0,0-1 1 0 0,0 1-1 0 0,1 0 0 0 0,-1 0 1 0 0,0-1-1 0 0,1 1 1 0 0,-1 0-1 0 0,1-1 1 0 0,-1 1-1 0 0,1 0 0 0 0,-1-1 1 0 0,1 1-1 0 0,-1-1 1 0 0,1 1-1 0 0,0-1 0 0 0,-1 1 1 0 0,1-1-1 0 0,0 0 1 0 0,-1 1-1 0 0,1-1 0 0 0,0 0 1 0 0,0 1-1 0 0,-1-1 1 0 0,1 0-1 0 0,0 0 1 0 0,1 1-1 0 0,-1-3 8 0 0,0 1 0 0 0,0 0 0 0 0,1 0 0 0 0,-1 0 0 0 0,0 0 0 0 0,0-1 0 0 0,0 1 0 0 0,-1-1 0 0 0,1 1 0 0 0,0 0 0 0 0,0-3 0 0 0,4-4-2 0 0,30-60-3 0 0,35-97 1 0 0,22-46 27 0 0,-78 186-34 0 0,0 1 1 0 0,2 0 0 0 0,0 1 0 0 0,2 0 0 0 0,1 2 0 0 0,21-20 0 0 0,-35 36 6 0 0,1 0-1 0 0,0 0 1 0 0,0 1 0 0 0,11-6-1 0 0,-16 10-8 0 0,0-1 0 0 0,0 1 0 0 0,-1-1 0 0 0,1 1-1 0 0,0 0 1 0 0,0-1 0 0 0,0 1 0 0 0,-1 0 0 0 0,1 0-1 0 0,0-1 1 0 0,0 1 0 0 0,0 0 0 0 0,0 0 0 0 0,-1 0-1 0 0,1 0 1 0 0,0 0 0 0 0,0 0 0 0 0,0 1 0 0 0,0-1 0 0 0,-1 0-1 0 0,1 0 1 0 0,0 1 0 0 0,0-1 0 0 0,0 0 0 0 0,0 1-1 0 0,1 1 12 0 0,-1 0 0 0 0,1 0-1 0 0,-1 0 1 0 0,0 0-1 0 0,0 0 1 0 0,0 0 0 0 0,0 1-1 0 0,1 2 1 0 0,-1-2 0 0 0,10 28 122 0 0,-2 2 0 0 0,-1-1 0 0 0,6 53 0 0 0,-8-24 155 0 0,-4 65 0 0 0,5 8 897 0 0,-7-135-1170 0 0,0-1-1 0 0,0 1 0 0 0,1 0 0 0 0,-1 0 0 0 0,0 0 1 0 0,1 0-1 0 0,-1 0 0 0 0,1-1 0 0 0,-1 1 1 0 0,1 0-1 0 0,-1 0 0 0 0,1 0 0 0 0,0 0 0 0 0,-1 0 1 0 0,2 0-1 0 0,6-12 58 0 0,10-21 20 0 0,-2-1 1 0 0,-1-1-1 0 0,11-45 1 0 0,0 2-6 0 0,-21 67-77 0 0,60-160 65 0 0,-48 133-71 0 0,2 1 0 0 0,29-46 0 0 0,-42 74 6 0 0,1 1 0 0 0,0-1 0 0 0,1 2 0 0 0,0-1 1 0 0,0 1-1 0 0,1 0 0 0 0,0 0 0 0 0,1 1 1 0 0,-1 1-1 0 0,1-1 0 0 0,18-7 0 0 0,-27 14-9 0 0,1-1 0 0 0,-1 0 0 0 0,1 1 0 0 0,-1 0 0 0 0,1-1 0 0 0,-1 1 0 0 0,1 0 0 0 0,0 0 0 0 0,-1 0 0 0 0,1 0 0 0 0,-1 0 0 0 0,1 0 0 0 0,0 0 0 0 0,-1 0 0 0 0,1 1 0 0 0,-1-1 0 0 0,1 0 0 0 0,-1 1 0 0 0,1 0 0 0 0,-1-1 0 0 0,1 1 0 0 0,-1 0-1 0 0,1 0 1 0 0,-1 0 0 0 0,0 0 0 0 0,1 0 0 0 0,-1 0 0 0 0,0 0 0 0 0,0 0 0 0 0,2 3 0 0 0,1 2 15 0 0,-1 1-1 0 0,0-1 1 0 0,0 1 0 0 0,0 0-1 0 0,2 12 1 0 0,0-3 38 0 0,38 144 437 0 0,-31-104-223 0 0,3-1 0 0 0,2-1 1 0 0,35 75-1 0 0,-16-61-537 0 0,-8-25-5722 0 0,-7-9-5190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4:56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0 658 2081 0 0,'9'-4'12606'0'0,"7"5"-9396"0"0,-5-1-1325 0 0,21-3-1594 0 0,1-2 0 0 0,51-16 0 0 0,27-4 1224 0 0,283-31 419 0 0,434-80-1347 0 0,356-79 1134 0 0,-741 148-1050 0 0,223-14-453 0 0,-652 80-213 0 0,128-22 61 0 0,-43 7-92 0 0,-120 18-9645 0 0,-6-9 2881 0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4:56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51 2481 0 0,'-1'0'64'0'0,"1"0"0"0"0,0 0 1 0 0,0 0-1 0 0,0 0 0 0 0,-1-1 0 0 0,1 1 0 0 0,0 0 0 0 0,0 0 1 0 0,0 0-1 0 0,0 0 0 0 0,-1 0 0 0 0,1-1 0 0 0,0 1 0 0 0,0 0 0 0 0,0 0 1 0 0,0 0-1 0 0,0-1 0 0 0,0 1 0 0 0,0 0 0 0 0,-1 0 0 0 0,1 0 1 0 0,0-1-1 0 0,0 1 0 0 0,0 0 0 0 0,0 0 0 0 0,0-1 0 0 0,0 1 1 0 0,0 0-1 0 0,0 0 0 0 0,0 0 0 0 0,0-1 0 0 0,0 1 0 0 0,0 0 0 0 0,0 0 1 0 0,1-1-1 0 0,-1 1 0 0 0,0 0 0 0 0,0 0 0 0 0,0 0 0 0 0,0-1 1 0 0,0 1-1 0 0,0 0 0 0 0,0 0 0 0 0,1 0 0 0 0,-1 0 0 0 0,0-1 0 0 0,0 1 1 0 0,0 0-1 0 0,0 0 0 0 0,1 0 0 0 0,-1 0 0 0 0,0 0 0 0 0,0 0 1 0 0,0-1-1 0 0,1 1 0 0 0,-1 0 0 0 0,0 0 0 0 0,0 0 0 0 0,1 0 1 0 0,-1 0-1 0 0,0 0 0 0 0,1 0 0 0 0,9-4 1422 0 0,0 0 0 0 0,1 1 0 0 0,0 0 0 0 0,16-2 0 0 0,41-4 3507 0 0,115-3 1 0 0,88 26-3165 0 0,-141 3-2055 0 0,-2 5 0 0 0,150 47 0 0 0,-248-61 469 0 0,-1 2 0 0 0,1 1-1 0 0,-2 1 1 0 0,0 2 0 0 0,37 23-1 0 0,-58-32-219 0 0,0 0-1 0 0,0 0 0 0 0,-1 1 1 0 0,1 0-1 0 0,-1 0 0 0 0,0 0 1 0 0,-1 1-1 0 0,0 0 0 0 0,0 0 1 0 0,0 0-1 0 0,-1 1 0 0 0,0 0 1 0 0,-1-1-1 0 0,0 1 0 0 0,0 1 1 0 0,0-1-1 0 0,-1 0 0 0 0,0 1 1 0 0,-1-1-1 0 0,0 1 0 0 0,0-1 1 0 0,-1 1-1 0 0,0 0 0 0 0,-2 9 1 0 0,-1 4-56 0 0,-2-1 1 0 0,0 1-1 0 0,-2-1 0 0 0,0 0 1 0 0,-2 0-1 0 0,-13 26 1 0 0,-5-1-81 0 0,-49 66 0 0 0,56-87 93 0 0,-2 0 0 0 0,0-1-1 0 0,-2-1 1 0 0,0-2 0 0 0,-1 0 0 0 0,-2-2-1 0 0,0 0 1 0 0,0-2 0 0 0,-32 14 0 0 0,23-15-881 0 0,-1-1 1 0 0,-59 15 0 0 0,54-20-2325 0 0,-1-2-1 0 0,-49 3 1 0 0,-31-9-7486 0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4:57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195 346 4962 0 0,'-14'43'2899'0'0,"2"0"0"0"0,-12 84 1 0 0,22-104-2376 0 0,2 1 0 0 0,1-1 0 0 0,1 0 0 0 0,0 0 0 0 0,2 0 0 0 0,8 29 0 0 0,-9-42-483 0 0,0-1 0 0 0,0 1 1 0 0,1-1-1 0 0,0 0 0 0 0,1 0 1 0 0,0 0-1 0 0,0-1 0 0 0,1 0 0 0 0,0 0 1 0 0,0 0-1 0 0,1-1 0 0 0,0 0 1 0 0,0 0-1 0 0,10 6 0 0 0,-8-7-46 0 0,0-2-1 0 0,0 1 0 0 0,1-1 1 0 0,-1-1-1 0 0,1 1 1 0 0,0-2-1 0 0,0 1 1 0 0,1-2-1 0 0,-1 1 1 0 0,0-1-1 0 0,0-1 0 0 0,21-1 1 0 0,-1-1 254 0 0,-1-1 0 0 0,0-2 0 0 0,54-15 0 0 0,-68 16 8 0 0,-1-1 1 0 0,-1-1-1 0 0,1-1 1 0 0,-1 0-1 0 0,0 0 1 0 0,-1-1-1 0 0,1-1 1 0 0,-2 0-1 0 0,1-1 1 0 0,12-13-1 0 0,-13 9-81 0 0,0-1-1 0 0,-1 0 1 0 0,0-1-1 0 0,-1 0 1 0 0,-1-1-1 0 0,-1 0 1 0 0,0 0-1 0 0,-1 0 1 0 0,4-22-1 0 0,-3 5-190 0 0,-2 0 0 0 0,-1 0 0 0 0,-1-66-1 0 0,-4 77 17 0 0,0 0 0 0 0,-1 1-1 0 0,-2-1 1 0 0,0 1 0 0 0,-12-36-1 0 0,11 46 12 0 0,0 0 0 0 0,-1 0 0 0 0,0 1 0 0 0,-1 0 0 0 0,0 0 0 0 0,-1 0 0 0 0,0 1 0 0 0,-1 1 0 0 0,0-1 0 0 0,0 1 0 0 0,-1 1 0 0 0,-11-9 0 0 0,2 5 31 0 0,0 0-1 0 0,0 2 0 0 0,-1 0 0 0 0,-1 1 1 0 0,1 1-1 0 0,-1 1 0 0 0,-32-7 0 0 0,37 11-12 0 0,-1 1 0 0 0,0 0-1 0 0,1 1 1 0 0,-1 1-1 0 0,0 0 1 0 0,0 1 0 0 0,1 1-1 0 0,-1 1 1 0 0,1 0 0 0 0,0 1-1 0 0,-20 8 1 0 0,13-2 17 0 0,0 1 0 0 0,0 2 0 0 0,1 0 0 0 0,-39 31 0 0 0,46-31-18 0 0,0 0 0 0 0,1 1 1 0 0,1 1-1 0 0,0 0 1 0 0,1 0-1 0 0,-17 29 0 0 0,26-38-74 0 0,0 0 0 0 0,0 0 0 0 0,1 0 0 0 0,-1 0 0 0 0,1 0 0 0 0,1 1 0 0 0,-1-1 0 0 0,1 1 0 0 0,0-1 0 0 0,1 1 0 0 0,-1-1 0 0 0,1 1 0 0 0,2 10 0 0 0,-1-13-96 0 0,0 0-1 0 0,0 0 1 0 0,0 0 0 0 0,1 0 0 0 0,0-1 0 0 0,0 1 0 0 0,0 0 0 0 0,0-1 0 0 0,1 0 0 0 0,-1 1-1 0 0,1-1 1 0 0,0 0 0 0 0,0 0 0 0 0,0-1 0 0 0,0 1 0 0 0,0 0 0 0 0,1-1 0 0 0,-1 0 0 0 0,1 0-1 0 0,0 0 1 0 0,7 2 0 0 0,3 1-537 0 0,0-1 0 0 0,1-1 1 0 0,-1 0-1 0 0,1-1 0 0 0,0-1 0 0 0,0 0 0 0 0,0-1 0 0 0,0 0 0 0 0,0-1 0 0 0,20-5 1 0 0,79-23-8821 0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4:58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1 251 4322 0 0,'27'39'7553'0'0,"-19"-23"-6206"0"0,-1 0-1 0 0,8 22 0 0 0,4 20 216 0 0,-4 1 0 0 0,12 83 1 0 0,5 138 867 0 0,-31-267-2344 0 0,23 482 1139 0 0,-27-352-403 0 0,-30 204-1 0 0,32-343-790 0 0,-17 84 573 0 0,17-82-562 0 0,-1-1 0 0 0,0 1-1 0 0,0 0 1 0 0,-1 0 0 0 0,0-1 0 0 0,0 0-1 0 0,0 1 1 0 0,-1-1 0 0 0,1 0-1 0 0,-7 5 1 0 0,10-9-41 0 0,-1 0 1 0 0,1-1-1 0 0,-1 1 0 0 0,1-1 0 0 0,0 1 0 0 0,-1-1 1 0 0,1 1-1 0 0,-1-1 0 0 0,0 1 0 0 0,1-1 1 0 0,-1 0-1 0 0,1 1 0 0 0,-1-1 0 0 0,0 0 0 0 0,1 1 1 0 0,-1-1-1 0 0,0 0 0 0 0,1 0 0 0 0,-1 0 1 0 0,0 0-1 0 0,1 0 0 0 0,-1 1 0 0 0,0-1 0 0 0,1 0 1 0 0,-1-1-1 0 0,0 1 0 0 0,1 0 0 0 0,-1 0 1 0 0,0 0-1 0 0,1 0 0 0 0,-1 0 0 0 0,0-1 0 0 0,1 1 1 0 0,-1 0-1 0 0,0-1 0 0 0,1 1 0 0 0,-1 0 1 0 0,1-1-1 0 0,-1 1 0 0 0,1-1 0 0 0,-1 1 1 0 0,1-1-1 0 0,-1 1 0 0 0,1-1 0 0 0,-1 1 0 0 0,0-1 1 0 0,-1-5-7 0 0,0 1 1 0 0,0 0-1 0 0,0-1 1 0 0,0 1 0 0 0,1-1-1 0 0,-1-9 1 0 0,-13-131-143 0 0,-10-378-336 0 0,27 402 381 0 0,5 0 1 0 0,31-169 0 0 0,-17 195 28 0 0,3 2 0 0 0,42-107-1 0 0,-51 163 50 0 0,2 0 0 0 0,1 2 0 0 0,2 0-1 0 0,1 1 1 0 0,2 1 0 0 0,1 1 0 0 0,52-53-1 0 0,-67 78 5 0 0,0-1-1 0 0,1 2 0 0 0,0-1 0 0 0,0 2 0 0 0,0-1 0 0 0,1 1 0 0 0,0 1 1 0 0,23-8-1 0 0,-29 11 13 0 0,0 1 0 0 0,-1 0 0 0 0,1 1 0 0 0,0-1 0 0 0,0 1 0 0 0,0-1 0 0 0,-1 2 0 0 0,1-1 0 0 0,0 0 0 0 0,0 1 0 0 0,-1 0 0 0 0,1 0 0 0 0,0 0 0 0 0,-1 1 0 0 0,1 0 0 0 0,-1-1 0 0 0,1 2 0 0 0,-1-1 0 0 0,0 0 0 0 0,0 1 0 0 0,0 0 0 0 0,0 0 1 0 0,-1 0-1 0 0,7 7 0 0 0,-5-3-1 0 0,0 0 1 0 0,0 0-1 0 0,-1 0 1 0 0,0 1 0 0 0,0 0-1 0 0,-1 0 1 0 0,0 0 0 0 0,0 0-1 0 0,-1 0 1 0 0,2 12-1 0 0,-1 2-4 0 0,-1 0-1 0 0,0 40 0 0 0,-5-28 39 0 0,0 1 1 0 0,-3-1-1 0 0,-1 0 0 0 0,-1 0 0 0 0,-16 41 1 0 0,-78 156-378 0 0,88-201-15 0 0,-1-1 0 0 0,-1 0 1 0 0,-28 35-1 0 0,40-59 205 0 0,0 0 0 0 0,-1 0 0 0 0,0 0 0 0 0,0-1 0 0 0,0 1 0 0 0,-11 6 0 0 0,15-11 48 0 0,0 1 0 0 0,1-1-1 0 0,-1 0 1 0 0,0 1 0 0 0,0-1 0 0 0,0 0 0 0 0,1 1-1 0 0,-1-1 1 0 0,0 0 0 0 0,0 0 0 0 0,0 0 0 0 0,1 0-1 0 0,-1 0 1 0 0,0 0 0 0 0,0 0 0 0 0,0 0 0 0 0,0 0-1 0 0,1 0 1 0 0,-1 0 0 0 0,0 0 0 0 0,0-1 0 0 0,0 1-1 0 0,0 0 1 0 0,1-1 0 0 0,-1 1 0 0 0,0 0 0 0 0,1-1-1 0 0,-1 1 1 0 0,0-1 0 0 0,1 1 0 0 0,-1-1 0 0 0,0 0-1 0 0,1 1 1 0 0,-1-1 0 0 0,1 1 0 0 0,-1-1 0 0 0,1 0-1 0 0,-1 0 1 0 0,1 1 0 0 0,-1-2 0 0 0,-2-8-1852 0 0,1 0-1 0 0,0 1 1 0 0,0-1 0 0 0,0-14 0 0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4:58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163 351 8804 0 0,'-6'6'1566'0'0,"1"-2"-436"0"0,1 0 0 0 0,0 0 0 0 0,0 0-1 0 0,1 1 1 0 0,-1-1 0 0 0,1 1 0 0 0,-5 8 0 0 0,8-12-1060 0 0,0 0 0 0 0,0 0 1 0 0,-1 0-1 0 0,1-1 0 0 0,0 1 0 0 0,0 0 1 0 0,0 0-1 0 0,0 0 0 0 0,0 0 0 0 0,0 0 1 0 0,0 0-1 0 0,0-1 0 0 0,0 1 0 0 0,0 0 1 0 0,1 0-1 0 0,-1 0 0 0 0,0 0 0 0 0,0 0 1 0 0,1-1-1 0 0,-1 1 0 0 0,1 0 0 0 0,-1 0 1 0 0,1-1-1 0 0,-1 1 0 0 0,1 0 0 0 0,-1-1 1 0 0,1 1-1 0 0,0 0 0 0 0,0 0 1 0 0,8 7-67 0 0,-1 0 0 0 0,1-1 0 0 0,1 0 0 0 0,0-1 0 0 0,0 0 1 0 0,0 0-1 0 0,0-1 0 0 0,1 0 0 0 0,0-1 0 0 0,0 0 0 0 0,0-1 1 0 0,0 0-1 0 0,23 2 0 0 0,-18-3 55 0 0,1-1 0 0 0,0-1 0 0 0,-1-1 0 0 0,1 0 0 0 0,-1-1 0 0 0,1-1 0 0 0,-1 0 0 0 0,0-1 0 0 0,0-1 0 0 0,15-7 0 0 0,-6 0 34 0 0,-1-1 0 0 0,-1-1 1 0 0,0 0-1 0 0,-1-2 0 0 0,0-1 1 0 0,-1-1-1 0 0,30-33 1 0 0,-45 44-61 0 0,1-1 0 0 0,-2 0 1 0 0,1 0-1 0 0,-1-1 0 0 0,0 1 1 0 0,-1-1-1 0 0,0 0 1 0 0,-1 0-1 0 0,1 0 0 0 0,-2-1 1 0 0,4-16-1 0 0,-6 20-18 0 0,0 0 1 0 0,0 1-1 0 0,0-1 0 0 0,-1 0 0 0 0,1 1 0 0 0,-1-1 1 0 0,-1 1-1 0 0,1-1 0 0 0,-1 1 0 0 0,0 0 1 0 0,0 0-1 0 0,-1-1 0 0 0,1 2 0 0 0,-1-1 1 0 0,0 0-1 0 0,-1 0 0 0 0,1 1 0 0 0,-1 0 0 0 0,0 0 1 0 0,-8-7-1 0 0,1 2 14 0 0,-1 0 1 0 0,0 2 0 0 0,-1-1-1 0 0,0 2 1 0 0,0 0 0 0 0,0 0-1 0 0,-1 1 1 0 0,-22-5 0 0 0,8 4 26 0 0,-1 1 1 0 0,0 2 0 0 0,-37-1-1 0 0,52 4-27 0 0,1 0-1 0 0,0 1 0 0 0,0 0 0 0 0,-1 1 1 0 0,1 0-1 0 0,0 1 0 0 0,0 1 0 0 0,1 0 1 0 0,-1 1-1 0 0,1 0 0 0 0,0 1 0 0 0,0 0 1 0 0,1 1-1 0 0,0 0 0 0 0,0 1 0 0 0,-12 11 1 0 0,3 2 22 0 0,1 0 0 0 0,0 2 1 0 0,2 1-1 0 0,0 0 0 0 0,2 1 0 0 0,1 0 1 0 0,1 1-1 0 0,1 1 0 0 0,1 0 1 0 0,1 1-1 0 0,2 0 0 0 0,-6 34 1 0 0,11-41 81 0 0,1 0 1 0 0,0 0-1 0 0,2 0 1 0 0,1 0-1 0 0,0 0 1 0 0,1 0 0 0 0,2 0-1 0 0,0 0 1 0 0,1-1-1 0 0,11 29 1 0 0,-11-36-102 0 0,1 1 1 0 0,1-1-1 0 0,0-1 0 0 0,0 1 1 0 0,2-1-1 0 0,-1 0 1 0 0,1-1-1 0 0,1 0 0 0 0,0-1 1 0 0,1 0-1 0 0,0 0 1 0 0,0-1-1 0 0,1 0 0 0 0,0-1 1 0 0,19 9-1 0 0,-12-9-297 0 0,0-1 0 0 0,0-1 0 0 0,0-1 0 0 0,1 0 0 0 0,-1-1 0 0 0,1-2 0 0 0,33 1 0 0 0,-25-3-602 0 0,-1-2-1 0 0,0 0 1 0 0,0-2 0 0 0,46-13 0 0 0,-53 11-318 0 0,0-1 1 0 0,-1-1-1 0 0,0 0 1 0 0,28-18-1 0 0,-30 14-1101 0 0,-1-1-1 0 0,0-1 1 0 0,15-17 0 0 0,-30 31 2254 0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4:58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4 800 0 0,'0'0'101'0'0,"-1"-1"-1"0"0,1 1 0 0 0,-1-1 0 0 0,1 1 0 0 0,-1 0 1 0 0,0 0-1 0 0,1-1 0 0 0,-1 1 0 0 0,1 0 0 0 0,-1 0 1 0 0,0 0-1 0 0,1-1 0 0 0,-1 1 0 0 0,1 0 1 0 0,-1 0-1 0 0,0 0 0 0 0,1 0 0 0 0,-1 0 0 0 0,0 0 1 0 0,1 0-1 0 0,-1 0 0 0 0,0 1 0 0 0,1-1 0 0 0,-1 0 1 0 0,1 0-1 0 0,-1 0 0 0 0,1 1 0 0 0,-1-1 0 0 0,0 0 1 0 0,1 1-1 0 0,-1-1 0 0 0,1 0 0 0 0,-1 1 0 0 0,1-1 1 0 0,-1 1-1 0 0,1-1 0 0 0,0 1 0 0 0,-1-1 1 0 0,1 1-1 0 0,0-1 0 0 0,-1 1 0 0 0,1-1 0 0 0,0 1 1 0 0,-1 0-1 0 0,1-1 0 0 0,0 2 0 0 0,-2 6 441 0 0,1 0-1 0 0,0 0 1 0 0,1 15 0 0 0,-1-6 310 0 0,4 301 5592 0 0,-14 11-5256 0 0,8-304-732 0 0,3-22-193 0 0,0-6-8 0 0,10-41 202 0 0,18-34-289 0 0,4 1 0 0 0,2 2 0 0 0,51-79-1 0 0,-65 120-86 0 0,1 0 0 0 0,2 2 0 0 0,1 1 1 0 0,47-48-1 0 0,-39 55-14 0 0,-31 23-66 0 0,-1 1 0 0 0,0 0 0 0 0,1-1 0 0 0,-1 1-1 0 0,1 0 1 0 0,-1-1 0 0 0,1 1 0 0 0,-1 0 0 0 0,1 0 0 0 0,-1 0-1 0 0,1 0 1 0 0,-1-1 0 0 0,1 1 0 0 0,-1 0 0 0 0,1 0 0 0 0,-1 0-1 0 0,1 0 1 0 0,-1 0 0 0 0,1 0 0 0 0,0 0 0 0 0,-1 0 0 0 0,1 0-1 0 0,-1 1 1 0 0,1-1 0 0 0,-1 0 0 0 0,1 0 0 0 0,-1 0 0 0 0,1 1-1 0 0,-1-1 1 0 0,0 0 0 0 0,1 0 0 0 0,0 1 0 0 0,6 17-41 0 0,-5-12 34 0 0,4 20 24 0 0,0 0 0 0 0,-2 0 1 0 0,-1 0-1 0 0,0 46 0 0 0,-15 106 190 0 0,7-141-369 0 0,2 0-1 0 0,1 0 0 0 0,3-1 0 0 0,5 52 1 0 0,2-62-963 0 0,-1-23-584 0 0,1-13-2274 0 0,4-24-5501 0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4:59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4082 0 0,'14'-4'6643'0'0,"-16"46"-2561"0"0,7 28-3042 0 0,14 24-479 0 0,-1 21 4001 0 0,-8 33-1281 0 0,-8-8-2400 0 0,-2 14-1122 0 0,-2 20 1 0 0,-3 5 160 0 0,-7-21 160 0 0,5-34 160 0 0,3-50-320 0 0,-1-50-1841 0 0,7-44-2160 0 0,-2-86-4883 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4:59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41 1121 0 0,'0'-40'12805'0'0,"5"60"-8563"0"0,11 26-3922 0 0,27 43-480 0 0,2 33 1041 0 0,7 16 2240 0 0,5-2-960 0 0,-14-26-1520 0 0,-1 0-722 0 0,1 4-319 0 0,-5-1-80 0 0,-14-7 80 0 0,-22-22-160 0 0,-23-40-4403 0 0,-17-46-7602 0 0</inkml:trace>
  <inkml:trace contextRef="#ctx0" brushRef="#br0" timeOffset="1">39 650 7363 0 0,'-22'10'10725'0'0,"13"-4"-4402"0"0,2-2-2401 0 0,7 0-1441 0 0,16-4-1841 0 0,157-46-5522 0 0,10-18 1921 0 0,-36 12 2881 0 0,-38-4-240 0 0,-40-4-5203 0 0,-31-2-3841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5:00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40 1521 0 0,'-16'6'12412'0'0,"26"-5"-7810"0"0,15-1-4248 0 0,196-14 4541 0 0,-206 13-4570 0 0,0-2-1 0 0,26-6 1 0 0,-40 8-312 0 0,1 1 0 0 0,-1-1 0 0 0,0 0 0 0 0,1 1-1 0 0,-1-1 1 0 0,0 0 0 0 0,0 0 0 0 0,0 0 0 0 0,0 0 0 0 0,0 0 0 0 0,0 0-1 0 0,0 0 1 0 0,0 0 0 0 0,0 0 0 0 0,1-2 0 0 0,-2 3-30 0 0,0 0 0 0 0,0-1 1 0 0,0 1-1 0 0,0 0 0 0 0,0 0 0 0 0,0 0 0 0 0,0 0 1 0 0,0 0-1 0 0,0-1 0 0 0,0 1 0 0 0,0 0 1 0 0,0 0-1 0 0,1 0 0 0 0,-1 0 0 0 0,0 0 0 0 0,0-1 1 0 0,0 1-1 0 0,0 0 0 0 0,0 0 0 0 0,0 0 0 0 0,0 0 1 0 0,1 0-1 0 0,-1 0 0 0 0,0 0 0 0 0,0 0 0 0 0,0-1 1 0 0,0 1-1 0 0,0 0 0 0 0,1 0 0 0 0,-1 0 1 0 0,0 0-1 0 0,0 0 0 0 0,0 0 0 0 0,0 0 0 0 0,0 0 1 0 0,1 0-1 0 0,-1 0 0 0 0,0 0 0 0 0,0 0 0 0 0,0 0 1 0 0,0 0-1 0 0,1 0 0 0 0,-1 0 0 0 0,0 0 1 0 0,0 0-1 0 0,0 1 0 0 0,0-1 0 0 0,0 0 0 0 0,1 0 1 0 0,-1 0-1 0 0,0 0 0 0 0,0 10-146 0 0,-2 0 166 0 0,-2 10-2 0 0,1-5 9 0 0,0 0 1 0 0,1 1-1 0 0,1-1 0 0 0,0 1 0 0 0,1-1 1 0 0,1 1-1 0 0,0-1 0 0 0,7 28 0 0 0,49 100 320 0 0,-38-99-168 0 0,21 66 0 0 0,-33-82-80 0 0,-1 0 0 0 0,-1 0-1 0 0,-2 1 1 0 0,-1 0 0 0 0,-1-1 0 0 0,-1 1 0 0 0,-2 0 0 0 0,-1 0-1 0 0,-8 35 1 0 0,7-45 77 0 0,-1-1 0 0 0,-1 0 0 0 0,-1 0 0 0 0,0 0 0 0 0,-1-1 0 0 0,-1 0-1 0 0,-1 0 1 0 0,0-1 0 0 0,-1-1 0 0 0,-1 0 0 0 0,0 0 0 0 0,-1-1 0 0 0,-1-1 0 0 0,-25 20-1 0 0,-1-10 198 0 0,32-19-171 0 0,-1 0-1 0 0,1 1 1 0 0,-12 9-1 0 0,33-16 563 0 0,72-13 226 0 0,-1-5 0 0 0,117-42 0 0 0,-50 14-944 0 0,-49 23 48 0 0,8-1-327 0 0,-95 17 81 0 0,-15 9 168 0 0,1 0 0 0 0,-1 0-1 0 0,0 0 1 0 0,0 0 0 0 0,0 0-1 0 0,0-1 1 0 0,0 1 0 0 0,0 0 0 0 0,0 0-1 0 0,0 0 1 0 0,0 0 0 0 0,0 0-1 0 0,0-1 1 0 0,1 1 0 0 0,-1 0 0 0 0,0 0-1 0 0,0 0 1 0 0,0 0 0 0 0,0-1-1 0 0,0 1 1 0 0,0 0 0 0 0,0 0 0 0 0,-1 0-1 0 0,1-1 1 0 0,0 1 0 0 0,0 0-1 0 0,0 0 1 0 0,0 0 0 0 0,0 0 0 0 0,0 0-1 0 0,0-1 1 0 0,0 1 0 0 0,0 0-1 0 0,0 0 1 0 0,0 0 0 0 0,-1 0 0 0 0,1 0-1 0 0,0 0 1 0 0,0-1 0 0 0,0 1-1 0 0,0 0 1 0 0,-1 0 2 0 0,0-1 0 0 0,0 1 0 0 0,-1 0 0 0 0,1-1 1 0 0,0 1-1 0 0,0 0 0 0 0,0 0 0 0 0,0 0 0 0 0,0 0 0 0 0,0 0 0 0 0,0 0 0 0 0,0 0 0 0 0,0 0 0 0 0,0 0 0 0 0,0 0 0 0 0,-1 1 0 0 0,1-1 1 0 0,0 0-1 0 0,0 1 0 0 0,-1 0 0 0 0,-14-4-4122 0 0,7 1 972 0 0,-9 1-1485 0 0,15 1 4072 0 0,1 0 1 0 0,-1 0-1 0 0,1 0 0 0 0,-1 0 1 0 0,1 0-1 0 0,-1 0 1 0 0,1-1-1 0 0,0 1 0 0 0,-1-1 1 0 0,1 1-1 0 0,0-1 1 0 0,-1 0-1 0 0,1 0 0 0 0,0 0 1 0 0,-3-2-1 0 0,5 1-69 0 0,-1 1 0 0 0,1-1 0 0 0,0 1 0 0 0,-1-1 0 0 0,1 1 0 0 0,0-1 0 0 0,0 1 0 0 0,0-1 0 0 0,0 0 0 0 0,0 1 0 0 0,0-1 0 0 0,0-1-1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5:01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56 728 9604 0 0,'-48'1'6417'0'0,"40"1"-1639"0"0,12-1-2762 0 0,14 0-807 0 0,31-13-675 0 0,306-82-1081 0 0,-252 63 687 0 0,153-67 0 0 0,-245 93-175 0 0,-1 0 0 0 0,1 0 0 0 0,17-14 0 0 0,-25 17-5 0 0,0 0-1 0 0,-1-1 1 0 0,1 0 0 0 0,-1 1-1 0 0,1-1 1 0 0,-1 0-1 0 0,0 0 1 0 0,0 0-1 0 0,0-1 1 0 0,-1 1-1 0 0,1 0 1 0 0,-1-1-1 0 0,1 1 1 0 0,-1-1 0 0 0,0-4-1 0 0,0-4-416 0 0,-2 0-1 0 0,1 0 0 0 0,-2 0 1 0 0,1 0-1 0 0,-2 0 1 0 0,0 1-1 0 0,0-1 1 0 0,-1 1-1 0 0,-6-14 1 0 0,3 8-1351 0 0,-2-1 0 0 0,0 1 0 0 0,0 1 0 0 0,-15-19 0 0 0,11 19 1101 0 0,1 1 0 0 0,-2 1 0 0 0,0 1 0 0 0,-16-13 0 0 0,14 14 1118 0 0,0 1-1 0 0,0 1 1 0 0,-1 1 0 0 0,-1 0-1 0 0,0 1 1 0 0,0 1 0 0 0,0 0 0 0 0,-1 2-1 0 0,0 0 1 0 0,-22-2 0 0 0,34 5-21 0 0,1 2 0 0 0,-1-1 0 0 0,0 1 1 0 0,0 0-1 0 0,1 1 0 0 0,-1-1 0 0 0,-12 4 1 0 0,16-3-308 0 0,1 0 0 0 0,0 0 0 0 0,0 0 0 0 0,0 0 0 0 0,0 0 0 0 0,0 0 0 0 0,0 1 0 0 0,0-1-1 0 0,0 1 1 0 0,0 0 0 0 0,0-1 0 0 0,1 1 0 0 0,-1 0 0 0 0,1 0 0 0 0,-1 0 0 0 0,1 0 0 0 0,0 0 0 0 0,0 0 0 0 0,0 1 0 0 0,0-1 0 0 0,0 0 0 0 0,0 0 0 0 0,1 1 0 0 0,-1-1 0 0 0,1 0 0 0 0,-1 4 0 0 0,1 18 498 0 0,0-1 0 0 0,1 0 0 0 0,2 1 1 0 0,0-1-1 0 0,1 0 0 0 0,9 24 0 0 0,-5-13-247 0 0,25 92 140 0 0,98 234-1 0 0,-119-333-370 0 0,228 584 2262 0 0,-238-602-2364 0 0,21 71-49 0 0,-21-70 9 0 0,0-1 0 0 0,-1 0 0 0 0,0 0 0 0 0,-1 1 0 0 0,0-1 0 0 0,-1 11 0 0 0,1-18 3 0 0,-1 1 0 0 0,1-1 1 0 0,-1 1-1 0 0,1-1 0 0 0,-1 0 0 0 0,0 1 0 0 0,0-1 1 0 0,0 1-1 0 0,0-1 0 0 0,0 0 0 0 0,-4 4 0 0 0,4-5-3 0 0,0 0-1 0 0,0-1 0 0 0,0 1 0 0 0,0 0 0 0 0,0-1 0 0 0,0 1 0 0 0,-1-1 0 0 0,1 1 0 0 0,0-1 0 0 0,0 1 0 0 0,-1-1 0 0 0,1 0 0 0 0,0 0 1 0 0,-1 0-1 0 0,1 0 0 0 0,0 0 0 0 0,-1 0 0 0 0,1 0 0 0 0,0 0 0 0 0,-1 0 0 0 0,1 0 0 0 0,0-1 0 0 0,0 1 0 0 0,-1-1 0 0 0,1 1 0 0 0,-2-2 0 0 0,-19-8-1548 0 0,2-2 0 0 0,-32-21-1 0 0,-15-11-3890 0 0,-79-35-3902 0 0,30 17 9274 0 0,9-1 6300 0 0,95 55-5169 0 0,-1 0 1220 0 0,13 6-1405 0 0,6 3-517 0 0,-1-1-263 0 0,0 1 0 0 0,0-1 1 0 0,0 0-1 0 0,0 0 0 0 0,0-1 0 0 0,0 1 1 0 0,0-1-1 0 0,7-2 0 0 0,46-10 304 0 0,0-2-1 0 0,0-2 0 0 0,-2-3 1 0 0,58-29-1 0 0,-69 26-384 0 0,-1-1 0 0 0,-1-2 0 0 0,-2-2 1 0 0,0-2-1 0 0,55-53 0 0 0,-75 62-894 0 0,-2 0 0 0 0,0-2 0 0 0,-1 0 0 0 0,-1-1 0 0 0,17-31 0 0 0,2-29-4273 0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5:02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45 280 3282 0 0,'-12'-24'2134'0'0,"6"15"-1079"0"0,1-1 1 0 0,1 1 0 0 0,0-1 0 0 0,0 0-1 0 0,1 0 1 0 0,-3-17 0 0 0,5 24-954 0 0,1 1-1 0 0,0-1 1 0 0,0 1 0 0 0,1-1-1 0 0,-1 1 1 0 0,1-1-1 0 0,-1 1 1 0 0,1-1 0 0 0,0 1-1 0 0,0 0 1 0 0,0-1 0 0 0,0 1-1 0 0,0 0 1 0 0,0 0 0 0 0,1-1-1 0 0,-1 1 1 0 0,1 0 0 0 0,-1 0-1 0 0,1 1 1 0 0,0-1 0 0 0,0 0-1 0 0,0 1 1 0 0,3-3 0 0 0,5-2-112 0 0,1-1 0 0 0,0 2 1 0 0,19-9-1 0 0,-7 5 357 0 0,5-4-139 0 0,62-27 381 0 0,-77 36-499 0 0,0 0-1 0 0,0 0 1 0 0,1 1-1 0 0,-1 1 0 0 0,15-2 1 0 0,-26 4-76 0 0,0 0 0 0 0,0 0 0 0 0,0 0 1 0 0,-1 0-1 0 0,1 0 0 0 0,0 0 0 0 0,0 0 0 0 0,0 1 1 0 0,0-1-1 0 0,0 1 0 0 0,0-1 0 0 0,-1 1 0 0 0,1 0 1 0 0,0 0-1 0 0,0 0 0 0 0,-1 0 0 0 0,1 0 0 0 0,-1 0 1 0 0,1 0-1 0 0,-1 0 0 0 0,1 1 0 0 0,-1-1 0 0 0,0 0 1 0 0,1 1-1 0 0,-1-1 0 0 0,0 1 0 0 0,0 0 0 0 0,0-1 1 0 0,0 1-1 0 0,0 0 0 0 0,-1 0 0 0 0,1 0 0 0 0,-1-1 1 0 0,1 1-1 0 0,-1 0 0 0 0,1 0 0 0 0,-1 2 1 0 0,0 6 20 0 0,0 0 0 0 0,0 0 0 0 0,-1-1 1 0 0,-1 1-1 0 0,1 0 0 0 0,-5 10 1 0 0,-4 8 3 0 0,-1 0-1 0 0,-1-1 1 0 0,-1-1 0 0 0,-2 0 0 0 0,-20 28 0 0 0,16-25 46 0 0,1 1 0 0 0,1 0 0 0 0,-17 44 0 0 0,29-61 43 0 0,1 0 0 0 0,1 0 0 0 0,0 1 0 0 0,1-1 0 0 0,0 1 0 0 0,1-1 0 0 0,1 1-1 0 0,0 0 1 0 0,0-1 0 0 0,4 20 0 0 0,0-19-73 0 0,0 1 1 0 0,1-1-1 0 0,0-1 1 0 0,1 1-1 0 0,1-1 1 0 0,0 0-1 0 0,0 0 0 0 0,1-1 1 0 0,17 19-1 0 0,32 34 126 0 0,29 37-53 0 0,-71-82-115 0 0,-1 1 0 0 0,-1 1 0 0 0,15 31-1 0 0,-8-6 14 0 0,15 55-1 0 0,-29-77-83 0 0,0 0 0 0 0,-1 0 0 0 0,-2 1 0 0 0,1 30-1 0 0,-4-47 28 0 0,0-1 0 0 0,-1 0 0 0 0,0 1-1 0 0,0-1 1 0 0,-1 0 0 0 0,0 1 0 0 0,-7 13-1 0 0,8-19-51 0 0,-1 1 0 0 0,1-1 0 0 0,-1 0 0 0 0,0 0-1 0 0,0-1 1 0 0,0 1 0 0 0,-1 0 0 0 0,1-1-1 0 0,-1 1 1 0 0,1-1 0 0 0,-1 0 0 0 0,0 1-1 0 0,0-1 1 0 0,0-1 0 0 0,0 1 0 0 0,0 0 0 0 0,-1-1-1 0 0,1 0 1 0 0,0 1 0 0 0,-1-1 0 0 0,-3 0-1 0 0,0 0-178 0 0,0-1-1 0 0,0 0 1 0 0,0 0-1 0 0,0-1 1 0 0,0 1-1 0 0,0-2 0 0 0,1 1 1 0 0,-14-5-1 0 0,0-2-850 0 0,-30-15 1 0 0,22 6 910 0 0,0-1 0 0 0,1-2 0 0 0,2 0 0 0 0,-1-2 0 0 0,2 0 0 0 0,-33-41 0 0 0,54 62 902 0 0,6 2-28 0 0,1-1-542 0 0,0 0 1 0 0,-1 0 0 0 0,1 0-1 0 0,0-1 1 0 0,0 1-1 0 0,-1-1 1 0 0,1 0 0 0 0,6-2-1 0 0,67-23 670 0 0,-1-4 0 0 0,106-58-1 0 0,-124 55-3559 0 0,98-74 0 0 0,-67 33-4110 0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5:02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1 160 0 0,'-12'2'1441'0'0,"5"0"-81"0"0,0 0 1 0 0,3 0-241 0 0,4 2-79 0 0,4 0-161 0 0,15 6-399 0 0,7 22-641 0 0,-7 24-4483 0 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5:02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14 320 0 0,'-13'-4'1951'0'0,"9"2"-1135"0"0,0 1 0 0 0,0-1-1 0 0,0 1 1 0 0,-1 0 0 0 0,1 0 0 0 0,0 1 0 0 0,-1-1 0 0 0,1 1-1 0 0,0 0 1 0 0,-6 0 0 0 0,7 2 483 0 0,8 6 110 0 0,13 10-86 0 0,0-1 1 0 0,2-1-1 0 0,41 26 0 0 0,-18-12-440 0 0,-41-29-863 0 0,80 63 332 0 0,-73-55-636 0 0,-1-1 1 0 0,0 1-1 0 0,0 1 0 0 0,-1-1 1 0 0,0 1-1 0 0,8 16 0 0 0,-2 1-753 0 0,-2 1 0 0 0,0 0 1 0 0,-2 0-1 0 0,-1 1 0 0 0,8 59 0 0 0,-13-53 754 0 0,-1 1 0 0 0,-4 49 0 0 0,-12 30 557 0 0,-1 11 1053 0 0,15-125-1273 0 0,0-1 0 0 0,0 1 0 0 0,0 0-1 0 0,-1-1 1 0 0,1 1 0 0 0,0-1 0 0 0,0 1 0 0 0,0 0 0 0 0,0-1 0 0 0,0 1 0 0 0,0-1-1 0 0,0 1 1 0 0,0 0 0 0 0,0-1 0 0 0,1 1 0 0 0,-1-1 0 0 0,0 1 0 0 0,0-1 0 0 0,0 1-1 0 0,1 0 1 0 0,-1-1 0 0 0,0 1 0 0 0,1-1 0 0 0,-1 1 0 0 0,1 0 0 0 0,9-12 850 0 0,-4 3-835 0 0,108-160 1485 0 0,-13-14-3788 0 0,-72 125-318 0 0,-2-1 0 0 0,37-122-1 0 0,-32 35-2129 0 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5:03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0 6723 0 0,'-5'21'10294'0'0,"-4"-2"-7043"0"0,6-11-3122 0 0,-1-1 0 0 0,1 1-1 0 0,-3 12 1 0 0,-2 32-344 0 0,3 0 0 0 0,0 78 0 0 0,0 20 180 0 0,-15-33 59 0 0,13-83-930 0 0,-6 63 0 0 0,14-82-71 0 0,1-12-143 0 0,7-20-1340 0 0,-9 16 2375 0 0,27-83-3671 0 0,-22 66 3730 0 0,0 0 1 0 0,0 0-1 0 0,2 1 0 0 0,0 0 1 0 0,1 0-1 0 0,15-23 1 0 0,-18 35 679 0 0,-5 11 390 0 0,0 8-48 0 0,38 234 4752 0 0,-11-94-5373 0 0,-16-73 12 0 0,0 3 333 0 0,27 103 1 0 0,-35-178-793 0 0,0 0 0 0 0,0-1 0 0 0,0 1 0 0 0,6 8 0 0 0,2-5-811 0 0,-10-12 808 0 0,-1 0 0 0 0,0 1 0 0 0,1-1 0 0 0,-1 0 0 0 0,0 0 0 0 0,1 0 0 0 0,-1 0 0 0 0,0 0 0 0 0,1 0 0 0 0,-1 0-1 0 0,0 0 1 0 0,1 0 0 0 0,-1 0 0 0 0,0 0 0 0 0,1 0 0 0 0,-1 0 0 0 0,0 0 0 0 0,1 0 0 0 0,-1 0 0 0 0,0 0 0 0 0,1 0-1 0 0,-1 0 1 0 0,0-1 0 0 0,1 1 0 0 0,-1 0 0 0 0,0 0 0 0 0,1 0 0 0 0,-1-1 0 0 0,0 1 0 0 0,3-4-1116 0 0,-1 0 1 0 0,0-1-1 0 0,-1 1 1 0 0,1 0-1 0 0,-1 0 0 0 0,0-1 1 0 0,1-5-1 0 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5:03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26 7764 0 0,'9'6'10425'0'0,"3"-4"-6035"0"0,17-7-3560 0 0,-14 3-268 0 0,34-8-406 0 0,-28 5-205 0 0,1 1 1 0 0,-1 0 0 0 0,0 2 0 0 0,1 1 0 0 0,25 1 0 0 0,-45 0 27 0 0,0 0 0 0 0,0 1 0 0 0,0-1 0 0 0,0 1 0 0 0,0-1 0 0 0,0 1 0 0 0,0 0 0 0 0,0 0 0 0 0,0 0 0 0 0,0 0 0 0 0,-1 0 0 0 0,1 0 0 0 0,0 0 1 0 0,0 1-1 0 0,-1-1 0 0 0,1 0 0 0 0,-1 1 0 0 0,0 0 0 0 0,1-1 0 0 0,0 3 0 0 0,0 0-65 0 0,-1-1 0 0 0,0 0 0 0 0,0 0 0 0 0,0 1 0 0 0,0-1 0 0 0,0 1-1 0 0,-1-1 1 0 0,0 1 0 0 0,1-1 0 0 0,-1 1 0 0 0,-1 4 0 0 0,-1 5-760 0 0,0 0 0 0 0,-1 0-1 0 0,-1 0 1 0 0,0 0 0 0 0,-7 15 0 0 0,4-14-522 0 0,-1 0 1 0 0,0 0-1 0 0,-1-1 1 0 0,-19 21-1 0 0,-48 44-107 0 0,55-57 1784 0 0,-27 22 120 0 0,28-26 619 0 0,1 1 1 0 0,-24 28 0 0 0,34-30 1549 0 0,9-16-2483 0 0,0 1 0 0 0,0-1-1 0 0,0 1 1 0 0,1-1 0 0 0,-1 0 0 0 0,0 1 0 0 0,0-1 0 0 0,1 0-1 0 0,-1 1 1 0 0,0-1 0 0 0,1 0 0 0 0,-1 1 0 0 0,0-1-1 0 0,1 0 1 0 0,-1 1 0 0 0,0-1 0 0 0,1 0 0 0 0,-1 0-1 0 0,1 0 1 0 0,-1 0 0 0 0,0 1 0 0 0,2-1 0 0 0,5 4-258 0 0,-1-1 186 0 0,1 0 0 0 0,-1 0 0 0 0,1-1 1 0 0,-1 1-1 0 0,1-2 0 0 0,0 1 0 0 0,0-1 0 0 0,0 0 0 0 0,12 0 1 0 0,-7-1 19 0 0,1-1 1 0 0,0 0 0 0 0,0-1 0 0 0,22-7-1 0 0,-7 0 20 0 0,-1-2-1 0 0,0-1 1 0 0,48-28-1 0 0,-65 34-89 0 0,-4 2-59 0 0,1 0 1 0 0,-1 0 0 0 0,0-1-1 0 0,0 0 1 0 0,8-7-1 0 0,-14 11-139 0 0,1 0-1 0 0,-1 0 1 0 0,0 0-1 0 0,1 0 1 0 0,-1 0-1 0 0,0-1 1 0 0,0 1-1 0 0,0 0 1 0 0,0 0-1 0 0,0 0 1 0 0,0 0 0 0 0,0 0-1 0 0,0 0 1 0 0,0 0-1 0 0,0 0 1 0 0,-1 0-1 0 0,1 0 1 0 0,0 0-1 0 0,-1 0 1 0 0,1 0-1 0 0,-1 0 1 0 0,1 0-1 0 0,-1 0 1 0 0,0-1-1 0 0,-17-22-2394 0 0,17 23 2571 0 0,-1-1 38 0 0,-1 0-1 0 0,1 0 0 0 0,0 0 0 0 0,0 0 1 0 0,-1 1-1 0 0,1-1 0 0 0,-1 1 1 0 0,-4-3-1 0 0,6 4 34 0 0,0 0 1 0 0,-1 0 0 0 0,1 0-1 0 0,0 0 1 0 0,0 0-1 0 0,0 0 1 0 0,-1 0 0 0 0,1 0-1 0 0,0 1 1 0 0,0-1-1 0 0,-1 0 1 0 0,1 1 0 0 0,0-1-1 0 0,0 1 1 0 0,0-1-1 0 0,0 1 1 0 0,0 0-1 0 0,0-1 1 0 0,0 1 0 0 0,0 0-1 0 0,0 0 1 0 0,0 0-1 0 0,0-1 1 0 0,0 1 0 0 0,1 0-1 0 0,-1 0 1 0 0,0 0-1 0 0,0 2 1 0 0,-8 10 299 0 0,0 0 0 0 0,1 0-1 0 0,1 1 1 0 0,0 1 0 0 0,1-1 0 0 0,1 1 0 0 0,0 0-1 0 0,1 0 1 0 0,0 0 0 0 0,1 1 0 0 0,1 0 0 0 0,1-1 0 0 0,0 1-1 0 0,1 0 1 0 0,3 28 0 0 0,19 155-209 0 0,-18-172-38 0 0,1-1-1 0 0,1 0 1 0 0,2 0-1 0 0,11 26 1 0 0,5 20-434 0 0,-28-70 66 0 0,0 0 1 0 0,-1 0-1 0 0,1 0 1 0 0,-1-1-1 0 0,0 0 1 0 0,1 0-1 0 0,-10 1 1 0 0,-7 2-309 0 0,4 1 2614 0 0,55-12-398 0 0,-3-1-1148 0 0,-6 1-249 0 0,0 1 1 0 0,1 2-1 0 0,58-2 1 0 0,-86 5-247 0 0,0 1 1 0 0,0 1 0 0 0,0-1 0 0 0,0 0 0 0 0,0 0-1 0 0,-1 1 1 0 0,1-1 0 0 0,0 1 0 0 0,0-1 0 0 0,0 1-1 0 0,0 0 1 0 0,-1 0 0 0 0,1 0 0 0 0,0 0 0 0 0,-1 0-1 0 0,1 0 1 0 0,-1 0 0 0 0,1 1 0 0 0,-1-1 0 0 0,2 2-1 0 0,-2-1 6 0 0,0 0 0 0 0,-1 0 0 0 0,1 0 0 0 0,0 0 0 0 0,-1 0-1 0 0,1 0 1 0 0,-1 0 0 0 0,0 0 0 0 0,0 0 0 0 0,0 0 0 0 0,0 0-1 0 0,0 0 1 0 0,0 0 0 0 0,0 0 0 0 0,-2 4 0 0 0,-2 6-12 0 0,0-1 1 0 0,-1 1-1 0 0,0-1 1 0 0,-1 0-1 0 0,-7 10 1 0 0,-105 133-230 0 0,13-21 673 0 0,89-108-57 0 0,16-25-360 0 0,0 0-1 0 0,0 0 1 0 0,0 0-1 0 0,0 1 1 0 0,0-1-1 0 0,0 0 1 0 0,0 0 0 0 0,0 0-1 0 0,0 0 1 0 0,0 1-1 0 0,0-1 1 0 0,0 0-1 0 0,0 0 1 0 0,0 0-1 0 0,0 1 1 0 0,0-1 0 0 0,0 0-1 0 0,0 0 1 0 0,0 0-1 0 0,0 0 1 0 0,0 1-1 0 0,1-1 1 0 0,-1 0 0 0 0,0 0-1 0 0,0 0 1 0 0,0 0-1 0 0,0 0 1 0 0,0 0-1 0 0,0 1 1 0 0,1-1-1 0 0,-1 0 1 0 0,0 0 0 0 0,0 0-1 0 0,0 0 1 0 0,0 0-1 0 0,1 0 1 0 0,-1 0-1 0 0,0 0 1 0 0,0 0-1 0 0,0 0 1 0 0,0 0 0 0 0,1 0-1 0 0,-1 0 1 0 0,0 0-1 0 0,0 0 1 0 0,0 0-1 0 0,1 0 1 0 0,-1 0 0 0 0,0 0-1 0 0,0 0 1 0 0,0 0-1 0 0,21 0 177 0 0,20-7-177 0 0,-30 2-299 0 0,0 0 0 0 0,0-1 0 0 0,0 0 0 0 0,-1-1 1 0 0,1 0-1 0 0,-2-1 0 0 0,1 0 0 0 0,14-17 0 0 0,10-6-1960 0 0,105-81-3577 0 0,-106 86 4058 0 0,69-57-6345 0 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5:04.4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17 360 2241 0 0,'-12'0'2801'0'0,"7"0"241"0"0,22-8 479 0 0,172-58 5764 0 0,-1-2-4723 0 0,-70 26-4642 0 0,-30 12-801 0 0,-31 6 401 0 0,-34 0-80 0 0,-13-4-481 0 0,-17-6-6402 0 0,-12-2-6564 0 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5:04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0 640 0 0,'-26'14'2481'0'0,"-50"142"6884"0"0,59 22-3843 0 0,57-36-5042 0 0,5-38-960 0 0,10-13 240 0 0,-1 11 320 0 0,-6 8 801 0 0,-22 2-1 0 0,-14-20-720 0 0,-15-24-2561 0 0,-6-32-1681 0 0,-15-40-3521 0 0</inkml:trace>
  <inkml:trace contextRef="#ctx0" brushRef="#br0" timeOffset="1">145 1043 1121 0 0,'0'-10'1440'0'0,"0"-4"1"0"0,9-14 80 0 0,69-134 239 0 0,-2-1-5041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5:05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35 800 0 0,'-12'5'6270'0'0,"3"0"1889"0"0,43-9-6228 0 0,-17 1-2283 0 0,237-29 845 0 0,-234 30-535 0 0,-13 1-6 0 0,0-1 1 0 0,0 2-1 0 0,0-1 1 0 0,0 1-1 0 0,0 0 0 0 0,0 1 1 0 0,1 0-1 0 0,-1 0 0 0 0,0 0 1 0 0,0 1-1 0 0,11 4 1 0 0,-17-6-25 0 0,0 1-1 0 0,-1 0 1 0 0,1-1 0 0 0,0 1 0 0 0,0-1 0 0 0,0 1 0 0 0,0 0 0 0 0,-1 0 0 0 0,1-1-1 0 0,0 1 1 0 0,-1 0 0 0 0,1 0 0 0 0,0 0 0 0 0,-1 0 0 0 0,1 0 0 0 0,-1 0 0 0 0,0 0-1 0 0,1 0 1 0 0,-1 0 0 0 0,0 0 0 0 0,1 0 0 0 0,-1 0 0 0 0,0 0 0 0 0,0 0 0 0 0,0 0 0 0 0,0 0-1 0 0,0 0 1 0 0,0 0 0 0 0,0 0 0 0 0,0 0 0 0 0,-1 0 0 0 0,1 0 0 0 0,0 0 0 0 0,-1 0-1 0 0,1 0 1 0 0,-2 2 0 0 0,-1 3-332 0 0,0-1 0 0 0,0 1 0 0 0,-1-1 1 0 0,-7 9-1 0 0,6-9 356 0 0,-14 16 45 0 0,-1-2-1 0 0,0 0 0 0 0,-2-2 1 0 0,-42 28-1 0 0,-5 4 262 0 0,51-31 658 0 0,18-18-885 0 0,0 0 1 0 0,0 1 0 0 0,0-1 0 0 0,-1 0 0 0 0,1 0 0 0 0,0 1-1 0 0,0-1 1 0 0,0 0 0 0 0,0 1 0 0 0,0-1 0 0 0,0 0 0 0 0,0 1-1 0 0,0-1 1 0 0,0 0 0 0 0,0 1 0 0 0,0-1 0 0 0,0 0 0 0 0,0 1-1 0 0,0-1 1 0 0,0 0 0 0 0,0 1 0 0 0,0-1 0 0 0,0 0 0 0 0,0 1 0 0 0,1-1-1 0 0,-1 0 1 0 0,0 1 0 0 0,0-1 0 0 0,0 0 0 0 0,1 0 0 0 0,-1 1-1 0 0,0-1 1 0 0,1 0 0 0 0,2 2 15 0 0,0-1 0 0 0,1 0 0 0 0,-1 0 0 0 0,1 0 0 0 0,0 0 0 0 0,-1 0 0 0 0,1-1 0 0 0,0 0 0 0 0,4 0 0 0 0,87-1 203 0 0,-18-1-140 0 0,-75 2-138 0 0,1 0 0 0 0,-1 0 0 0 0,1 1 0 0 0,0-1 0 0 0,-1 0 0 0 0,1 1 0 0 0,-1 0-1 0 0,1-1 1 0 0,-1 1 0 0 0,1 0 0 0 0,-1 0 0 0 0,0 1 0 0 0,1-1 0 0 0,-1 0 0 0 0,0 1 0 0 0,0-1 0 0 0,0 1 0 0 0,0 0-1 0 0,0 0 1 0 0,3 4 0 0 0,-4-3 19 0 0,1 0 0 0 0,-1 0 0 0 0,0 0-1 0 0,0 0 1 0 0,0 0 0 0 0,0 0 0 0 0,-1 0-1 0 0,1 1 1 0 0,-1-1 0 0 0,0 0 0 0 0,0 0-1 0 0,0 1 1 0 0,0-1 0 0 0,-1 0 0 0 0,1 0-1 0 0,-2 4 1 0 0,-3 15 116 0 0,-2-1 0 0 0,0 0-1 0 0,-1 0 1 0 0,-13 24 0 0 0,11-25 7 0 0,1 1 0 0 0,0 0 0 0 0,2 0 1 0 0,-7 32-1 0 0,-8 89 315 0 0,19-123-240 0 0,2 0 0 0 0,0 0 0 0 0,1 1 0 0 0,1-1 0 0 0,4 23 0 0 0,-2-29-112 0 0,0-1 0 0 0,1 1 0 0 0,0-1 0 0 0,1 0 1 0 0,0 0-1 0 0,1 0 0 0 0,1-1 0 0 0,13 19 0 0 0,1 0 68 0 0,2-2-1 0 0,1 0 1 0 0,1-2 0 0 0,1 0 0 0 0,1-2 0 0 0,56 38 0 0 0,-70-54-152 0 0,7 4 134 0 0,34 16 0 0 0,-49-26-226 0 0,0 0 0 0 0,0 0 0 0 0,0-1 0 0 0,1 1 0 0 0,-1-1 0 0 0,1 0-1 0 0,-1 0 1 0 0,0-1 0 0 0,1 0 0 0 0,-1 0 0 0 0,1 0 0 0 0,8-2 0 0 0,-12 1-14 0 0,-1 1 0 0 0,1-1 0 0 0,0 0 0 0 0,0 0-1 0 0,0 0 1 0 0,-1 0 0 0 0,1 0 0 0 0,0 0 0 0 0,-1-1 0 0 0,1 1 0 0 0,-1 0-1 0 0,1-1 1 0 0,-1 1 0 0 0,0-1 0 0 0,0 0 0 0 0,0 1 0 0 0,1-1 0 0 0,-2 0 0 0 0,1 0-1 0 0,0 1 1 0 0,0-1 0 0 0,-1 0 0 0 0,1 0 0 0 0,-1 0 0 0 0,1 0 0 0 0,-1 0 0 0 0,0 0-1 0 0,0 0 1 0 0,0 0 0 0 0,0 0 0 0 0,0-4 0 0 0,-1 1-88 0 0,1 0 0 0 0,-1 0 1 0 0,0 0-1 0 0,0 1 0 0 0,-1-1 0 0 0,1 0 0 0 0,-1 0 1 0 0,0 1-1 0 0,0-1 0 0 0,-1 1 0 0 0,-2-5 1 0 0,0 5 13 0 0,1-1 0 0 0,-1 0 0 0 0,0 1 1 0 0,0 0-1 0 0,-1 0 0 0 0,1 1 0 0 0,-1-1 1 0 0,0 1-1 0 0,0 0 0 0 0,0 1 0 0 0,0-1 1 0 0,-12-2-1 0 0,-207-60-4509 0 0,188 56 5035 0 0,-1 1 0 0 0,0 2 0 0 0,-47-2-1 0 0,70 8-16 0 0,-1 0 0 0 0,1 1 0 0 0,0 1 0 0 0,0 0 0 0 0,0 1 0 0 0,1 1-1 0 0,-1 1 1 0 0,1 0 0 0 0,-1 0 0 0 0,-22 14 0 0 0,-39 29 1412 0 0,73-41 1541 0 0,23-10 4758 0 0,-10 1-6175 0 0,13-2-1941 0 0,-1 0 0 0 0,0-2 0 0 0,0-1 1 0 0,0-1-1 0 0,-1 0 0 0 0,35-21 0 0 0,-30 13-260 0 0,-1-1 0 0 0,-1-1 0 0 0,0-2 1 0 0,37-39-1 0 0,151-181-5908 0 0,-83 91 1750 0 0,-49 52 112 0 0,-4-9-1306 0 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5:05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12 640 0 0,'2'-12'5603'0'0,"29"74"4081"0"0,7 30-4241 0 0,-5-2-4963 0 0,3-14-1200 0 0,2-10 560 0 0,0-14 320 0 0,-3-22-320 0 0,-9-22-3442 0 0,-9-30-2881 0 0,-10-24-3522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25:06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0 4322 0 0,'-8'3'3753'0'0,"-26"15"16217"0"0,34-18-19924 0 0,18 0 329 0 0,155-9-2821 0 0,-85 3 1371 0 0,-74 5 898 0 0,44-3-44 0 0,91 7 1 0 0,-135-2 305 0 0,0 0 0 0 0,0 2 0 0 0,0-1-1 0 0,0 2 1 0 0,-1 0 0 0 0,0 0 0 0 0,0 1 0 0 0,0 1-1 0 0,0 0 1 0 0,-1 1 0 0 0,23 16 0 0 0,-32-20-74 0 0,0 1 1 0 0,0-1-1 0 0,0 0 0 0 0,0 1 1 0 0,0 0-1 0 0,0 0 0 0 0,-1-1 1 0 0,0 2-1 0 0,0-1 0 0 0,0 0 1 0 0,0 0-1 0 0,-1 1 0 0 0,0-1 1 0 0,2 9-1 0 0,-2-4 4 0 0,-1-1 1 0 0,0 0-1 0 0,0 1 1 0 0,-1-1-1 0 0,0 1 1 0 0,-1-1-1 0 0,-3 13 0 0 0,-5 5 15 0 0,0 0 0 0 0,-2 0 0 0 0,-26 42 0 0 0,21-43-143 0 0,-1 0 0 0 0,-1-1 0 0 0,-1-1 0 0 0,-1 0-1 0 0,-1-2 1 0 0,-32 24 0 0 0,13-15-299 0 0,0-2 1 0 0,-90 44-1 0 0,111-63 509 0 0,12-6 67 0 0,0 1 0 0 0,0 0 0 0 0,0 0 0 0 0,0 1-1 0 0,-8 7 1 0 0,9-4 1853 0 0,15-9-680 0 0,16-2-1316 0 0,9 6-46 0 0,-1-1-1 0 0,1-2 0 0 0,0-1 1 0 0,0-2-1 0 0,0-1 0 0 0,-1-2 1 0 0,0-1-1 0 0,0-1 0 0 0,-1-2 1 0 0,0-1-1 0 0,0-2 0 0 0,37-20 1 0 0,-50 22-484 0 0,-1-1-1 0 0,27-24 1 0 0,-34 28-1231 0 0,-9 7 1566 0 0,-1 1 0 0 0,0 0 0 0 0,0 0 0 0 0,1 0 0 0 0,-1-1 1 0 0,0 1-1 0 0,0 0 0 0 0,0 0 0 0 0,0-1 0 0 0,1 1 0 0 0,-1 0 1 0 0,0 0-1 0 0,0-1 0 0 0,0 1 0 0 0,0 0 0 0 0,0-1 0 0 0,0 1 1 0 0,0 0-1 0 0,0-1 0 0 0,1 1 0 0 0,-1 0 0 0 0,0 0 1 0 0,0-1-1 0 0,-1 1 0 0 0,1 0 0 0 0,0-1 0 0 0,0 1 0 0 0,0 0 1 0 0,0-1-1 0 0,0 1 0 0 0,0-1 0 0 0,-10-13-9724 0 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3:34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26 113 1040 0 0,'-3'-3'1107'0'0,"1"2"-802"0"0,1 0 1 0 0,-1 0-1 0 0,0-1 1 0 0,1 1-1 0 0,-1 0 1 0 0,1-1-1 0 0,0 1 1 0 0,-1-1 0 0 0,1 0-1 0 0,0 1 1 0 0,0-1-1 0 0,0 0 1 0 0,0 1-1 0 0,0-1 1 0 0,1 0-1 0 0,-1 0 1 0 0,0 0-1 0 0,1 0 1 0 0,-1-3-1 0 0,1 5-271 0 0,0-1 1 0 0,0 1-1 0 0,0 0 1 0 0,0 0-1 0 0,0-1 0 0 0,0 1 1 0 0,0 0-1 0 0,0 0 1 0 0,1 0-1 0 0,-1-1 0 0 0,0 1 1 0 0,0 0-1 0 0,0 0 0 0 0,0 0 1 0 0,0-1-1 0 0,0 1 1 0 0,0 0-1 0 0,1 0 0 0 0,-1 0 1 0 0,0 0-1 0 0,0-1 1 0 0,0 1-1 0 0,0 0 0 0 0,1 0 1 0 0,-1 0-1 0 0,0 0 0 0 0,0 0 1 0 0,0 0-1 0 0,1 0 1 0 0,-1 0-1 0 0,0-1 0 0 0,0 1 1 0 0,1 0-1 0 0,-1 0 0 0 0,0 0 1 0 0,0 0-1 0 0,0 0 1 0 0,1 0-1 0 0,-1 0 0 0 0,0 0 1 0 0,0 0-1 0 0,1 0 1 0 0,-1 1-1 0 0,0-1 0 0 0,0 0 1 0 0,0 0-1 0 0,1 0 0 0 0,-1 0 1 0 0,0 0-1 0 0,0 0 1 0 0,0 0-1 0 0,1 1 0 0 0,-1-1 1 0 0,0 0-1 0 0,0 0 0 0 0,0 0 1 0 0,1 1-1 0 0,1 3 458 0 0,-11-1-657 0 0,9-3 312 0 0,0 0-67 0 0,9 0 387 0 0,-9 0-547 0 0,2-8-614 0 0,13-23-1827 0 0,20-8-3295 0 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3:39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27 800 0 0,'-12'-6'1121'0'0,"10"4"-81"0"0,4-4-159 0 0,5 2-161 0 0,5 2-80 0 0,9-2-159 0 0,12 2-401 0 0,24 14-2081 0 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2:58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7363 0 0,'-1'0'321'0'0,"1"0"-1"0"0,-1 0 1 0 0,0 0-1 0 0,0-1 1 0 0,0 1-1 0 0,0 0 1 0 0,0 0-1 0 0,0 0 1 0 0,0 0-1 0 0,0 0 1 0 0,0 1-1 0 0,0-1 1 0 0,0 0-1 0 0,0 0 1 0 0,0 1-1 0 0,0-1 1 0 0,0 0-1 0 0,0 1 1 0 0,1-1-1 0 0,-1 1 1 0 0,-1 0-1 0 0,2 1-61 0 0,0 0 0 0 0,0 0-1 0 0,0 0 1 0 0,0 0-1 0 0,1 0 1 0 0,-1 0 0 0 0,1 0-1 0 0,-1-1 1 0 0,1 1-1 0 0,0 0 1 0 0,-1 0 0 0 0,1 0-1 0 0,2 1 1 0 0,85 227 2610 0 0,-45-112-2443 0 0,6 6-55 0 0,89 262 1552 0 0,7 235-1016 0 0,-47 17-1026 0 0,-91-586 132 0 0,27 195 32 0 0,97 573-557 0 0,-111-742-409 0 0,-20-76 701 0 0,1 1 0 0 0,0-1 0 0 0,0 1 0 0 0,0-1 0 0 0,0 0-1 0 0,0 0 1 0 0,1 0 0 0 0,-1 1 0 0 0,0-1 0 0 0,1 0 0 0 0,2 2 0 0 0,-3-4 151 0 0,-1 1 1 0 0,0-1-1 0 0,1 0 1 0 0,-1 0 0 0 0,0 0-1 0 0,1 0 1 0 0,-1 0-1 0 0,0 0 1 0 0,0 0 0 0 0,1 0-1 0 0,-1-1 1 0 0,0 1 0 0 0,1 0-1 0 0,-1 0 1 0 0,0 0-1 0 0,0 0 1 0 0,1 0 0 0 0,-1 0-1 0 0,0-1 1 0 0,0 1-1 0 0,1 0 1 0 0,-1 0 0 0 0,0 0-1 0 0,0-1 1 0 0,1 1 0 0 0,-1 0-1 0 0,0 0 1 0 0,0-1-1 0 0,0 1 1 0 0,0 0 0 0 0,0 0-1 0 0,1-1 1 0 0,-1 1-1 0 0,0 0 1 0 0,0-1 0 0 0,8-28-3486 0 0,4-90-4503 0 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2:58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1425 400 0 0,'-8'-1'1065'0'0,"0"0"0"0"0,0 0 0 0 0,0-1 0 0 0,1 0 0 0 0,-1-1-1 0 0,0 1 1 0 0,1-1 0 0 0,0-1 0 0 0,-11-6 0 0 0,4 2-55 0 0,-8-1 15 0 0,19 7-1004 0 0,0 1 1 0 0,0 0-1 0 0,0-1 1 0 0,0 0 0 0 0,0 1-1 0 0,0-1 1 0 0,0 0-1 0 0,1-1 1 0 0,-4-2-1 0 0,6 5-35 0 0,0 0-1 0 0,0 0 0 0 0,0-1 0 0 0,0 1 0 0 0,0 0 0 0 0,0 0 0 0 0,1-1 0 0 0,-1 1 1 0 0,0 0-1 0 0,0 0 0 0 0,0-1 0 0 0,0 1 0 0 0,0 0 0 0 0,0 0 0 0 0,1 0 0 0 0,-1 0 0 0 0,0-1 1 0 0,0 1-1 0 0,0 0 0 0 0,0 0 0 0 0,1 0 0 0 0,-1 0 0 0 0,0-1 0 0 0,0 1 0 0 0,0 0 1 0 0,1 0-1 0 0,-1 0 0 0 0,0 0 0 0 0,0 0 0 0 0,1 0 0 0 0,-1 0 0 0 0,0 0 0 0 0,0 0 1 0 0,1 0-1 0 0,-1 0 0 0 0,0 0 0 0 0,0 0 0 0 0,1 0 0 0 0,-1 0 0 0 0,0 0 0 0 0,1 0 1 0 0,1 0-42 0 0,46-12 363 0 0,132-29 1080 0 0,36-7-274 0 0,719-146-158 0 0,-569 131-448 0 0,457-85 587 0 0,534-89 202 0 0,-454 81-712 0 0,-596 102-369 0 0,755-129 527 0 0,1 31-111 0 0,-234 89-231 0 0,-769 62-377 0 0,1 3 1 0 0,-1 2-1 0 0,75 16 0 0 0,-120-17-10 0 0,0 1 0 0 0,-1 0 0 0 0,1 1 0 0 0,-1 1 1 0 0,0 0-1 0 0,-1 1 0 0 0,20 12 0 0 0,-27-13-5 0 0,1-1 1 0 0,-1 1 0 0 0,1 0 0 0 0,-2 1-1 0 0,1-1 1 0 0,-1 1 0 0 0,0 0 0 0 0,0 1-1 0 0,-1-1 1 0 0,0 1 0 0 0,0 0 0 0 0,-1 0-1 0 0,5 16 1 0 0,-4-4 21 0 0,0 0 0 0 0,-1 1-1 0 0,-1-1 1 0 0,-1 24 0 0 0,-10 86 83 0 0,3-46-55 0 0,-21 828 217 0 0,17-415-150 0 0,-2 3-3 0 0,-2 256 13 0 0,2-86-71 0 0,12-649-72 0 0,-47 1176-651 0 0,25-976-81 0 0,15-177-481 0 0,-2 0 1 0 0,-26 77-1 0 0,32-112 695 0 0,0-1 0 0 0,-1 1 1 0 0,0-1-1 0 0,0 0 1 0 0,-1 0-1 0 0,0-1 1 0 0,0 1-1 0 0,-1-1 0 0 0,0 0 1 0 0,0 0-1 0 0,-1-1 1 0 0,1 0-1 0 0,-1 0 1 0 0,-1-1-1 0 0,1 0 0 0 0,-1 0 1 0 0,0-1-1 0 0,0 1 1 0 0,-17 4-1 0 0,-14 3-1808 0 0,-52 9-1 0 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2:59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1028 2961 0 0,'25'-15'833'0'0,"22"-11"1031"0"0,-43 25-1308 0 0,-5 2 68 0 0,-19 14 888 0 0,13-11-1054 0 0,-11 11 915 0 0,17-15-1354 0 0,1 1-1 0 0,0-1 1 0 0,0 0-1 0 0,0 0 0 0 0,0 0 1 0 0,0 0-1 0 0,0 0 1 0 0,0 0-1 0 0,0 1 0 0 0,0-1 1 0 0,0 0-1 0 0,0 0 1 0 0,0 0-1 0 0,0 0 0 0 0,0 1 1 0 0,0-1-1 0 0,0 0 1 0 0,0 0-1 0 0,0 0 0 0 0,0 0 1 0 0,0 0-1 0 0,0 0 1 0 0,1 1-1 0 0,-1-1 0 0 0,0 0 1 0 0,0 0-1 0 0,0 0 1 0 0,0 0-1 0 0,0 0 1 0 0,0 0-1 0 0,0 0 0 0 0,0 1 1 0 0,0-1-1 0 0,1 0 1 0 0,-1 0-1 0 0,0 0 0 0 0,0 0 1 0 0,0 0-1 0 0,0 0 1 0 0,0 0-1 0 0,1 0 0 0 0,-1 0 1 0 0,0 0-1 0 0,0 0 1 0 0,0 0-1 0 0,0 0 0 0 0,20 1 1142 0 0,390-31 2281 0 0,618-80-55 0 0,-920 97-2917 0 0,770-100 3613 0 0,469-14-2693 0 0,-12 51-1400 0 0,-258 18 181 0 0,155-27-20 0 0,-9-41-87 0 0,-686 35-663 0 0,-515 86 531 0 0,22-6-47 0 0,-42 10 71 0 0,0 1 1 0 0,1-1-1 0 0,-1-1 0 0 0,0 1 1 0 0,1 0-1 0 0,-1 0 1 0 0,0-1-1 0 0,0 1 0 0 0,0-1 1 0 0,0 0-1 0 0,3-3 0 0 0,-5 5 24 0 0,0-1-1 0 0,0 1 0 0 0,1-1 0 0 0,-1 1 1 0 0,0-1-1 0 0,0 1 0 0 0,0-1 0 0 0,0 1 0 0 0,0-1 1 0 0,0 1-1 0 0,0-1 0 0 0,0 1 0 0 0,0-1 1 0 0,0 1-1 0 0,0 0 0 0 0,0-1 0 0 0,0 1 1 0 0,0-1-1 0 0,0 1 0 0 0,0-1 0 0 0,-1 1 1 0 0,1-1-1 0 0,0 1 0 0 0,0-1 0 0 0,-1 1 0 0 0,1 0 1 0 0,0-1-1 0 0,0 1 0 0 0,-1 0 0 0 0,1-1 1 0 0,-1 1-1 0 0,1 0 0 0 0,0-1 0 0 0,-1 1 1 0 0,1 0-1 0 0,-1 0 0 0 0,0-1 0 0 0,-7-5-368 0 0,-1 1 0 0 0,0 0 0 0 0,-14-7 0 0 0,-108-40-4493 0 0,-67-14-4027 0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3:00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1 4562 0 0,'-30'2'4949'0'0,"22"-1"-4880"0"0,1 1-1 0 0,0 0 1 0 0,-1 0-1 0 0,1 1 1 0 0,0 0 0 0 0,-9 5-1 0 0,-2-3 402 0 0,17-5-433 0 0,0 0 0 0 0,1 0 0 0 0,-1 0 1 0 0,1 0-1 0 0,-1 0 0 0 0,0 0 0 0 0,1 0 1 0 0,-1 0-1 0 0,0 0 0 0 0,1 1 1 0 0,-1-1-1 0 0,1 0 0 0 0,-1 0 0 0 0,1 1 1 0 0,-1-1-1 0 0,1 1 0 0 0,-1-1 0 0 0,1 0 1 0 0,-1 1-1 0 0,1-1 0 0 0,-1 1 0 0 0,1-1 1 0 0,-1 1-1 0 0,1-1 0 0 0,0 1 1 0 0,-1-1-1 0 0,1 1 0 0 0,0 0 0 0 0,-1 0 1 0 0,1 0-283 0 0,-1 0 1 0 0,0 0-1 0 0,1-1 1 0 0,-1 1-1 0 0,0 0 1 0 0,0-1-1 0 0,1 1 1 0 0,-1 0-1 0 0,0-1 1 0 0,0 1-1 0 0,0-1 1 0 0,0 0 0 0 0,0 1-1 0 0,0-1 1 0 0,0 0-1 0 0,0 1 1 0 0,0-1-1 0 0,0 0 1 0 0,0 0-1 0 0,0 0 1 0 0,-1 0-1 0 0,-25-1-4087 0 0,15-2 2784 0 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3:00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1 1761 0 0,'-34'11'983'0'0,"14"-6"-357"0"0,1 2 0 0 0,-26 13-1 0 0,38-17-447 0 0,0 1 0 0 0,0 0 0 0 0,1 1-1 0 0,0 0 1 0 0,0 0 0 0 0,0 0-1 0 0,1 1 1 0 0,-1 0 0 0 0,1 0 0 0 0,-5 8-1 0 0,-2 10 846 0 0,1-1-1 0 0,1 2 1 0 0,1-1-1 0 0,1 1 1 0 0,-5 29-1 0 0,9-36-220 0 0,-10 42 1021 0 0,2 1 1 0 0,-7 118-1 0 0,18-152-1900 0 0,1 0-1 0 0,1 0 1 0 0,2 0-1 0 0,0-1 1 0 0,2 1-1 0 0,1-1 1 0 0,1 0-1 0 0,1 0 1 0 0,16 32-1 0 0,-19-48 82 0 0,1 0 0 0 0,-1-1-1 0 0,2 0 1 0 0,-1 0-1 0 0,1 0 1 0 0,1-1 0 0 0,0 0-1 0 0,0 0 1 0 0,0-1 0 0 0,14 9-1 0 0,-15-12 19 0 0,1 0-1 0 0,0 0 0 0 0,0-1 1 0 0,1 0-1 0 0,-1 0 0 0 0,1-1 1 0 0,-1 0-1 0 0,1 0 0 0 0,0-1 1 0 0,-1 0-1 0 0,1-1 0 0 0,0 0 1 0 0,0 0-1 0 0,13-2 1 0 0,-4-2 15 0 0,1 0 1 0 0,-1-1-1 0 0,0-1 1 0 0,0 0 0 0 0,-1-1-1 0 0,0-1 1 0 0,0-1 0 0 0,19-13-1 0 0,-16 7-175 0 0,0 0 0 0 0,-1-1 0 0 0,-1-2 0 0 0,-1 1 0 0 0,30-41 0 0 0,-31 36-229 0 0,-1-1 1 0 0,-2 0-1 0 0,0-1 0 0 0,-1-1 1 0 0,-2 0-1 0 0,-1 0 0 0 0,0-1 1 0 0,-2 0-1 0 0,-1-1 1 0 0,-1 1-1 0 0,-2-1 0 0 0,1-51 1 0 0,-4 67 154 0 0,-1-1 0 0 0,0 1-1 0 0,-1-1 1 0 0,-1 1 0 0 0,-6-20 0 0 0,7 26 166 0 0,-1-1 0 0 0,0 0-1 0 0,0 0 1 0 0,0 1 0 0 0,-1-1 0 0 0,0 1-1 0 0,0 0 1 0 0,0 1 0 0 0,-1-1 0 0 0,1 0-1 0 0,-10-5 1 0 0,3 3 91 0 0,0 1-1 0 0,0 0 1 0 0,-1 1-1 0 0,0 0 1 0 0,0 1-1 0 0,-1 0 1 0 0,-24-4-1 0 0,15 5 247 0 0,1 1 0 0 0,0 1 1 0 0,-44 3-1 0 0,50 0 251 0 0,1 0 1 0 0,-1 1-1 0 0,1 1 1 0 0,-1 0-1 0 0,-25 12 1 0 0,39-16-487 0 0,0 0 0 0 0,0 0 0 0 0,1 1-1 0 0,-1-1 1 0 0,0 0 0 0 0,0 1 0 0 0,0-1 0 0 0,1 1 0 0 0,-1-1 0 0 0,0 1 0 0 0,0-1 0 0 0,1 1 0 0 0,-1-1 0 0 0,0 1 0 0 0,1 0 0 0 0,-1-1 0 0 0,1 1-1 0 0,-1 0 1 0 0,0 1 0 0 0,19-2 275 0 0,4 0-353 0 0,400-9-18 0 0,-402 7-22 0 0,4 0-57 0 0,0 2 1 0 0,0 0-1 0 0,32 4 1 0 0,-51-3 106 0 0,0 0 1 0 0,0-1-1 0 0,-1 2 1 0 0,1-1-1 0 0,0 0 1 0 0,-1 1-1 0 0,1 0 1 0 0,-1 0-1 0 0,0 0 1 0 0,0 1 0 0 0,0-1-1 0 0,0 1 1 0 0,0 0-1 0 0,0 0 1 0 0,-1 1-1 0 0,0-1 1 0 0,1 1-1 0 0,-1-1 1 0 0,-1 1-1 0 0,1 0 1 0 0,0 0-1 0 0,3 8 1 0 0,-3 2 44 0 0,0 0-1 0 0,-1-1 1 0 0,0 1 0 0 0,-1 0 0 0 0,-1 0 0 0 0,0 0-1 0 0,-4 24 1 0 0,3-23-2 0 0,-36 240 516 0 0,36-247-549 0 0,-7 48 209 0 0,8-52-235 0 0,0-1 0 0 0,0 1 0 0 0,0 0 0 0 0,0-1 0 0 0,1 1 0 0 0,-1-1 0 0 0,1 1 0 0 0,0-1-1 0 0,0 0 1 0 0,0 1 0 0 0,1-1 0 0 0,2 5 0 0 0,-3-7-99 0 0,-1 0 1 0 0,1-1-1 0 0,-1 1 0 0 0,1-1 0 0 0,-1 1 1 0 0,1-1-1 0 0,-1 1 0 0 0,1-1 1 0 0,-1 1-1 0 0,1-1 0 0 0,-1 0 0 0 0,1 1 1 0 0,0-1-1 0 0,-1 0 0 0 0,1 0 0 0 0,0 1 1 0 0,-1-1-1 0 0,1 0 0 0 0,0 0 1 0 0,0 0-1 0 0,-1 0 0 0 0,1 0 0 0 0,0 0 1 0 0,-1 0-1 0 0,1 0 0 0 0,0 0 0 0 0,0 0 1 0 0,-1 0-1 0 0,1 0 0 0 0,0-1 1 0 0,-1 1-1 0 0,1 0 0 0 0,0-1 0 0 0,-1 1 1 0 0,1 0-1 0 0,-1-1 0 0 0,1 1 0 0 0,0 0 1 0 0,-1-1-1 0 0,1 1 0 0 0,-1-1 1 0 0,1 1-1 0 0,-1-1 0 0 0,0 0 0 0 0,1 1 1 0 0,-1-1-1 0 0,1 1 0 0 0,-1-1 1 0 0,1-1-1 0 0,13-32-6503 0 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3:01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 3041 0 0,'-18'30'3842'0'0,"18"70"4002"0"0,4 22-4002 0 0,3-3-3522 0 0,5 9-480 0 0,0-28 320 0 0,7-8 240 0 0,5-8 0 0 0,-3-20 0 0 0,0-26-400 0 0,-6-36-1520 0 0,-8-54-8565 0 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3:01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80 2321 0 0,'-1'-39'7590'0'0,"-1"29"-5390"0"0,2 4-742 0 0,11 4-1266 0 0,-9 2-213 0 0,67-9-49 0 0,-40 4 349 0 0,0 1-1 0 0,1 1 0 0 0,0 2 1 0 0,-1 1-1 0 0,36 4 0 0 0,-48-1-136 0 0,0 0-1 0 0,0 1 1 0 0,-1 1-1 0 0,26 12 1 0 0,-37-15-107 0 0,-1 0 1 0 0,1 0-1 0 0,-1 1 1 0 0,1 0-1 0 0,-1 0 1 0 0,0 0-1 0 0,0 1 1 0 0,0-1 0 0 0,-1 1-1 0 0,1 0 1 0 0,-1 0-1 0 0,0 0 1 0 0,0 0-1 0 0,-1 1 1 0 0,1-1 0 0 0,-1 1-1 0 0,0 0 1 0 0,0-1-1 0 0,0 1 1 0 0,1 6-1 0 0,-2-4 2 0 0,-1 0 0 0 0,0 0 0 0 0,0 0 0 0 0,0 0 0 0 0,-1-1 0 0 0,0 1 0 0 0,0 0 0 0 0,-1 0 0 0 0,-4 11-1 0 0,-1-2 59 0 0,0 1 0 0 0,-17 26 0 0 0,2-9 68 0 0,-2 0 0 0 0,-35 40 0 0 0,50-63-200 0 0,-1-1 0 0 0,0-1 0 0 0,0 0 0 0 0,-1 0-1 0 0,0-1 1 0 0,-1 0 0 0 0,0-1 0 0 0,0 0-1 0 0,0-1 1 0 0,-21 7 0 0 0,25-11-185 0 0,6-1 73 0 0,1 0-1 0 0,-1-1 0 0 0,0 1 0 0 0,1-1 0 0 0,-1 1 1 0 0,0-1-1 0 0,0 0 0 0 0,0 1 0 0 0,1-1 0 0 0,-1 0 0 0 0,0 0 1 0 0,0 0-1 0 0,0 0 0 0 0,0-1 0 0 0,1 1 0 0 0,-1-1 1 0 0,0 1-1 0 0,-2-1 0 0 0,-2-11-7347 0 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3:01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99 160 0 0,'-13'68'3091'0'0,"5"-16"3436"0"0,5-34-5714 0 0,-2 12-116 0 0,1 1 0 0 0,0 49 0 0 0,4-67-452 0 0,1-1 0 0 0,0 0 0 0 0,1 0 0 0 0,1 0 0 0 0,-1 0-1 0 0,2 0 1 0 0,0 0 0 0 0,0-1 0 0 0,1 1 0 0 0,1-1 0 0 0,9 15-1 0 0,-7-16 156 0 0,1 0 0 0 0,0 0-1 0 0,0-1 1 0 0,0-1-1 0 0,1 1 1 0 0,1-2-1 0 0,-1 1 1 0 0,1-1-1 0 0,1-1 1 0 0,-1 0-1 0 0,1 0 1 0 0,14 3-1 0 0,-19-6-395 0 0,0-1 0 0 0,0 0-1 0 0,0 0 1 0 0,0-1 0 0 0,1 0-1 0 0,-1 0 1 0 0,0-1 0 0 0,1 0-1 0 0,-1 0 1 0 0,0-1 0 0 0,1 0 0 0 0,-1 0-1 0 0,0-1 1 0 0,0 0 0 0 0,0 0-1 0 0,0-1 1 0 0,0 1 0 0 0,0-1-1 0 0,-1-1 1 0 0,1 0 0 0 0,-1 0 0 0 0,0 0-1 0 0,6-5 1 0 0,8-13 51 0 0,-1-1 0 0 0,-2 0 0 0 0,0-2 0 0 0,20-37-1 0 0,-23 38-21 0 0,36-60 72 0 0,115-188 257 0 0,-153 252-326 0 0,-10 15-18 0 0,1 1 0 0 0,0-1 0 0 0,-1 1 0 0 0,2-1 1 0 0,-1 1-1 0 0,0 0 0 0 0,1 0 0 0 0,0 0 0 0 0,0 1 0 0 0,0-1 0 0 0,8-4 0 0 0,-12 8-12 0 0,0 0-1 0 0,1 0 1 0 0,-1 0-1 0 0,0 0 1 0 0,0 0 0 0 0,1 0-1 0 0,-1 0 1 0 0,0 0-1 0 0,0 0 1 0 0,1 0-1 0 0,-1 0 1 0 0,0 0 0 0 0,0 0-1 0 0,1 1 1 0 0,-1-1-1 0 0,0 0 1 0 0,0 0-1 0 0,0 0 1 0 0,1 0 0 0 0,-1 0-1 0 0,0 1 1 0 0,0-1-1 0 0,0 0 1 0 0,0 0-1 0 0,1 0 1 0 0,-1 1 0 0 0,0-1-1 0 0,0 0 1 0 0,0 0-1 0 0,0 1 1 0 0,0-1 0 0 0,0 0-1 0 0,0 0 1 0 0,0 1-1 0 0,0-1 1 0 0,4 14 72 0 0,-3-8-23 0 0,26 114 429 0 0,6 25-128 0 0,-16-89-245 0 0,3-2 0 0 0,3 0 0 0 0,1-2 1 0 0,3 0-1 0 0,34 48 0 0 0,-11-29-64 0 0,74 82-1 0 0,-111-140-122 0 0,40 50-1643 0 0,-48-54 614 0 0,1 0 0 0 0,-1 0-1 0 0,5 12 1 0 0,-4-5-3637 0 0,6 31 0 0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3:02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52 494 3041 0 0,'-2'0'746'0'0,"0"0"0"0"0,0 1 0 0 0,0-1 0 0 0,0 1 0 0 0,1-1 0 0 0,-1 1 0 0 0,0 0 0 0 0,1 0 0 0 0,-1 0 0 0 0,0 0 0 0 0,1 0 0 0 0,-3 2 0 0 0,5 30 1869 0 0,4 73 206 0 0,-15 202 0 0 0,-2-230-2967 0 0,7-64 119 0 0,0 7 34 0 0,5-21-5 0 0,0 1 0 0 0,0-1-1 0 0,0 0 1 0 0,0 0 0 0 0,0 1-1 0 0,0-1 1 0 0,0 0 0 0 0,0 0 0 0 0,0 1-1 0 0,0-1 1 0 0,0 0 0 0 0,1 0-1 0 0,-1 0 1 0 0,0 1 0 0 0,0-1-1 0 0,0 0 1 0 0,0 0 0 0 0,1 0-1 0 0,-1 1 1 0 0,0-1 0 0 0,0 0-1 0 0,0 0 1 0 0,0 0 0 0 0,1 0-1 0 0,-1 0 1 0 0,0 1 0 0 0,0-1-1 0 0,1 0 1 0 0,-1 0 0 0 0,0 0 0 0 0,0 0-1 0 0,1 0 1 0 0,-1 0 0 0 0,0 0-1 0 0,0 0 1 0 0,1 0 0 0 0,-1 0-1 0 0,0 0 1 0 0,0 0 0 0 0,1 0-1 0 0,-1 0 1 0 0,0 0 0 0 0,0 0-1 0 0,1 0 1 0 0,-1-1 0 0 0,0 1-1 0 0,0 0 1 0 0,0 0 0 0 0,1 0-1 0 0,-1 0 1 0 0,0 0 0 0 0,0 0 0 0 0,0-1-1 0 0,1 1 1 0 0,-1 0 0 0 0,0 0-1 0 0,0 0 1 0 0,0-1 0 0 0,2 0-17 0 0,1-1 1 0 0,-1 0 0 0 0,-1 1 0 0 0,1-1-1 0 0,0 0 1 0 0,0 0 0 0 0,-1 0 0 0 0,1 0-1 0 0,-1 0 1 0 0,0 0 0 0 0,1-1-1 0 0,-1 1 1 0 0,0 0 0 0 0,0-1 0 0 0,1-4-1 0 0,6-13-77 0 0,89-180 132 0 0,-38 78 167 0 0,135-204 0 0 0,-181 308-130 0 0,1-1 1 0 0,1 2-1 0 0,1 0 0 0 0,23-19 1 0 0,-37 34-65 0 0,0 1 1 0 0,0-1-1 0 0,0 1 1 0 0,1-1-1 0 0,-1 1 1 0 0,0 0-1 0 0,1 0 0 0 0,-1 0 1 0 0,1 0-1 0 0,2 0 1 0 0,-4 1 1 0 0,0-1 1 0 0,-1 1-1 0 0,1 0 1 0 0,0 1-1 0 0,0-1 1 0 0,-1 0-1 0 0,1 0 1 0 0,0 0-1 0 0,-1 0 1 0 0,1 0-1 0 0,0 1 1 0 0,0-1-1 0 0,-1 0 1 0 0,1 1-1 0 0,-1-1 1 0 0,1 0-1 0 0,0 1 1 0 0,-1-1-1 0 0,1 1 1 0 0,-1-1-1 0 0,1 1 0 0 0,-1-1 1 0 0,1 1-1 0 0,0 1 1 0 0,1 3 137 0 0,0 1 0 0 0,0 0 1 0 0,0 0-1 0 0,-1 0 0 0 0,1 0 0 0 0,-2 1 0 0 0,1 7 1 0 0,2 17 64 0 0,-3 0 1 0 0,0 0 0 0 0,-7 45 0 0 0,-24 94-465 0 0,10-59 497 0 0,20-108-223 0 0,1 0 1 0 0,-1 1-1 0 0,1 0 0 0 0,0-1 1 0 0,0 1-1 0 0,0-1 0 0 0,1 4 1 0 0,-1-6-26 0 0,0-1 0 0 0,0 0 0 0 0,0 0 0 0 0,0 0 1 0 0,0 0-1 0 0,0 1 0 0 0,0-1 0 0 0,0 0 0 0 0,0 0 0 0 0,0 0 1 0 0,0 0-1 0 0,0 0 0 0 0,0 1 0 0 0,0-1 0 0 0,1 0 0 0 0,-1 0 0 0 0,0 0 1 0 0,0 0-1 0 0,0 0 0 0 0,0 0 0 0 0,0 1 0 0 0,0-1 0 0 0,0 0 1 0 0,1 0-1 0 0,-1 0 0 0 0,0 0 0 0 0,0 0 0 0 0,0 0 0 0 0,0 0 0 0 0,1 0 1 0 0,-1 0-1 0 0,0 0 0 0 0,0 0 0 0 0,0 0 0 0 0,0 0 0 0 0,0 0 1 0 0,1 0-1 0 0,-1 0 0 0 0,0 0 0 0 0,0 0 0 0 0,0 0 0 0 0,0 0 1 0 0,1 0-1 0 0,-1 0 0 0 0,0 0 0 0 0,0 0 0 0 0,0 0 0 0 0,0 0 0 0 0,0 0 1 0 0,1 0-1 0 0,-1 0 0 0 0,0-1 0 0 0,8-7 90 0 0,-4 3-86 0 0,156-199-711 0 0,-62 73 634 0 0,-88 118 109 0 0,0 1 0 0 0,1 0 1 0 0,21-17-1 0 0,-29 26-36 0 0,1 0 1 0 0,1 1 0 0 0,-1-1 0 0 0,0 1 0 0 0,1 0-1 0 0,-1 0 1 0 0,1 0 0 0 0,0 1 0 0 0,-1-1-1 0 0,1 1 1 0 0,0 0 0 0 0,0 1 0 0 0,0-1 0 0 0,9 1-1 0 0,-14 0-3 0 0,1 0 0 0 0,0 0 0 0 0,0 0 0 0 0,-1 0 0 0 0,1 0 0 0 0,0 0 0 0 0,0 0 0 0 0,-1 0 0 0 0,1 0 0 0 0,0 1 0 0 0,-1-1 0 0 0,1 0 0 0 0,0 0 0 0 0,-1 1 0 0 0,1-1 0 0 0,0 0 0 0 0,-1 1 0 0 0,1-1 0 0 0,-1 1 0 0 0,1-1 0 0 0,-1 1 0 0 0,1-1 0 0 0,-1 1 0 0 0,1-1 0 0 0,0 2 0 0 0,-3 17 64 0 0,0-12-34 0 0,-16 119 414 0 0,11-65-275 0 0,6-48-125 0 0,-4 35 124 0 0,5-45-147 0 0,0 1 0 0 0,0-1 1 0 0,0 0-1 0 0,1 0 0 0 0,-1 0 0 0 0,1 1 1 0 0,0-1-1 0 0,0 0 0 0 0,0 0 1 0 0,0 0-1 0 0,2 4 0 0 0,-1-6-25 0 0,-1 0-1 0 0,0 0 1 0 0,1-1-1 0 0,-1 1 1 0 0,0 0 0 0 0,1 0-1 0 0,-1-1 1 0 0,1 1-1 0 0,-1-1 1 0 0,1 1-1 0 0,0-1 1 0 0,-1 0-1 0 0,1 0 1 0 0,-1 1-1 0 0,1-1 1 0 0,0 0 0 0 0,-1 0-1 0 0,1-1 1 0 0,-1 1-1 0 0,1 0 1 0 0,0 0-1 0 0,-1-1 1 0 0,1 1-1 0 0,-1-1 1 0 0,1 1 0 0 0,2-3-1 0 0,5-2-138 0 0,0-1-1 0 0,0 0 1 0 0,-1 0 0 0 0,0-1-1 0 0,0 0 1 0 0,-1-1 0 0 0,12-14-1 0 0,-3 4-176 0 0,170-193-4202 0 0,-177 201 4047 0 0,0 0 1 0 0,0 1-1 0 0,1 1 1 0 0,1 0-1 0 0,-1 0 1 0 0,21-10-1 0 0,-16 13-2530 0 0,-19 13 1516 0 0,-6 6 2181 0 0,7-4-359 0 0,1-1 0 0 0,0 0 0 0 0,1 0 0 0 0,0 1 0 0 0,0 16 0 0 0,1-10-63 0 0,-1-3 20 0 0,1 0 0 0 0,1 0 0 0 0,0 0 0 0 0,5 23 0 0 0,-4-30-167 0 0,0 0-1 0 0,0 0 1 0 0,0-1-1 0 0,1 1 0 0 0,-1-1 1 0 0,1 0-1 0 0,1 0 1 0 0,-1 0-1 0 0,1 0 0 0 0,0 0 1 0 0,0-1-1 0 0,8 8 1 0 0,-4-6 31 0 0,0-1 1 0 0,1 0 0 0 0,0 0 0 0 0,0-1-1 0 0,0 0 1 0 0,0-1 0 0 0,0 0 0 0 0,1 0-1 0 0,0-1 1 0 0,-1 0 0 0 0,1-1 0 0 0,0 0-1 0 0,0-1 1 0 0,19-1 0 0 0,-18 0-56 0 0,-1 0 0 0 0,1-1 0 0 0,-1 0 0 0 0,0-1 0 0 0,1 0 0 0 0,-1 0 0 0 0,0-1 0 0 0,-1-1 1 0 0,1 0-1 0 0,-1 0 0 0 0,0-1 0 0 0,0 0 0 0 0,15-14 0 0 0,-9 4 120 0 0,-1 0 0 0 0,-1-1 1 0 0,-1-1-1 0 0,14-24 0 0 0,34-82 1052 0 0,-29 56-810 0 0,-14 37-325 0 0,16-38 16 0 0,-31 64-135 0 0,0-1-1 0 0,0 0 1 0 0,-1 1-1 0 0,0-1 1 0 0,0 0-1 0 0,0 0 1 0 0,0 0-1 0 0,-1 0 1 0 0,-1-8-1 0 0,1 11-6 0 0,-1-1-1 0 0,0 1 0 0 0,0 0 0 0 0,0 0 1 0 0,0 0-1 0 0,0 1 0 0 0,-1-1 0 0 0,0 0 1 0 0,1 0-1 0 0,-1 1 0 0 0,0-1 0 0 0,0 1 1 0 0,0 0-1 0 0,-1-1 0 0 0,1 1 0 0 0,-1 0 1 0 0,1 0-1 0 0,-5-2 0 0 0,-2-1-18 0 0,1 1 0 0 0,-1 0-1 0 0,0 1 1 0 0,0 0 0 0 0,-14-3-1 0 0,0 1-32 0 0,1 2-1 0 0,-1 0 0 0 0,-45 1 1 0 0,55 3 91 0 0,1 0 0 0 0,0 0 0 0 0,0 2 0 0 0,0-1 0 0 0,0 1 0 0 0,0 1 0 0 0,0 0 0 0 0,1 1 1 0 0,-19 10-1 0 0,17-6 223 0 0,1 1 0 0 0,0 0 0 0 0,0 0 0 0 0,1 1 0 0 0,0 1 0 0 0,1 0 0 0 0,-13 20 0 0 0,15-21-197 0 0,1 1-1 0 0,1-1 1 0 0,0 1-1 0 0,1 1 1 0 0,0-1-1 0 0,1 1 1 0 0,1 0-1 0 0,0 0 1 0 0,-2 16-1 0 0,4-25-149 0 0,1 1 0 0 0,0-1 0 0 0,0 1 0 0 0,0-1 0 0 0,1 1-1 0 0,-1-1 1 0 0,1 1 0 0 0,0-1 0 0 0,1 1 0 0 0,-1-1 0 0 0,1 0 0 0 0,-1 0 0 0 0,1 0 0 0 0,1 0 0 0 0,2 5 0 0 0,-1-5-254 0 0,-1 0 0 0 0,1-1 1 0 0,0 1-1 0 0,0-1 0 0 0,0 0 1 0 0,0 0-1 0 0,1-1 0 0 0,-1 1 1 0 0,1-1-1 0 0,0 0 0 0 0,0 0 1 0 0,-1-1-1 0 0,8 2 0 0 0,-2-1-588 0 0,-1 0-1 0 0,1 0 0 0 0,0-1 0 0 0,16-1 1 0 0,-7-2-3497 0 0,30-6 0 0 0,-49 8 4411 0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3:03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95 4322 0 0,'-1'-12'1927'0'0,"-2"0"-1"0"0,1 0 1 0 0,-2 0-1 0 0,1 0 1 0 0,-2 0 0 0 0,-5-10-1 0 0,9 33-42 0 0,1-11-1864 0 0,-1 0 0 0 0,1 0 0 0 0,0 1 0 0 0,0-1 0 0 0,0 0 0 0 0,0 0 0 0 0,0 1 0 0 0,0-1 0 0 0,0 0 0 0 0,0 0 0 0 0,0 0 0 0 0,0 1 0 0 0,0-1 0 0 0,0 0 0 0 0,0 0 0 0 0,1 1 0 0 0,-1-1 0 0 0,0 0 0 0 0,0 0 0 0 0,0 0 0 0 0,0 1 0 0 0,0-1-1 0 0,0 0 1 0 0,0 0 0 0 0,1 0 0 0 0,-1 1 0 0 0,0-1 0 0 0,0 0 0 0 0,0 0 0 0 0,0 0 0 0 0,1 0 0 0 0,-1 0 0 0 0,0 0 0 0 0,0 1 0 0 0,0-1 0 0 0,1 0 0 0 0,-1 0 0 0 0,0 0 0 0 0,0 0 0 0 0,1 0 0 0 0,-1 0 0 0 0,0 0 0 0 0,0 0 0 0 0,0 0 0 0 0,1 0-1 0 0,-1 0 1 0 0,0 0 0 0 0,0 0 0 0 0,1 0 0 0 0,-1 0 0 0 0,0 0 0 0 0,0 0 0 0 0,0 0 0 0 0,1 0 0 0 0,-1-1 0 0 0,0 1 0 0 0,0 0 0 0 0,0 0 0 0 0,1 0 0 0 0,-1 0 0 0 0,0 0 0 0 0,0 0 0 0 0,0-1 0 0 0,1 1 0 0 0,-1 0 0 0 0,6-5 417 0 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3:03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48 960 0 0,'-7'-12'1601'0'0,"0"0"0"0"0,2 2 0 0 0,1 2-481 0 0,-3 2-720 0 0,4 6-720 0 0,-6 14-1040 0 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3:04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548 36 5122 0 0,'-5'-5'588'0'0,"3"1"-287"0"0,-1 1 0 0 0,1 0 0 0 0,-1 0 1 0 0,0 0-1 0 0,0 1 0 0 0,-1-1 1 0 0,1 1-1 0 0,-1 0 0 0 0,-3-2 1 0 0,6 3-237 0 0,1 1 0 0 0,-1 0 1 0 0,0 0-1 0 0,1 0 0 0 0,-1 0 1 0 0,1 0-1 0 0,-1 0 1 0 0,0 0-1 0 0,1 0 0 0 0,-1 0 1 0 0,0 0-1 0 0,1 0 0 0 0,-1 0 1 0 0,0 1-1 0 0,1-1 1 0 0,-1 0-1 0 0,1 0 0 0 0,-1 1 1 0 0,1-1-1 0 0,-1 0 0 0 0,1 1 1 0 0,-1-1-1 0 0,1 1 0 0 0,-1-1 1 0 0,1 1-1 0 0,-1 0 1 0 0,-1 1 168 0 0,0 1 1 0 0,1-1-1 0 0,0 1 1 0 0,-1 0-1 0 0,1 0 1 0 0,0 0-1 0 0,0-1 1 0 0,1 1-1 0 0,-2 5 1 0 0,-6 46 2826 0 0,1 0 1 0 0,1 67-1 0 0,5-76-1907 0 0,-5 174 1212 0 0,18 112-2985 0 0,-6-287 606 0 0,16 61-1 0 0,-13-75 81 0 0,-9-30-67 0 0,0-1 0 0 0,0 1 0 0 0,0 0-1 0 0,0 0 1 0 0,0 0 0 0 0,0 0 0 0 0,1 0 0 0 0,-1 0-1 0 0,0 0 1 0 0,0 0 0 0 0,0 0 0 0 0,0 0 0 0 0,0 0 0 0 0,0 0-1 0 0,0 0 1 0 0,0 0 0 0 0,0 0 0 0 0,0 0 0 0 0,0 0-1 0 0,1 0 1 0 0,-1 0 0 0 0,0 0 0 0 0,0 0 0 0 0,0 0 0 0 0,0 0-1 0 0,0 0 1 0 0,0 0 0 0 0,0 0 0 0 0,0 0 0 0 0,0 0 0 0 0,0 0-1 0 0,1 0 1 0 0,-1 0 0 0 0,0 0 0 0 0,0 0 0 0 0,0 0-1 0 0,0 0 1 0 0,0 0 0 0 0,0 1 0 0 0,0-1 0 0 0,0 0 0 0 0,0 0-1 0 0,0 0 1 0 0,0 0 0 0 0,0 0 0 0 0,0 0 0 0 0,0 0-1 0 0,0 0 1 0 0,0 0 0 0 0,0 0 0 0 0,0 0 0 0 0,0 1 0 0 0,0-1-1 0 0,-6-10-82 0 0,-3 5 8 0 0,0 1 0 0 0,0 0 1 0 0,0 0-1 0 0,0 0 0 0 0,0 1 1 0 0,-14-2-1 0 0,-55-5-256 0 0,64 9 281 0 0,1 0 0 0 0,-1 2-1 0 0,1 0 1 0 0,-1 0 0 0 0,1 1 0 0 0,0 1 0 0 0,-15 4 0 0 0,20-4 42 0 0,0 0 0 0 0,-1 1 1 0 0,1 0-1 0 0,0 0 0 0 0,1 1 1 0 0,-1 0-1 0 0,1 1 0 0 0,0-1 0 0 0,0 1 1 0 0,1 0-1 0 0,-9 11 0 0 0,2 1 102 0 0,2 0 0 0 0,0 0-1 0 0,1 1 1 0 0,-14 38-1 0 0,-17 80 240 0 0,40-133-328 0 0,-10 54 80 0 0,11-54-72 0 0,-1 1 1 0 0,1-1 0 0 0,0 1-1 0 0,1-1 1 0 0,-1 1 0 0 0,1-1-1 0 0,0 1 1 0 0,0-1 0 0 0,3 9 0 0 0,-4-12-18 0 0,1 1-1 0 0,0-1 1 0 0,-1 0 0 0 0,1 1 0 0 0,0-1 0 0 0,-1 0 0 0 0,1 0 0 0 0,0 1 0 0 0,0-1 0 0 0,0 0 0 0 0,0 0 0 0 0,0 0 0 0 0,1 0 0 0 0,-1 0 0 0 0,0-1 0 0 0,0 1 0 0 0,1 0 0 0 0,-1 0-1 0 0,0-1 1 0 0,1 1 0 0 0,-1-1 0 0 0,1 1 0 0 0,-1-1 0 0 0,0 0 0 0 0,1 1 0 0 0,-1-1 0 0 0,1 0 0 0 0,-1 0 0 0 0,1 0 0 0 0,-1 0 0 0 0,3-1 0 0 0,1 0-9 0 0,0 0 1 0 0,-1-1 0 0 0,0 0-1 0 0,1 0 1 0 0,-1-1 0 0 0,0 1-1 0 0,0-1 1 0 0,0 0-1 0 0,4-4 1 0 0,159-148 370 0 0,13-13-436 0 0,-171 161 64 0 0,0-1 0 0 0,1 1-1 0 0,-1 1 1 0 0,1 0 0 0 0,1 0-1 0 0,11-4 1 0 0,-19 9 26 0 0,0 0-1 0 0,0 0 1 0 0,0 0 0 0 0,0 1-1 0 0,0-1 1 0 0,0 1-1 0 0,1 0 1 0 0,-1 0 0 0 0,0 0-1 0 0,0 1 1 0 0,0-1-1 0 0,1 1 1 0 0,-1 0 0 0 0,0-1-1 0 0,0 1 1 0 0,0 1 0 0 0,0-1-1 0 0,0 0 1 0 0,-1 1-1 0 0,1-1 1 0 0,0 1 0 0 0,-1 0-1 0 0,1 0 1 0 0,-1 0-1 0 0,1 0 1 0 0,2 4 0 0 0,2 3-7 0 0,0 0 0 0 0,-1 1 0 0 0,0-1 0 0 0,0 1 0 0 0,5 17 0 0 0,-5-14-7 0 0,1 1 1 0 0,12 18 0 0 0,-16-28-1 0 0,0 0 0 0 0,0 0 0 0 0,1-1 0 0 0,-1 0 0 0 0,0 1 0 0 0,1-1 0 0 0,0-1 0 0 0,0 1 0 0 0,0 0 0 0 0,0-1 0 0 0,0 0 0 0 0,6 2 0 0 0,-7-3-104 0 0,-1 0-1 0 0,1 0 1 0 0,0-1 0 0 0,0 1 0 0 0,-1-1 0 0 0,1 0 0 0 0,0 0 0 0 0,0 0 0 0 0,0 0-1 0 0,-1 0 1 0 0,1 0 0 0 0,0-1 0 0 0,0 1 0 0 0,0-1 0 0 0,-1 0 0 0 0,1 0 0 0 0,0 0 0 0 0,-1 0-1 0 0,5-3 1 0 0,1-2-718 0 0,0 0 1 0 0,-1-1-1 0 0,0 0 0 0 0,10-10 0 0 0,-8 6 36 0 0,115-111-8336 0 0,-119 117 8621 0 0,-1 0 1 0 0,1 0 0 0 0,0 0 0 0 0,-1-1-1 0 0,4-7 1 0 0,-7 11 654 0 0,0-1 0 0 0,0 0-1 0 0,0 0 1 0 0,0 0 0 0 0,0 0 0 0 0,-1 0 0 0 0,1 0-1 0 0,-1 0 1 0 0,0 0 0 0 0,0 0 0 0 0,0 0-1 0 0,-1-3 1 0 0,1 25 8105 0 0,-1-11-7754 0 0,0 0 0 0 0,1-1 0 0 0,1 1 0 0 0,1 8 0 0 0,-2-13-485 0 0,1 0 1 0 0,0 0-1 0 0,-1-1 1 0 0,1 1-1 0 0,1 0 1 0 0,-1 0-1 0 0,0-1 0 0 0,1 1 1 0 0,-1-1-1 0 0,1 0 1 0 0,0 1-1 0 0,0-1 1 0 0,0 0-1 0 0,0 0 0 0 0,0 0 1 0 0,3 2-1 0 0,0-1 36 0 0,1 0 0 0 0,-1-1-1 0 0,0 0 1 0 0,0 0 0 0 0,1 0-1 0 0,-1-1 1 0 0,1 0 0 0 0,0 0-1 0 0,-1 0 1 0 0,1-1 0 0 0,0 0-1 0 0,-1 0 1 0 0,1 0 0 0 0,0-1-1 0 0,-1 0 1 0 0,1 0 0 0 0,0 0 0 0 0,-1-1-1 0 0,0 0 1 0 0,9-3 0 0 0,-1-1 30 0 0,0 0 0 0 0,-1-1 0 0 0,0 0 0 0 0,0-1 0 0 0,-1 0 1 0 0,0-1-1 0 0,16-16 0 0 0,-11 7-3 0 0,-2 0 1 0 0,0-1-1 0 0,-1-1 0 0 0,-1 0 0 0 0,0-1 1 0 0,-2 0-1 0 0,-1 0 0 0 0,0-1 0 0 0,-2-1 1 0 0,9-43-1 0 0,-15 61-58 0 0,0-1 0 0 0,0 0-1 0 0,-1 1 1 0 0,0-1 0 0 0,0 0 0 0 0,-1 1 0 0 0,0-1 0 0 0,0 0 0 0 0,0 1-1 0 0,0-1 1 0 0,-1 1 0 0 0,0-1 0 0 0,0 1 0 0 0,-1 0 0 0 0,1 0 0 0 0,-1 0-1 0 0,0 0 1 0 0,-1 1 0 0 0,1-1 0 0 0,-1 1 0 0 0,0 0 0 0 0,0 0 0 0 0,0 0-1 0 0,0 0 1 0 0,-1 1 0 0 0,1-1 0 0 0,-1 1 0 0 0,0 0 0 0 0,0 1 0 0 0,-10-5 0 0 0,3 3 116 0 0,0 0 1 0 0,0 1 0 0 0,1 0 0 0 0,-2 1 0 0 0,1 0 0 0 0,0 1 0 0 0,0 1 0 0 0,-1-1 0 0 0,1 2 0 0 0,0 0 0 0 0,0 0 0 0 0,0 1 0 0 0,-15 5 0 0 0,10-1-48 0 0,1 1-1 0 0,0 1 1 0 0,0 0 0 0 0,1 1 0 0 0,0 1 0 0 0,0 0 0 0 0,1 1 0 0 0,1 1 0 0 0,0 0-1 0 0,-17 21 1 0 0,15-16 167 0 0,1 1 0 0 0,1 1 0 0 0,1 1 0 0 0,1 0 0 0 0,0 0-1 0 0,2 1 1 0 0,-12 34 0 0 0,15-34-98 0 0,2-1-1 0 0,0 1 1 0 0,1 0 0 0 0,1 0-1 0 0,1 0 1 0 0,0 0 0 0 0,2 0-1 0 0,4 27 1 0 0,-3-39-183 0 0,-1 0-1 0 0,2 0 1 0 0,-1 0-1 0 0,1 0 1 0 0,0-1-1 0 0,1 1 1 0 0,0-1-1 0 0,0 0 1 0 0,1 0-1 0 0,0 0 1 0 0,1 0-1 0 0,-1-1 1 0 0,1 0-1 0 0,1 0 1 0 0,-1-1-1 0 0,1 0 1 0 0,1 0-1 0 0,-1-1 1 0 0,1 1-1 0 0,15 7 1 0 0,-9-7-23 0 0,0-1-1 0 0,0 0 1 0 0,1-2 0 0 0,-1 1-1 0 0,1-1 1 0 0,0-1 0 0 0,0-1-1 0 0,0 0 1 0 0,0-1 0 0 0,0-1-1 0 0,18-2 1 0 0,-15-1-123 0 0,0 0 0 0 0,0-1 0 0 0,0-1 1 0 0,-1 0-1 0 0,0-1 0 0 0,0-1 0 0 0,-1-1 0 0 0,29-20 1 0 0,-2-4-875 0 0,-2-1 1 0 0,42-48 0 0 0,70-95-8588 0 0,-52 48 265 0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3:05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18 3121 0 0,'0'0'217'0'0,"0"-1"0"0"0,0 0-1 0 0,0 0 1 0 0,0 0 0 0 0,0 1 0 0 0,-1-1-1 0 0,1 0 1 0 0,0 1 0 0 0,0-1-1 0 0,-1 0 1 0 0,1 0 0 0 0,0 1-1 0 0,-1-1 1 0 0,1 0 0 0 0,-1 1-1 0 0,1-1 1 0 0,-1 1 0 0 0,1-1-1 0 0,-1 1 1 0 0,1-1 0 0 0,-1 1-1 0 0,0-1 1 0 0,1 1 0 0 0,-1-1-1 0 0,0 1 1 0 0,1 0 0 0 0,-1-1 0 0 0,0 1-1 0 0,1 0 1 0 0,-1 0 0 0 0,0 0-1 0 0,-1-1 1 0 0,-1 2 302 0 0,0 0 0 0 0,0 1-1 0 0,0-1 1 0 0,1 0 0 0 0,-1 1 0 0 0,0 0 0 0 0,0-1 0 0 0,1 1 0 0 0,-4 4-1 0 0,-7 5 332 0 0,1 1 0 0 0,0 0 1 0 0,0 1-1 0 0,1 0 0 0 0,1 1 0 0 0,-13 21 0 0 0,10-10-550 0 0,1 0 0 0 0,0 1 1 0 0,-9 38-1 0 0,6-8-287 0 0,3 1 0 0 0,3 1 0 0 0,-3 64 0 0 0,8-23 995 0 0,4 1 1 0 0,5-1-1 0 0,4-1 1 0 0,41 185-1 0 0,-42-251-864 0 0,1 0 0 0 0,2-1 0 0 0,1 0 1 0 0,2 0-1 0 0,32 52 0 0 0,-35-67-258 0 0,1 0-1 0 0,0-1 1 0 0,1-1 0 0 0,1 0-1 0 0,0 0 1 0 0,1-2 0 0 0,0 0-1 0 0,1 0 1 0 0,0-2 0 0 0,1 0-1 0 0,20 9 1 0 0,-20-12-743 0 0,0 0-1 0 0,1-1 1 0 0,-1 0-1 0 0,1-2 0 0 0,0 0 1 0 0,32 2-1 0 0,-44-6 250 0 0,-1 0 0 0 0,1 0 0 0 0,-1-1-1 0 0,1 1 1 0 0,-1-1 0 0 0,1-1-1 0 0,-1 1 1 0 0,1-1 0 0 0,9-4 0 0 0,-1-3-2644 0 0,0 0 1 0 0,25-22-1 0 0,-38 30 3095 0 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2:52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13 480 0 0,'-2'-12'7585'0'0,"13"32"-5375"0"0,22 58-226 0 0,-16-29-565 0 0,16 84 0 0 0,0 63-153 0 0,-29-171-1115 0 0,66 323 545 0 0,-35-192-538 0 0,-16-68-50 0 0,55 230 478 0 0,-58-275-760 0 0,-16-42 102 0 0,0 0 0 0 0,0-1 0 0 0,1 1 0 0 0,-1 0 0 0 0,0 0 0 0 0,1-1 0 0 0,-1 1 0 0 0,0 0 0 0 0,1-1 0 0 0,-1 1 0 0 0,1 0 0 0 0,-1-1 0 0 0,1 1 0 0 0,-1-1-1 0 0,1 1 1 0 0,0-1 0 0 0,-1 1 0 0 0,1-1 0 0 0,-1 1 0 0 0,1-1 0 0 0,0 0 0 0 0,0 1 0 0 0,-1-1 0 0 0,1 0 0 0 0,0 1 0 0 0,0-1 0 0 0,-1 0 0 0 0,1 0 0 0 0,1 0 0 0 0,0-1-206 0 0,-1 1 1 0 0,1-1-1 0 0,-1 0 1 0 0,0 0 0 0 0,1 0-1 0 0,-1 0 1 0 0,0-1-1 0 0,0 1 1 0 0,0 0-1 0 0,0-1 1 0 0,0 1 0 0 0,0 0-1 0 0,0-1 1 0 0,1-2-1 0 0,2-5-853 0 0,-1 1 0 0 0,0-1 0 0 0,0 1 0 0 0,3-18-1 0 0,1-55-4057 0 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2:52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88 358 1921 0 0,'-10'-7'1906'0'0,"0"1"-1"0"0,0 0 1 0 0,-1 0-1 0 0,0 1 1 0 0,0 1 0 0 0,-13-4-1 0 0,47 6-1571 0 0,259 15 1036 0 0,188 2-486 0 0,-455-16-865 0 0,92-1 305 0 0,136-21 0 0 0,-7-25 372 0 0,117-41 111 0 0,43-11-145 0 0,-129 51-306 0 0,-157 35-76 0 0,180-1 1 0 0,-285 15-287 0 0,0 0 1 0 0,0 0-1 0 0,0 0 1 0 0,0 1-1 0 0,0 0 1 0 0,0 0-1 0 0,0 1 1 0 0,8 3-1 0 0,-11-4 2 0 0,0 0 0 0 0,0 1-1 0 0,0-1 1 0 0,0 1-1 0 0,-1-1 1 0 0,1 1-1 0 0,-1 0 1 0 0,1 0-1 0 0,-1 0 1 0 0,0 0 0 0 0,0 0-1 0 0,0 0 1 0 0,0 0-1 0 0,0 0 1 0 0,0 0-1 0 0,0 0 1 0 0,-1 1 0 0 0,1-1-1 0 0,-1 0 1 0 0,0 1-1 0 0,1 2 1 0 0,1 40 31 0 0,-3 0 0 0 0,-6 52 0 0 0,0 36 52 0 0,-10 315 241 0 0,12-379-424 0 0,-20 176 428 0 0,18-201-922 0 0,-2-1-1 0 0,-2 0 0 0 0,-24 63 1 0 0,31-97-283 0 0,-1 1 1 0 0,1-1 0 0 0,-1 0-1 0 0,-7 9 1 0 0,3-8-1810 0 0,-1 1-1 0 0,-15 11 1 0 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2:53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88 200 5603 0 0,'-69'-6'8830'0'0,"53"4"-5947"0"0,14-1-1791 0 0,16-2-1165 0 0,-12 5 93 0 0,24-5 338 0 0,1 1 1 0 0,33 0-1 0 0,-49 4-259 0 0,341-9 1280 0 0,82-4-904 0 0,57-29 441 0 0,-123 10-31 0 0,234-15 75 0 0,-595 47-1042 0 0,0-1-276 0 0,0 1 1 0 0,0-1-1 0 0,0 0 1 0 0,0 0-1 0 0,11-4 1 0 0,-53-14-18359 0 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2:54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19 1121 0 0,'-9'-18'3681'0'0,"25"223"-1680"0"0,3-85-1040 0 0,-4-102-1362 0 0,-13-90-4001 0 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2:54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41 2241 0 0,'-24'-34'5523'0'0,"-11"28"-3122"0"0,23 12-2241 0 0,17 0-240 0 0,4 8 160 0 0,3 2 0 0 0,2 6-160 0 0,57 80-3362 0 0,-7-21-2240 0 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2:54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1281 0 0,'0'-22'2641'0'0,"3"34"-320"0"0,9 78 3281 0 0,-5 21-2560 0 0,9-11-2882 0 0,8-6-640 0 0,2 0 320 0 0,-5-14 160 0 0,-4-4 80 0 0,0-20-160 0 0,-6-6 0 0 0,-3-2-241 0 0,-8-14 1 0 0,0 0-1280 0 0,9-3-401 0 0,-11-19 640 0 0,-5-18-3121 0 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2:55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1121 0 0,'-3'0'1280'0'0,"36"32"-2480"0"0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2:55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78 125 5202 0 0,'-31'119'5929'0'0,"21"-68"-5118"0"0,-5 80 0 0 0,-4 438 723 0 0,18-543-1469 0 0,-1 44 209 0 0,11 106 0 0 0,-3-154-158 0 0,-6-22-113 0 0,0 0 0 0 0,0 1 0 0 0,0-1 0 0 0,0 0 0 0 0,0 0 0 0 0,0 0 0 0 0,1 0 0 0 0,-1 0 0 0 0,0 0 0 0 0,0 1 0 0 0,0-1 0 0 0,0 0 0 0 0,0 0 0 0 0,0 0 1 0 0,1 0-1 0 0,-1 0 0 0 0,0 0 0 0 0,0 0 0 0 0,0 0 0 0 0,0 0 0 0 0,0 0 0 0 0,1 1 0 0 0,-1-1 0 0 0,0 0 0 0 0,0 0 0 0 0,0 0 0 0 0,0 0 0 0 0,1 0 0 0 0,-1 0 1 0 0,0 0-1 0 0,0 0 0 0 0,0 0 0 0 0,0 0 0 0 0,1 0 0 0 0,-1-1 0 0 0,0 1 0 0 0,0 0 0 0 0,0 0 0 0 0,0 0 0 0 0,0 0 0 0 0,1 0 0 0 0,-1 0 0 0 0,0 0 0 0 0,0 0 1 0 0,0 0-1 0 0,0 0 0 0 0,0-1 0 0 0,0 1 0 0 0,1 0 0 0 0,-1 0 0 0 0,0 0 0 0 0,3-5 25 0 0,-1 0-1 0 0,1 1 1 0 0,-1-1-1 0 0,0 0 1 0 0,1-7-1 0 0,13-48-27 0 0,17-121-1 0 0,-16 72-38 0 0,13-53-461 0 0,64-202 0 0 0,-76 313 488 0 0,33-66 0 0 0,-38 93 71 0 0,0 0-1 0 0,2 1 0 0 0,1 1 0 0 0,28-33 0 0 0,-38 49-23 0 0,1-1 0 0 0,0 1 1 0 0,0 0-1 0 0,0 0 0 0 0,0 1 1 0 0,1 0-1 0 0,0 1 0 0 0,14-7 1 0 0,-18 10-19 0 0,0 0 1 0 0,0 0 0 0 0,0 0-1 0 0,0 0 1 0 0,0 1 0 0 0,0-1-1 0 0,0 1 1 0 0,0 0 0 0 0,0 1 0 0 0,0-1-1 0 0,0 1 1 0 0,0-1 0 0 0,0 1-1 0 0,0 0 1 0 0,0 1 0 0 0,0-1-1 0 0,-1 1 1 0 0,1-1 0 0 0,0 1-1 0 0,-1 0 1 0 0,4 3 0 0 0,2 3 36 0 0,0 0 0 0 0,0 0 0 0 0,-1 1 0 0 0,0 0-1 0 0,-1 0 1 0 0,0 0 0 0 0,-1 1 0 0 0,1 0 0 0 0,-2 1 0 0 0,0-1 0 0 0,0 1 0 0 0,6 22 0 0 0,-5-9 89 0 0,0 0 1 0 0,-2 0-1 0 0,-1 1 0 0 0,-1-1 0 0 0,-1 30 0 0 0,-14 225 2872 0 0,12-276-3023 0 0,0 10 107 0 0,-1 1 0 0 0,-5 22 0 0 0,6-33-206 0 0,0 1 1 0 0,-1-1-1 0 0,1 1 1 0 0,-1-1 0 0 0,0 1-1 0 0,0-1 1 0 0,0 0 0 0 0,0 0-1 0 0,-1 0 1 0 0,1 0-1 0 0,-1 0 1 0 0,0-1 0 0 0,1 1-1 0 0,-6 3 1 0 0,8-6 46 0 0,0 0 1 0 0,0 0 0 0 0,0 0-1 0 0,0 0 1 0 0,-1 0 0 0 0,1 0-1 0 0,0 0 1 0 0,0 0 0 0 0,0 0-1 0 0,0 0 1 0 0,0 0 0 0 0,0 0-1 0 0,0 0 1 0 0,0 0-1 0 0,0 0 1 0 0,0 0 0 0 0,-1 0-1 0 0,1 0 1 0 0,0 0 0 0 0,0 0-1 0 0,0 0 1 0 0,0 0 0 0 0,0 0-1 0 0,0 0 1 0 0,0 0 0 0 0,0 0-1 0 0,0 0 1 0 0,0 0 0 0 0,-1-2-832 0 0,1 2 832 0 0,0 0-1 0 0,0 0 1 0 0,0 0 0 0 0,0 0-1 0 0,0 0 1 0 0,0 0 0 0 0,0 0-1 0 0,0 0 1 0 0,0 0 0 0 0,0 0-1 0 0,0-1 1 0 0,0 1 0 0 0,0 0-1 0 0,0 0 1 0 0,0 0 0 0 0,0 0-1 0 0,0 0 1 0 0,0 0-1 0 0,0 0 1 0 0,0 0 0 0 0,0 0-60 0 0,3-13-1327 0 0,-1 0-54 0 0,3-34-4356 0 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2:56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1 2241 0 0,'0'1'357'0'0,"1"1"0"0"0,0 0 0 0 0,-1 0 0 0 0,1-1 0 0 0,-1 1 0 0 0,0 0 1 0 0,0 0-1 0 0,1 0 0 0 0,-1-1 0 0 0,0 1 0 0 0,-1 0 0 0 0,1 0 0 0 0,0 0 0 0 0,0-1 0 0 0,-1 1 0 0 0,1 0 0 0 0,-1 0 0 0 0,0-1 0 0 0,1 1 1 0 0,-2 2-1 0 0,-6 21 1348 0 0,2 18-674 0 0,-1 79 0 0 0,6-65-665 0 0,-31 367 3728 0 0,8-124-3799 0 0,20-244-282 0 0,-1-36-200 0 0,4-20-84 0 0,3-11-191 0 0,81-379-708 0 0,-22 80-728 0 0,-52 275 1828 0 0,1 0 1 0 0,27-59-1 0 0,-32 82 122 0 0,2 0 0 0 0,-1 1-1 0 0,1 0 1 0 0,1 0 0 0 0,0 1-1 0 0,0 0 1 0 0,1 0 0 0 0,1 1-1 0 0,-1 0 1 0 0,17-10 0 0 0,-23 16-36 0 0,0 1 0 0 0,1 0 1 0 0,-1 0-1 0 0,1 1 0 0 0,0-1 1 0 0,0 1-1 0 0,0-1 0 0 0,0 1 1 0 0,0 0-1 0 0,0 1 0 0 0,0-1 1 0 0,4 1-1 0 0,-5 0-7 0 0,0 0 1 0 0,-1 1-1 0 0,1 0 0 0 0,0-1 1 0 0,0 1-1 0 0,-1 0 1 0 0,1 0-1 0 0,-1 1 0 0 0,1-1 1 0 0,-1 1-1 0 0,1-1 1 0 0,-1 1-1 0 0,0 0 0 0 0,0-1 1 0 0,1 1-1 0 0,-2 0 1 0 0,1 1-1 0 0,0-1 0 0 0,2 3 1 0 0,3 5 19 0 0,-1 0 0 0 0,-1 1 1 0 0,0 0-1 0 0,0-1 0 0 0,6 22 1 0 0,-3 0 42 0 0,4 34 0 0 0,-6-19 79 0 0,-2 1 1 0 0,-3-1-1 0 0,-1 1 1 0 0,-12 85-1 0 0,6-96-9 0 0,-2-1-1 0 0,-1 0 1 0 0,-2-1-1 0 0,-1 0 1 0 0,-2-1-1 0 0,-33 59 0 0 0,38-77-134 0 0,-21 24-1 0 0,27-36-84 0 0,0 0 1 0 0,-1 0 0 0 0,0-1 0 0 0,1 1-1 0 0,-1-1 1 0 0,0 0 0 0 0,-1 0 0 0 0,1-1-1 0 0,-7 4 1 0 0,10-6-22 0 0,1 1-1 0 0,-1-1 1 0 0,0 0-1 0 0,0 0 0 0 0,1 0 1 0 0,-1 0-1 0 0,0 0 1 0 0,0 0-1 0 0,1 0 1 0 0,-1 0-1 0 0,0 0 1 0 0,1 0-1 0 0,-1 0 1 0 0,0-1-1 0 0,0 1 1 0 0,1 0-1 0 0,-1-1 1 0 0,1 1-1 0 0,-1 0 0 0 0,0-1 1 0 0,1 1-1 0 0,-1 0 1 0 0,1-1-1 0 0,-1 1 1 0 0,0-1-1 0 0,1 1 1 0 0,-1-1-1 0 0,1 0 1 0 0,0 1-1 0 0,-1-1 1 0 0,1 1-1 0 0,-1-1 1 0 0,1 0-1 0 0,0 1 0 0 0,0-1 1 0 0,-1 0-1 0 0,1 1 1 0 0,0-3-1 0 0,-19-50-8210 0 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2:56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10 800 0 0,'-17'-4'928'0'0,"11"2"-242"0"0,1 1 0 0 0,-1 0-1 0 0,0 0 1 0 0,0 0 0 0 0,-12 1 0 0 0,16 0-110 0 0,2 0-538 0 0,-1 0 1 0 0,1 0-1 0 0,0 0 1 0 0,0 0-1 0 0,0 0 0 0 0,0 0 1 0 0,-1 0-1 0 0,1 0 1 0 0,0 0-1 0 0,0 0 0 0 0,0 0 1 0 0,-1 0-1 0 0,1 1 0 0 0,0-1 1 0 0,0 0-1 0 0,0 0 1 0 0,0 0-1 0 0,-1 0 0 0 0,1 0 1 0 0,0 0-1 0 0,0 0 1 0 0,0 0-1 0 0,0 1 0 0 0,0-1 1 0 0,-1 0-1 0 0,1 0 1 0 0,0 0-1 0 0,0 0 0 0 0,0 0 1 0 0,0 1-1 0 0,0-1 1 0 0,0 0-1 0 0,0 0 0 0 0,0 0 1 0 0,0 0-1 0 0,0 1 1 0 0,0-1-1 0 0,0 0 0 0 0,0 0 1 0 0,0 0-1 0 0,0 1 0 0 0,0 30 1842 0 0,19 196 4225 0 0,4 19-3686 0 0,-20-214-2380 0 0,12 77-237 0 0,-12-97 152 0 0,0 1 0 0 0,1-2 0 0 0,0 1 1 0 0,1 0-1 0 0,0-1 0 0 0,10 16 0 0 0,-14-24 44 0 0,1-1 0 0 0,0 1 0 0 0,0 0 0 0 0,1-1 0 0 0,-1 1 0 0 0,1-1 0 0 0,-1 1 0 0 0,1-1 1 0 0,0 0-1 0 0,-1 0 0 0 0,1-1 0 0 0,0 1 0 0 0,1 0 0 0 0,-1-1 0 0 0,4 2 0 0 0,-5-3-8 0 0,1 0 1 0 0,-1 0-1 0 0,1 1 0 0 0,0-1 1 0 0,-1-1-1 0 0,1 1 0 0 0,-1 0 1 0 0,1-1-1 0 0,-1 1 0 0 0,1-1 1 0 0,-1 0-1 0 0,0 1 0 0 0,1-1 1 0 0,-1 0-1 0 0,0-1 0 0 0,1 1 1 0 0,-1 0-1 0 0,0-1 0 0 0,0 1 0 0 0,0-1 1 0 0,0 0-1 0 0,2-2 0 0 0,7-10-3 0 0,0 0-1 0 0,0-1 1 0 0,-1-1 0 0 0,-1 1-1 0 0,-1-1 1 0 0,8-21-1 0 0,-9 22 28 0 0,40-92 110 0 0,-8 16-193 0 0,62-105 1 0 0,-99 193 47 0 0,0-1 0 0 0,0 1 0 0 0,1 0 0 0 0,-1-1 0 0 0,1 1 0 0 0,4-3 0 0 0,-7 6 20 0 0,0-1-1 0 0,1 1 1 0 0,-1 0 0 0 0,0 0-1 0 0,0 0 1 0 0,1-1-1 0 0,-1 1 1 0 0,0 0-1 0 0,0 0 1 0 0,1 0-1 0 0,-1 0 1 0 0,0 0 0 0 0,1 0-1 0 0,-1-1 1 0 0,0 1-1 0 0,1 0 1 0 0,-1 0-1 0 0,0 0 1 0 0,1 0 0 0 0,-1 0-1 0 0,0 0 1 0 0,0 0-1 0 0,1 0 1 0 0,-1 0-1 0 0,0 1 1 0 0,1-1-1 0 0,-1 0 1 0 0,0 0 0 0 0,1 0-1 0 0,-1 0 1 0 0,0 0-1 0 0,0 0 1 0 0,1 1-1 0 0,-1-1 1 0 0,1 0-1 0 0,4 12 113 0 0,-3-7-50 0 0,21 70 1737 0 0,25 141 0 0 0,-27-108-1805 0 0,-18-95-148 0 0,0-1 0 0 0,1 1 0 0 0,0-1 1 0 0,1 0-1 0 0,0-1 0 0 0,1 1 1 0 0,0-1-1 0 0,0 0 0 0 0,9 10 0 0 0,-15-21 62 0 0,1 1-1 0 0,-1-1 0 0 0,0 1 1 0 0,0-1-1 0 0,0 0 0 0 0,1 1 1 0 0,-1-1-1 0 0,0 0 0 0 0,0 1 0 0 0,1-1 1 0 0,-1 0-1 0 0,0 1 0 0 0,1-1 1 0 0,-1 0-1 0 0,0 1 0 0 0,1-1 1 0 0,-1 0-1 0 0,1 0 0 0 0,-1 1 1 0 0,0-1-1 0 0,1 0 0 0 0,-1 0 1 0 0,1 0-1 0 0,-1 0 0 0 0,1 0 0 0 0,-1 0 1 0 0,0 0-1 0 0,1 0 0 0 0,-1 0 1 0 0,1 0-1 0 0,-1 0 0 0 0,1 0 1 0 0,-1 0-1 0 0,1 0 0 0 0,-1 0 1 0 0,0 0-1 0 0,1 0 0 0 0,-1 0 1 0 0,1-1-1 0 0,-1 1 0 0 0,0 0 0 0 0,1 0 1 0 0,1-4-1319 0 0,0 0 0 0 0,-1 0 1 0 0,1 0-1 0 0,-1 0 0 0 0,2-8 0 0 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2:56.9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17 107 1921 0 0,'-10'6'1441'0'0,"6"-2"-321"0"0,1 0 241 0 0,3-2 239 0 0,7 2 241 0 0,62 6 2001 0 0,71-6 400 0 0,-45-24-3762 0 0,-34-26-5682 0 0,-25-28-5843 0 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2:57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0 4082 0 0,'-59'86'9444'0'0,"4"58"-5442"0"0,12 14-2801 0 0,10-16-81 0 0,17-2-159 0 0,16-13-401 0 0,19-3-320 0 0,7-16-80 0 0,14-28 0 0 0,7-20-80 0 0,1-18-160 0 0,-1-14-640 0 0,17-12-241 0 0,12-34-6882 0 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3:07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0 2321 0 0,'14'206'3121'0'0,"-52"-76"-4001"0"0,-24-92-2081 0 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3:07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3 4082 0 0,'-2'0'214'0'0,"0"-1"1"0"0,0 1-1 0 0,0-1 1 0 0,0 1-1 0 0,1 0 1 0 0,-1-1-1 0 0,0 1 1 0 0,0 0-1 0 0,0 0 1 0 0,0 0-1 0 0,0 1 1 0 0,0-1-1 0 0,0 0 1 0 0,1 1-1 0 0,-1-1 1 0 0,-2 2-1 0 0,2-1-215 0 0,1 0 0 0 0,-1 0 0 0 0,1 1 0 0 0,0-1 0 0 0,-1 1-1 0 0,1-1 1 0 0,0 1 0 0 0,0 0 0 0 0,0-1 0 0 0,0 1 0 0 0,0 0 0 0 0,1 0 0 0 0,-1 0-1 0 0,0 0 1 0 0,0 3 0 0 0,-3 14 179 0 0,1-1 1 0 0,0 1-1 0 0,2 0 0 0 0,0 0 1 0 0,3 32-1 0 0,19 96 1083 0 0,-9-77-977 0 0,45 448 263 0 0,-56-496-542 0 0,0 0 0 0 0,2 0 1 0 0,1 0-1 0 0,11 40 0 0 0,-11-60 50 0 0,0-8-110 0 0,2-12-238 0 0,-1-2-564 0 0,-1-1 1 0 0,-1 0 0 0 0,0-1-1 0 0,-1-28 1 0 0,-7-9-4266 0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3:09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1110 4482 0 0,'53'-24'350'0'0,"2"2"-1"0"0,0 3 1 0 0,1 1-1 0 0,88-14 1 0 0,223-40-177 0 0,178-25-256 0 0,-474 86 73 0 0,424-49-392 0 0,32-4 417 0 0,-403 44 132 0 0,293-41 96 0 0,2 22-246 0 0,-308 35-29 0 0,450-33 384 0 0,618-69-5 0 0,-1039 97-368 0 0,256-18 609 0 0,1-27 485 0 0,20-36-627 0 0,257-42 709 0 0,-479 103-843 0 0,72-8-37 0 0,242 9-208 0 0,-306 18-143 0 0,-61 2 912 0 0,-125 9-464 0 0,-19 5-900 0 0,-4 4-396 0 0,-3 12-1197 0 0,2 9-1588 0 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3:09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82 960 0 0,'78'-36'4242'0'0,"116"-10"801"0"0,-13 58-3683 0 0,-32 50-1680 0 0,-35 0 160 0 0,-8-2 400 0 0,-11-4 0 0 0,-12-4-80 0 0,-28 2-240 0 0,-34 12 80 0 0,-28 12 0 0 0,-50 17-80 0 0,-45 15 80 0 0,-2-36 0 0 0,-1-24 80 0 0,1-14-160 0 0,-3-16-1200 0 0,17-16-2642 0 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3:11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7668 8 400 0 0,'-1'3'6345'0'0,"1"-2"-6169"0"0,0-1-136 0 0,-1 0-1 0 0,1 0 1 0 0,0 0-1 0 0,-1 0 1 0 0,1-1 0 0 0,0 1-1 0 0,-1 0 1 0 0,1 0-1 0 0,-1 0 1 0 0,1 0 0 0 0,0 0-1 0 0,-1 0 1 0 0,1-1-1 0 0,0 1 1 0 0,-1 0 0 0 0,1 0-1 0 0,0 0 1 0 0,0-1-1 0 0,-1 1 1 0 0,1 0 0 0 0,0 0-1 0 0,0-1 1 0 0,-1 1 0 0 0,1 0-1 0 0,0-1 1 0 0,0 1-1 0 0,0-1-37 0 0,0 1 0 0 0,0 0 0 0 0,0 0 0 0 0,0-1 0 0 0,0 1 0 0 0,0 0 0 0 0,-1 0 0 0 0,1 0 0 0 0,0-1 0 0 0,0 1 0 0 0,0 0 0 0 0,0 0 0 0 0,0-1 0 0 0,0 1 0 0 0,0 0 0 0 0,0 0 0 0 0,0 0 0 0 0,-1-1 0 0 0,1 1 0 0 0,0 0 0 0 0,0 0 0 0 0,0 0 0 0 0,0 0 0 0 0,-1 0 0 0 0,1-1 0 0 0,0 1 0 0 0,0 0 0 0 0,0 0 0 0 0,-1 0 0 0 0,1 0 0 0 0,0 0 0 0 0,0 0 0 0 0,-1 0 0 0 0,1 0 0 0 0,0 0 0 0 0,0 0 0 0 0,0 0 0 0 0,-1 0 0 0 0,1 0 0 0 0,0 0 0 0 0,0 0 0 0 0,-1 0 0 0 0,1 0 0 0 0,0 0 0 0 0,0 0 0 0 0,-1 0 0 0 0,1 0 0 0 0,-16 2 436 0 0,-49 8 999 0 0,-112 22 701 0 0,-5 4-1841 0 0,-60 16-434 0 0,178-36 410 0 0,-125 17 1 0 0,89-21 53 0 0,1 4-1 0 0,2 5 1 0 0,-117 40 0 0 0,51-10-147 0 0,-212 39 0 0 0,53-36 184 0 0,-4-27 246 0 0,119-13 823 0 0,35 0-1265 0 0,20-4-188 0 0,0 7 0 0 0,2 6 0 0 0,-242 70 0 0 0,-156 67-47 0 0,293-71 296 0 0,-69 20 22 0 0,34-15 123 0 0,57-16-41 0 0,91-31-147 0 0,-77 19 105 0 0,182-57-213 0 0,0-2 0 0 0,-1-2 0 0 0,0-2 0 0 0,-41 0 0 0 0,-164 11 64 0 0,49 0-177 0 0,89-11 72 0 0,-51 1-114 0 0,116-5-13 0 0,0 2 0 0 0,0 2 0 0 0,-45 9 0 0 0,52-6 94 0 0,-14 5-25 0 0,-1-3 0 0 0,-1-2 0 0 0,-92 0 0 0 0,108-7 18 0 0,0 0-1 0 0,-1 2 1 0 0,-62 10-1 0 0,-31 8-3224 0 0,127-19 3124 0 0,-1 0 0 0 0,1 0 0 0 0,0 0 0 0 0,-1 0 0 0 0,1 0 0 0 0,-1 0 0 0 0,1 0 0 0 0,-1 0 0 0 0,1 0 0 0 0,0 0-1 0 0,-1 1 1 0 0,1-1 0 0 0,-1 0 0 0 0,1 0 0 0 0,0 0 0 0 0,-1 1 0 0 0,1-1 0 0 0,0 0 0 0 0,-1 1 0 0 0,1-1 0 0 0,0 0-1 0 0,-1 1 1 0 0,1-1 0 0 0,0 0 0 0 0,0 1 0 0 0,0-1 0 0 0,-1 0 0 0 0,1 1 0 0 0,0-1 0 0 0,0 1 0 0 0,0 0 0 0 0,3-21-9251 0 0,3-9 7580 0 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3:12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910 0 6323 0 0,'-30'12'460'0'0,"0"0"0"0"0,0 2 0 0 0,2 1 0 0 0,-30 21 0 0 0,-100 82 765 0 0,21-13-908 0 0,-13-9-80 0 0,-33 24 246 0 0,170-112-376 0 0,1 2-1 0 0,0 0 1 0 0,0 0 0 0 0,1 1-1 0 0,-17 21 1 0 0,26-29-84 0 0,0 0 0 0 0,0 0-1 0 0,1 0 1 0 0,-1 0 0 0 0,0 0 0 0 0,1 0 0 0 0,0 0-1 0 0,0 0 1 0 0,0 1 0 0 0,0-1 0 0 0,1 1 0 0 0,-1-1 0 0 0,1 0-1 0 0,0 1 1 0 0,0-1 0 0 0,0 1 0 0 0,0-1 0 0 0,1 1-1 0 0,-1-1 1 0 0,1 0 0 0 0,0 1 0 0 0,0-1 0 0 0,0 0 0 0 0,0 0-1 0 0,1 1 1 0 0,-1-1 0 0 0,1 0 0 0 0,0 0 0 0 0,0-1-1 0 0,4 6 1 0 0,3 1 8 0 0,0 0-1 0 0,1 0 0 0 0,0-1 1 0 0,0 0-1 0 0,1-1 1 0 0,0 0-1 0 0,0 0 0 0 0,0-1 1 0 0,15 4-1 0 0,6 2 33 0 0,1-2 1 0 0,46 8-1 0 0,25-1-71 0 0,160 6 0 0 0,109-20-1389 0 0,11 0-3380 0 0,-203 11 482 0 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3:12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4 2001 0 0,'-49'0'4562'0'0,"60"-4"-2001"0"0,-39 4-800 0 0,28 68-1761 0 0,38 108-1361 0 0,9-14 1762 0 0,10-25 1039 0 0,-5-23-800 0 0,10 4-559 0 0,7-4-242 0 0,14-18 1 0 0,-5-28-640 0 0,-16-26-721 0 0,-13-28-1680 0 0,-27-42-2402 0 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3:13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85 772 80 0 0,'-24'-19'1249'0'0,"15"12"104"0"0,-1-1 1 0 0,1 1 0 0 0,0-2-1 0 0,-10-12 1 0 0,19 21-1234 0 0,-1-1-1 0 0,1 0 1 0 0,-1 0 0 0 0,1 0-1 0 0,-1 0 1 0 0,1-1-1 0 0,0 1 1 0 0,-1 0 0 0 0,1 0-1 0 0,0 0 1 0 0,0 0 0 0 0,0 0-1 0 0,0 0 1 0 0,0 0-1 0 0,0 0 1 0 0,0-1 0 0 0,0 1-1 0 0,1 0 1 0 0,-1 0 0 0 0,0 0-1 0 0,1 0 1 0 0,-1 0-1 0 0,0 0 1 0 0,1 0 0 0 0,0 0-1 0 0,-1 0 1 0 0,1 0 0 0 0,-1 0-1 0 0,1 0 1 0 0,1 0-1 0 0,4-7 16 0 0,1 1 0 0 0,0-1 0 0 0,0 2 0 0 0,1-1 0 0 0,12-8 0 0 0,52-29-451 0 0,-40 26 249 0 0,260-144 38 0 0,-191 113 377 0 0,116-38 0 0 0,-7 22 6 0 0,3 9-1 0 0,2 9 1 0 0,223-18-1 0 0,-78 40-119 0 0,-297 26-219 0 0,0 2 0 0 0,0 3 0 0 0,100 22 0 0 0,-134-20-52 0 0,0 0 0 0 0,-1 2-1 0 0,-1 1 1 0 0,0 1 0 0 0,0 2 0 0 0,28 19 0 0 0,-37-21 19 0 0,-1 2-1 0 0,0 0 0 0 0,-1 0 1 0 0,-1 2-1 0 0,0 0 1 0 0,-1 1-1 0 0,-1 0 0 0 0,21 37 1 0 0,-21-28 17 0 0,0 0 0 0 0,-2 1 0 0 0,-2 0 0 0 0,0 1-1 0 0,-2 0 1 0 0,5 35 0 0 0,-7-22 27 0 0,-2 0 0 0 0,-2 0 0 0 0,-7 73-1 0 0,-9-19 25 0 0,-5-1-1 0 0,-3-1 1 0 0,-35 90-1 0 0,-68 164-636 0 0,122-338 433 0 0,2-1-331 0 0,0-1-1 0 0,-1 1 0 0 0,0-1 0 0 0,0 0 0 0 0,-1 0 0 0 0,0 0 1 0 0,0 0-1 0 0,-1-1 0 0 0,0 0 0 0 0,0 0 0 0 0,0 0 1 0 0,-10 8-1 0 0,-25 8-5010 0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3:13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19 408 1121 0 0,'-19'14'1520'0'0,"55"-14"-319"0"0,118-18 79 0 0,35-10-159 0 0,10 0-241 0 0,-40-4-319 0 0,9-10-1 0 0,29-10-80 0 0,9-2 160 0 0,-2 4 321 0 0,-14 6-721 0 0,-22 4-1681 0 0,-33 6-3201 0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4:29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0 253 1521 0 0,'4'31'372'0'0,"0"3"295"0"0,14 53 0 0 0,-16-78-497 0 0,1 1 0 0 0,1-1 0 0 0,-1 0 0 0 0,2 0 0 0 0,-1 0-1 0 0,1-1 1 0 0,1 1 0 0 0,-1-1 0 0 0,1-1 0 0 0,9 10 0 0 0,-9-12-26 0 0,0 0-1 0 0,0 0 1 0 0,1-1 0 0 0,0 0 0 0 0,-1 0 0 0 0,1-1 0 0 0,1 0 0 0 0,-1 0 0 0 0,0-1-1 0 0,1 1 1 0 0,-1-2 0 0 0,1 1 0 0 0,0-1 0 0 0,-1 0 0 0 0,1-1 0 0 0,12 0 0 0 0,-2-2 97 0 0,-1 0 0 0 0,1-1 1 0 0,0-1-1 0 0,-1 0 0 0 0,0-2 1 0 0,26-11-1 0 0,-13 3 31 0 0,-1-1 0 0 0,-1-2 0 0 0,-1 0 1 0 0,0-2-1 0 0,-1-2 0 0 0,28-27 0 0 0,-40 34-155 0 0,0-1 0 0 0,-1 0 0 0 0,0-1 0 0 0,-1 0 0 0 0,-1-1 0 0 0,-1 0 0 0 0,0-1-1 0 0,-1 0 1 0 0,-1 0 0 0 0,-1-1 0 0 0,8-34 0 0 0,-14 48-74 0 0,0 0-1 0 0,0 0 1 0 0,-1-1 0 0 0,0 1-1 0 0,0 0 1 0 0,0 0 0 0 0,0 0 0 0 0,-1 0-1 0 0,0 0 1 0 0,0 0 0 0 0,0 0-1 0 0,-1 0 1 0 0,0 0 0 0 0,-3-7-1 0 0,2 8 18 0 0,1 1 0 0 0,-1 0 0 0 0,0-1 0 0 0,0 1 0 0 0,0 1 1 0 0,0-1-1 0 0,0 0 0 0 0,0 1 0 0 0,-1 0 0 0 0,1-1 0 0 0,-1 1 0 0 0,0 1 0 0 0,1-1 0 0 0,-1 1 0 0 0,0-1 0 0 0,0 1 0 0 0,-6-1 0 0 0,2 1-17 0 0,0 0 0 0 0,-1 0 1 0 0,1 1-1 0 0,0 0 0 0 0,-1 0 0 0 0,1 1 1 0 0,0 0-1 0 0,-1 1 0 0 0,1 0 0 0 0,0 0 1 0 0,0 1-1 0 0,0 0 0 0 0,0 0 1 0 0,1 1-1 0 0,0 0 0 0 0,-11 7 0 0 0,9-5 2 0 0,1 1 0 0 0,0 0 0 0 0,0 0 0 0 0,1 0 0 0 0,0 1 0 0 0,0 0 0 0 0,1 0 0 0 0,0 1 0 0 0,0 0 0 0 0,1 0 0 0 0,1 0 0 0 0,-8 20 0 0 0,10-24-24 0 0,1-1 0 0 0,0 1 0 0 0,0 0-1 0 0,1 0 1 0 0,-1 0 0 0 0,1 0 0 0 0,0 0-1 0 0,0 0 1 0 0,1 0 0 0 0,0 0 0 0 0,-1 0-1 0 0,2-1 1 0 0,-1 1 0 0 0,0 0 0 0 0,1 0-1 0 0,0-1 1 0 0,0 1 0 0 0,1-1 0 0 0,-1 0-1 0 0,1 0 1 0 0,0 0 0 0 0,0 0 0 0 0,0 0-1 0 0,0 0 1 0 0,1-1 0 0 0,0 1 0 0 0,-1-1-1 0 0,1 0 1 0 0,7 4 0 0 0,-2-2-63 0 0,-1 0 1 0 0,1-1-1 0 0,1 0 0 0 0,-1 0 1 0 0,0-1-1 0 0,1 0 1 0 0,-1-1-1 0 0,1 0 0 0 0,0 0 1 0 0,0-1-1 0 0,0 0 1 0 0,0-1-1 0 0,19-2 0 0 0,-11-1-165 0 0,-1-1 0 0 0,1 0-1 0 0,-1-2 1 0 0,-1 0-1 0 0,1-1 1 0 0,26-15-1 0 0,-32 16-329 0 0,0-1-1 0 0,-1-1 0 0 0,0 0 0 0 0,0-1 1 0 0,0 0-1 0 0,-1 0 0 0 0,-1-1 0 0 0,0 0 0 0 0,14-21 1 0 0,9-38-4412 0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4:29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500 7 1681 0 0,'-3'-1'335'0'0,"-13"-5"1354"0"0,14 7-1543 0 0,-1-1-1 0 0,1 1 1 0 0,0-1 0 0 0,-1 1 0 0 0,1 0-1 0 0,0 0 1 0 0,-1 0 0 0 0,1 0 0 0 0,-4 3-1 0 0,-28 21 904 0 0,0 2-1 0 0,2 1 1 0 0,1 1-1 0 0,-53 66 1 0 0,59-62-737 0 0,1 1 1 0 0,2 1 0 0 0,1 1-1 0 0,2 1 1 0 0,1 1 0 0 0,2 0-1 0 0,-19 73 1 0 0,16-32-178 0 0,4 2 1 0 0,-10 156 0 0 0,25 4 475 0 0,3-205-456 0 0,2 0 0 0 0,1-1 1 0 0,2 1-1 0 0,19 56 0 0 0,-22-80-101 0 0,1 1 1 0 0,-1-1-1 0 0,2 0 0 0 0,0 0 1 0 0,0-1-1 0 0,1 0 0 0 0,1 0 1 0 0,16 17-1 0 0,-18-22-35 0 0,1-1 1 0 0,-1 1-1 0 0,1-1 0 0 0,0-1 1 0 0,0 1-1 0 0,0-1 1 0 0,0-1-1 0 0,1 1 0 0 0,0-1 1 0 0,-1-1-1 0 0,1 0 1 0 0,0 0-1 0 0,14 0 0 0 0,-9-1-81 0 0,0-1 0 0 0,1-1-1 0 0,-1-1 1 0 0,0 0 0 0 0,0 0 0 0 0,0-2-1 0 0,0 0 1 0 0,-1 0 0 0 0,1-1-1 0 0,-1-1 1 0 0,23-13 0 0 0,-10 2-357 0 0,-1 0 0 0 0,0-2 1 0 0,-2-1-1 0 0,26-27 0 0 0,-25 20-346 0 0,-1 0-1 0 0,-2-1 1 0 0,-1-1 0 0 0,-1-1-1 0 0,-2-1 1 0 0,0 0 0 0 0,12-37-1 0 0,13-48-2368 0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4:30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145 266 240 0 0,'-10'1'1095'0'0,"-5"1"-111"0"0,1-1-1 0 0,0 2 0 0 0,0 0 0 0 0,0 1 0 0 0,0 0 0 0 0,-18 9 0 0 0,31-13-973 0 0,0 0 0 0 0,0 1-1 0 0,0-1 1 0 0,0 1 0 0 0,0-1 0 0 0,0 1-1 0 0,1 0 1 0 0,-1-1 0 0 0,0 1 0 0 0,0 0-1 0 0,0-1 1 0 0,1 1 0 0 0,-1 0 0 0 0,0 0-1 0 0,1 0 1 0 0,-1 0 0 0 0,1 0 0 0 0,-1 0-1 0 0,1 0 1 0 0,-1 0 0 0 0,1 0 0 0 0,0 0-1 0 0,0 0 1 0 0,-1 0 0 0 0,1 0 0 0 0,0 0-1 0 0,0 0 1 0 0,0 0 0 0 0,0 0 0 0 0,0 0-1 0 0,0 0 1 0 0,0 0 0 0 0,0 0 0 0 0,1 0-1 0 0,-1 0 1 0 0,0 0 0 0 0,1 0 0 0 0,-1 0-1 0 0,1 0 1 0 0,-1 0 0 0 0,1 0 0 0 0,-1 0-1 0 0,1 0 1 0 0,0 0 0 0 0,-1 0-1 0 0,1-1 1 0 0,0 1 0 0 0,0 0 0 0 0,-1-1-1 0 0,1 1 1 0 0,2 1 0 0 0,0 0-13 0 0,1 1 0 0 0,-1-1-1 0 0,1 0 1 0 0,0 0 0 0 0,0 0 0 0 0,0-1 0 0 0,0 1 0 0 0,0-1-1 0 0,0 0 1 0 0,0 0 0 0 0,0 0 0 0 0,0-1 0 0 0,1 0 0 0 0,-1 1-1 0 0,0-2 1 0 0,0 1 0 0 0,1 0 0 0 0,-1-1 0 0 0,0 0 0 0 0,6-1-1 0 0,-2-1 17 0 0,0 0-1 0 0,0-1 0 0 0,0 0 0 0 0,-1 0 0 0 0,1 0 0 0 0,-1-1 0 0 0,0-1 0 0 0,0 1 0 0 0,-1-1 1 0 0,8-8-1 0 0,18-25-58 0 0,45-68-1 0 0,17-22-994 0 0,-70 104 801 0 0,-29 43 780 0 0,-6 34 0 0 0,-27 339 2127 0 0,34-344-2372 0 0,-9 326 944 0 0,16-296-1181 0 0,2 0 0 0 0,27 127 1 0 0,-31-201-75 0 0,19 74-133 0 0,-18-70-126 0 0,1 0 1 0 0,0 1-1 0 0,0-1 1 0 0,1-1-1 0 0,0 1 1 0 0,0 0-1 0 0,6 6 0 0 0,-8-11-89 0 0,-1-1-1 0 0,1 1 1 0 0,0-1-1 0 0,0 1 1 0 0,0-1-1 0 0,0 0 1 0 0,0 0-1 0 0,0 0 1 0 0,0 0 0 0 0,0 0-1 0 0,0-1 1 0 0,3 2-1 0 0,-5-2 355 0 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4:30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37 1761 0 0,'-18'-23'5287'0'0,"17"22"-4885"0"0,1 1-1 0 0,-1-1 0 0 0,1 1 0 0 0,-1 0 0 0 0,1-1 0 0 0,-1 1 1 0 0,1-1-1 0 0,-1 1 0 0 0,1-1 0 0 0,0 1 0 0 0,-1-1 0 0 0,1 1 1 0 0,-1-1-1 0 0,1 0 0 0 0,0 1 0 0 0,0-1 0 0 0,-1 0 0 0 0,1 1 0 0 0,0-1 1 0 0,0 0-1 0 0,0 0 0 0 0,15 1-389 0 0,1 1 0 0 0,0 0 0 0 0,-1 2-1 0 0,0-1 1 0 0,1 2 0 0 0,-1 0 0 0 0,0 1 0 0 0,-1 0 0 0 0,1 1 0 0 0,-1 1-1 0 0,0 0 1 0 0,-1 1 0 0 0,0 1 0 0 0,0 0 0 0 0,-1 1 0 0 0,0 0 0 0 0,11 12-1 0 0,-5-4 40 0 0,-1 1 0 0 0,0 0 0 0 0,-1 1 0 0 0,-2 1 0 0 0,0 0 0 0 0,-1 1 0 0 0,-1 0 0 0 0,-1 1 0 0 0,-1 1 0 0 0,-1 0 0 0 0,-1 0 0 0 0,-2 0 0 0 0,0 1 0 0 0,-1 0 0 0 0,-2 0 0 0 0,1 29 0 0 0,-6 7 75 0 0,-3 0-1 0 0,-24 115 1 0 0,-51 114 231 0 0,56-217-220 0 0,-4-1-1 0 0,-64 120 1 0 0,71-156-106 0 0,-2 0 0 0 0,-1-2 0 0 0,-1 0 0 0 0,-2-2 0 0 0,-2-1 0 0 0,-50 43 0 0 0,78-73-35 0 0,-14 11-15 0 0,-26 17 0 0 0,37-27-15 0 0,1 0 0 0 0,0-1 1 0 0,-1 1-1 0 0,1-1 0 0 0,-1 1 1 0 0,1-1-1 0 0,-1 0 1 0 0,0 0-1 0 0,1-1 0 0 0,-1 1 1 0 0,0-1-1 0 0,0 0 0 0 0,1 0 1 0 0,-6 0-1 0 0,7-1-59 0 0,1 1 0 0 0,0-1 1 0 0,-1 0-1 0 0,1 1 0 0 0,-1-1 0 0 0,1 0 0 0 0,0 0 0 0 0,-1 0 1 0 0,1 0-1 0 0,0 0 0 0 0,0 0 0 0 0,0 0 0 0 0,0 0 0 0 0,0 0 0 0 0,0-1 1 0 0,0 1-1 0 0,0 0 0 0 0,0-1 0 0 0,1 1 0 0 0,-1-1 0 0 0,1 1 1 0 0,-1 0-1 0 0,1-1 0 0 0,-1-2 0 0 0,-4-16-2050 0 0,1 1 0 0 0,-3-38-1 0 0,0-84-6553 0 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4:30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6 165 3922 0 0,'-5'85'3232'0'0,"4"-1"1"0"0,15 128 0 0 0,28 27-2570 0 0,7 56-579 0 0,-40-178 416 0 0,-4 0 0 0 0,-6 1 0 0 0,-5-1 0 0 0,-4-1 1 0 0,-44 190-1 0 0,39-253 87 0 0,10-46-390 0 0,1-13-101 0 0,0-62-296 0 0,0-115-640 0 0,7-392-3849 0 0,38-12 2135 0 0,-32 520 2989 0 0,3 0 0 0 0,33-107 0 0 0,-35 147-170 0 0,1 0 1 0 0,1 1-1 0 0,22-34 0 0 0,-25 45-132 0 0,2 0 0 0 0,0 2-1 0 0,0-1 1 0 0,2 1-1 0 0,-1 1 1 0 0,22-16-1 0 0,-24 21-65 0 0,1 0-1 0 0,-1 1 1 0 0,2 0 0 0 0,-1 1-1 0 0,0 0 1 0 0,1 1-1 0 0,0 0 1 0 0,15-2-1 0 0,-21 4-40 0 0,0 1 0 0 0,0 1 0 0 0,0-1 1 0 0,0 1-1 0 0,1 0 0 0 0,-1 1 0 0 0,0 0 0 0 0,0-1 0 0 0,0 2 0 0 0,0-1 0 0 0,0 1 0 0 0,0 0 0 0 0,-1 0 0 0 0,1 1 0 0 0,-1-1 0 0 0,1 1 0 0 0,-1 0 0 0 0,9 8 0 0 0,-7-5 16 0 0,-1 0-1 0 0,0 1 1 0 0,0-1-1 0 0,-1 1 0 0 0,0 1 1 0 0,0-1-1 0 0,-1 1 1 0 0,0-1-1 0 0,0 1 1 0 0,5 17-1 0 0,-5-12 14 0 0,-2 1-1 0 0,1-1 1 0 0,-2 1 0 0 0,0-1 0 0 0,0 1-1 0 0,-3 21 1 0 0,-2-5 25 0 0,-1 0 1 0 0,-2-1-1 0 0,-1 0 0 0 0,-1 0 0 0 0,-2-1 1 0 0,-13 28-1 0 0,-28 38 204 0 0,-4-1 1 0 0,-102 127 0 0 0,112-164-592 0 0,30-44-614 0 0,16-12 860 0 0,0 0-1 0 0,-1 0 0 0 0,1 0 1 0 0,0 0-1 0 0,0 0 0 0 0,-1 1 1 0 0,1-1-1 0 0,0 0 1 0 0,0 0-1 0 0,-1 0 0 0 0,1 0 1 0 0,0 0-1 0 0,0 0 0 0 0,-1 0 1 0 0,1 0-1 0 0,0 0 0 0 0,0 0 1 0 0,-1 0-1 0 0,1 0 0 0 0,0 0 1 0 0,0 0-1 0 0,-1-1 0 0 0,1 1 1 0 0,0 0-1 0 0,0 0 0 0 0,-1 0 1 0 0,1 0-1 0 0,0 0 1 0 0,0 0-1 0 0,0-1 0 0 0,-1 1 1 0 0,1 0-1 0 0,0 0 0 0 0,0 0 1 0 0,0-1-1 0 0,-1 1 0 0 0,1-4-1115 0 0,-1 0 0 0 0,1 0 0 0 0,0 0 0 0 0,0 0-1 0 0,1 0 1 0 0,-1 0 0 0 0,2-6 0 0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4:31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34 158 2401 0 0,'-29'225'13380'0'0,"27"-205"-12501"0"0,1-14-735 0 0,0 0-1 0 0,1 1 1 0 0,-1-1-1 0 0,2 11 1 0 0,0-15-149 0 0,-1 0-1 0 0,1 0 1 0 0,0 0 0 0 0,-1 0-1 0 0,1 0 1 0 0,0 0 0 0 0,0 0 0 0 0,0 0-1 0 0,1 0 1 0 0,-1-1 0 0 0,0 1-1 0 0,1 0 1 0 0,-1-1 0 0 0,1 1 0 0 0,0-1-1 0 0,3 3 1 0 0,1 0 37 0 0,0 0 0 0 0,0-1 0 0 0,1 1 1 0 0,-1-2-1 0 0,1 1 0 0 0,0-1 0 0 0,0 1 0 0 0,0-2 0 0 0,0 1 1 0 0,0-1-1 0 0,10 0 0 0 0,-4-1 123 0 0,0 0 0 0 0,0-1 1 0 0,-1-1-1 0 0,1 0 0 0 0,23-8 0 0 0,-4-1 273 0 0,0-3-1 0 0,-1 0 1 0 0,-1-2-1 0 0,31-22 1 0 0,-39 24-353 0 0,0-2 0 0 0,-1 0 1 0 0,-1-1-1 0 0,-1-2 0 0 0,0 0 0 0 0,-1 0 1 0 0,-1-2-1 0 0,-1 0 0 0 0,-1-1 1 0 0,-1 0-1 0 0,-1-2 0 0 0,-1 1 0 0 0,13-39 1 0 0,-6-3-330 0 0,-13 46 111 0 0,-6 19 141 0 0,0 0 0 0 0,0 0 0 0 0,0 0 0 0 0,0 0-1 0 0,0 0 1 0 0,0 0 0 0 0,0 0 0 0 0,0 0 0 0 0,0 0 0 0 0,0 0-1 0 0,0 1 1 0 0,0-1 0 0 0,0 0 0 0 0,0 0 0 0 0,0 0 0 0 0,0 0 0 0 0,0 0-1 0 0,0 0 1 0 0,0 0 0 0 0,1 0 0 0 0,-1 0 0 0 0,0 0 0 0 0,0 1-1 0 0,0-1 1 0 0,0 0 0 0 0,0 0 0 0 0,0 0 0 0 0,0 0 0 0 0,0 0 0 0 0,0 0-1 0 0,0 0 1 0 0,0 0 0 0 0,0 0 0 0 0,0 0 0 0 0,0 0 0 0 0,1 0-1 0 0,-1 0 1 0 0,0 0 0 0 0,0 0 0 0 0,0 0 0 0 0,0 0 0 0 0,0 0-1 0 0,0 0 1 0 0,0 0 0 0 0,0 0 0 0 0,0 0 0 0 0,0 0 0 0 0,1 0 0 0 0,-1 0-1 0 0,0 0 1 0 0,0 0 0 0 0,0 0 0 0 0,0 0 0 0 0,0 0 0 0 0,0 0-1 0 0,0 0 1 0 0,0 0 0 0 0,0 0 0 0 0,0 0 0 0 0,0 0 0 0 0,1 0 0 0 0,-1 0-1 0 0,0 0 1 0 0,0 0 0 0 0,0 0 0 0 0,2 35-185 0 0,-2-29 179 0 0,-3 201-152 0 0,1-175 168 0 0,2-1-1 0 0,0 0 1 0 0,3 1-1 0 0,0-1 1 0 0,2 0 0 0 0,11 37-1 0 0,7 0-96 0 0,2 0 0 0 0,55 101 0 0 0,-78-165 37 0 0,2 4-230 0 0,1 0 0 0 0,-1 0 0 0 0,1 0-1 0 0,1 0 1 0 0,0-1 0 0 0,0 1-1 0 0,0-1 1 0 0,1-1 0 0 0,0 0 0 0 0,0 0-1 0 0,1 0 1 0 0,10 6 0 0 0,-3-7-2319 0 0,-1 0-1 0 0,1-1 1 0 0,20 3 0 0 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4:32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2081 0 0,'118'124'-2001'0'0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4:32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1 4482 0 0,'-154'24'8977'0'0,"207"-28"-8827"0"0,-6-2-33 0 0,227-2 630 0 0,-256 8-667 0 0,0 1 1 0 0,0 1-1 0 0,0 1 0 0 0,23 6 0 0 0,-37-8-60 0 0,1 1-1 0 0,-1 0 1 0 0,1 0 0 0 0,-1 0-1 0 0,0 0 1 0 0,0 1 0 0 0,0-1-1 0 0,0 1 1 0 0,0 0 0 0 0,-1 1-1 0 0,1-1 1 0 0,-1 0 0 0 0,0 1-1 0 0,0 0 1 0 0,0 0 0 0 0,0 0-1 0 0,-1 0 1 0 0,0 0 0 0 0,0 0-1 0 0,3 8 1 0 0,-3-5 2 0 0,-1 0 0 0 0,1 1 0 0 0,-1-1 0 0 0,-1 0-1 0 0,1 1 1 0 0,-1-1 0 0 0,-2 13 0 0 0,-12 53 121 0 0,14-71-141 0 0,-7 28 49 0 0,-1 0 0 0 0,-1-1-1 0 0,-2 0 1 0 0,-18 36 0 0 0,-42 41 139 0 0,47-73-92 0 0,-28 50 0 0 0,45-67-92 0 0,7-14-38 0 0,-1-1 0 0 0,1 1 0 0 0,-1 0 0 0 0,0 0-1 0 0,1 0 1 0 0,-1-1 0 0 0,0 1 0 0 0,0-1 0 0 0,0 1-1 0 0,0-1 1 0 0,-1 1 0 0 0,1-1 0 0 0,0 1 0 0 0,-1-1-1 0 0,1 0 1 0 0,-1 0 0 0 0,-1 2 0 0 0,2-3-5 0 0,1 0 1 0 0,0 0-1 0 0,0-1 1 0 0,0 1-1 0 0,0 0 1 0 0,0 0-1 0 0,0 0 1 0 0,0 0-1 0 0,0 0 1 0 0,-1 0-1 0 0,1 0 1 0 0,0 0-1 0 0,0-1 1 0 0,0 1-1 0 0,0 0 1 0 0,0 0-1 0 0,0 0 1 0 0,0 0-1 0 0,0 0 1 0 0,0 0-1 0 0,0-1 1 0 0,0 1-1 0 0,0 0 1 0 0,0 0-1 0 0,0 0 1 0 0,0 0-1 0 0,0 0 1 0 0,0-1-1 0 0,0 1 1 0 0,0 0-1 0 0,0 0 1 0 0,0 0-1 0 0,0 0 1 0 0,0 0-1 0 0,0 0 1 0 0,0-1-1 0 0,0 1 1 0 0,0 0-1 0 0,0 0 1 0 0,0 0-1 0 0,1 0 1 0 0,-1 0-1 0 0,0 0 1 0 0,0 0-1 0 0,0-1 0 0 0,0 1 1 0 0,0 0-1 0 0,0 0 1 0 0,0 0-1 0 0,0 0 1 0 0,1 0-1 0 0,-1 0 1 0 0,0 0-1 0 0,0 0 1 0 0,0 0-1 0 0,0 0 1 0 0,54-79-4843 0 0,35-33 3995 0 0,-88 111 886 0 0,5-7 32 0 0,1 0 0 0 0,-1 1 0 0 0,1 0 0 0 0,0 0 0 0 0,1 1-1 0 0,0 0 1 0 0,0 0 0 0 0,13-7 0 0 0,-20 13-14 0 0,0 0 0 0 0,-1-1 0 0 0,1 1 0 0 0,0 0 0 0 0,-1 0 0 0 0,1-1 0 0 0,0 1 0 0 0,-1 0 0 0 0,1 0 0 0 0,0 0 0 0 0,0 0 0 0 0,-1 0 0 0 0,1 0 0 0 0,0 0 0 0 0,0 0 0 0 0,-1 0 0 0 0,1 0 1 0 0,0 0-1 0 0,-1 1 0 0 0,1-1 0 0 0,0 0 0 0 0,-1 0 0 0 0,1 1 0 0 0,0-1 0 0 0,-1 1 0 0 0,2-1 0 0 0,-2 1 41 0 0,1 0 0 0 0,-1 1 0 0 0,0-1 0 0 0,1 0 0 0 0,-1 0 0 0 0,0 0 1 0 0,1 0-1 0 0,-1 0 0 0 0,0 0 0 0 0,0 1 0 0 0,0-1 0 0 0,0 0 0 0 0,0 0 0 0 0,0 0 0 0 0,0 0 1 0 0,-1 0-1 0 0,1 2 0 0 0,-34 293 4640 0 0,24-188-3453 0 0,-18 461 833 0 0,28-548-2473 0 0,0 0 0 0 0,1 1 0 0 0,1-1-1 0 0,6 26 1 0 0,-2-40-963 0 0,1-15-1172 0 0,13-40-6877 0 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4:33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1 880 0 0,'-33'18'4002'0'0,"2"4"-2161"0"0,12-4-800 0 0,10 4 319 0 0,11 0 321 0 0,81 56 2401 0 0,5-10-2081 0 0,-29-32-2562 0 0,15-20-559 0 0,-20-28-4082 0 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4:33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4 4802 0 0,'-36'-2'6963'0'0,"15"0"-2401"0"0,9 2-1200 0 0,7 0 400 0 0,12 2-3042 0 0,5-2-480 0 0,133 22-4162 0 0,-22 8 1121 0 0,-71-2 960 0 0,-66 8-6162 0 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4:33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17 153 2401 0 0,'-11'-4'2881'0'0,"6"-2"1922"0"0,10 4-2722 0 0,21-4-81 0 0,161-34 2002 0 0,-9 0-2321 0 0,-62 18-1921 0 0,-26 8-160 0 0,-7 2 160 0 0,-36 6 160 0 0,-30 10-561 0 0,-19 8-2720 0 0,-10 16 720 0 0,-22 4-241 0 0,-25-2-879 0 0</inkml:trace>
  <inkml:trace contextRef="#ctx0" brushRef="#br0" timeOffset="1">119 87 2161 0 0,'-11'140'8404'0'0,"25"23"-6003"0"0,12-23-2641 0 0,-10-18 320 0 0,-4 22 2161 0 0,-12 34 320 0 0,-21 19-880 0 0,-10-1-1121 0 0,-7-18-480 0 0,3-42-240 0 0,20-52-80 0 0,30-56-240 0 0,8-68-3202 0 0,13-154-9924 0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4:34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0 4322 0 0,'-5'82'9524'0'0,"22"40"-2721"0"0,11-16-5842 0 0,13 2-1761 0 0,11 14 399 0 0,-2-6-639 0 0,-29-17-801 0 0,-31 1-2241 0 0,-25 4-4082 0 0</inkml:trace>
  <inkml:trace contextRef="#ctx0" brushRef="#br0" timeOffset="1">24 1091 8644 0 0,'-19'-2'5923'0'0,"15"2"-3282"0"0,8-2-1681 0 0,13 0-960 0 0,78-14-1440 0 0,111-8-721 0 0,-66 28 1760 0 0,-69 40 802 0 0,-38 30-81 0 0,-19 32-240 0 0,-21 22 320 0 0,-16-19 160 0 0,-30 1-160 0 0,-25 20-159 0 0,-5-4-1 0 0,26-32-160 0 0,17-52-560 0 0,2-96-5843 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4:34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7764 0 0,'5'8'5202'0'0,"-1"2"-2321"0"0,1 4-1280 0 0,5 11-1201 0 0,80 89-1600 0 0,49-34 479 0 0,1-78 161 0 0,-19-50-2241 0 0,-19-34-4002 0 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4:34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1 186 480 0 0,'37'30'4082'0'0,"144"-74"9364"0"0,37 4-6483 0 0,-78 10-7123 0 0,-67 0-3841 0 0,-28-2-1762 0 0,-26-8-1761 0 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4:35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470 28 80 0 0,'-59'-28'5923'0'0,"4"34"-2402"0"0,15 10-1680 0 0,4 46 800 0 0,1 110 1441 0 0,28 22-2161 0 0,18-44-1521 0 0,20-19-480 0 0,17 13 721 0 0,8 22 239 0 0,-6 16-400 0 0,-21 4-400 0 0,-17-15-320 0 0,-17-31-320 0 0,-17-36-961 0 0,-6-46-5842 0 0,-15-48-2402 0 0</inkml:trace>
  <inkml:trace contextRef="#ctx0" brushRef="#br0" timeOffset="1">48 1479 5442 0 0,'-33'-36'5363'0'0,"18"18"-2802"0"0,15 8-1921 0 0,8 4-319 0 0,1-2-161 0 0,107-38 0 0 0,34-22 320 0 0,6-14 0 0 0,-11-6-240 0 0,-22 2-480 0 0,7-22-2721 0 0,-14-24-1521 0 0,-18 23-1361 0 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4:35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153 108 960 0 0,'-11'-4'924'0'0,"-1"0"0"0"0,0 0-1 0 0,1 1 1 0 0,-1 1 0 0 0,-24-2-1 0 0,-13-3 1619 0 0,39 4-1059 0 0,10-3-222 0 0,2 4-1062 0 0,0 0 0 0 0,1 1 0 0 0,-1-1 0 0 0,0 1 0 0 0,1-1 0 0 0,-1 1 0 0 0,5-2-1 0 0,25-10 808 0 0,0 2 0 0 0,1 2 0 0 0,0 1 0 0 0,34-4-1 0 0,-57 10-821 0 0,-1 1 0 0 0,1 1 0 0 0,0 0 0 0 0,10 1 0 0 0,-18-1-193 0 0,0 0 0 0 0,0 1 0 0 0,0-1 0 0 0,0 1 0 0 0,0-1 0 0 0,0 1 0 0 0,-1 0 0 0 0,1 0 0 0 0,0 0 0 0 0,0 0-1 0 0,-1 0 1 0 0,1 0 0 0 0,-1 0 0 0 0,1 0 0 0 0,-1 1 0 0 0,1-1 0 0 0,-1 1 0 0 0,0-1 0 0 0,0 1 0 0 0,0-1 0 0 0,2 4 0 0 0,0 2-93 0 0,-1 1 0 0 0,0-1 0 0 0,0 0 0 0 0,1 9 0 0 0,4 17-2 0 0,6 24 235 0 0,-3 0-1 0 0,-3 1 1 0 0,2 94-1 0 0,2 32 229 0 0,13 13 472 0 0,6 50 779 0 0,-21-1-677 0 0,-9-233-921 0 0,0 1 0 0 0,-1-1 0 0 0,0 0 0 0 0,-1 0 0 0 0,-1 1 0 0 0,0-1-1 0 0,-1-1 1 0 0,-8 20 0 0 0,11-30-20 0 0,0 0-1 0 0,-1 1 1 0 0,1-1-1 0 0,-1 0 1 0 0,1 0 0 0 0,-1 0-1 0 0,0-1 1 0 0,0 1-1 0 0,0 0 1 0 0,0-1 0 0 0,0 1-1 0 0,0-1 1 0 0,-1 0-1 0 0,1 1 1 0 0,0-1-1 0 0,-1 0 1 0 0,1 0 0 0 0,0-1-1 0 0,-1 1 1 0 0,0-1-1 0 0,1 1 1 0 0,-1-1 0 0 0,1 0-1 0 0,-1 0 1 0 0,1 0-1 0 0,-1 0 1 0 0,1 0-1 0 0,-1 0 1 0 0,0-1 0 0 0,1 1-1 0 0,-1-1 1 0 0,1 0-1 0 0,0 0 1 0 0,-1 0 0 0 0,-2-1-1 0 0,-6-4-68 0 0,1 1 1 0 0,0-1-1 0 0,0 0 0 0 0,0-1 0 0 0,1-1 1 0 0,-14-13-1 0 0,6 1-604 0 0,0-1 1 0 0,1-1 0 0 0,2 0 0 0 0,0-2-1 0 0,1 1 1 0 0,-10-28 0 0 0,-36-77-10512 0 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4:36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0 224 400 0 0,'8'-8'3122'0'0,"70"-16"-401"0"0,59-26-400 0 0,20-3-320 0 0,-32 13-240 0 0,-28 20-161 0 0,-14 10 2082 0 0,-19 2 960 0 0,-23 4-3681 0 0,-27-2-7845 0 0,-33 38-7922 0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4:36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12 9124 0 0,'-7'-12'17768'0'0,"12"14"-16727"0"0,14 8-1281 0 0,128 48-4322 0 0,-24 4 1360 0 0,-69-4 2002 0 0,-40 6-241 0 0,-16 4-7443 0 0</inkml:trace>
  <inkml:trace contextRef="#ctx0" brushRef="#br0" timeOffset="1">302 600 5042 0 0,'-33'36'7444'0'0,"7"10"-4963"0"0,14 6-1521 0 0,9-1-479 0 0,6-13-321 0 0,-1 8 80 0 0,10 12 0 0 0,7-6 0 0 0,5 4-80 0 0,-1 6 0 0 0,-1-18 0 0 0,1-12-80 0 0,3-18 0 0 0,12-20-160 0 0,12-26-720 0 0,19-34-3842 0 0,14-48-1601 0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4:36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3 436 1601 0 0,'-3'6'2961'0'0,"10"0"-1040"0"0,5-4-640 0 0,38-12 3121 0 0,85-26 4642 0 0,12-8-5843 0 0,-5-4-3921 0 0,-16 2-241 0 0,-31 16-239 0 0,-48 6-4483 0 0,-49 2-4962 0 0</inkml:trace>
  <inkml:trace contextRef="#ctx0" brushRef="#br0" timeOffset="1">294 0 480 0 0,'-116'74'13526'0'0,"42"18"-6963"0"0,58-8-5922 0 0,28-10-1362 0 0,14-12 1922 0 0,19 6 80 0 0,16-13-1281 0 0,18-29-2242 0 0,8-28-1359 0 0,-4-39-321 0 0,-7-37-1600 0 0</inkml:trace>
  <inkml:trace contextRef="#ctx0" brushRef="#br0" timeOffset="2">699 136 1281 0 0,'-21'-28'5122'0'0,"-3"28"-3681"0"0,5 12-1201 0 0,3 2-80 0 0,4 0 80 0 0,-5 8 80 0 0,-47 96 1201 0 0,5-2-561 0 0,12-44-1600 0 0,-8-19-6243 0 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4:37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32 6643 0 0,'-69'94'6512'0'0,"53"-69"-5372"0"0,-22 50-1 0 0,20-31-646 0 0,-25 88 1 0 0,41-127-444 0 0,1 0 1 0 0,0 1 0 0 0,0 0-1 0 0,0-1 1 0 0,1 1-1 0 0,0-1 1 0 0,0 1 0 0 0,1 0-1 0 0,1 10 1 0 0,-1-14-42 0 0,0-1 0 0 0,0 1 0 0 0,0 0 0 0 0,0 0 0 0 0,0-1 0 0 0,0 1 0 0 0,0 0 0 0 0,0-1 0 0 0,1 1 0 0 0,-1-1 1 0 0,0 0-1 0 0,1 1 0 0 0,0-1 0 0 0,-1 0 0 0 0,1 0 0 0 0,0 0 0 0 0,-1 0 0 0 0,1 0 0 0 0,0 0 0 0 0,0-1 0 0 0,0 1 0 0 0,0 0 0 0 0,0-1 0 0 0,0 0 0 0 0,-1 1 1 0 0,1-1-1 0 0,0 0 0 0 0,0 0 0 0 0,0 0 0 0 0,4-1 0 0 0,12-1 12 0 0,0-2 0 0 0,0 0 0 0 0,0-1 0 0 0,-1 0 0 0 0,0-2-1 0 0,17-8 1 0 0,-34 15-20 0 0,158-83 11 0 0,-47 21 2 0 0,132-74 267 0 0,-60 30-108 0 0,-164 95-160 0 0,1 0 1 0 0,1 2-1 0 0,0 0 0 0 0,0 2 1 0 0,0 0-1 0 0,28-5 0 0 0,-46 11-8 0 0,1 1 0 0 0,-1-1 0 0 0,0 1 0 0 0,1 0 0 0 0,-1 0 0 0 0,1 0 0 0 0,-1 0 0 0 0,1 1 0 0 0,-1-1 0 0 0,0 1 0 0 0,1 0 0 0 0,-1 0 0 0 0,0 0 0 0 0,1 0 0 0 0,-1 1 0 0 0,0-1 0 0 0,0 1 0 0 0,0 0 0 0 0,0 0 0 0 0,-1 0 0 0 0,1 0 0 0 0,-1 1 0 0 0,1-1 0 0 0,2 4 0 0 0,-2-1 4 0 0,0 1 0 0 0,-1 0 0 0 0,1 0 0 0 0,-1 0 0 0 0,-1 0-1 0 0,1 0 1 0 0,-1 0 0 0 0,0 0 0 0 0,0 0 0 0 0,-1 1 0 0 0,0-1-1 0 0,-1 12 1 0 0,-2 10 19 0 0,-1 1 0 0 0,-1-2 1 0 0,-2 1-1 0 0,0-1 0 0 0,-18 41 0 0 0,-69 124-29 0 0,79-165-33 0 0,6-8-85 0 0,-2 2-562 0 0,0-1 1 0 0,-1 0-1 0 0,0-1 1 0 0,-19 22-1 0 0,27-38-630 0 0,-1 1 0 0 0,1 0 0 0 0,-1-1 0 0 0,0 0 0 0 0,0 0 0 0 0,-7 3 0 0 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4:37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375 0 800 0 0,'-28'96'2241'0'0,"2"10"4162"0"0,-12 6 2481 0 0,-7 6-6082 0 0,-3-2-3203 0 0,13-24-319 0 0,-3-2 160 0 0,-3-9 160 0 0,4-23-641 0 0,-1-34-7923 0 0</inkml:trace>
  <inkml:trace contextRef="#ctx0" brushRef="#br0" timeOffset="1">157 706 1601 0 0,'9'2'2401'0'0,"8"4"640"0"0,40 14 2402 0 0,59 19 1280 0 0,-31-11-5042 0 0,-23-18-2482 0 0,-12-8-639 0 0,-22 2-3363 0 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4:37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1 480 0 0,'-10'6'1681'0'0,"-4"6"-320"0"0,-5 8-401 0 0,-5 12-1360 0 0</inkml:trace>
  <inkml:trace contextRef="#ctx0" brushRef="#br0" timeOffset="1">43 328 3922 0 0,'-22'32'3922'0'0,"4"6"-3282"0"0,15 4-400 0 0,20 12 2721 0 0,9 4-720 0 0,28-4-1840 0 0,15-12-722 0 0,-10-8 1 0 0,-2-6-480 0 0,-2-32-5363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4:38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1891 270 4882 0 0,'-321'-67'6418'0'0,"257"58"-5181"0"0,-2 3 0 0 0,1 3-1 0 0,-68 6 1 0 0,56 4-832 0 0,0 4 0 0 0,1 3-1 0 0,0 3 1 0 0,1 3 0 0 0,2 4-1 0 0,0 2 1 0 0,1 4-1 0 0,-120 70 1 0 0,154-76-113 0 0,0 2 0 0 0,2 1 1 0 0,1 2-1 0 0,1 2 0 0 0,2 0 0 0 0,-51 66 0 0 0,63-69-96 0 0,2 0 0 0 0,1 1-1 0 0,1 1 1 0 0,1 0 0 0 0,2 1-1 0 0,1 1 1 0 0,2 0 0 0 0,1 1-1 0 0,-9 62 1 0 0,14-55 55 0 0,2 1 0 0 0,2 0 1 0 0,2-1-1 0 0,1 1 0 0 0,2-1 1 0 0,2 0-1 0 0,2 0 0 0 0,1-1 0 0 0,29 70 1 0 0,-19-64-156 0 0,2-1 0 0 0,2-1 0 0 0,1-1 0 0 0,3-1 0 0 0,1-1 0 0 0,2-2 0 0 0,68 65 0 0 0,-46-58-109 0 0,2-3 0 0 0,1-2-1 0 0,2-2 1 0 0,2-3 0 0 0,2-2-1 0 0,0-4 1 0 0,2-2 0 0 0,1-3-1 0 0,134 31 1 0 0,-54-28-9 0 0,223 14 1 0 0,154-37-3 0 0,-319-15 75 0 0,-1-8 0 0 0,-1-9 0 0 0,380-104 0 0 0,-446 89-14 0 0,-2-6 1 0 0,-3-5 0 0 0,-1-6-1 0 0,-4-5 1 0 0,-2-6 0 0 0,166-127-1 0 0,-221 142 3 0 0,92-95 0 0 0,-128 116-51 0 0,0-1 0 0 0,-3-2 0 0 0,-1-1 0 0 0,45-85 0 0 0,-63 103-14 0 0,-1-1-1 0 0,-1 1 1 0 0,0-2-1 0 0,-2 1 1 0 0,-1-1 0 0 0,0 0-1 0 0,-2 0 1 0 0,-1-1-1 0 0,-1 1 1 0 0,0 0 0 0 0,-7-47-1 0 0,1 43 12 0 0,-2 0 0 0 0,-1 1 0 0 0,0 0 0 0 0,-2 1 0 0 0,-2 0 0 0 0,0 0-1 0 0,-1 1 1 0 0,-1 1 0 0 0,-2 0 0 0 0,-19-22 0 0 0,1 6 10 0 0,-1 2 1 0 0,-2 1-1 0 0,-2 2 0 0 0,-66-45 1 0 0,41 38 18 0 0,-2 2 0 0 0,-2 3 0 0 0,-1 3-1 0 0,-121-39 1 0 0,93 44 8 0 0,-1 4-1 0 0,-2 4 1 0 0,-106-7 0 0 0,65 18 9 0 0,-234 15 0 0 0,-129 60-35 0 0,30 43-11 0 0,328-64-206 0 0,-158 70 1 0 0,114-18-1449 0 0,165-81 556 0 0,0 0 0 0 0,-34 30 0 0 0,51-39 424 0 0,1 0 0 0 0,0 1 0 0 0,0 0-1 0 0,1 0 1 0 0,-1 1 0 0 0,2-1 0 0 0,-1 1 0 0 0,2 0 0 0 0,-7 17-1 0 0,9-21 196 0 0,0-1-1 0 0,1 1 1 0 0,0 0-1 0 0,0 0 1 0 0,1 0-1 0 0,0 0 1 0 0,-1 0-1 0 0,2 1 0 0 0,-1-1 1 0 0,0 0-1 0 0,1 0 1 0 0,3 9-1 0 0,-1-5-435 0 0,2 0 0 0 0,-1 1-1 0 0,1-1 1 0 0,1-1 0 0 0,6 9-1 0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4:39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174 801 1761 0 0,'4'-3'2479'0'0,"-23"-1"-543"0"0,-98-6 185 0 0,76 4-837 0 0,60 1 286 0 0,10-1 1832 0 0,16-13 2445 0 0,-14 6-3141 0 0,64-19 0 0 0,34 0-1738 0 0,133-16 1 0 0,156-2-1639 0 0,-139 19 697 0 0,611-97 386 0 0,-128 0 100 0 0,112-17 88 0 0,-3 38-568 0 0,-571 88-1673 0 0,-262 18 1569 0 0,-8-1-7620 0 0,-73-1-1408 0 0,-63-6 2055 0 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4:39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533 15 480 0 0,'0'-1'43'0'0,"0"1"0"0"0,0 0-1 0 0,0-1 1 0 0,0 1 0 0 0,1-1 0 0 0,-1 1 0 0 0,0-1-1 0 0,0 1 1 0 0,0 0 0 0 0,0-1 0 0 0,0 1-1 0 0,1-1 1 0 0,-1 1 0 0 0,0 0 0 0 0,0-1-1 0 0,1 1 1 0 0,-1 0 0 0 0,0-1 0 0 0,0 1-1 0 0,1 0 1 0 0,-1-1 0 0 0,1 1 0 0 0,-1 0-1 0 0,0 0 1 0 0,1-1 0 0 0,-1 1 0 0 0,0 0-1 0 0,1 0 1 0 0,-1 0 0 0 0,1 0 0 0 0,-1-1-1 0 0,1 1 1 0 0,-1 0 0 0 0,0 0 0 0 0,1 0-1 0 0,-1 0 1 0 0,1 0 0 0 0,0 0 0 0 0,16-2 1015 0 0,1 1 0 0 0,29 1 0 0 0,379 29 5732 0 0,-365-22-5199 0 0,-1 4 0 0 0,-1 2 0 0 0,112 41 0 0 0,-138-41-562 0 0,-1 2-1 0 0,0 2 1 0 0,-1 0 0 0 0,0 2-1 0 0,-2 2 1 0 0,0 0 0 0 0,44 44 0 0 0,-62-54-1003 0 0,-1 1 1 0 0,0 0 0 0 0,0 0-1 0 0,-1 1 1 0 0,-1 1 0 0 0,0-1-1 0 0,-1 1 1 0 0,0 0 0 0 0,-1 1-1 0 0,-1 0 1 0 0,0 0 0 0 0,-1 0-1 0 0,0 0 1 0 0,-2 1 0 0 0,0-1-1 0 0,0 1 1 0 0,-2 0 0 0 0,0-1-1 0 0,0 1 1 0 0,-2 0 0 0 0,0-1-1 0 0,-1 1 1 0 0,0-1 0 0 0,-1 0 0 0 0,-7 18-1 0 0,-2-4-81 0 0,0-1-1 0 0,-2 0 0 0 0,-1-1 1 0 0,-1-1-1 0 0,-1-1 0 0 0,-1 0 0 0 0,-24 23 1 0 0,-11 5-9 0 0,-112 85 0 0 0,57-58-461 0 0,-4-6 0 0 0,-234 113 0 0 0,227-134-1856 0 0,-168 48 0 0 0,221-82-1827 0 0,-97 14-1 0 0,-33-19-6022 0 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6:32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4002 0 0,'-1'0'195'0'0,"1"0"0"0"0,-1 1 0 0 0,0-1 1 0 0,0 0-1 0 0,0 1 0 0 0,1-1 0 0 0,-1 0 1 0 0,0 1-1 0 0,1-1 0 0 0,-1 1 0 0 0,0-1 0 0 0,1 1 1 0 0,-1-1-1 0 0,0 1 0 0 0,1 0 0 0 0,-1-1 1 0 0,1 1-1 0 0,-1-1 0 0 0,1 1 0 0 0,0 0 0 0 0,-1 0 1 0 0,1-1-1 0 0,0 1 0 0 0,-1 0 0 0 0,1 0 1 0 0,0 0-1 0 0,0-1 0 0 0,0 1 0 0 0,-1 1 0 0 0,1 0-155 0 0,0-1-1 0 0,0 1 0 0 0,0-1 1 0 0,0 0-1 0 0,0 1 1 0 0,0-1-1 0 0,0 1 0 0 0,0-1 1 0 0,0 0-1 0 0,1 1 0 0 0,-1-1 1 0 0,1 0-1 0 0,-1 1 0 0 0,1-1 1 0 0,-1 0-1 0 0,1 0 0 0 0,0 1 1 0 0,0-1-1 0 0,-1 0 1 0 0,2 1-1 0 0,2 2 37 0 0,0 0 0 0 0,0 0-1 0 0,0 1 1 0 0,-1-1 0 0 0,0 1 0 0 0,0 0 0 0 0,0 0 0 0 0,-1 0 0 0 0,0 0 0 0 0,1 1-1 0 0,0 7 1 0 0,2-2 41 0 0,12 45 1108 0 0,-2 1 0 0 0,-2 0-1 0 0,-3 1 1 0 0,5 107 0 0 0,-18 249 1605 0 0,0-352-3313 0 0,-3 99 324 0 0,-6 286-816 0 0,12-445 458 0 0,0 0 1 0 0,0 1-1 0 0,0-1 0 0 0,0 0 1 0 0,-1 0-1 0 0,1 0 1 0 0,0 1-1 0 0,-1-1 0 0 0,0 0 1 0 0,-1 3-1 0 0,1-4-422 0 0,0 0-1 0 0,-1 1 1 0 0,1-1 0 0 0,-1 0-1 0 0,1 0 1 0 0,-1 0 0 0 0,1 0-1 0 0,-1 0 1 0 0,0 0-1 0 0,1-1 1 0 0,-4 2 0 0 0,5-2 926 0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6:32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0 350 400 0 0,'0'-3'3764'0'0,"1"5"-1878"0"0,3 17-730 0 0,3 14 602 0 0,4 20 249 0 0,72 303 3910 0 0,-79-339-5917 0 0,1-1 1 0 0,1 1-1 0 0,0-1 1 0 0,1 0-1 0 0,1-1 1 0 0,17 26-1 0 0,-23-38 4 0 0,0 0 0 0 0,1 0 0 0 0,-1 0 0 0 0,1-1 0 0 0,0 1 0 0 0,0-1 0 0 0,0 1 0 0 0,0-1 0 0 0,0 0 0 0 0,0 0 0 0 0,1 0 0 0 0,-1-1 0 0 0,0 1 0 0 0,1-1 0 0 0,0 0 0 0 0,-1 0 0 0 0,1 0 0 0 0,0 0 0 0 0,-1-1 0 0 0,1 0 0 0 0,0 1 0 0 0,0-1 0 0 0,0-1 0 0 0,-1 1 0 0 0,1 0 0 0 0,0-1 0 0 0,-1 0 0 0 0,1 0 0 0 0,0 0 0 0 0,-1 0 0 0 0,1-1 0 0 0,-1 1 0 0 0,0-1-1 0 0,1 0 1 0 0,4-4 0 0 0,5-4 7 0 0,0 0 0 0 0,-1-1-1 0 0,0-1 1 0 0,-1 0 0 0 0,0 0-1 0 0,-1-1 1 0 0,0 0 0 0 0,-1-1 0 0 0,10-21-1 0 0,13-26 60 0 0,33-90 1 0 0,13-77-1506 0 0,-60 171-1379 0 0,-3 1-1 0 0,14-106 0 0 0,-21 52-3387 0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6:33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49 4882 0 0,'59'-48'8404'0'0,"-99"128"-3362"0"0,-15 114-3601 0 0,51-63-1841 0 0,32-53-240 0 0,3-26 159 0 0,-5-12-1199 0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6:33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7 8804 0 0,'-48'-6'7043'0'0,"3"12"-5762"0"0,24-4-2242 0 0,16 0 161 0 0,7 0 80 0 0,8 4 480 0 0,82 72-6163 0 0,-6 3-1361 0 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6:34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3 1681 0 0,'-3'-1'331'0'0,"1"1"1"0"0,-1-1 0 0 0,1 1-1 0 0,-1-1 1 0 0,1 1-1 0 0,-1 0 1 0 0,1 0 0 0 0,-1 0-1 0 0,1 0 1 0 0,-1 1-1 0 0,-3 0 1 0 0,4 0-168 0 0,0 0-1 0 0,0 0 1 0 0,1 1 0 0 0,-1-1 0 0 0,0 0-1 0 0,1 1 1 0 0,-1-1 0 0 0,1 1-1 0 0,-1 0 1 0 0,1 0 0 0 0,0-1-1 0 0,0 1 1 0 0,-1 0 0 0 0,2 0-1 0 0,-1 0 1 0 0,0 0 0 0 0,0 0-1 0 0,0 0 1 0 0,1 0 0 0 0,-1 3 0 0 0,-3 11 186 0 0,0 0 1 0 0,1 0 0 0 0,1 0 0 0 0,1 1 0 0 0,0-1 0 0 0,1 1 0 0 0,1-1 0 0 0,0 1 0 0 0,1-1 0 0 0,1 0 0 0 0,1 0 0 0 0,10 30 0 0 0,2-7-585 0 0,-5-15 161 0 0,-1 2-1 0 0,11 45 1 0 0,-20-51 12 0 0,-2-14 30 0 0,1-10-24 0 0,-1-38 102 0 0,2-48-107 0 0,-1 89 71 0 0,0-1 0 0 0,0 1 0 0 0,0-1-1 0 0,1 0 1 0 0,-1 1 0 0 0,0-1 0 0 0,1 1 0 0 0,-1-1 0 0 0,1 1 0 0 0,0-1-1 0 0,-1 1 1 0 0,1 0 0 0 0,2-3 0 0 0,-3 4-98 0 0,1-1 1 0 0,0 1-1 0 0,0 0 0 0 0,-1-1 1 0 0,1 1-1 0 0,0 0 0 0 0,0 0 1 0 0,-1-1-1 0 0,1 1 0 0 0,0 0 1 0 0,0 0-1 0 0,0 0 1 0 0,0 0-1 0 0,-1 0 0 0 0,1 0 1 0 0,0 0-1 0 0,0 1 0 0 0,0-1 1 0 0,-1 0-1 0 0,1 0 0 0 0,0 1 1 0 0,0-1-1 0 0,-1 0 0 0 0,2 1 1 0 0,-2-1-32 0 0,1 0 0 0 0,-1 0 0 0 0,0 0 1 0 0,1 0-1 0 0,-1-1 0 0 0,0 1 1 0 0,0 0-1 0 0,1 0 0 0 0,-1-1 0 0 0,0 1 1 0 0,0 0-1 0 0,1 0 0 0 0,-1-1 0 0 0,0 1 1 0 0,0 0-1 0 0,0-1 0 0 0,0 1 0 0 0,0 0 1 0 0,1 0-1 0 0,-1-1 0 0 0,0 1 0 0 0,0 0 1 0 0,0-1-1 0 0,0 1 0 0 0,0-1 0 0 0,0 1 1 0 0,0 0-1 0 0,0-1 0 0 0,0 1 0 0 0,0 0 1 0 0,0-1-1 0 0,0 1 0 0 0,0-19-2230 0 0,0 14 1552 0 0,2-21-1765 0 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6:34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171 190 1121 0 0,'0'-1'476'0'0,"0"1"-452"0"0,0 0-1 0 0,0 0 0 0 0,0 0 0 0 0,0 0 0 0 0,0 0 0 0 0,0 0 0 0 0,0 0 0 0 0,0 0 1 0 0,0 0-1 0 0,0 0 0 0 0,0 0 0 0 0,0-1 0 0 0,0 1 0 0 0,0 0 0 0 0,0 0 1 0 0,0 0-1 0 0,0 0 0 0 0,-1 0 0 0 0,1 0 0 0 0,0 0 0 0 0,0 0 0 0 0,0 0 1 0 0,0 0-1 0 0,0 0 0 0 0,0 0 0 0 0,0 0 0 0 0,0 0 0 0 0,0 0 0 0 0,0 0 0 0 0,0 0 1 0 0,0 0-1 0 0,0-1 0 0 0,0 1 0 0 0,0 0 0 0 0,0 0 0 0 0,-1 0 0 0 0,1 0 1 0 0,0 0-1 0 0,0 0 0 0 0,0 0 0 0 0,0 0 0 0 0,0 0 0 0 0,0 0 0 0 0,0 0 1 0 0,0 0-1 0 0,0 0 0 0 0,0 0 0 0 0,0 0 0 0 0,0 0 0 0 0,-1 1 0 0 0,1-1 1 0 0,0 0-1 0 0,0 0 0 0 0,0 0 0 0 0,0 0 0 0 0,0 0 0 0 0,0 0 0 0 0,0 0 0 0 0,0 0 1 0 0,0 0-1 0 0,0 0 0 0 0,0 0 0 0 0,0 0 0 0 0,0 0 0 0 0,0 0 0 0 0,0 0 1 0 0,0 0-1 0 0,0 0 0 0 0,-6 27 2266 0 0,-1 35 1392 0 0,-17 124 2429 0 0,-5 13-4345 0 0,-52 193-2130 0 0,67-342 552 0 0,8-33-195 0 0,7-33-504 0 0,28-127-115 0 0,50-273 654 0 0,-62 351-22 0 0,2 1 0 0 0,4 0 1 0 0,2 2-1 0 0,48-86 0 0 0,-63 131 2 0 0,1 0 0 0 0,0 1-1 0 0,27-27 1 0 0,-34 38-5 0 0,1 0-1 0 0,0 1 1 0 0,0 0 0 0 0,0 0 0 0 0,0 0 0 0 0,1 1-1 0 0,-1 0 1 0 0,1 0 0 0 0,0 0 0 0 0,0 1-1 0 0,0 0 1 0 0,0 0 0 0 0,1 0 0 0 0,10-1 0 0 0,-16 3-3 0 0,0 0 1 0 0,1 0 0 0 0,-1 0-1 0 0,0 0 1 0 0,1 0-1 0 0,-1 0 1 0 0,0 1 0 0 0,1-1-1 0 0,-1 0 1 0 0,0 1 0 0 0,1-1-1 0 0,-1 1 1 0 0,0-1 0 0 0,0 1-1 0 0,0 0 1 0 0,0-1 0 0 0,1 1-1 0 0,-1 0 1 0 0,0 0 0 0 0,0 0-1 0 0,0 0 1 0 0,-1 0-1 0 0,1 0 1 0 0,0 0 0 0 0,0 0-1 0 0,0 0 1 0 0,0 3 0 0 0,1 1 6 0 0,0 1 0 0 0,-1-1-1 0 0,0 1 1 0 0,0-1 0 0 0,0 9 0 0 0,0-8 9 0 0,1 35 45 0 0,-2 0-1 0 0,-1 0 1 0 0,-11 63 0 0 0,-34 120-12 0 0,40-195-42 0 0,1-10-518 0 0,1-1 0 0 0,1 1-1 0 0,1 0 1 0 0,0 27 0 0 0,2-46 343 0 0,0 1 1 0 0,0-1-1 0 0,0 1 0 0 0,0 0 0 0 0,0-1 1 0 0,0 1-1 0 0,0-1 0 0 0,0 1 1 0 0,0-1-1 0 0,0 1 0 0 0,0-1 1 0 0,0 1-1 0 0,0-1 0 0 0,1 1 1 0 0,-1-1-1 0 0,0 1 0 0 0,0-1 1 0 0,1 1-1 0 0,-1-1 0 0 0,0 1 1 0 0,1-1-1 0 0,-1 1 0 0 0,0-1 1 0 0,1 1-1 0 0,-1-1 0 0 0,1 0 1 0 0,-1 1-1 0 0,0-1 0 0 0,1 0 1 0 0,0 1-1 0 0,14-10-7395 0 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6:34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30 2081 0 0,'-3'32'10738'0'0,"-9"17"-8925"0"0,1-5-1798 0 0,-33 176-34 0 0,-25 108 1385 0 0,59-289-1206 0 0,-12 41 40 0 0,17-70-230 0 0,4-13-70 0 0,5-24-370 0 0,78-287-2644 0 0,-63 235 3213 0 0,-11 48-35 0 0,2 0 0 0 0,0 1-1 0 0,2 1 1 0 0,2 0 0 0 0,32-53-1 0 0,-36 67-44 0 0,1 0-1 0 0,0 1 0 0 0,1 0 0 0 0,1 1 0 0 0,0 1 0 0 0,1-1 1 0 0,0 2-1 0 0,1 0 0 0 0,0 1 0 0 0,1 1 0 0 0,25-12 0 0 0,-32 17-47 0 0,0 1 0 0 0,1 0 0 0 0,-1 0-1 0 0,1 1 1 0 0,-1 1 0 0 0,14-2 0 0 0,-21 3 29 0 0,1 0 0 0 0,-1 0 0 0 0,0 0 0 0 0,1 0 0 0 0,-1 1 0 0 0,0-1 1 0 0,1 0-1 0 0,-1 1 0 0 0,0 0 0 0 0,1 0 0 0 0,-1-1 0 0 0,0 1 0 0 0,0 0 1 0 0,0 1-1 0 0,0-1 0 0 0,0 0 0 0 0,0 1 0 0 0,0-1 0 0 0,0 1 0 0 0,-1-1 1 0 0,1 1-1 0 0,-1 0 0 0 0,1 0 0 0 0,-1 0 0 0 0,1 0 0 0 0,-1 0 0 0 0,0 0 1 0 0,0 0-1 0 0,0 0 0 0 0,0 0 0 0 0,0 1 0 0 0,0 3 0 0 0,0 2 25 0 0,0 0-1 0 0,0 1 1 0 0,-1-1 0 0 0,0 0-1 0 0,-1 1 1 0 0,-2 11-1 0 0,-15 54 111 0 0,7-39-72 0 0,-2 0 0 0 0,-1-1 0 0 0,-2-1-1 0 0,-26 42 1 0 0,10-27 24 0 0,-2-2-1 0 0,-42 44 1 0 0,52-60-185 0 0,18-22-421 0 0,0-1-1 0 0,-1 1 1 0 0,1-1 0 0 0,-16 12-1 0 0,21-19 296 0 0,1 0 1 0 0,-1 1-1 0 0,0-1 0 0 0,1 0 0 0 0,-1 0 1 0 0,0 0-1 0 0,0 1 0 0 0,0-1 1 0 0,1 0-1 0 0,-1 0 0 0 0,0 0 0 0 0,0 0 1 0 0,1 0-1 0 0,-1 0 0 0 0,0-1 0 0 0,0 1 1 0 0,0 0-1 0 0,1 0 0 0 0,-1 0 0 0 0,0-1 1 0 0,0 1-1 0 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6:35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0 1040 0 0,'-3'2'155'0'0,"1"0"-1"0"0,-1 0 0 0 0,1 0 0 0 0,0 0 0 0 0,0 1 0 0 0,0-1 0 0 0,0 1 0 0 0,0-1 0 0 0,0 1 0 0 0,-2 4 0 0 0,2 1 249 0 0,-1-1 1 0 0,1 1-1 0 0,-1 14 1 0 0,0-2 116 0 0,1-1 1 0 0,2 1-1 0 0,0 0 0 0 0,1-1 1 0 0,1 1-1 0 0,0-1 1 0 0,2 1-1 0 0,8 26 1 0 0,-9-37-347 0 0,0 0 0 0 0,1 0 1 0 0,1 0-1 0 0,0 0 0 0 0,0-1 1 0 0,0 0-1 0 0,1 0 0 0 0,12 13 1 0 0,-13-17-79 0 0,0 1 1 0 0,1-1-1 0 0,0 0 1 0 0,-1 0-1 0 0,1 0 0 0 0,1-1 1 0 0,-1 0-1 0 0,1 0 1 0 0,-1-1-1 0 0,1 0 1 0 0,0 0-1 0 0,-1 0 1 0 0,13 0-1 0 0,-11-1 70 0 0,0-1 0 0 0,0 0 0 0 0,0 0 0 0 0,0-1 0 0 0,-1 0 0 0 0,1-1 0 0 0,0 0 0 0 0,0 0 0 0 0,-1 0 0 0 0,1-1 0 0 0,-1 0 0 0 0,0-1 0 0 0,0 1 0 0 0,0-1 0 0 0,0-1 0 0 0,-1 1 0 0 0,0-1 0 0 0,0 0 0 0 0,0-1 0 0 0,0 0 0 0 0,-1 1 0 0 0,7-11 0 0 0,6-11-132 0 0,-1 0-1 0 0,-1-1 1 0 0,-2-1 0 0 0,13-35 0 0 0,-11 26-192 0 0,5-7 171 0 0,-13 35 75 0 0,-3 10 45 0 0,-3 21 168 0 0,-1 2-129 0 0,19 51 38 0 0,-7-29-53 0 0,-1 0 1 0 0,-3 1-1 0 0,7 93 1 0 0,-15-100-678 0 0,-1-39 437 0 0,0 0 1 0 0,0 1 0 0 0,0-1-1 0 0,0 1 1 0 0,0-1-1 0 0,1 0 1 0 0,-1 1 0 0 0,0-1-1 0 0,0 0 1 0 0,0 1 0 0 0,0-1-1 0 0,1 1 1 0 0,-1-1 0 0 0,0 0-1 0 0,0 1 1 0 0,0-1-1 0 0,1 0 1 0 0,-1 0 0 0 0,0 1-1 0 0,1-1 1 0 0,-1 0 0 0 0,0 0-1 0 0,1 1 1 0 0,-1-1-1 0 0,0 0 1 0 0,1 0 0 0 0,-1 0-1 0 0,0 1 1 0 0,1-1 0 0 0,-1 0-1 0 0,1 0 1 0 0,-1 0-1 0 0,0 0 1 0 0,1 0 0 0 0,-1 0-1 0 0,1 0 1 0 0,-1 0 0 0 0,0 0-1 0 0,1 0 1 0 0,19-7-9349 0 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6:35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0 400 0 0,'0'0'80'0'0,"-27"10"-320"0"0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6:36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1 218 80 0 0,'33'8'2401'0'0,"-40"-12"-160"0"0,0 2 0 0 0,4-2-160 0 0,11 4-80 0 0,70 6 800 0 0,95-2 161 0 0,-55-20-2482 0 0,-51-6-1921 0 0,-15-16-4962 0 0,-5-10-2641 0 0</inkml:trace>
  <inkml:trace contextRef="#ctx0" brushRef="#br0" timeOffset="1">302 1 9204 0 0,'-95'131'6083'0'0,"45"-27"-5603"0"0,43-12-1120 0 0,19 0 640 0 0,12 0 480 0 0,14-10 80 0 0,0-16-239 0 0,9-2-81 0 0,15-4-240 0 0,4-8-320 0 0,-12-23-1841 0 0,1 3-8484 0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6:36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2401 0 0,'-2'40'1601'0'0,"11"56"-241"0"0,29 58 161 0 0,10 35 3041 0 0,-10-33 641 0 0,-5-12-2642 0 0,2 2-2001 0 0,-4-8-800 0 0,-5-15-160 0 0,0-23 160 0 0,-7-26 160 0 0,-4-30-160 0 0,-4-24-321 0 0,-6-54-6322 0 0,-10-54-3842 0 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6:37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36 440 1441 0 0,'-1'-1'445'0'0,"0"0"0"0"0,0 0 0 0 0,0 1 0 0 0,0-1 1 0 0,0 0-1 0 0,0 1 0 0 0,0-1 0 0 0,0 0 0 0 0,0 1 1 0 0,-1 0-1 0 0,1-1 0 0 0,0 1 0 0 0,0 0 0 0 0,0-1 0 0 0,-1 1 1 0 0,1 0-1 0 0,-3 0 0 0 0,-2 0 119 0 0,6 0-554 0 0,0 0 1 0 0,0 0-1 0 0,-1 0 0 0 0,1 0 1 0 0,0 0-1 0 0,0 0 0 0 0,0 0 0 0 0,-1 0 1 0 0,1 0-1 0 0,0 0 0 0 0,0 0 1 0 0,0 0-1 0 0,-1 0 0 0 0,1 0 1 0 0,0 0-1 0 0,0 0 0 0 0,0-1 1 0 0,-1 1-1 0 0,1 0 0 0 0,0 0 1 0 0,0 0-1 0 0,0 0 0 0 0,0 0 1 0 0,-1 0-1 0 0,1 0 0 0 0,0-1 1 0 0,0 1-1 0 0,0 0 0 0 0,0 0 0 0 0,0 0 1 0 0,-1 0-1 0 0,1-1 0 0 0,0 1 1 0 0,0 0-1 0 0,0 0 0 0 0,0 0 1 0 0,0-1-1 0 0,0 1 0 0 0,0 0 1 0 0,0 0-1 0 0,0 0 0 0 0,0-1 1 0 0,0 1-1 0 0,0 0 0 0 0,0 0 1 0 0,0-1-1 0 0,0 1 0 0 0,0 0 1 0 0,0 0-1 0 0,0 0 0 0 0,0-1 0 0 0,0 1 1 0 0,0 0-1 0 0,0 0 0 0 0,0 0 1 0 0,1-1-1 0 0,10-9 202 0 0,-1 3 530 0 0,1 2-1 0 0,0-1 0 0 0,0 2 0 0 0,0-1 1 0 0,0 2-1 0 0,24-6 0 0 0,9 0 877 0 0,50-3 0 0 0,112 3-1413 0 0,-116 7-191 0 0,146-5-86 0 0,470-28 678 0 0,-230-31-10 0 0,0-21 668 0 0,-31 5-510 0 0,-24 26-700 0 0,-336 50-147 0 0,-1 4-1 0 0,162 17 1 0 0,-229-14 46 0 0,0 2 0 0 0,0 0 1 0 0,0 0-1 0 0,0 2 0 0 0,0 0 0 0 0,-1 1 1 0 0,28 14-1 0 0,-41-18-3 0 0,-1-1-1 0 0,0 1 1 0 0,1 0 0 0 0,-1 0-1 0 0,0 0 1 0 0,0 0-1 0 0,0 0 1 0 0,0 0 0 0 0,-1 1-1 0 0,1-1 1 0 0,-1 1-1 0 0,1-1 1 0 0,-1 1 0 0 0,0-1-1 0 0,0 1 1 0 0,0 0-1 0 0,0 0 1 0 0,0-1 0 0 0,-1 1-1 0 0,1 0 1 0 0,-1 4 0 0 0,0 2-219 0 0,-1 1 0 0 0,0-1 1 0 0,-1 0-1 0 0,0 1 1 0 0,-3 9-1 0 0,2-8 254 0 0,-38 121 336 0 0,-64 139-1 0 0,-145 236-187 0 0,173-362-1734 0 0,33-70-3694 0 0,-2-11-2896 0 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6:37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153 178 1521 0 0,'-17'0'527'0'0,"-54"-1"2371"0"0,27 3 1827 0 0,23 0 1930 0 0,40-4-2185 0 0,9 2-3856 0 0,-1 1 1 0 0,47 7-1 0 0,-12-1-456 0 0,72 3-158 0 0,1-6 0 0 0,196-20 0 0 0,190-47-107 0 0,-52 4 399 0 0,0 39 270 0 0,-367 27-809 0 0,7-1-93 0 0,-101-6 286 0 0,1 0-33 0 0,-10-2-113 0 0,0 1 121 0 0,1 1-1 0 0,-1-1 0 0 0,1 0 1 0 0,-1 1-1 0 0,1-1 0 0 0,0 0 1 0 0,-1 1-1 0 0,1-1 0 0 0,-1 0 1 0 0,1 0-1 0 0,0 1 0 0 0,0-1 1 0 0,-1 0-1 0 0,1 0 0 0 0,0 1 1 0 0,0-1-1 0 0,0 0 0 0 0,0 0 1 0 0,0-1-1 0 0,3-17-4109 0 0,6-8-7283 0 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6:38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484 9 2161 0 0,'0'-8'11205'0'0,"-106"58"-4962"0"0,13 28-5603 0 0,27 7-1520 0 0,-3 19 640 0 0,7 4 560 0 0,10-4 0 0 0,24-20-160 0 0,21-12-80 0 0,19-6-80 0 0,14-8-400 0 0,26-10-320 0 0,33-28-1441 0 0,3-36-7764 0 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6:38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59 2401 0 0,'-48'10'2330'0'0,"0"2"0"0"0,-79 30 0 0 0,122-40-1972 0 0,0 0-1 0 0,0 1 1 0 0,0-1-1 0 0,0 1 1 0 0,1 0 0 0 0,-1 0-1 0 0,-4 5 1 0 0,8-7-163 0 0,-1 1 1 0 0,0 0 0 0 0,1 0 0 0 0,-1 1 0 0 0,1-1-1 0 0,0 0 1 0 0,0 0 0 0 0,-1 1 0 0 0,2-1 0 0 0,-1 0-1 0 0,0 1 1 0 0,0-1 0 0 0,1 1 0 0 0,-1-1-1 0 0,1 1 1 0 0,0 0 0 0 0,0-1 0 0 0,0 1 0 0 0,0 2-1 0 0,0-1-21 0 0,1-1-1 0 0,-1 1 1 0 0,1-1-1 0 0,0 0 1 0 0,0 1-1 0 0,0-1 1 0 0,0 0-1 0 0,1 1 1 0 0,-1-1-1 0 0,1 0 1 0 0,0 0-1 0 0,0 0 1 0 0,0 0-1 0 0,0-1 1 0 0,0 1-1 0 0,1 0 1 0 0,-1-1-1 0 0,6 4 1 0 0,-5-4-138 0 0,0 0 1 0 0,1-1 0 0 0,-1 0-1 0 0,1 1 1 0 0,-1-1-1 0 0,1 0 1 0 0,-1 0 0 0 0,1-1-1 0 0,0 1 1 0 0,0-1-1 0 0,-1 0 1 0 0,1 0 0 0 0,0 0-1 0 0,0-1 1 0 0,-1 1-1 0 0,1-1 1 0 0,0 0 0 0 0,-1 0-1 0 0,7-2 1 0 0,4-3-84 0 0,1 0 1 0 0,-1-1-1 0 0,0-1 1 0 0,-1 0-1 0 0,0-1 1 0 0,13-11-1 0 0,66-68-401 0 0,-18 16-419 0 0,-65 64 712 0 0,0 1-1 0 0,18-11 0 0 0,-25 17 151 0 0,0 0 0 0 0,-1 0 0 0 0,1 0-1 0 0,0 0 1 0 0,0 1 0 0 0,0-1 0 0 0,0 1-1 0 0,-1-1 1 0 0,5 1 0 0 0,-6 0 7 0 0,1 0-1 0 0,-1 0 1 0 0,1 0 0 0 0,0 0-1 0 0,-1 0 1 0 0,1 0 0 0 0,-1 0-1 0 0,1 1 1 0 0,-1-1 0 0 0,1 0-1 0 0,-1 0 1 0 0,1 1 0 0 0,-1-1 0 0 0,1 0-1 0 0,-1 1 1 0 0,0-1 0 0 0,1 0-1 0 0,-1 1 1 0 0,1-1 0 0 0,-1 1-1 0 0,0-1 1 0 0,1 1 0 0 0,0 2 16 0 0,0 1-1 0 0,0-1 1 0 0,0 1 0 0 0,0-1 0 0 0,-1 0 0 0 0,0 1 0 0 0,0-1-1 0 0,0 6 1 0 0,1 11 9 0 0,21 117 283 0 0,-18-118-274 0 0,2 0 1 0 0,0 0 0 0 0,1 0 0 0 0,18 34-1 0 0,-23-49-168 0 0,1 0-1 0 0,0 0 1 0 0,0 0 0 0 0,0 0-1 0 0,0-1 1 0 0,0 1-1 0 0,1-1 1 0 0,4 3-1 0 0,-6-4-245 0 0,0-1 0 0 0,0 0 1 0 0,0 0-1 0 0,0 0 0 0 0,1 0 0 0 0,-1 0 0 0 0,0-1 0 0 0,1 1 0 0 0,-1-1 0 0 0,4 1 0 0 0,-2-1-1126 0 0,1-1 0 0 0,-1 1 0 0 0,1-1-1 0 0,-1 0 1 0 0,7-2 0 0 0,-9 3 1045 0 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6:39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444 0 2721 0 0,'-218'60'10645'0'0,"61"0"-4162"0"0,103-2-5923 0 0,42-4-1600 0 0,9 10 640 0 0,11 14 560 0 0,6-2 0 0 0,17-14-320 0 0,16-24-400 0 0,15-22 239 0 0,28-32-2560 0 0,7-44-2481 0 0,-17-30-2082 0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6:39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0 1281 0 0,'-5'2'1210'0'0,"0"-1"1"0"0,1 1 0 0 0,-1 0-1 0 0,0 0 1 0 0,1 1 0 0 0,0-1-1 0 0,-1 1 1 0 0,1 0 0 0 0,0 0-1 0 0,-5 6 1 0 0,4-4-677 0 0,1 0-1 0 0,1 0 1 0 0,-1 1 0 0 0,1-1 0 0 0,0 1-1 0 0,0 0 1 0 0,-3 9 0 0 0,0 7-737 0 0,1 0 0 0 0,1 1 0 0 0,-2 42 0 0 0,1-14 1116 0 0,-96 495 33 0 0,87-483-785 0 0,3-5 12 0 0,11-42-101 0 0,4-10-107 0 0,-3-6 4 0 0,1-1 0 0 0,-1 1 0 0 0,1-1-1 0 0,-1 1 1 0 0,1-1 0 0 0,-1 0 0 0 0,1 1-1 0 0,-1-1 1 0 0,0 0 0 0 0,0 0 0 0 0,1 0 0 0 0,-1 0-1 0 0,1-2 1 0 0,13-11-222 0 0,-2 0 1 0 0,0-2-1 0 0,0 0 0 0 0,19-33 0 0 0,7-9 156 0 0,-20 34 13 0 0,30-33 0 0 0,-41 50 40 0 0,-1 1 1 0 0,1-1-1 0 0,0 1 1 0 0,0 1-1 0 0,1-1 1 0 0,-1 1-1 0 0,1 1 1 0 0,10-4-1 0 0,-18 7 32 0 0,1 0-1 0 0,-1 1 0 0 0,1-1 1 0 0,0 1-1 0 0,-1-1 1 0 0,1 1-1 0 0,-1 0 0 0 0,1-1 1 0 0,0 1-1 0 0,-1 0 1 0 0,1 0-1 0 0,0 0 0 0 0,-1 0 1 0 0,1 1-1 0 0,0-1 1 0 0,-1 0-1 0 0,2 1 0 0 0,-2 0 6 0 0,0 0 0 0 0,0 1 0 0 0,0-1 0 0 0,0 0 1 0 0,0 0-1 0 0,-1 0 0 0 0,1 1 0 0 0,0-1 0 0 0,-1 0 0 0 0,1 1 0 0 0,-1-1 0 0 0,0 1 0 0 0,1-1 0 0 0,-1 0 0 0 0,0 1 0 0 0,0-1 0 0 0,0 1 0 0 0,0-1 0 0 0,0 1 0 0 0,0 1 0 0 0,-12 146 483 0 0,1 4-72 0 0,11-149-505 0 0,2 19 6 0 0,-2-22 51 0 0,0-1-1 0 0,0 1 1 0 0,0-1 0 0 0,0 0 0 0 0,1 1 0 0 0,-1-1 0 0 0,0 1 0 0 0,0-1-1 0 0,1 0 1 0 0,-1 1 0 0 0,0-1 0 0 0,1 0 0 0 0,-1 0 0 0 0,0 1 0 0 0,1-1 0 0 0,-1 0-1 0 0,0 0 1 0 0,1 1 0 0 0,-1-1 0 0 0,1 0 0 0 0,-1 0 0 0 0,1 0 0 0 0,-1 0-1 0 0,0 1 1 0 0,1-1 0 0 0,-1 0 0 0 0,1 0 0 0 0,-1 0 0 0 0,1 0 0 0 0,-1 0-1 0 0,1 0 1 0 0,-1 0 0 0 0,0 0 0 0 0,1 0 0 0 0,-1-1 0 0 0,1 1 0 0 0,-1 0 0 0 0,1 0-1 0 0,-1 0 1 0 0,0 0 0 0 0,1-1 0 0 0,0 1 0 0 0,23-18-5892 0 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6:39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68 413 2721 0 0,'11'5'5146'0'0,"7"2"-1192"0"0,-15-6-3914 0 0,0-1-1 0 0,0 1 1 0 0,0-1 0 0 0,-1 0 0 0 0,1 0 0 0 0,0 0-1 0 0,0 0 1 0 0,0-1 0 0 0,5 0 0 0 0,12-5 301 0 0,-1 0 1 0 0,1-2-1 0 0,-1 0 1 0 0,-1-1-1 0 0,1 0 1 0 0,-1-2-1 0 0,-1 0 1 0 0,0-1-1 0 0,-1-1 1 0 0,15-15-1 0 0,-10 7-325 0 0,-1 0 0 0 0,-1-2 0 0 0,-1 0 0 0 0,-1-1 0 0 0,-1 0 0 0 0,19-39 0 0 0,-32 56-1 0 0,14-35 44 0 0,-17 40-47 0 0,1 0 0 0 0,-1 0 1 0 0,0 0-1 0 0,1 1 1 0 0,-1-1-1 0 0,0 0 0 0 0,0 0 1 0 0,0 0-1 0 0,-1 0 0 0 0,1 1 1 0 0,0-1-1 0 0,-1 0 1 0 0,1 0-1 0 0,-1 0 0 0 0,1 1 1 0 0,-1-1-1 0 0,0 0 1 0 0,0 1-1 0 0,0-1 0 0 0,-2-2 1 0 0,1 2 13 0 0,1 1 0 0 0,-1-1 0 0 0,0 1 0 0 0,0 0-1 0 0,0-1 1 0 0,-1 1 0 0 0,1 0 0 0 0,0 0 0 0 0,0 0 0 0 0,-1 1 0 0 0,1-1 0 0 0,0 0 0 0 0,-1 1 0 0 0,1-1 0 0 0,-4 1 0 0 0,-40 2 346 0 0,45-2-359 0 0,-13 2 182 0 0,1 0-1 0 0,0 1 1 0 0,0 1-1 0 0,0 0 1 0 0,0 0-1 0 0,1 2 1 0 0,0-1-1 0 0,0 1 1 0 0,0 1-1 0 0,1 0 1 0 0,-17 14-1 0 0,10-5 360 0 0,1 1 0 0 0,1 0-1 0 0,0 2 1 0 0,1 0-1 0 0,-23 38 1 0 0,18-22-480 0 0,0 1-1 0 0,3 1 0 0 0,1 1 1 0 0,2 0-1 0 0,1 1 0 0 0,2 1 1 0 0,-7 52-1 0 0,17-80-91 0 0,0 0 0 0 0,1 0 0 0 0,0 0 0 0 0,1 0-1 0 0,0-1 1 0 0,1 1 0 0 0,0 0 0 0 0,1-1 0 0 0,0 1 0 0 0,1-1 0 0 0,0 0-1 0 0,1 0 1 0 0,1 0 0 0 0,-1-1 0 0 0,1 0 0 0 0,1 0 0 0 0,0-1 0 0 0,0 1-1 0 0,1-1 1 0 0,0-1 0 0 0,1 0 0 0 0,0 0 0 0 0,0 0 0 0 0,14 7 0 0 0,-14-8-50 0 0,1-1 1 0 0,1-1 0 0 0,-1 1 0 0 0,1-2 0 0 0,0 1 0 0 0,0-2-1 0 0,14 4 1 0 0,-18-6-101 0 0,-1 0-1 0 0,1-1 0 0 0,-1 1 0 0 0,1-2 1 0 0,-1 1-1 0 0,1 0 0 0 0,0-1 1 0 0,-1-1-1 0 0,0 1 0 0 0,1-1 0 0 0,-1 0 1 0 0,0 0-1 0 0,0-1 0 0 0,11-6 0 0 0,-2-1-509 0 0,-1-1-1 0 0,-1 0 1 0 0,0-1-1 0 0,0-1 0 0 0,-1 0 1 0 0,-1-1-1 0 0,14-20 0 0 0,28-48-9032 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6:41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80 5442 0 0,'30'-12'2802'0'0,"1"2"-1442"0"0,45-6-1760 0 0,59-14-1281 0 0,-47 18-79 0 0,-43 16-2882 0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6:42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2 960 0 0,'6'5'3600'0'0,"28"-3"-543"0"0,11-5-1284 0 0,79-2 1256 0 0,-102 5-2395 0 0,1 1-1 0 0,0 1 1 0 0,35 7 0 0 0,-56-8-605 0 0,1 0 1 0 0,0-1 0 0 0,-1 1 0 0 0,1 0 0 0 0,0 0-1 0 0,-1 1 1 0 0,0-1 0 0 0,1 0 0 0 0,-1 1 0 0 0,0-1-1 0 0,1 1 1 0 0,2 3 0 0 0,-4-4-37 0 0,-1 0 0 0 0,1 1 0 0 0,0-1 0 0 0,-1 0 0 0 0,1 0 0 0 0,-1 0 0 0 0,1 0 0 0 0,-1 0 0 0 0,0 1 0 0 0,0-1 0 0 0,1 0 0 0 0,-1 0 0 0 0,0 1 0 0 0,0-1 0 0 0,0 0 0 0 0,0 0 0 0 0,0 1 0 0 0,-1-1 0 0 0,1 2 0 0 0,-3 4-57 0 0,0 0 1 0 0,-1-1-1 0 0,0 1 1 0 0,1-1-1 0 0,-2 0 1 0 0,1 0-1 0 0,-7 6 1 0 0,-2 4 190 0 0,-2 2-40 0 0,-1-2 0 0 0,-1 1-1 0 0,-31 22 1 0 0,16-13 126 0 0,29-23-197 0 0,1-1 27 0 0,0-1 0 0 0,-1 1 0 0 0,1 0-1 0 0,0 0 1 0 0,0 0 0 0 0,0 0 0 0 0,1 1-1 0 0,-3 3 1 0 0,3-5-27 0 0,1 0-1 0 0,0 0 1 0 0,0 1-1 0 0,0-1 0 0 0,0 0 1 0 0,0 0-1 0 0,0 0 1 0 0,0 0-1 0 0,1 0 1 0 0,-1 0-1 0 0,0 0 1 0 0,1 0-1 0 0,-1 0 0 0 0,1 0 1 0 0,-1 0-1 0 0,1 0 1 0 0,-1 0-1 0 0,1 0 1 0 0,0 0-1 0 0,-1 0 1 0 0,1 0-1 0 0,0 0 1 0 0,0-1-1 0 0,1 2 0 0 0,27 27 105 0 0,1-1 1 0 0,2-2-1 0 0,49 32 0 0 0,-76-55-112 0 0,5 3 8 0 0,-1 0 0 0 0,1 1 0 0 0,16 17 1 0 0,-24-22-20 0 0,0 0 1 0 0,0 0-1 0 0,0 0 0 0 0,0 1 1 0 0,-1-1-1 0 0,1 0 1 0 0,-1 1-1 0 0,0 0 0 0 0,0-1 1 0 0,0 1-1 0 0,0 0 1 0 0,0-1-1 0 0,0 1 0 0 0,-1 0 1 0 0,1 0-1 0 0,-1 0 1 0 0,0 0-1 0 0,0-1 0 0 0,0 1 1 0 0,0 0-1 0 0,-1 0 1 0 0,0 4-1 0 0,-3 3 2 0 0,0 0 0 0 0,0 0 0 0 0,-1 0 0 0 0,-1-1 0 0 0,1 0 0 0 0,-14 16 0 0 0,6-9 16 0 0,-1-1 1 0 0,-28 24 0 0 0,32-31-198 0 0,-1 0-1 0 0,0 0 1 0 0,0-1 0 0 0,-1-1-1 0 0,1 0 1 0 0,-2 0 0 0 0,1-1 0 0 0,-26 6-1 0 0,38-10 50 0 0,-1-1-1 0 0,0 0 0 0 0,1 0 1 0 0,-1 0-1 0 0,1 0 0 0 0,-1 0 1 0 0,1 0-1 0 0,-1 1 1 0 0,0-1-1 0 0,1-1 0 0 0,-1 1 1 0 0,1 0-1 0 0,-1 0 0 0 0,0 0 1 0 0,1 0-1 0 0,-1 0 0 0 0,1 0 1 0 0,-1-1-1 0 0,1 1 1 0 0,-1 0-1 0 0,1 0 0 0 0,-1-1 1 0 0,1 1-1 0 0,-1 0 0 0 0,1-1 1 0 0,-1 1-1 0 0,1-1 1 0 0,0 1-1 0 0,-1 0 0 0 0,1-1 1 0 0,0 1-1 0 0,-1-1 0 0 0,1 1 1 0 0,0-1-1 0 0,-1 1 0 0 0,1-1 1 0 0,0 0-1 0 0,0 1 1 0 0,0-1-1 0 0,0 1 0 0 0,-1-1 1 0 0,1 1-1 0 0,0-1 0 0 0,0 0 1 0 0,0 1-1 0 0,0-1 0 0 0,0 1 1 0 0,0-1-1 0 0,1 1 1 0 0,-1-1-1 0 0,0 0 0 0 0,0 1 1 0 0,0-1-1 0 0,0 1 0 0 0,1-2 1 0 0,8-27-7364 0 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6:43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93 133 1361 0 0,'-11'4'689'0'0,"0"1"1"0"0,-18 9 0 0 0,25-12-443 0 0,1 1 0 0 0,-1-1 0 0 0,1 1 1 0 0,-1 0-1 0 0,1 0 0 0 0,0 0 0 0 0,0 1 1 0 0,0-1-1 0 0,0 1 0 0 0,-3 5 0 0 0,6-8-197 0 0,0-1 1 0 0,-1 1-1 0 0,1 0 0 0 0,0-1 0 0 0,-1 1 0 0 0,1 0 0 0 0,0-1 0 0 0,0 1 0 0 0,0-1 0 0 0,0 1 0 0 0,0 0 0 0 0,0-1 0 0 0,0 1 0 0 0,0 0 0 0 0,0-1 0 0 0,0 1 0 0 0,0 0 0 0 0,0-1 0 0 0,0 1 0 0 0,0 0 0 0 0,0-1 0 0 0,1 1 0 0 0,-1 0 0 0 0,0-1 0 0 0,1 1 0 0 0,-1-1 0 0 0,0 1 0 0 0,1-1 0 0 0,-1 1 0 0 0,1 0 0 0 0,-1-1 0 0 0,1 0 0 0 0,-1 1 0 0 0,1-1 0 0 0,-1 1 0 0 0,1 0 0 0 0,1-1 69 0 0,0 1-1 0 0,-1-1 1 0 0,1 1 0 0 0,0-1 0 0 0,0 1-1 0 0,-1-1 1 0 0,1 0 0 0 0,0 0-1 0 0,0 0 1 0 0,-1 0 0 0 0,1 0-1 0 0,0 0 1 0 0,0 0 0 0 0,0-1 0 0 0,-1 1-1 0 0,4-2 1 0 0,11-5 513 0 0,-1-1 0 0 0,0-1-1 0 0,0 0 1 0 0,-1-1 0 0 0,0 0 0 0 0,23-24 0 0 0,-26 25-386 0 0,27-29 347 0 0,-30 29-623 0 0,1 0-1 0 0,0 0 1 0 0,0 1 0 0 0,1 0-1 0 0,0 0 1 0 0,1 1 0 0 0,0 1-1 0 0,18-9 1 0 0,-28 14 26 0 0,1 1 0 0 0,-1-1 0 0 0,1 1 0 0 0,-1-1 1 0 0,1 1-1 0 0,0-1 0 0 0,-1 1 0 0 0,1 0 0 0 0,0 0 0 0 0,-1 0 0 0 0,1 0 1 0 0,0 0-1 0 0,-1 0 0 0 0,1 0 0 0 0,0 1 0 0 0,-1-1 0 0 0,1 0 0 0 0,-1 1 1 0 0,1 0-1 0 0,2 0 0 0 0,-3 1 8 0 0,1 0 0 0 0,-1-1 0 0 0,1 1 0 0 0,-1 0 0 0 0,0 0 0 0 0,0 0 0 0 0,0 0 0 0 0,0 0 0 0 0,0 0 0 0 0,0 0 0 0 0,0 1 0 0 0,-1-1 0 0 0,1 0 0 0 0,-1 0 0 0 0,0 1 0 0 0,0 2 0 0 0,2 21 113 0 0,-1-1 1 0 0,-1 1 0 0 0,-1 0 0 0 0,-10 51 0 0 0,-33 101 337 0 0,34-142-339 0 0,2-4 57 0 0,6-28 23 0 0,3-8-87 0 0,9-15-13 0 0,7-4-32 0 0,26-35-930 0 0,83-86 0 0 0,-116 135 802 0 0,0 0 0 0 0,1 1 0 0 0,16-11-1 0 0,-25 18 66 0 0,1-1-1 0 0,0 1 0 0 0,-1-1 0 0 0,1 1 0 0 0,0 0 0 0 0,-1 0 1 0 0,1 0-1 0 0,0 0 0 0 0,0 1 0 0 0,0-1 0 0 0,0 1 0 0 0,0 0 0 0 0,0-1 1 0 0,0 1-1 0 0,0 1 0 0 0,0-1 0 0 0,0 0 0 0 0,0 1 0 0 0,0-1 0 0 0,-1 1 1 0 0,4 1-1 0 0,-5-1-2 0 0,0 0 0 0 0,0-1 0 0 0,0 1 0 0 0,-1 0 0 0 0,1 0 0 0 0,0-1 0 0 0,0 1 1 0 0,-1 0-1 0 0,1 0 0 0 0,-1 0 0 0 0,1 0 0 0 0,-1 0 0 0 0,1 0 0 0 0,-1 0 0 0 0,0 0 0 0 0,1 0 1 0 0,-1 0-1 0 0,0 0 0 0 0,0 0 0 0 0,0 0 0 0 0,0 0 0 0 0,0 0 0 0 0,0 0 0 0 0,0 2 0 0 0,1 6-30 0 0,24 142-115 0 0,-25-148-103 0 0,0 0 0 0 0,0 0 0 0 0,1 1 0 0 0,-1-1 1 0 0,1 0-1 0 0,0 0 0 0 0,0 0 0 0 0,0 0 0 0 0,1 0 0 0 0,-1 0 0 0 0,1 0 0 0 0,-1 0 0 0 0,1-1 1 0 0,3 5-1 0 0,-4-7 41 0 0,-1 0 0 0 0,1 0-1 0 0,-1 1 1 0 0,1-1 0 0 0,-1 0 0 0 0,1 0 0 0 0,-1 0 0 0 0,1 0 0 0 0,-1 0 0 0 0,1 0 0 0 0,-1-1 0 0 0,1 1 0 0 0,-1 0 0 0 0,1 0 0 0 0,-1 0 0 0 0,1 0 0 0 0,-1 0 0 0 0,1-1-1 0 0,-1 1 1 0 0,0 0 0 0 0,1-1 0 0 0,-1 1 0 0 0,1 0 0 0 0,0-1 0 0 0,-1 1 207 0 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6:43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1 640 0 0,'-12'8'340'0'0,"-5"4"1191"0"0,1 1-1 0 0,1 0 1 0 0,0 1 0 0 0,0 1 0 0 0,-12 17 0 0 0,25-30-1416 0 0,1-1 1 0 0,0 1 0 0 0,0 0-1 0 0,0-1 1 0 0,1 1-1 0 0,-1 0 1 0 0,0-1 0 0 0,1 1-1 0 0,-1 0 1 0 0,1 0 0 0 0,-1-1-1 0 0,1 1 1 0 0,0 0-1 0 0,0 0 1 0 0,0 0 0 0 0,0 0-1 0 0,0 0 1 0 0,0-1 0 0 0,0 1-1 0 0,1 0 1 0 0,-1 0-1 0 0,1 0 1 0 0,-1-1 0 0 0,1 1-1 0 0,0 0 1 0 0,0 0 0 0 0,-1-1-1 0 0,1 1 1 0 0,1-1-1 0 0,-1 1 1 0 0,0-1 0 0 0,0 1-1 0 0,0-1 1 0 0,1 0 0 0 0,-1 0-1 0 0,1 1 1 0 0,-1-1-1 0 0,2 1 1 0 0,6 3-12 0 0,0 1 1 0 0,0-1-1 0 0,0-1 1 0 0,0 0-1 0 0,17 5 0 0 0,7 1-246 0 0,-14-5 53 0 0,0 1 0 0 0,-1 1 0 0 0,0 0 0 0 0,23 13 0 0 0,-39-18 82 0 0,1-1 0 0 0,-1 1 0 0 0,1 0-1 0 0,-1 0 1 0 0,0 0 0 0 0,0 0 0 0 0,0 0-1 0 0,0 1 1 0 0,0-1 0 0 0,-1 0 0 0 0,1 1-1 0 0,-1-1 1 0 0,0 1 0 0 0,1 0-1 0 0,-1 0 1 0 0,0-1 0 0 0,0 1 0 0 0,-1 0-1 0 0,1 0 1 0 0,-1 0 0 0 0,1 0 0 0 0,-1 0-1 0 0,0 0 1 0 0,0 0 0 0 0,0 0 0 0 0,-1-1-1 0 0,1 1 1 0 0,-1 0 0 0 0,0 4 0 0 0,-3 4 43 0 0,0-1 1 0 0,-1 1 0 0 0,0-1 0 0 0,0 1 0 0 0,-1-2 0 0 0,-9 12-1 0 0,1-2 46 0 0,-1-1-1 0 0,0-1 1 0 0,-1 0-1 0 0,-1-1 1 0 0,0-1 0 0 0,-1 0-1 0 0,-1-2 1 0 0,-40 23-1 0 0,55-34-176 0 0,-1 1 0 0 0,0-1 0 0 0,0 0 0 0 0,0-1 0 0 0,0 1 0 0 0,0-1 0 0 0,0 0 1 0 0,0 0-1 0 0,-1-1 0 0 0,1 1 0 0 0,0-1 0 0 0,0 0 0 0 0,-1-1 0 0 0,1 1 0 0 0,0-1 0 0 0,-10-3 0 0 0,3-1-1685 0 0,0-1 0 0 0,-19-12 0 0 0,30 17 1651 0 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6:48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 7924 0 0,'-45'14'5362'0'0,"26"41"-4562"0"0,50 57-3921 0 0,-3-34 1280 0 0,-23-20-2081 0 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6:50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26 1521 0 0,'7'-26'3281'0'0,"-28"168"6244"0"0,0 52-4403 0 0,6-26-4962 0 0,-1-48-800 0 0,2-13 240 0 0,-8-9 319 0 0,10-12 162 0 0,17-20-81 0 0,26-36-2161 0 0,45-70-7444 0 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6:50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157 303 9284 0 0,'-11'5'1507'0'0,"-17"9"3580"0"0,-27 18 0 0 0,46-27-4331 0 0,1 2 0 0 0,0-1 0 0 0,1 1 0 0 0,-9 8 0 0 0,14-12-689 0 0,-3 6-27 0 0,5-8-87 0 0,1 0 0 0 0,-1 0 1 0 0,1 1-1 0 0,-1-1 0 0 0,1 0 0 0 0,0 0 1 0 0,0 0-1 0 0,-1-1 0 0 0,1 1 1 0 0,0 0-1 0 0,0 0 0 0 0,0 0 0 0 0,0-1 1 0 0,0 1-1 0 0,2 1 0 0 0,7 5-360 0 0,1-1-1 0 0,0 0 1 0 0,0-1-1 0 0,1 0 1 0 0,-1 0-1 0 0,23 4 1 0 0,-27-7 370 0 0,0-1 0 0 0,0 0 0 0 0,0 0 1 0 0,0-1-1 0 0,0 0 0 0 0,0 0 0 0 0,0-1 0 0 0,0 0 0 0 0,0 0 1 0 0,0-1-1 0 0,0 1 0 0 0,0-1 0 0 0,0-1 0 0 0,-1 0 1 0 0,10-5-1 0 0,4-6 77 0 0,-1-1 0 0 0,-1-1 0 0 0,-1-1 0 0 0,0-1 0 0 0,-1 0 0 0 0,14-21 0 0 0,-21 27-73 0 0,0-2-1 0 0,0 1 1 0 0,9-23 0 0 0,-16 34 23 0 0,-1-1 1 0 0,0 1 0 0 0,-1-1 0 0 0,1 0-1 0 0,0 1 1 0 0,-1-1 0 0 0,1 0 0 0 0,-1 0-1 0 0,0 1 1 0 0,0-1 0 0 0,0 0 0 0 0,0 0-1 0 0,-1-3 1 0 0,0 4 6 0 0,0 1 1 0 0,1-1-1 0 0,-1 1 1 0 0,0-1-1 0 0,0 1 0 0 0,0-1 1 0 0,0 1-1 0 0,0 0 1 0 0,0-1-1 0 0,0 1 1 0 0,0 0-1 0 0,-1 0 0 0 0,1 0 1 0 0,0 0-1 0 0,-1 0 1 0 0,-2-1-1 0 0,-3-1 44 0 0,1 1 1 0 0,-2-1 0 0 0,1 2-1 0 0,0-1 1 0 0,0 1-1 0 0,0 0 1 0 0,-1 1-1 0 0,-9 0 1 0 0,-15 1 276 0 0,1 0 0 0 0,-59 13 0 0 0,72-10-258 0 0,0 1 0 0 0,0 1 0 0 0,0 0 0 0 0,1 1 0 0 0,0 1 0 0 0,-17 11 0 0 0,30-16-63 0 0,0-1 0 0 0,0 1 0 0 0,0 0 1 0 0,1 0-1 0 0,0 1 0 0 0,0-1 0 0 0,0 1 0 0 0,0-1 1 0 0,0 1-1 0 0,-2 5 0 0 0,4-8-14 0 0,1 0 0 0 0,0 0 0 0 0,-1 0 0 0 0,1 0 0 0 0,0 0 0 0 0,-1 0-1 0 0,1 0 1 0 0,0 0 0 0 0,0 0 0 0 0,0 0 0 0 0,0 0 0 0 0,0 1 0 0 0,0-1 0 0 0,0 0 0 0 0,1 0-1 0 0,-1 0 1 0 0,0 0 0 0 0,1 1 0 0 0,0 0-22 0 0,0-1 1 0 0,0 0-1 0 0,0 1 0 0 0,0-1 0 0 0,0 0 1 0 0,1 0-1 0 0,-1 0 0 0 0,0 0 1 0 0,1 0-1 0 0,-1 0 0 0 0,1 0 0 0 0,-1-1 1 0 0,0 1-1 0 0,1 0 0 0 0,0-1 1 0 0,1 1-1 0 0,3 1-141 0 0,0-1 0 0 0,0-1 0 0 0,0 1-1 0 0,1-1 1 0 0,9 0 0 0 0,16-3-1355 0 0,1-1 0 0 0,-1-1-1 0 0,0-2 1 0 0,0-1-1 0 0,-1-1 1 0 0,0-2 0 0 0,-1-1-1 0 0,0-2 1 0 0,32-19 0 0 0,10-13 437 0 0,-50 31 1548 0 0,0 0-1 0 0,1 2 1 0 0,0 0 0 0 0,1 2 0 0 0,44-15-1 0 0,-65 26-254 0 0,0-1 0 0 0,0 0 1 0 0,0 1-1 0 0,0-1 0 0 0,1 1 0 0 0,-1 0 0 0 0,0 0 0 0 0,6 1 0 0 0,-9-1-124 0 0,1 1 0 0 0,0-1 1 0 0,-1 0-1 0 0,1 0 0 0 0,0 1 1 0 0,-1-1-1 0 0,1 0 0 0 0,0 1 0 0 0,-1-1 1 0 0,1 1-1 0 0,-1-1 0 0 0,1 1 0 0 0,-1-1 1 0 0,1 1-1 0 0,-1-1 0 0 0,1 1 0 0 0,-1-1 1 0 0,1 1-1 0 0,-1 0 0 0 0,0-1 0 0 0,1 1 1 0 0,-1 0-1 0 0,0-1 0 0 0,1 2 0 0 0,-1 3 106 0 0,0 0 0 0 0,-1 0 0 0 0,1-1 0 0 0,-1 1 0 0 0,0 0 0 0 0,-1 0-1 0 0,1-1 1 0 0,-1 1 0 0 0,1-1 0 0 0,-4 6 0 0 0,-5 12 108 0 0,2-5-59 0 0,0 0 0 0 0,1 1 0 0 0,1 0 0 0 0,1 1 1 0 0,1-1-1 0 0,0 1 0 0 0,-1 20 0 0 0,5-35-147 0 0,0 0 0 0 0,1 0-1 0 0,-1-1 1 0 0,1 1 0 0 0,0 0 0 0 0,0-1-1 0 0,0 1 1 0 0,1-1 0 0 0,-1 1 0 0 0,1-1-1 0 0,0 1 1 0 0,0-1 0 0 0,0 0 0 0 0,0 0-1 0 0,0 0 1 0 0,1 0 0 0 0,0-1 0 0 0,-1 1-1 0 0,1 0 1 0 0,0-1 0 0 0,0 0 0 0 0,0 0-1 0 0,1 0 1 0 0,-1 0 0 0 0,0 0 0 0 0,1-1-1 0 0,-1 0 1 0 0,7 2 0 0 0,-4-1-5 0 0,1 0 0 0 0,0-1 0 0 0,-1 0 0 0 0,1 0 0 0 0,0-1 0 0 0,0 0 0 0 0,0 0 0 0 0,-1 0 0 0 0,1-1 0 0 0,0 0 0 0 0,0-1 0 0 0,-1 1 0 0 0,1-1 0 0 0,-1 0 0 0 0,8-4 0 0 0,-3-1-47 0 0,0-1 0 0 0,0 0-1 0 0,-1 0 1 0 0,0-1-1 0 0,-1-1 1 0 0,0 1-1 0 0,0-1 1 0 0,-1-1 0 0 0,-1 0-1 0 0,12-21 1 0 0,-9 14-52 0 0,-2 0 0 0 0,0-1 1 0 0,-1 1-1 0 0,-1-2 1 0 0,-1 1-1 0 0,4-28 0 0 0,-8 43 29 0 0,0 0 0 0 0,-1-1-1 0 0,0 1 1 0 0,0 0 0 0 0,0 0-1 0 0,0-1 1 0 0,-1 1 0 0 0,1 0-1 0 0,-1 0 1 0 0,0 0 0 0 0,0 0-1 0 0,-1 0 1 0 0,1 0 0 0 0,-1 0-1 0 0,0 0 1 0 0,0 0 0 0 0,0 1-1 0 0,-6-7 1 0 0,4 6 18 0 0,0 1 0 0 0,-1 0 0 0 0,1 0 0 0 0,-1 0 0 0 0,1 1 0 0 0,-1-1 0 0 0,0 1 0 0 0,0 0 0 0 0,0 0 0 0 0,0 1 0 0 0,-1 0 0 0 0,1 0 1 0 0,0 0-1 0 0,-8 0 0 0 0,-9 0 258 0 0,1 1 1 0 0,0 1 0 0 0,-33 5 0 0 0,-61 18 1664 0 0,115-24-1936 0 0,-19 4 106 0 0,2 0 1 0 0,-1 1-1 0 0,0 2 1 0 0,-29 14 0 0 0,46-21-145 0 0,0 0 1 0 0,0 1 0 0 0,0-1 0 0 0,0 1 0 0 0,1-1 0 0 0,-1 1 0 0 0,0-1-1 0 0,1 1 1 0 0,-1-1 0 0 0,0 1 0 0 0,1 0 0 0 0,-1-1 0 0 0,1 1 0 0 0,-1 0-1 0 0,1-1 1 0 0,-1 1 0 0 0,1 0 0 0 0,-1 0 0 0 0,1 0 0 0 0,0 0-1 0 0,-1-1 1 0 0,1 1 0 0 0,0 0 0 0 0,0 0 0 0 0,0 0 0 0 0,0 0 0 0 0,-1 0-1 0 0,1 0 1 0 0,1-1 0 0 0,-1 1 0 0 0,0 0 0 0 0,0 0 0 0 0,0 0 0 0 0,0 0-1 0 0,1 0 1 0 0,-1 1 0 0 0,2 0-194 0 0,-1-1 0 0 0,1 1-1 0 0,-1-1 1 0 0,1 1 0 0 0,0-1 0 0 0,0 1-1 0 0,-1-1 1 0 0,1 0 0 0 0,0 0 0 0 0,0 0-1 0 0,0 0 1 0 0,0 0 0 0 0,0 0 0 0 0,5 1-1 0 0,4 0-1146 0 0,1 0-1 0 0,22 2 1 0 0,45-6-4301 0 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6:51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480 1 8804 0 0,'-64'40'8360'0'0,"2"4"-4675"0"0,7 1-4201 0 0,1 3 1 0 0,-84 97-1 0 0,122-127 527 0 0,-27 30 502 0 0,40-45-661 0 0,1-1 0 0 0,-1 1 0 0 0,0-1 0 0 0,0 0 0 0 0,0 0 0 0 0,0 0 0 0 0,0-1 0 0 0,-1 1 0 0 0,1-1 0 0 0,0 1 0 0 0,-1-1 0 0 0,-6 1 0 0 0,11-10-4539 0 0,9-3 2370 0 0,8-7 99 0 0,16-16 1613 0 0,61-49 0 0 0,-66 62 1019 0 0,1 1-1 0 0,1 1 1 0 0,0 1-1 0 0,2 2 1 0 0,0 2-1 0 0,37-12 1 0 0,-63 25-410 0 0,1 0 0 0 0,-1 0 0 0 0,0 1 0 0 0,0 0 0 0 0,1 0 0 0 0,-1 0 0 0 0,0 1 0 0 0,0 0 0 0 0,0 1 0 0 0,0-1 0 0 0,0 1 0 0 0,0 1 0 0 0,0-1 0 0 0,0 1 0 0 0,10 7 0 0 0,-13-8 11 0 0,-1 0 0 0 0,0 0 0 0 0,0 0 0 0 0,0 0 0 0 0,0 1 0 0 0,0 0 1 0 0,-1-1-1 0 0,1 1 0 0 0,-1 0 0 0 0,0 0 0 0 0,0 0 0 0 0,0 1 0 0 0,0-1 0 0 0,0 0 0 0 0,-1 1 0 0 0,0-1 0 0 0,1 1 0 0 0,-1 0 1 0 0,0-1-1 0 0,-1 1 0 0 0,1 0 0 0 0,-1-1 0 0 0,0 1 0 0 0,1 0 0 0 0,-2 0 0 0 0,1-1 0 0 0,0 1 0 0 0,-1 0 0 0 0,0 0 1 0 0,0-1-1 0 0,-1 5 0 0 0,-4 5 85 0 0,0 0 1 0 0,-1 0 0 0 0,0-1 0 0 0,-1 1 0 0 0,0-1-1 0 0,-14 14 1 0 0,0-2 173 0 0,-44 36 1 0 0,46-44-93 0 0,0 0 0 0 0,-33 17 0 0 0,45-28-115 0 0,0-1 0 0 0,0-1-1 0 0,0 1 1 0 0,0-1 0 0 0,-1-1 0 0 0,1 0-1 0 0,-1 0 1 0 0,0 0 0 0 0,0-1-1 0 0,-15 0 1 0 0,16-1 45 0 0,9 2 710 0 0,19-2 178 0 0,386-89-226 0 0,-385 84-794 0 0,-16 4-67 0 0,0 0-1 0 0,0 0 1 0 0,0 0-1 0 0,0 0 0 0 0,0 1 1 0 0,0 0-1 0 0,7 1 1 0 0,-8 1-3175 0 0,-11-3 2575 0 0,-17-4 324 0 0,-1 1-1 0 0,1 1 1 0 0,-42-1-1 0 0,61 5 523 0 0,-1-1 0 0 0,0 1 0 0 0,1 0 0 0 0,0 0 0 0 0,-1 1 1 0 0,1 0-1 0 0,0 0 0 0 0,-1 0 0 0 0,1 0 0 0 0,0 1 0 0 0,1 0 0 0 0,-1 0 0 0 0,0 0 0 0 0,1 0 0 0 0,0 1 0 0 0,0 0 0 0 0,-6 6 0 0 0,3-2 123 0 0,1 0 1 0 0,0 1-1 0 0,1-1 1 0 0,0 1-1 0 0,0 0 1 0 0,1 0-1 0 0,-6 17 1 0 0,9-20-214 0 0,-1 1 1 0 0,1 0 0 0 0,0 0 0 0 0,1 1 0 0 0,0-1 0 0 0,0 0-1 0 0,0 0 1 0 0,1 0 0 0 0,0 0 0 0 0,1 0 0 0 0,3 12-1 0 0,4 4-52 0 0,22 45 0 0 0,-12-30 72 0 0,-4-8 31 0 0,-3 2 1 0 0,0 0-1 0 0,8 40 0 0 0,-17-59-79 0 0,-1 0 0 0 0,0 1 1 0 0,-1-1-1 0 0,-1 1 0 0 0,0-1 0 0 0,0 1 0 0 0,-2-1 0 0 0,1 1 1 0 0,-2-1-1 0 0,-7 25 0 0 0,9-34-26 0 0,-2 1-1 0 0,1 0 1 0 0,0-1 0 0 0,-1 1 0 0 0,0-1-1 0 0,0 0 1 0 0,0 0 0 0 0,0 0 0 0 0,-1 0-1 0 0,0 0 1 0 0,0-1 0 0 0,0 0 0 0 0,-6 4 0 0 0,3-3-11 0 0,0 0 0 0 0,0-1 0 0 0,0 0-1 0 0,-1 0 1 0 0,1-1 0 0 0,-1 0 0 0 0,-15 2 0 0 0,1-3-14 0 0,1 0-1 0 0,-1-2 0 0 0,1 0 0 0 0,-1-2 0 0 0,-28-6 0 0 0,-6-9 251 0 0,56 18-220 0 0,0 0-1 0 0,0 0 0 0 0,0 1 0 0 0,0-1 1 0 0,0 0-1 0 0,0 0 0 0 0,0 0 0 0 0,0 0 1 0 0,0 0-1 0 0,0 0 0 0 0,0 0 0 0 0,0 1 1 0 0,0-1-1 0 0,0 0 0 0 0,0 0 0 0 0,0 0 1 0 0,0 0-1 0 0,0 0 0 0 0,0 0 0 0 0,0 0 1 0 0,0 0-1 0 0,0 0 0 0 0,0 1 0 0 0,0-1 1 0 0,0 0-1 0 0,0 0 0 0 0,0 0 0 0 0,-1 0 1 0 0,1 0-1 0 0,0 0 0 0 0,0 0 0 0 0,0 0 1 0 0,0 0-1 0 0,0 0 0 0 0,0 0 0 0 0,0 0 1 0 0,0 0-1 0 0,-1 0 0 0 0,1 0 0 0 0,0 0 1 0 0,0 0-1 0 0,0 0 0 0 0,0 0 0 0 0,0 0 1 0 0,0 0-1 0 0,-1 0 0 0 0,17 10 103 0 0,63 23-553 0 0,70 27 316 0 0,-73-37 115 0 0,-26-9-751 0 0,-1 2 1 0 0,0 2 0 0 0,56 30-1 0 0,-96-43-20 0 0,1 1 0 0 0,-1 1 0 0 0,0-1 0 0 0,15 16 0 0 0,-19-16-770 0 0,0 0 1 0 0,0 1-1 0 0,-1 0 0 0 0,0 0 1 0 0,4 9-1 0 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6:52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1 8324 0 0,'-73'167'2881'0'0,"37"-9"-2961"0"0,32-14 80 0 0,11-28 1281 0 0,-5 0 79 0 0,5 1-639 0 0,5-11-961 0 0,5-24-881 0 0,-3-32-960 0 0,-7-36-3201 0 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6:52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46 1040 0 0,'0'-6'1481'0'0,"1"2"-694"0"0,-1 1 0 0 0,0-1 0 0 0,0 1 0 0 0,0-1 0 0 0,0 1 0 0 0,0-1 0 0 0,-1 1 0 0 0,0-1 0 0 0,-1-3 0 0 0,2 22 854 0 0,5 41-1254 0 0,2 1 0 0 0,25 90 0 0 0,-23-116-184 0 0,1 0-1 0 0,2 0 1 0 0,1-1 0 0 0,1 0 0 0 0,2-1 0 0 0,25 35-1 0 0,-31-50-204 0 0,0 0 0 0 0,2-1 0 0 0,-1 0-1 0 0,1-1 1 0 0,1 0 0 0 0,0-1-1 0 0,1-1 1 0 0,0 0 0 0 0,1 0-1 0 0,0-2 1 0 0,0 0 0 0 0,1 0-1 0 0,24 7 1 0 0,-34-14 3 0 0,0 1 1 0 0,0 0-1 0 0,0-1 1 0 0,0 0-1 0 0,0-1 1 0 0,1 0-1 0 0,-1 1 1 0 0,0-2-1 0 0,1 1 1 0 0,-1-1-1 0 0,0 0 1 0 0,0 0-1 0 0,0-1 1 0 0,0 0-1 0 0,0 0 1 0 0,0 0-1 0 0,0-1 1 0 0,-1 0-1 0 0,1 0 1 0 0,-1 0-1 0 0,0-1 1 0 0,0 0-1 0 0,0 0 1 0 0,0 0-1 0 0,0 0 1 0 0,6-9-1 0 0,37-51-131 0 0,9-10-47 0 0,-31 49 34 0 0,-21 21-108 0 0,0 0-1 0 0,-1 0 1 0 0,1-1-1 0 0,-1 1 1 0 0,0-1-1 0 0,0 0 1 0 0,0 0-1 0 0,-1 0 0 0 0,0-1 1 0 0,0 1-1 0 0,4-11 1 0 0,-7 16 81 0 0,0-1 1 0 0,0 0-1 0 0,1 0 0 0 0,-1 1 1 0 0,0-1-1 0 0,0 0 1 0 0,-1 1-1 0 0,1-1 0 0 0,0 0 1 0 0,0 1-1 0 0,0-1 1 0 0,0 0-1 0 0,0 1 0 0 0,-1-1 1 0 0,1 0-1 0 0,0 1 1 0 0,-1-1-1 0 0,1 1 0 0 0,0-1 1 0 0,-1 0-1 0 0,1 1 1 0 0,-1-1-1 0 0,1 1 0 0 0,-1-1 1 0 0,1 1-1 0 0,-1-1 1 0 0,0 1-1 0 0,-15-2-5032 0 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6:53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1121 0 0,'218'2'2641'0'0,"-12"-6"-160"0"0,-66-6-880 0 0,-45 8-561 0 0,-3 10-320 0 0,-4-2-880 0 0,-52-26-3521 0 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6:53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1 400 0 0,'-38'16'1601'0'0,"15"0"-481"0"0,6 4-319 0 0,-2 106 800 0 0,7 35-81 0 0,10-9-639 0 0,-5-34-321 0 0,-10 6 160 0 0,-6 16 1 0 0,-8-4-81 0 0,19-13-160 0 0,19-35-240 0 0,2-60-1841 0 0,3-48-4401 0 0</inkml:trace>
  <inkml:trace contextRef="#ctx0" brushRef="#br0" timeOffset="1">214 778 2161 0 0,'17'-24'5523'0'0,"-8"22"-3042"0"0,1 6-2401 0 0,2 0-80 0 0,-1 2 160 0 0,65 20 1681 0 0,19-2-561 0 0,-5-14-1040 0 0,7-10-400 0 0,29 2-160 0 0,-29-28-640 0 0,-30-22-6244 0 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6:54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0 223 2161 0 0,'2'0'7523'0'0,"25"9"-2800"0"0,18-37-4323 0 0,23-13-1121 0 0,32-7 481 0 0,7-2 320 0 0,-8 16-960 0 0,-42 16-1041 0 0,-31 6-3041 0 0</inkml:trace>
  <inkml:trace contextRef="#ctx0" brushRef="#br0" timeOffset="1">230 99 5042 0 0,'5'144'6163'0'0,"26"-42"-4562"0"0,6-6-2001 0 0,4 0-1 0 0,-1 22-79 0 0,-7 8 80 0 0,-19-10-1601 0 0,-14-9-3281 0 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6:54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55 971 240 0 0,'-17'-20'3442'0'0,"1"-2"-241"0"0,2 6-480 0 0,6 0-640 0 0,13-2-560 0 0,123-75-641 0 0,31-15-639 0 0,-26 10-241 0 0,-22 18-80 0 0,-35 28-81 0 0,-29 6-3360 0 0,-16 10-6324 0 0</inkml:trace>
  <inkml:trace contextRef="#ctx0" brushRef="#br0" timeOffset="1">600 188 5923 0 0,'-24'-16'4082'0'0,"10"14"-1761"0"0,2 2-881 0 0,5-2-479 0 0,3 2-401 0 0,1-2-160 0 0,17 0-480 0 0,114-30-1280 0 0,7-8 559 0 0,-30 10 1 0 0,-39 4-481 0 0,-30-9-2080 0 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6:54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 1361 0 0,'-26'4'2801'0'0,"12"18"-240"0"0,47 122 1441 0 0,24-26-2401 0 0,11-53-1761 0 0,8-25-481 0 0,0-18 241 0 0,-5-34-2721 0 0</inkml:trace>
  <inkml:trace contextRef="#ctx0" brushRef="#br0" timeOffset="1">418 143 1040 0 0,'-24'12'801'0'0,"0"6"-481"0"0,-4 10-960 0 0,-1 4-401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6:55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0 880 0 0,'0'10'1121'0'0,"0"0"-1"0"0,0 0 1 0 0,5 8 79 0 0,2 24 401 0 0,5 24-320 0 0,-3-34-2802 0 0,-11-20-3681 0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6:55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0 290 1601 0 0,'1'-1'272'0'0,"0"-1"1"0"0,-1 1-1 0 0,1 0 1 0 0,0 0-1 0 0,0 0 0 0 0,0 0 1 0 0,0 0-1 0 0,0 0 1 0 0,0 0-1 0 0,0 0 1 0 0,0 0-1 0 0,1 0 1 0 0,-1 1-1 0 0,0-1 1 0 0,0 0-1 0 0,1 1 1 0 0,1-1-1 0 0,29-7 1361 0 0,-10 3-1087 0 0,-18 4-526 0 0,5-1-120 0 0,1-1 0 0 0,-1-1 0 0 0,0 0 0 0 0,0 0 0 0 0,0 0 0 0 0,15-12 0 0 0,-1-4-713 0 0,-1 0 1 0 0,-1-2 0 0 0,34-43-1 0 0,-21 23 261 0 0,-30 37 566 0 0,0 1 0 0 0,0-1 0 0 0,1 1 1 0 0,-1 0-1 0 0,1 1 0 0 0,0-1 0 0 0,0 1 0 0 0,0 0 0 0 0,0 0 1 0 0,1 0-1 0 0,-1 1 0 0 0,1 0 0 0 0,0 0 0 0 0,-1 0 1 0 0,1 1-1 0 0,0 0 0 0 0,0 0 0 0 0,0 1 0 0 0,0-1 0 0 0,0 1 1 0 0,0 0-1 0 0,0 1 0 0 0,0 0 0 0 0,0 0 0 0 0,0 0 0 0 0,0 0 1 0 0,-1 1-1 0 0,1 0 0 0 0,0 0 0 0 0,-1 1 0 0 0,6 3 0 0 0,-9-5 6 0 0,0 1 0 0 0,0-1 0 0 0,-1 1 0 0 0,1 0 0 0 0,0 0-1 0 0,-1 0 1 0 0,1 0 0 0 0,-1 0 0 0 0,1 0 0 0 0,-1 1 0 0 0,0-1-1 0 0,0 0 1 0 0,0 1 0 0 0,0-1 0 0 0,-1 0 0 0 0,1 1 0 0 0,-1-1-1 0 0,1 1 1 0 0,-1-1 0 0 0,0 1 0 0 0,0 0 0 0 0,0-1 0 0 0,0 1-1 0 0,0-1 1 0 0,-1 1 0 0 0,0 3 0 0 0,-3 7 74 0 0,1 0 0 0 0,-2 0 0 0 0,-11 22 0 0 0,8-18-58 0 0,-8 16 115 0 0,0-1 0 0 0,-29 40 0 0 0,43-68-165 0 0,0-1 0 0 0,-1 0 0 0 0,1 0-1 0 0,-1 0 1 0 0,0-1 0 0 0,0 1 0 0 0,0-1 0 0 0,0 1 0 0 0,-1-1-1 0 0,1 0 1 0 0,-1 0 0 0 0,1 0 0 0 0,-1-1 0 0 0,1 1 0 0 0,-1-1-1 0 0,0 0 1 0 0,0 0 0 0 0,0 0 0 0 0,0-1 0 0 0,0 1-1 0 0,0-1 1 0 0,0 0 0 0 0,0 0 0 0 0,1 0 0 0 0,-1-1 0 0 0,0 1-1 0 0,0-1 1 0 0,0 0 0 0 0,0 0 0 0 0,0-1 0 0 0,-3-1 0 0 0,-28-12 1868 0 0,35 15-1807 0 0,0 0 1 0 0,0 0 0 0 0,-1-1-1 0 0,1 1 1 0 0,0 0 0 0 0,0-1-1 0 0,0 1 1 0 0,0 0 0 0 0,0 0-1 0 0,0-1 1 0 0,0 1-1 0 0,-1 0 1 0 0,1-1 0 0 0,0 1-1 0 0,0 0 1 0 0,0 0 0 0 0,0-1-1 0 0,0 1 1 0 0,0 0 0 0 0,0-1-1 0 0,1 1 1 0 0,-1 0-1 0 0,0-1 1 0 0,0 1 0 0 0,0 0-1 0 0,0 0 1 0 0,0-1 0 0 0,0 1-1 0 0,1 0 1 0 0,-1 0 0 0 0,0-1-1 0 0,0 1 1 0 0,0 0 0 0 0,0 0-1 0 0,1-1 1 0 0,-1 1-1 0 0,10-11 389 0 0,-10 11-407 0 0,25-24 98 0 0,1 1 0 0 0,1 2 0 0 0,58-36-1 0 0,-79 53-150 0 0,1 0-1 0 0,-1 1 0 0 0,1-1 0 0 0,0 2 0 0 0,0-1 1 0 0,11-2-1 0 0,-17 5 11 0 0,0 0 1 0 0,0-1-1 0 0,-1 1 0 0 0,1 0 1 0 0,0 0-1 0 0,-1 0 0 0 0,1 1 1 0 0,0-1-1 0 0,0 0 0 0 0,-1 0 1 0 0,1 0-1 0 0,0 0 0 0 0,-1 1 1 0 0,1-1-1 0 0,0 0 1 0 0,-1 1-1 0 0,1-1 0 0 0,-1 0 1 0 0,1 1-1 0 0,0-1 0 0 0,-1 1 1 0 0,1-1-1 0 0,-1 1 0 0 0,1-1 1 0 0,-1 1-1 0 0,1-1 0 0 0,-1 1 1 0 0,0-1-1 0 0,1 1 0 0 0,-1 0 1 0 0,0-1-1 0 0,1 1 1 0 0,-1 0-1 0 0,0-1 0 0 0,0 1 1 0 0,0 0-1 0 0,1 1 0 0 0,-3 28-356 0 0,2-25 285 0 0,-5 17-184 0 0,0 1-1 0 0,-1-1 1 0 0,-1 0-1 0 0,-2 0 1 0 0,0-1-1 0 0,-1 0 1 0 0,-1-1-1 0 0,0 0 1 0 0,-20 25-1 0 0,-4-1 1044 0 0,-1-2 0 0 0,-73 66 0 0 0,102-102 145 0 0,7-7-470 0 0,1 0-432 0 0,1 0-1 0 0,-1 0 1 0 0,0 1 0 0 0,0-1 0 0 0,1 1 0 0 0,-1-1 0 0 0,0 1 0 0 0,1-1 0 0 0,-1 1-1 0 0,1 0 1 0 0,-1 0 0 0 0,2 0 0 0 0,9-1 13 0 0,1-1 0 0 0,-1 1 0 0 0,0-2 0 0 0,0 0 1 0 0,0 0-1 0 0,0-1 0 0 0,-1 0 0 0 0,1-1 0 0 0,-1-1 0 0 0,0 0 0 0 0,-1 0 0 0 0,1-1 1 0 0,-1 0-1 0 0,-1-1 0 0 0,15-14 0 0 0,-2-1-311 0 0,-1-1 1 0 0,-1-1 0 0 0,-1 0-1 0 0,30-54 1 0 0,-22 22-886 0 0,-25 53 1047 0 0,-1 0-1 0 0,1-1 0 0 0,-1 1 1 0 0,0 0-1 0 0,-1 0 0 0 0,1-1 1 0 0,-1 1-1 0 0,1 0 0 0 0,-1-1 1 0 0,-1 1-1 0 0,0-7 0 0 0,1 12 124 0 0,0-1 0 0 0,0 0-1 0 0,0 0 1 0 0,0 0 0 0 0,0 0-1 0 0,0 1 1 0 0,0-1 0 0 0,0 0-1 0 0,0 0 1 0 0,0 0 0 0 0,0 0-1 0 0,-1 0 1 0 0,1 1-1 0 0,0-1 1 0 0,0 0 0 0 0,0 0-1 0 0,0 0 1 0 0,0 0 0 0 0,0 0-1 0 0,-1 0 1 0 0,1 0 0 0 0,0 0-1 0 0,0 1 1 0 0,0-1 0 0 0,0 0-1 0 0,0 0 1 0 0,-1 0 0 0 0,1 0-1 0 0,0 0 1 0 0,0 0 0 0 0,0 0-1 0 0,0 0 1 0 0,-1 0-1 0 0,1 0 1 0 0,0 0 0 0 0,0 0-1 0 0,0 0 1 0 0,0 0 0 0 0,-1 0-1 0 0,1 0 1 0 0,0 0 0 0 0,0 0-1 0 0,0 0 1 0 0,0-1 0 0 0,-1 1-1 0 0,1 0 1 0 0,0 0 0 0 0,0 0-1 0 0,0 0 1 0 0,0 0-1 0 0,0 0 1 0 0,-1 0 0 0 0,1-1-1 0 0,0 1 1 0 0,0 0 0 0 0,0 0-1 0 0,0 0 1 0 0,0 0 0 0 0,0 0-1 0 0,0-1 1 0 0,0 1 0 0 0,0 0-1 0 0,0 0 1 0 0,0-1 0 0 0,-10 22 1451 0 0,6-12-786 0 0,-278 497 4213 0 0,248-455-4730 0 0,23-36-253 0 0,1 1-1 0 0,0 0 1 0 0,-10 24-1 0 0,20-39 39 0 0,0 0 0 0 0,0-1 0 0 0,0 1 0 0 0,-1 0 0 0 0,1 0 0 0 0,0-1 0 0 0,0 1 0 0 0,-1 0 0 0 0,1-1 0 0 0,0 1 0 0 0,-1 0 0 0 0,1-1 0 0 0,-1 1 0 0 0,1-1 0 0 0,-1 1 0 0 0,1 0 0 0 0,-1-1 0 0 0,1 1 0 0 0,-1-1 0 0 0,0 0 0 0 0,1 1 0 0 0,-1-1 0 0 0,1 1 0 0 0,-2-1 0 0 0,1 0-67 0 0,0-1 0 0 0,0 0 0 0 0,1 0 0 0 0,-1 0 0 0 0,0 0 0 0 0,1 0 0 0 0,-1 0 0 0 0,1 0 0 0 0,-1 0 0 0 0,1 0 0 0 0,-1 0 0 0 0,1 0 0 0 0,0 0 0 0 0,0 0 0 0 0,-1-2 0 0 0,1 3 105 0 0,-1-1 1 0 0,1 0-1 0 0,0 0 0 0 0,0 0 0 0 0,-1 0 0 0 0,1 0 0 0 0,0 1 0 0 0,0-1 1 0 0,0 0-1 0 0,0 0 0 0 0,0 0 0 0 0,0 0 0 0 0,0 0 0 0 0,0 0 0 0 0,1 0 1 0 0,-1 1-1 0 0,0-1 0 0 0,0 0 0 0 0,1 0 0 0 0,-1 0 0 0 0,1 0 0 0 0,-1 1 1 0 0,0-1-1 0 0,1 0 0 0 0,0 0 0 0 0,-1 1 0 0 0,1-1 0 0 0,-1 0 0 0 0,1 1 1 0 0,1-2-1 0 0,0 2 42 0 0,0-1 0 0 0,0 0-1 0 0,1 1 1 0 0,-1-1 0 0 0,0 1 0 0 0,1 0 0 0 0,-1-1 0 0 0,1 1 0 0 0,-1 0 0 0 0,0 1 0 0 0,1-1 0 0 0,-1 0 0 0 0,4 2 0 0 0,101 23 231 0 0,-46-10-232 0 0,105 14 0 0 0,-138-27-268 0 0,-1-1 0 0 0,1-1-1 0 0,-1-2 1 0 0,0 0 0 0 0,1-2 0 0 0,-1-1 0 0 0,-1-1 0 0 0,1-2 0 0 0,48-19 0 0 0,-62 20-113 0 0,1 1 0 0 0,-2-1 1 0 0,1-1-1 0 0,-1 0 1 0 0,13-12-1 0 0,-11 5-832 0 0,-1 0 0 0 0,0-1-1 0 0,14-23 1 0 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6:56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0 136 1841 0 0,'3'-1'326'0'0,"-1"-1"0"0"0,1 1 0 0 0,-1-1 0 0 0,1 1 0 0 0,-1-1 0 0 0,0 0 1 0 0,0 1-1 0 0,0-1 0 0 0,0 0 0 0 0,2-3 0 0 0,17-14 542 0 0,5 5-199 0 0,0 1 0 0 0,1 1 0 0 0,40-11 0 0 0,-24 8-50 0 0,-42 15-616 0 0,9-4 193 0 0,2 1-1 0 0,-1-1 1 0 0,0 2-1 0 0,13-2 1 0 0,-22 3-164 0 0,1 1 1 0 0,0 0-1 0 0,0 0 1 0 0,-1 0-1 0 0,1 0 1 0 0,0 1-1 0 0,-1-1 1 0 0,1 1-1 0 0,0-1 1 0 0,-1 1-1 0 0,1 0 1 0 0,-1 0-1 0 0,1 0 1 0 0,-1 1-1 0 0,0-1 1 0 0,1 0-1 0 0,-1 1 1 0 0,0 0-1 0 0,0-1 1 0 0,0 1-1 0 0,0 0 1 0 0,0 0-1 0 0,2 3 1 0 0,-2-1-9 0 0,1 1 0 0 0,-1 0 0 0 0,0 0-1 0 0,-1 0 1 0 0,1 0 0 0 0,-1 0 0 0 0,0 1 0 0 0,0-1 0 0 0,0 0 0 0 0,-1 0 0 0 0,0 1 0 0 0,0-1-1 0 0,0 0 1 0 0,-1 1 0 0 0,0-1 0 0 0,0 0 0 0 0,0 0 0 0 0,0 0 0 0 0,-5 10 0 0 0,-2 6-64 0 0,-2 0 1 0 0,-1 0-1 0 0,-16 23 1 0 0,-13 13-18 0 0,-3-3 1 0 0,-2-1-1 0 0,-55 50 0 0 0,91-95 116 0 0,0 1-1 0 0,0 0 0 0 0,1 1 1 0 0,1 0-1 0 0,-1 0 0 0 0,2 1 1 0 0,-11 19-1 0 0,17-29-52 0 0,0-1 1 0 0,0 0-1 0 0,0 0 0 0 0,1 0 1 0 0,-1 1-1 0 0,0-1 0 0 0,0 0 0 0 0,0 0 1 0 0,0 0-1 0 0,0 0 0 0 0,0 1 1 0 0,1-1-1 0 0,-1 0 0 0 0,0 0 0 0 0,0 0 1 0 0,0 0-1 0 0,0 0 0 0 0,1 0 1 0 0,-1 1-1 0 0,0-1 0 0 0,0 0 1 0 0,0 0-1 0 0,1 0 0 0 0,-1 0 0 0 0,0 0 1 0 0,0 0-1 0 0,0 0 0 0 0,1 0 1 0 0,-1 0-1 0 0,0 0 0 0 0,0 0 0 0 0,1 0 1 0 0,-1 0-1 0 0,0 0 0 0 0,0 0 1 0 0,0 0-1 0 0,1 0 0 0 0,-1 0 0 0 0,0-1 1 0 0,14 0 25 0 0,-10 0-22 0 0,3 0-36 0 0,1 0 1 0 0,-1-1-1 0 0,0 0 1 0 0,0 0-1 0 0,0-1 1 0 0,0 0-1 0 0,0 0 1 0 0,0 0-1 0 0,-1-1 1 0 0,1 0 0 0 0,9-9-1 0 0,5-6-76 0 0,33-35 0 0 0,-53 52 91 0 0,18-21-992 0 0,-1-1-1 0 0,-1 0 0 0 0,22-45 0 0 0,-15 23-2984 0 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6:56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15 800 0 0,'-5'0'1361'0'0,"-2"14"80"0"0,-26 66 1440 0 0,-27 75 561 0 0,39-63-2562 0 0,26-48-1120 0 0,2-16 80 0 0,-2-14 80 0 0,2-14-80 0 0,12-10-2402 0 0,-3-18-4401 0 0</inkml:trace>
  <inkml:trace contextRef="#ctx0" brushRef="#br0" timeOffset="1">202 1 240 0 0,'-3'0'4322'0'0,"-2"6"-3281"0"0,8 8-241 0 0,16 92 160 0 0,-5-3-559 0 0,-12-37-321 0 0,-6-14-160 0 0,1 8-721 0 0,-11 18-2800 0 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2:46:57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90 348 2241 0 0,'-4'-4'1116'0'0,"4"3"-843"0"0,-1 1 0 0 0,1 0 0 0 0,-1-1 0 0 0,1 1 0 0 0,-1-1 0 0 0,1 1 0 0 0,-1-1 0 0 0,1 1 0 0 0,0-1 0 0 0,-1 1 0 0 0,1-1 0 0 0,-1 1 0 0 0,1-1 0 0 0,0 0 0 0 0,0 1 0 0 0,-1-1 0 0 0,1 0 0 0 0,0 1 0 0 0,0-1 0 0 0,0 0 0 0 0,0-1-57 0 0,1 1 0 0 0,0 0 0 0 0,0 0 0 0 0,0-1 0 0 0,0 1 0 0 0,0 0 0 0 0,0 0 1 0 0,0 0-1 0 0,0 0 0 0 0,1 1 0 0 0,-1-1 0 0 0,0 0 0 0 0,0 0 0 0 0,1 1 0 0 0,-1-1 0 0 0,1 0 0 0 0,2 0 0 0 0,247-103 1985 0 0,-70 12-2398 0 0,-166 84 21 0 0,7-3-7 0 0,-19 10-168 0 0,0-1 0 0 0,0 1 0 0 0,1-1 0 0 0,-1 0 0 0 0,0 0 0 0 0,0 0 0 0 0,0 0 0 0 0,2-3 0 0 0,-4 4 229 0 0,-1 0 1 0 0,1 0-1 0 0,-1 0 0 0 0,1 0 1 0 0,-1 0-1 0 0,0 0 1 0 0,0 0-1 0 0,1 0 0 0 0,-1 0 1 0 0,0 0-1 0 0,0 0 1 0 0,0-1-1 0 0,0 1 0 0 0,0 0 1 0 0,0 0-1 0 0,-1 0 1 0 0,1 0-1 0 0,0 0 0 0 0,-1 0 1 0 0,1 0-1 0 0,0 0 1 0 0,-1 0-1 0 0,1 0 0 0 0,-1 0 1 0 0,0 0-1 0 0,1 0 1 0 0,-1 0-1 0 0,0 0 0 0 0,-1-1 1 0 0,-2-2 71 0 0,0 0 1 0 0,0 0 0 0 0,0 0-1 0 0,-1 0 1 0 0,1 1-1 0 0,-1 0 1 0 0,0 0-1 0 0,0 0 1 0 0,0 1 0 0 0,-1 0-1 0 0,1 0 1 0 0,0 0-1 0 0,-1 0 1 0 0,1 1-1 0 0,-1 0 1 0 0,-6-1 0 0 0,8 1 94 0 0,3 1-37 0 0,1 0 1 0 0,-1 0 0 0 0,1 0-1 0 0,-1-1 1 0 0,0 1-1 0 0,1 0 1 0 0,-1 0 0 0 0,0 0-1 0 0,1 0 1 0 0,-1 0 0 0 0,0 0-1 0 0,1 0 1 0 0,-1 1 0 0 0,0-1-1 0 0,1 0 1 0 0,-1 0 0 0 0,0 1-1 0 0,-1 0 27 0 0,1 0 1 0 0,0 0-1 0 0,0 1 0 0 0,0-1 0 0 0,0 0 1 0 0,0 1-1 0 0,0-1 0 0 0,1 1 0 0 0,-1-1 0 0 0,0 1 1 0 0,1-1-1 0 0,-1 1 0 0 0,0 1 0 0 0,-12 43 1118 0 0,-14 86-1 0 0,3 64 531 0 0,-1 3-869 0 0,22-181-762 0 0,-2 1-1 0 0,0-1 1 0 0,-2 0-1 0 0,1-1 1 0 0,-2 1-1 0 0,-1-1 1 0 0,0-1-1 0 0,-15 21 0 0 0,9-16 81 0 0,-2-1 0 0 0,0-1 0 0 0,-1 0 0 0 0,-1-1-1 0 0,-25 18 1 0 0,32-27 120 0 0,-1 0 0 0 0,0-1 0 0 0,0 0 0 0 0,-1-1 0 0 0,0 0 0 0 0,-1-1 0 0 0,1-1 0 0 0,-20 5 0 0 0,5-10 797 0 0,20-4-642 0 0,9 4-398 0 0,0-1 0 0 0,0 1 0 0 0,-1 0 0 0 0,1 0 0 0 0,0 0 0 0 0,0 0 0 0 0,0 0 0 0 0,0-1 0 0 0,0 1 0 0 0,0 0 0 0 0,0 0 0 0 0,0 0 0 0 0,0-1 0 0 0,0 1 0 0 0,0 0 0 0 0,-1 0-1 0 0,1 0 1 0 0,0-1 0 0 0,0 1 0 0 0,0 0 0 0 0,1 0 0 0 0,-1 0 0 0 0,0 0 0 0 0,0-1 0 0 0,0 1 0 0 0,0 0 0 0 0,0 0 0 0 0,0 0 0 0 0,0-1 0 0 0,0 1 0 0 0,0 0 0 0 0,0 0 0 0 0,0 0 0 0 0,0 0 0 0 0,1 0 0 0 0,-1-1-1 0 0,10-1 521 0 0,0 2-364 0 0,66-6 42 0 0,0-3 0 0 0,-1-3-1 0 0,0-4 1 0 0,-1-3 0 0 0,71-29 0 0 0,-113 36-37 0 0,-16 5-287 0 0,-1 1 0 0 0,1 1-1 0 0,1 0 1 0 0,-1 1-1 0 0,22-2 1 0 0,-35 5-104 0 0,1 1 1 0 0,-1 1-1 0 0,0-1 1 0 0,0 0-1 0 0,0 1 0 0 0,0-1 1 0 0,0 1-1 0 0,0 0 1 0 0,0 0-1 0 0,0 0 0 0 0,-1 0 1 0 0,1 1-1 0 0,0-1 1 0 0,0 1-1 0 0,-1 0 0 0 0,1-1 1 0 0,-1 1-1 0 0,0 0 0 0 0,1 1 1 0 0,-1-1-1 0 0,0 0 1 0 0,0 1-1 0 0,-1-1 0 0 0,1 1 1 0 0,1 3-1 0 0,18 40-9143 0 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3:24:18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3 6323 0 0,'-9'-3'8805'0'0,"13"29"-8019"0"0,54 184-709 0 0,33 136 1967 0 0,62 385 597 0 0,151 666-547 0 0,-224-1124-946 0 0,-75-246-1294 0 0,-5-27 123 0 0,0 0 0 0 0,0 1 0 0 0,0-1 0 0 0,0 0 0 0 0,0 0 0 0 0,0 1-1 0 0,0-1 1 0 0,0 0 0 0 0,0 0 0 0 0,0 1 0 0 0,-1-1 0 0 0,1 0 0 0 0,0 1 0 0 0,0-1 0 0 0,0 0-1 0 0,0 0 1 0 0,0 1 0 0 0,0-1 0 0 0,0 0 0 0 0,-1 0 0 0 0,1 0 0 0 0,0 1 0 0 0,0-1 0 0 0,0 0-1 0 0,-1 0 1 0 0,1 0 0 0 0,0 1 0 0 0,0-1 0 0 0,-1 0 0 0 0,-11-9-1686 0 0,3-4 1315 0 0,0 0 1 0 0,1 0 0 0 0,1-1-1 0 0,0 0 1 0 0,1 0 0 0 0,-6-19-1 0 0,-2-3-521 0 0,-44-129-5581 0 0,8-24-4149 0 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3:24:19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1571 3362 0 0,'-5'-5'2613'0'0,"3"5"-2198"0"0,1-1 0 0 0,0 0 0 0 0,0 0 0 0 0,-1 0 1 0 0,1 0-1 0 0,0 0 0 0 0,0 0 0 0 0,0 0 0 0 0,0 0 0 0 0,0-1 1 0 0,0 1-1 0 0,1 0 0 0 0,-1-1 0 0 0,0 1 0 0 0,1 0 0 0 0,-2-3 1 0 0,8-2-483 0 0,9-6 251 0 0,0 1 0 0 0,1 1 0 0 0,0 1 0 0 0,1 0 0 0 0,0 1 0 0 0,34-10 0 0 0,118-23 2042 0 0,-136 34-2072 0 0,688-115 1234 0 0,-452 91-1255 0 0,-154 18-73 0 0,685-79 146 0 0,1-28 142 0 0,25-64 820 0 0,-17-39-783 0 0,-144 37-325 0 0,7 23 47 0 0,781-79 120 0 0,-1436 240-231 0 0,268-28-89 0 0,-197 24 2 0 0,105 8-1 0 0,-169-1 80 0 0,1 2-1 0 0,0 0 1 0 0,-1 2 0 0 0,36 12-1 0 0,-50-14 10 0 0,-1 0 0 0 0,-1 1 0 0 0,1 1 0 0 0,-1 0 0 0 0,1 0 0 0 0,-1 0 0 0 0,-1 1 0 0 0,1 0 0 0 0,-1 1 0 0 0,0-1 0 0 0,0 1 0 0 0,-1 1 0 0 0,0-1 0 0 0,5 10 0 0 0,-5-6-1 0 0,0 2 0 0 0,-1-1 0 0 0,0 0 0 0 0,-1 1 0 0 0,-1 0 0 0 0,0 0 0 0 0,-1 0 0 0 0,0 0-1 0 0,-1 1 1 0 0,0 16 0 0 0,-3 17-15 0 0,-13 74 0 0 0,12-103 22 0 0,-118 642 149 0 0,45-262-64 0 0,-64 389 246 0 0,-12 5 119 0 0,100-485-204 0 0,14 2 0 0 0,3 479 0 0 0,35-733-351 0 0,2 10-894 0 0,-13 110 0 0 0,11-167 789 0 0,-1 0-1 0 0,-1-1 0 0 0,1 1 1 0 0,-1-1-1 0 0,-1 1 1 0 0,1-1-1 0 0,-7 12 0 0 0,6-16-82 0 0,1 1-1 0 0,-1-1 0 0 0,0 0 0 0 0,0 0 0 0 0,0-1 0 0 0,0 1 0 0 0,-1-1 0 0 0,1 1 1 0 0,-1-1-1 0 0,0 0 0 0 0,1 0 0 0 0,-1-1 0 0 0,0 1 0 0 0,0-1 0 0 0,0 0 0 0 0,0 0 1 0 0,-6 1-1 0 0,-25 3-2631 0 0,-37 1 1 0 0,-109 0-3629 0 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3:24:20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2261 1201 0 0,'-5'1'504'0'0,"-17"3"713"0"0,0-1 0 0 0,0-1 0 0 0,-1-1 0 0 0,-26-2 0 0 0,47 1-1114 0 0,1-1 0 0 0,-1 1 0 0 0,0 0-1 0 0,1-1 1 0 0,-1 1 0 0 0,1 0 0 0 0,-1-1-1 0 0,1 0 1 0 0,0 1 0 0 0,-1-1 0 0 0,1 0 0 0 0,-1 0-1 0 0,1 0 1 0 0,0 0 0 0 0,-1-1 0 0 0,1 1-72 0 0,1 1 1 0 0,0-1-1 0 0,-1 1 1 0 0,1-1 0 0 0,0 0-1 0 0,0 1 1 0 0,-1-1-1 0 0,1 0 1 0 0,0 0-1 0 0,0 1 1 0 0,0-1-1 0 0,0 0 1 0 0,0 1 0 0 0,0-1-1 0 0,0 0 1 0 0,0 0-1 0 0,0 1 1 0 0,0-1-1 0 0,1 0 1 0 0,-1 1 0 0 0,0-1-1 0 0,0 0 1 0 0,1 0-1 0 0,3-5 30 0 0,0 0 0 0 0,0 1 0 0 0,0 0 0 0 0,1 0 0 0 0,-1 0-1 0 0,8-5 1 0 0,11-10 15 0 0,2 2 0 0 0,0 0-1 0 0,1 2 1 0 0,1 1 0 0 0,44-19 0 0 0,153-42 2391 0 0,172-15 1960 0 0,14 26-3764 0 0,-193 33-604 0 0,162-29 501 0 0,446-71 961 0 0,1986-382 2826 0 0,-56-146-3439 0 0,-1445 270-614 0 0,-1246 367-1388 0 0,-47 15-14 0 0,-17 8 1063 0 0,1 0 0 0 0,-1 0-1 0 0,0-1 1 0 0,0 1 0 0 0,0 0 0 0 0,0 0 0 0 0,1 0-1 0 0,-1 0 1 0 0,0 0 0 0 0,0 0 0 0 0,0 0-1 0 0,0-1 1 0 0,1 1 0 0 0,-1 0 0 0 0,0 0 0 0 0,0 0-1 0 0,0 0 1 0 0,0-1 0 0 0,0 1 0 0 0,0 0 0 0 0,0 0-1 0 0,0 0 1 0 0,0-1 0 0 0,1 1 0 0 0,-1 0 0 0 0,0 0-1 0 0,0 0 1 0 0,0-1 0 0 0,0 1 0 0 0,0 0 0 0 0,0 0-1 0 0,0 0 1 0 0,0-1 0 0 0,0 1 0 0 0,-1 0-1 0 0,-1-2-483 0 0,-1 1-1 0 0,0-1 1 0 0,0 1 0 0 0,0 0-1 0 0,0 0 1 0 0,0 1-1 0 0,0-1 1 0 0,0 1-1 0 0,-6-1 1 0 0,-94-11-8902 0 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3:24:20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1 232 13526 0 0,'253'-40'8724'0'0,"-35"-4"-7923"0"0,-83 10-2162 0 0,-52 14 641 0 0,-19 2 159 0 0,-4-11-5281 0 0,-46-17-6804 0 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3:24:21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0 2081 0 0,'-28'100'9604'0'0,"23"60"-4161"0"0,12 11-3922 0 0,-2-11-1041 0 0,-1 26 320 0 0,1 14-160 0 0,-5-4-319 0 0,-14-11-81 0 0,-10-21-240 0 0,-2-32-160 0 0,2-36-561 0 0,3-44-3681 0 0,2-52-3201 0 0,-5-72 79 0 0</inkml:trace>
  <inkml:trace contextRef="#ctx0" brushRef="#br0" timeOffset="1">1 1208 3121 0 0,'5'12'8084'0'0,"4"2"-3362"0"0,91 46-5602 0 0,32-6-481 0 0,-4-30 1281 0 0,3-22 801 0 0,6-8-161 0 0,-11-12-400 0 0,-29 2-720 0 0,-16-6-2562 0 0,6-16-1920 0 0,-8-32-721 0 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3:24:21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5 130 9604 0 0,'-5'20'6163'0'0,"24"0"-5522"0"0,50 4-1442 0 0,21-12 801 0 0,-14-12 640 0 0,-3-20 161 0 0,1-10-241 0 0,-10-6-480 0 0,-29 9-2481 0 0,-23-7-961 0 0,-17-24-3761 0 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3:24:21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1 2481 0 0,'-1'0'195'0'0,"-1"0"0"0"0,1-1 1 0 0,-1 1-1 0 0,0 0 0 0 0,1 0 0 0 0,-1 1 0 0 0,1-1 0 0 0,-1 0 1 0 0,1 0-1 0 0,-1 1 0 0 0,1-1 0 0 0,-1 1 0 0 0,1-1 0 0 0,0 1 0 0 0,-1-1 1 0 0,1 1-1 0 0,0 0 0 0 0,-1 0 0 0 0,1 0 0 0 0,0 0 0 0 0,0 0 1 0 0,0 0-1 0 0,0 0 0 0 0,0 0 0 0 0,0 0 0 0 0,0 1 0 0 0,-1 1 0 0 0,-1 2 469 0 0,1 1-1 0 0,0-1 0 0 0,1 1 0 0 0,-1-1 0 0 0,1 1 0 0 0,0 0 0 0 0,0 0 0 0 0,1 11 0 0 0,2 58 1628 0 0,14 86 0 0 0,-15-150-2177 0 0,18 112 1366 0 0,47 169 1 0 0,7-7-1177 0 0,-57-205-463 0 0,10 129 1 0 0,-24-184-334 0 0,-1-1 1 0 0,-2 1 0 0 0,0-1-1 0 0,-2 1 1 0 0,-10 41 0 0 0,13-65 475 0 0,-1 5-331 0 0,-1 0 0 0 0,0 0 0 0 0,-1 0 0 0 0,1 0 0 0 0,-7 9 0 0 0,8-14 251 0 0,0 1 1 0 0,0-1-1 0 0,0 0 0 0 0,0 1 0 0 0,-1-1 1 0 0,1 0-1 0 0,-1 0 0 0 0,1 0 0 0 0,-1 0 1 0 0,1 0-1 0 0,-1 0 0 0 0,1-1 1 0 0,-1 1-1 0 0,0 0 0 0 0,1-1 0 0 0,-1 1 1 0 0,0-1-1 0 0,0 0 0 0 0,1 0 0 0 0,-1 1 1 0 0,0-1-1 0 0,0 0 0 0 0,1-1 1 0 0,-1 1-1 0 0,0 0 0 0 0,-2-1 0 0 0,-7-2-531 0 0,0-1 0 0 0,0 0-1 0 0,0 0 1 0 0,-17-11-1 0 0,-46-31-1396 0 0,62 38 1850 0 0,-13-8-97 0 0,-1 0 597 0 0,0-1 0 0 0,-44-40 0 0 0,65 49 518 0 0,14 2-213 0 0,7-2-386 0 0,63-41 124 0 0,-3-4 0 0 0,137-126 1 0 0,-100 82-2764 0 0,52-53-1135 0 0,-94 72-113 0 0</inkml:trace>
  <inkml:trace contextRef="#ctx0" brushRef="#br0" timeOffset="1">545 291 1121 0 0,'-36'28'2241'0'0,"15"-8"-721"0"0,11-8-239 0 0,10-2 240 0 0,19-4 960 0 0,157-12 5602 0 0,-17-14-3921 0 0,-76-16-4322 0 0,-29-4-1120 0 0,5 6-1 0 0,-49-18-5442 0 0,-24-10-5363 0 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3:24:22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6 1361 0 0,'-9'-2'867'0'0,"0"1"0"0"0,0 0 0 0 0,0 0 0 0 0,0 1 0 0 0,1 0 0 0 0,-1 1 0 0 0,0-1 0 0 0,0 2 0 0 0,0-1 0 0 0,1 1 0 0 0,-11 4 0 0 0,17-5-747 0 0,1-1 0 0 0,-1 1 1 0 0,0 0-1 0 0,0 0 0 0 0,1 0 0 0 0,-1 1 0 0 0,0-1 0 0 0,1 0 0 0 0,0 0 0 0 0,-1 1 0 0 0,1-1 0 0 0,0 1 0 0 0,-1 0 0 0 0,1-1 0 0 0,0 1 0 0 0,0 0 0 0 0,0-1 0 0 0,1 1 0 0 0,-1 0 0 0 0,0 0 1 0 0,1 0-1 0 0,-1 3 0 0 0,-3 14 426 0 0,2 1 1 0 0,0 0-1 0 0,2 26 1 0 0,7 70 868 0 0,-5-101-1340 0 0,0 0-1 0 0,1 0 1 0 0,0 0 0 0 0,1 0-1 0 0,1 0 1 0 0,1-1-1 0 0,0 0 1 0 0,8 14-1 0 0,-10-22-100 0 0,0 0 0 0 0,0-1 0 0 0,0 1-1 0 0,1-1 1 0 0,0 0 0 0 0,0-1 0 0 0,0 1-1 0 0,0-1 1 0 0,1 0 0 0 0,-1 0 0 0 0,1-1 0 0 0,0 0-1 0 0,0 0 1 0 0,1 0 0 0 0,-1-1 0 0 0,1 1-1 0 0,-1-2 1 0 0,1 1 0 0 0,0-1 0 0 0,7 1-1 0 0,-4-1-149 0 0,0-1 0 0 0,0 0 0 0 0,0 0 0 0 0,0-1-1 0 0,0-1 1 0 0,-1 1 0 0 0,16-6 0 0 0,-19 5-116 0 0,0 0 0 0 0,0-1 0 0 0,-1 0 1 0 0,1 0-1 0 0,-1 0 0 0 0,1-1 0 0 0,-1 0 1 0 0,0 0-1 0 0,-1 0 0 0 0,1-1 0 0 0,-1 1 1 0 0,8-11-1 0 0,-7 6-199 0 0,1-1 0 0 0,-1 0 0 0 0,-1 0 1 0 0,1-1-1 0 0,-2 1 0 0 0,3-13 0 0 0,10-68-2003 0 0,-13 72 1968 0 0,-3 18 473 0 0,1-1 1 0 0,-1 0 0 0 0,0 0 0 0 0,1 0-1 0 0,-1 0 1 0 0,0 0 0 0 0,0 0-1 0 0,0 0 1 0 0,-1 0 0 0 0,1 0-1 0 0,0 1 1 0 0,-1-1 0 0 0,1 0 0 0 0,-1 0-1 0 0,0 0 1 0 0,0 1 0 0 0,1-1-1 0 0,-3-2 1 0 0,2 4 55 0 0,0-1 0 0 0,0 1 0 0 0,0 0 0 0 0,0-1-1 0 0,0 1 1 0 0,0 0 0 0 0,0 0 0 0 0,0 0 0 0 0,0 0 0 0 0,0 0 0 0 0,0 0 0 0 0,0 0 0 0 0,0 0-1 0 0,-1 0 1 0 0,1 0 0 0 0,0 0 0 0 0,0 1 0 0 0,0-1 0 0 0,0 1 0 0 0,0-1 0 0 0,0 0 0 0 0,0 1-1 0 0,0 0 1 0 0,1-1 0 0 0,-1 1 0 0 0,0 0 0 0 0,0-1 0 0 0,0 1 0 0 0,-1 1 0 0 0,-49 46-710 0 0,10-6-1628 0 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3:24:22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1 800 0 0,'-7'12'1172'0'0,"1"1"0"0"0,0 0-1 0 0,2 0 1 0 0,-1 1 0 0 0,-4 23-1 0 0,4-9-668 0 0,-1 1-1 0 0,-19 49 1 0 0,20-63-425 0 0,-1 1 0 0 0,2-1 0 0 0,0 1 0 0 0,1 0 0 0 0,0 0 0 0 0,0 17 1 0 0,3-31-47 0 0,0 1 0 0 0,0-1 0 0 0,0 0 0 0 0,1 1 0 0 0,-1-1 1 0 0,0 1-1 0 0,1-1 0 0 0,-1 0 0 0 0,1 0 0 0 0,0 1 0 0 0,0-1 1 0 0,0 0-1 0 0,0 0 0 0 0,0 0 0 0 0,1 0 0 0 0,-1 0 0 0 0,1 0 1 0 0,-1 0-1 0 0,3 2 0 0 0,-1-2-46 0 0,-1-1 1 0 0,1 1-1 0 0,0-1 1 0 0,-1 0-1 0 0,1 0 1 0 0,0 0-1 0 0,0 0 0 0 0,0 0 1 0 0,0-1-1 0 0,0 0 1 0 0,0 1-1 0 0,0-1 1 0 0,4 0-1 0 0,-7 0-30 0 0,1 0 0 0 0,0 0 0 0 0,0 0 0 0 0,0 0-1 0 0,0 0 1 0 0,0 0 0 0 0,-1-1 0 0 0,1 1 0 0 0,0 0 0 0 0,0 0 0 0 0,0-1-1 0 0,-1 1 1 0 0,1 0 0 0 0,0-1 0 0 0,0 1 0 0 0,-1-1 0 0 0,1 1 0 0 0,0-1-1 0 0,-1 1 1 0 0,1-1 0 0 0,0 1 0 0 0,-1-1 0 0 0,1 0 0 0 0,-1 1 0 0 0,1-1-1 0 0,-1 0 1 0 0,0 0 0 0 0,1 1 0 0 0,-1-1 0 0 0,0 0 0 0 0,1 0 0 0 0,-1 0-1 0 0,0 1 1 0 0,0-1 0 0 0,0 0 0 0 0,1 0 0 0 0,-1-1 0 0 0,2-6-186 0 0,3-9 167 0 0,1-1 1 0 0,0 1 0 0 0,2 1 0 0 0,0-1-1 0 0,0 1 1 0 0,2 1 0 0 0,0-1 0 0 0,24-26-1 0 0,-29 37 229 0 0,1 1 0 0 0,0 0 0 0 0,0 0 0 0 0,1 0 0 0 0,-1 1-1 0 0,1 0 1 0 0,-1 0 0 0 0,1 1 0 0 0,0 0 0 0 0,0 0 0 0 0,0 1 0 0 0,0-1-1 0 0,0 2 1 0 0,9-1 0 0 0,-12 1-51 0 0,-1 0 0 0 0,0 0-1 0 0,1 0 1 0 0,-1 1 0 0 0,0 0 0 0 0,1-1-1 0 0,-1 1 1 0 0,0 0 0 0 0,0 1 0 0 0,0-1 0 0 0,0 1-1 0 0,0-1 1 0 0,0 1 0 0 0,2 2 0 0 0,-3-2-75 0 0,0 0 0 0 0,0 0 1 0 0,0 0-1 0 0,-1 0 0 0 0,1 1 1 0 0,-1-1-1 0 0,0 0 0 0 0,0 1 0 0 0,0-1 1 0 0,0 1-1 0 0,0 0 0 0 0,0-1 1 0 0,-1 1-1 0 0,1-1 0 0 0,-1 1 1 0 0,0 0-1 0 0,0 0 0 0 0,0-1 1 0 0,0 6-1 0 0,-2 6-47 0 0,0 1 1 0 0,-1-1-1 0 0,-1 1 0 0 0,0-1 1 0 0,-1 0-1 0 0,-1 0 0 0 0,-7 14 1 0 0,3-10-45 0 0,0-1 0 0 0,-1-1 1 0 0,0 0-1 0 0,-28 29 0 0 0,-7-4 57 0 0,32-30 36 0 0,0 0 0 0 0,2 1 0 0 0,-22 26 0 0 0,34-38-33 0 0,-1 0 0 0 0,1 1 1 0 0,-1-1-1 0 0,1 1 0 0 0,0-1 1 0 0,-1 1-1 0 0,1-1 0 0 0,0 1 1 0 0,0-1-1 0 0,-1 1 0 0 0,1-1 1 0 0,0 1-1 0 0,0-1 0 0 0,0 1 1 0 0,0-1-1 0 0,0 1 0 0 0,0-1 1 0 0,0 1-1 0 0,0-1 0 0 0,0 1 1 0 0,0 0-1 0 0,0-1 0 0 0,0 1 1 0 0,0-1-1 0 0,0 1 0 0 0,0-1 1 0 0,1 2-1 0 0,0-2 4 0 0,-1 1-1 0 0,1-1 1 0 0,0 1 0 0 0,0-1 0 0 0,-1 1 0 0 0,1-1-1 0 0,0 1 1 0 0,0-1 0 0 0,0 0 0 0 0,-1 1 0 0 0,1-1-1 0 0,0 0 1 0 0,0 0 0 0 0,0 0 0 0 0,1 1 0 0 0,38-3 214 0 0,-28-1-178 0 0,1 0 0 0 0,-1 0 0 0 0,0-1 1 0 0,0-1-1 0 0,0 0 0 0 0,15-9 0 0 0,63-47 261 0 0,-50 32-177 0 0,-33 23-154 0 0,1 1-1 0 0,0 0 0 0 0,0 0 0 0 0,0 1 1 0 0,0 0-1 0 0,1 0 0 0 0,9-2 1 0 0,-18 6-14 0 0,0 1 1 0 0,0-1-1 0 0,0 1 1 0 0,0-1-1 0 0,0 1 0 0 0,0-1 1 0 0,0 1-1 0 0,0-1 1 0 0,0 1-1 0 0,0-1 1 0 0,0 1-1 0 0,0-1 1 0 0,0 1-1 0 0,0-1 0 0 0,-1 1 1 0 0,1-1-1 0 0,0 0 1 0 0,0 1-1 0 0,-1-1 1 0 0,1 1-1 0 0,0-1 1 0 0,0 0-1 0 0,-1 1 0 0 0,1-1 1 0 0,-1 1-1 0 0,1-1 1 0 0,0 0-1 0 0,-1 0 1 0 0,0 1-1 0 0,-4 7-155 0 0,2 0 173 0 0,0 0 1 0 0,0 1 0 0 0,-2 14 0 0 0,-7 22 134 0 0,-4-10 13 0 0,-22 36 0 0 0,-5 11 394 0 0,14-21 542 0 0,-55 132 40 0 0,53-98-1387 0 0,46-93-2134 0 0,-3-1 1692 0 0,0-1 1 0 0,0 0-1 0 0,0 0 1 0 0,13-3-1 0 0,-19 2 180 0 0,0-1 0 0 0,-1 1 0 0 0,1-1 0 0 0,-1 0 0 0 0,1 0 0 0 0,-1-1 0 0 0,0 0 0 0 0,0 0 0 0 0,0 0 0 0 0,-1 0 0 0 0,8-7 0 0 0,-5 2-1378 0 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3:24:23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1040 0 0,'61'30'3362'0'0,"60"18"1120"0"0,-31-24-2961 0 0,-23-22-1761 0 0,1-6 0 0 0,3 2 320 0 0,-18 6-240 0 0,-25-6-4002 0 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3:24:23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1 656 4242 0 0,'21'8'11365'0'0,"434"-108"-3601"0"0,76-18-4563 0 0,-40 4-2961 0 0,-100 12-1120 0 0,-88 20-81 0 0,-111 32 481 0 0,-43 16-320 0 0,-9 8-241 0 0,-14 8-399 0 0,-22 8-3282 0 0,-33 8-1441 0 0,-35 0 880 0 0,-36-4 1362 0 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3:24:23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18 4082 0 0,'2'-7'2657'0'0,"1"-1"3304"0"0,-2 8-5727 0 0,0-1 0 0 0,1 1 0 0 0,-1 0-1 0 0,0-1 1 0 0,0 1 0 0 0,1 0 0 0 0,-1 0 0 0 0,0 0 0 0 0,1 0 0 0 0,-1 0 0 0 0,0 0 0 0 0,3 0 0 0 0,51 7-515 0 0,0 1 1 0 0,76 23 0 0 0,-97-20 282 0 0,-1 1-1 0 0,0 2 1 0 0,0 1-1 0 0,-1 1 0 0 0,54 39 1 0 0,-45-24 233 0 0,-1 2-1 0 0,-2 2 1 0 0,50 57-1 0 0,-77-79-121 0 0,1 1 0 0 0,-2-1-1 0 0,0 2 1 0 0,-1 0-1 0 0,0 0 1 0 0,-1 1 0 0 0,-1 0-1 0 0,0 0 1 0 0,-1 0 0 0 0,-1 1-1 0 0,-1 0 1 0 0,0 0 0 0 0,-1 0-1 0 0,-1 1 1 0 0,-1-1 0 0 0,0 1-1 0 0,-3 24 1 0 0,-1-10-71 0 0,-2-1 0 0 0,-1 1-1 0 0,-2-1 1 0 0,0-1 0 0 0,-3 0 0 0 0,0 0 0 0 0,-2-1 0 0 0,-24 42-1 0 0,22-47-176 0 0,-2-1 0 0 0,0-1 0 0 0,-1-1 0 0 0,0 0 0 0 0,-2-1 0 0 0,-1-1 0 0 0,0-1 0 0 0,-2-1 0 0 0,-47 28 0 0 0,46-32-317 0 0,-2-2-1 0 0,1 0 1 0 0,-1-2 0 0 0,-1-1-1 0 0,1-1 1 0 0,-47 6 0 0 0,26-9-1294 0 0,0-1-1 0 0,0-3 1 0 0,-53-7 0 0 0,-81-16-4204 0 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3:24:24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14 240 0 0,'12'10'1361'0'0,"-7"-34"-81"0"0,68 56 3442 0 0,112 26 4323 0 0,-33-34-5924 0 0,-29-14-3921 0 0,-14 0-1361 0 0,-10 22-721 0 0,-32 14-4801 0 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3:24:24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0 320 0 0,'-11'4'2032'0'0,"0"0"1"0"0,1 1-1 0 0,0 0 0 0 0,0 0 0 0 0,1 1 0 0 0,-12 10 1 0 0,-30 16 1789 0 0,27-23-3968 0 0,19-9-520 0 0,8-4 468 0 0,27-5 221 0 0,60-4 72 0 0,-39 7-1363 0 0,91-22 0 0 0,-141 27 1248 0 0,1 1-1 0 0,-1-1 1 0 0,0 1 0 0 0,0 0-1 0 0,0-1 1 0 0,0 1-1 0 0,1 0 1 0 0,-1 0-1 0 0,0 0 1 0 0,0 0 0 0 0,1 0-1 0 0,-1 0 1 0 0,0 0-1 0 0,0 0 1 0 0,0 1 0 0 0,0-1-1 0 0,1 0 1 0 0,0 1-1 0 0,-1 0 18 0 0,-1 0 0 0 0,0 0 0 0 0,1-1 0 0 0,-1 1 0 0 0,0 0 0 0 0,1 0 0 0 0,-1 0 0 0 0,0 0 0 0 0,0 0 0 0 0,0-1 0 0 0,0 1 0 0 0,0 0 0 0 0,0 0 0 0 0,0 0 0 0 0,0 0 0 0 0,0 0 0 0 0,-1 0 0 0 0,1-1 0 0 0,0 1 0 0 0,0 0-1 0 0,-1 0 1 0 0,1 0 0 0 0,0-1 0 0 0,-1 1 0 0 0,0 1 0 0 0,-14 26-63 0 0,11-20 267 0 0,7-12 398 0 0,-3 2-660 0 0,1 1-1 0 0,-1-1 1 0 0,1 1 0 0 0,-1-1 0 0 0,1 1-1 0 0,-1-1 1 0 0,0 1 0 0 0,0-1 0 0 0,0 0-1 0 0,0 1 1 0 0,0-1 0 0 0,0 1 0 0 0,0-1-1 0 0,-1 0 1 0 0,1 1 0 0 0,0-1 0 0 0,-1 1-1 0 0,0-1 1 0 0,1 1 0 0 0,-1-1-1 0 0,0 1 1 0 0,0 0 0 0 0,1-1 0 0 0,-3-1-1 0 0,1 0-278 0 0,0 1 0 0 0,0-1-1 0 0,0 1 1 0 0,0 0 0 0 0,-1 0-1 0 0,1 0 1 0 0,-1 0 0 0 0,1 0-1 0 0,-1 0 1 0 0,0 1-1 0 0,-5-3 1 0 0,4 3 48 0 0,1 1 0 0 0,-1-1 0 0 0,1 1 0 0 0,-1-1 0 0 0,0 1 0 0 0,1 0 0 0 0,-1 1 0 0 0,-4 0 0 0 0,-69 13-4030 0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3:24:25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5523 0 0,'28'88'2481'0'0,"-14"-29"-1761"0"0,8-11-240 0 0,11-4 80 0 0,5-18-1120 0 0,-19-30-5042 0 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3:24:25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1 261 6723 0 0,'3'2'8035'0'0,"3"-6"-5100"0"0,11-11-2626 0 0,-11 9 564 0 0,30-29-1135 0 0,2 2 0 0 0,0 2 0 0 0,81-49 0 0 0,-100 70 253 0 0,0 1 0 0 0,0 0-1 0 0,1 2 1 0 0,0 0-1 0 0,23-4 1 0 0,-30 9-9 0 0,-1 0 1 0 0,1 1-1 0 0,0 0 1 0 0,0 1-1 0 0,-1 1 0 0 0,1 0 1 0 0,0 0-1 0 0,-1 1 0 0 0,19 6 1 0 0,-27-7-112 0 0,1 1 1 0 0,-1-1-1 0 0,1 1 0 0 0,-1 0 1 0 0,1 1-1 0 0,-1-1 1 0 0,0 1-1 0 0,0 0 0 0 0,0 0 1 0 0,-1 0-1 0 0,1 0 1 0 0,-1 1-1 0 0,1-1 0 0 0,-1 1 1 0 0,0 0-1 0 0,4 8 0 0 0,-4-5-116 0 0,-1-1-1 0 0,0 1 0 0 0,0-1 0 0 0,0 1 1 0 0,-1 0-1 0 0,0 0 0 0 0,-1 0 0 0 0,1-1 0 0 0,-1 1 1 0 0,-1 0-1 0 0,-1 12 0 0 0,-1-1 201 0 0,-1-1 1 0 0,-1 0-1 0 0,-1 0 1 0 0,0 0-1 0 0,-1 0 1 0 0,-10 16-1 0 0,-60 91 425 0 0,59-97-368 0 0,-80 120 1055 0 0,94-142-885 0 0,1 0-1 0 0,-1 1 1 0 0,1-1-1 0 0,0 1 1 0 0,0 0-1 0 0,1 0 1 0 0,0 0-1 0 0,-3 13 1 0 0,5-15-165 0 0,0 0 0 0 0,0 0 0 0 0,1 0 0 0 0,-1 0-1 0 0,1 0 1 0 0,0-1 0 0 0,0 1 0 0 0,1 0 0 0 0,-1 0 0 0 0,1-1 0 0 0,-1 1 0 0 0,1-1 0 0 0,1 1-1 0 0,-1-1 1 0 0,0 0 0 0 0,4 4 0 0 0,31 35 153 0 0,65 59 0 0 0,-69-72-91 0 0,-1 2 0 0 0,-1 1-1 0 0,-2 1 1 0 0,37 56 0 0 0,-49-58-14 0 0,-2 0 1 0 0,-1 1 0 0 0,-1 0-1 0 0,14 55 1 0 0,-14-26 43 0 0,11 102 1 0 0,-21-128-44 0 0,-3 66 0 0 0,-1-87-119 0 0,-1 1 0 0 0,0-1 0 0 0,-1 0-1 0 0,-1 0 1 0 0,0 0 0 0 0,-1 0 0 0 0,-7 14-1 0 0,10-24-139 0 0,0 0 0 0 0,0 0 0 0 0,-1 0 0 0 0,1 0 0 0 0,-1-1 0 0 0,0 1 0 0 0,0-1 0 0 0,0 0-1 0 0,0 1 1 0 0,-1-1 0 0 0,1-1 0 0 0,-1 1 0 0 0,0 0 0 0 0,0-1 0 0 0,0 0 0 0 0,0 0 0 0 0,0 0 0 0 0,0-1 0 0 0,-9 3 0 0 0,6-3-110 0 0,1-1 1 0 0,0 0-1 0 0,-1 0 0 0 0,1-1 1 0 0,-1 0-1 0 0,1 0 1 0 0,0 0-1 0 0,0-1 1 0 0,0 1-1 0 0,0-2 1 0 0,0 1-1 0 0,0-1 1 0 0,-10-5-1 0 0,-9-9-2265 0 0,-32-26 1 0 0</inkml:trace>
  <inkml:trace contextRef="#ctx0" brushRef="#br0" timeOffset="1">430 1617 240 0 0,'-29'-29'1681'0'0,"17"11"160"0"0,3 10-80 0 0,6 4-161 0 0,6 2-79 0 0,9 4-160 0 0,85-12 1120 0 0,109-46 240 0 0,-59-36-2241 0 0,-36-10-2001 0 0,-9 0-1360 0 0,-28 6-1201 0 0,-17-20-880 0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3:24:25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29 80 0 0,'-31'-8'1441'0'0,"5"2"-81"0"0,11 2 161 0 0,11 2 320 0 0,-1 0-320 0 0,3 2 239 0 0,2-2-1920 0 0,4 0-640 0 0,1 2-321 0 0,-3-2-319 0 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3:24:26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1 711 160 0 0,'208'-64'1841'0'0,"-336"78"-240"0"0,287-117-321 0 0,-45-123 321 0 0,-83 2 2401 0 0,-72 132-1761 0 0,-37 76-2241 0 0,0 30-400 0 0,16 26 400 0 0,17 34 160 0 0,19 38 160 0 0,17 10-80 0 0,16-10-80 0 0,26-32-80 0 0,33-32-640 0 0,27-46-4883 0 0,6-58-1520 0 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3:24:26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719 1 1521 0 0,'-304'305'4949'0'0,"272"-271"-4333"0"0,-1-2 0 0 0,-1-1 0 0 0,-2-2 1 0 0,-75 48-1 0 0,83-61-229 0 0,-4 3 560 0 0,1 0 0 0 0,-34 29 0 0 0,52-34 732 0 0,13-13-1550 0 0,1-1 0 0 0,-1 1 1 0 0,1-1-1 0 0,-1 1 0 0 0,0-1 0 0 0,1 1 1 0 0,-1-1-1 0 0,1 0 0 0 0,-1 1 0 0 0,1-1 1 0 0,-1 0-1 0 0,1 1 0 0 0,-1-1 1 0 0,1 0-1 0 0,-1 0 0 0 0,1 1 0 0 0,-1-1 1 0 0,1 0-1 0 0,0 0 0 0 0,0 0 0 0 0,8 4 1201 0 0,72 34 3772 0 0,-3 2-3741 0 0,63 32-1675 0 0,-25-25-101 0 0,-71-30 362 0 0,0 1 0 0 0,-2 2 0 0 0,57 36 0 0 0,-91-50 69 0 0,0 1 0 0 0,-1 0 0 0 0,1 1 0 0 0,-2-1 0 0 0,1 2 0 0 0,-1-1 0 0 0,0 1 0 0 0,-1 0 0 0 0,0 0 1 0 0,0 1-1 0 0,7 17 0 0 0,-8-11 0 0 0,0 0 0 0 0,-1 0 0 0 0,0 0 0 0 0,-2 0 0 0 0,0 1-1 0 0,0-1 1 0 0,-2 22 0 0 0,-2-5-4 0 0,-1 0 0 0 0,-2 0 0 0 0,-1-1 1 0 0,-2 0-1 0 0,-1 0 0 0 0,-1-1 0 0 0,-2 0 0 0 0,-1-1 0 0 0,-18 31 0 0 0,25-51-71 0 0,-1 1 0 0 0,0-1 0 0 0,0 0 1 0 0,-14 13-1 0 0,20-21 15 0 0,-2 0-1 0 0,1-1 0 0 0,0 1 1 0 0,0 0-1 0 0,-1-1 1 0 0,1 0-1 0 0,0 1 1 0 0,-1-1-1 0 0,-3 1 1 0 0,5-2 2 0 0,0 1 0 0 0,0-1 0 0 0,-1 0 0 0 0,1 0 0 0 0,0 0-1 0 0,0 0 1 0 0,0 0 0 0 0,0 0 0 0 0,-1 0 0 0 0,1-1 0 0 0,0 1 0 0 0,0 0 0 0 0,0-1 0 0 0,0 1 0 0 0,0 0 0 0 0,-2-2 0 0 0,-1-1-256 0 0,1 0 1 0 0,1 0-1 0 0,-1 0 1 0 0,0 0-1 0 0,1-1 0 0 0,-1 1 1 0 0,1-1-1 0 0,0 1 1 0 0,0-1-1 0 0,1 0 0 0 0,-1 0 1 0 0,-1-5-1 0 0,-25-100-10440 0 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3:24:27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1123 1601 0 0,'54'-68'6963'0'0,"-14"26"-3281"0"0,20 14-3042 0 0,20-4-480 0 0,8-10 1041 0 0,-5 0 3121 0 0,-7-2-1441 0 0,-3 2-2961 0 0,-14 4-2882 0 0,-21-2-2080 0 0,-19-4-3042 0 0</inkml:trace>
  <inkml:trace contextRef="#ctx0" brushRef="#br0" timeOffset="1">309 0 3442 0 0,'-22'20'8483'0'0,"6"12"-5361"0"0,11 8-2962 0 0,36 42-400 0 0,12 36 2241 0 0,-1 1 1440 0 0,-4-7-2160 0 0,0-14-1041 0 0,-2 2-400 0 0,6 10 80 0 0,6 4 80 0 0,1-4-160 0 0,1-14-560 0 0,5-27-3042 0 0,-1-27-2321 0 0,-18-54-1841 0 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3:24:27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31 256 880 0 0,'-1'-20'1790'0'0,"-5"-39"1562"0"0,6 56-2838 0 0,-1-1 0 0 0,0 1 0 0 0,0-1 0 0 0,0 1 1 0 0,0 0-1 0 0,-1-1 0 0 0,1 1 0 0 0,-1 0 0 0 0,0 0 0 0 0,0 0 0 0 0,0 0 0 0 0,0 0 0 0 0,-3-2 0 0 0,6 6-309 0 0,0 0 0 0 0,-1 1 0 0 0,1-1 0 0 0,0 0 0 0 0,0 0 0 0 0,0 1 0 0 0,-1-1 0 0 0,1 1 0 0 0,-1-1 0 0 0,2 3 0 0 0,8 22 342 0 0,19 30 140 0 0,-3 1 0 0 0,-3 2 0 0 0,-2 0 0 0 0,-3 1 0 0 0,-2 1 0 0 0,-4 1 0 0 0,8 78 0 0 0,-18-77-634 0 0,-2 0 1 0 0,-16 115-1 0 0,10-122 213 0 0,32-208-969 0 0,-16 103 753 0 0,1-2 56 0 0,3 1 1 0 0,2 0 0 0 0,2 1 0 0 0,2 1-1 0 0,45-77 1 0 0,120-165 13 0 0,-169 268-383 0 0,1 1 1 0 0,1 0-1 0 0,1 2 0 0 0,27-22 1 0 0,-29 28-841 0 0,1 0 1 0 0,0 2 0 0 0,25-12-1 0 0,54-15-8421 0 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3:24:28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100 494 6243 0 0,'-100'98'11125'0'0,"567"-258"-4162"0"0,95 12-4402 0 0,-74 49-2481 0 0,-73 27-640 0 0,-40 16 80 0 0,-112 22 400 0 0,-59 18 80 0 0,-24 10 80 0 0,-12 10-160 0 0,-23 6-801 0 0,-43 4-4081 0 0,-50-2-2001 0 0,-119-26-5603 0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3:24:28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58 1361 0 0,'-22'2'-767'0'0,"-12"0"9871"0"0,79-15 3088 0 0,152-26-7974 0 0,-152 33-4632 0 0,1 2-1 0 0,75 4 1 0 0,-72 5 368 0 0,1 1 1 0 0,-1 3-1 0 0,-1 2 1 0 0,59 20 0 0 0,-71-17 37 0 0,0 1 0 0 0,-1 1 1 0 0,0 2-1 0 0,-1 2 1 0 0,-2 1-1 0 0,33 26 1 0 0,-50-34-8 0 0,-1 0 0 0 0,0 1 1 0 0,-1 0-1 0 0,-1 1 0 0 0,0 1 1 0 0,-1 0-1 0 0,0 0 0 0 0,13 29 1 0 0,-19-31 11 0 0,1 1 1 0 0,-2-1 0 0 0,0 1-1 0 0,-1 0 1 0 0,0 0 0 0 0,-1 0-1 0 0,-1 0 1 0 0,0 0 0 0 0,-1 1-1 0 0,-1-1 1 0 0,-4 26 0 0 0,-1-12 15 0 0,-2-1 1 0 0,-1 1 0 0 0,-1-1 0 0 0,-2-1-1 0 0,0 0 1 0 0,-2-1 0 0 0,-24 34 0 0 0,0-6 16 0 0,-3-2 0 0 0,-61 59 0 0 0,39-49-77 0 0,-99 75 0 0 0,115-102-16 0 0,-1-2 0 0 0,-3-3-1 0 0,-54 25 1 0 0,84-45-121 0 0,-1-2 1 0 0,1 0 0 0 0,-34 7-1 0 0,50-14 40 0 0,0-1 0 0 0,0 1 0 0 0,0-1-1 0 0,0 0 1 0 0,0 0 0 0 0,0 0 0 0 0,-5-2 0 0 0,8 2 2 0 0,0-1 0 0 0,0 1 0 0 0,0-1 0 0 0,0 0 1 0 0,0 0-1 0 0,0 0 0 0 0,0 0 0 0 0,0 0 0 0 0,0 0 0 0 0,1-1 0 0 0,-1 1 1 0 0,0 0-1 0 0,-1-3 0 0 0,0 0-257 0 0,1 0 0 0 0,0 0-1 0 0,1 0 1 0 0,-1 0 0 0 0,1-1 0 0 0,0 1 0 0 0,0 0 0 0 0,0-1 0 0 0,0 1 0 0 0,1 0-1 0 0,0-1 1 0 0,0 1 0 0 0,0-1 0 0 0,0 1 0 0 0,1-1 0 0 0,1-4 0 0 0,5-28-5451 0 0,22-62 1 0 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3:24:29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1006 1 880 0 0,'-7'0'405'0'0,"1"0"0"0"0,0 0-1 0 0,-1 1 1 0 0,1-1 0 0 0,-8 3-1 0 0,-99 30 2771 0 0,-69 41 187 0 0,-411 226 3961 0 0,535-264-3361 0 0,57-36-3722 0 0,0 1 0 0 0,0-1 0 0 0,1 1 0 0 0,-1 0 0 0 0,0-1 0 0 0,0 1 1 0 0,0 0-1 0 0,1 0 0 0 0,-1 0 0 0 0,0-1 0 0 0,1 1 0 0 0,-1 0 0 0 0,0 0 0 0 0,1 0 0 0 0,0 0 1 0 0,-1 0-1 0 0,1 0 0 0 0,-1 0 0 0 0,1 0 0 0 0,0 0 0 0 0,0 0 0 0 0,0 1 0 0 0,-1-1 1 0 0,1 0-1 0 0,0 0 0 0 0,0 0 0 0 0,1 0 0 0 0,-1 0 0 0 0,0 2 0 0 0,2 0-108 0 0,0 1-1 0 0,0-1 1 0 0,0 0-1 0 0,0 0 1 0 0,1 0-1 0 0,-1 0 1 0 0,4 3-1 0 0,6 7-476 0 0,1 2 240 0 0,1 0 1 0 0,1 0-1 0 0,0-2 1 0 0,1 0-1 0 0,0-1 1 0 0,19 11-1 0 0,-1-5 114 0 0,0-1-1 0 0,55 18 0 0 0,30 4 51 0 0,77 29-69 0 0,-156-52-59 0 0,-1 1-1 0 0,65 42 0 0 0,-93-52 43 0 0,0 1-1 0 0,0 0 1 0 0,-1 0-1 0 0,0 2 1 0 0,-1-1 0 0 0,0 1-1 0 0,0 0 1 0 0,-1 1-1 0 0,10 17 1 0 0,-14-20 9 0 0,-1 0 0 0 0,1 0 0 0 0,-1 1 0 0 0,-1 0 0 0 0,0-1 1 0 0,0 1-1 0 0,-1 0 0 0 0,0 0 0 0 0,0 0 0 0 0,-1 0 0 0 0,0 0 0 0 0,-1 0 0 0 0,0 0 0 0 0,0 0 1 0 0,-4 11-1 0 0,-3 5-16 0 0,0-1 1 0 0,-2 1-1 0 0,-1-2 1 0 0,0 1-1 0 0,-30 41 1 0 0,13-26-12 0 0,-2-2 1 0 0,-48 48 0 0 0,48-57-100 0 0,-1-1 0 0 0,-1-1 0 0 0,-1-2 0 0 0,-42 24 0 0 0,65-42-54 0 0,-1-1 1 0 0,0 0 0 0 0,0 0-1 0 0,0-1 1 0 0,0 0 0 0 0,-1-1-1 0 0,1 0 1 0 0,-21 1-1 0 0,28-4-146 0 0,-1 0 0 0 0,0 0 0 0 0,1-1 0 0 0,-1 0 0 0 0,1 0 0 0 0,-1 0 0 0 0,1 0 0 0 0,-1-1 0 0 0,1 0 0 0 0,0 0 0 0 0,0 0 0 0 0,0 0 0 0 0,0 0 0 0 0,0-1-1 0 0,0 0 1 0 0,1 0 0 0 0,-1 0 0 0 0,1 0 0 0 0,0-1 0 0 0,0 1 0 0 0,0-1 0 0 0,0 0 0 0 0,1 1 0 0 0,-4-9 0 0 0,-5-12-2803 0 0,1 0 0 0 0,-8-29 0 0 0,18 51 3050 0 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3:24:29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1040 2001 0 0,'31'-26'10645'0'0,"-17"2"-1441"0"0,38-10-7603 0 0,41-2-2722 0 0,14 10 1441 0 0,6 16 1281 0 0,11-4-801 0 0,-4-2-800 0 0,-25 4-240 0 0,-9 4-560 0 0,-13-10-5763 0 0,-42 2-6883 0 0</inkml:trace>
  <inkml:trace contextRef="#ctx0" brushRef="#br0" timeOffset="1">576 1 160 0 0,'-33'34'1921'0'0,"12"12"0"0"0,9 14-80 0 0,12 28 80 0 0,9 24-81 0 0,3 23-79 0 0,12 15-160 0 0,0-4 1200 0 0,2 22 2081 0 0,2 10-1360 0 0,10-1-2081 0 0,2-19-1441 0 0,12-26-561 0 0,12-36-239 0 0,-2-34-961 0 0,-12-30-5842 0 0,-7-30-2162 0 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3:24:29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33 374 10725 0 0,'-8'3'3440'0'0,"8"-3"-3261"0"0,-1 1 1 0 0,1-1 0 0 0,-1 0-1 0 0,1 0 1 0 0,-1 0 0 0 0,1 0 0 0 0,-1 0-1 0 0,1 1 1 0 0,0-1 0 0 0,-1 0-1 0 0,1 0 1 0 0,-1 1 0 0 0,1-1-1 0 0,0 0 1 0 0,-1 1 0 0 0,1-1-1 0 0,0 0 1 0 0,-1 1 0 0 0,1-1-1 0 0,0 1 1 0 0,0-1 0 0 0,-1 0-1 0 0,1 1 1 0 0,0-1 0 0 0,0 1-1 0 0,0-1 1 0 0,-1 1 0 0 0,5 34 340 0 0,12 98 436 0 0,-5 1 0 0 0,-14 263 0 0 0,-39 101-409 0 0,43-478-388 0 0,0-21-148 0 0,0 0 0 0 0,0 0-1 0 0,0 1 1 0 0,0-1 0 0 0,0 0 0 0 0,-1 0-1 0 0,1 0 1 0 0,0 0 0 0 0,0 0-1 0 0,-1 0 1 0 0,1 0 0 0 0,0 0-1 0 0,-1 0 1 0 0,1-2 0 0 0,79-150 256 0 0,84-169 173 0 0,-85 151-157 0 0,149-235-1 0 0,-161 304-336 0 0,5 4-1 0 0,3 3 0 0 0,114-109 1 0 0,-169 182-2868 0 0,-20 21 2450 0 0,1 1 0 0 0,-1-1 0 0 0,0 1 0 0 0,0-1 0 0 0,0 1 0 0 0,0-1 0 0 0,0 0-1 0 0,0 1 1 0 0,0-1 0 0 0,0 1 0 0 0,0-1 0 0 0,0 0 0 0 0,0 1 0 0 0,-1-1 0 0 0,1 1 0 0 0,0-1 0 0 0,-2-2-2361 0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3:24:36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0 835 5603 0 0,'1048'-255'10324'0'0,"-169"69"-4081"0"0,-224 70-3442 0 0,-110 34-1280 0 0,-71 16-721 0 0,-62 18-399 0 0,-54 14-241 0 0,-35 9-80 0 0,-27 9-160 0 0,-24 10-240 0 0,-8 12-561 0 0,3 15-2080 0 0,-13 7-1761 0 0,-34 4-641 0 0,-58 6-159 0 0,-82 8 720 0 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3:24:43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1 150 560 0 0,'113'-30'2148'0'0,"-65"16"-94"0"0,151-54 1468 0 0,-162 55-2078 0 0,-33 12-1109 0 0,1 0-1 0 0,-1 0 1 0 0,0-1-1 0 0,1 1 0 0 0,-1-1 1 0 0,0 0-1 0 0,0-1 1 0 0,0 1-1 0 0,6-6 1 0 0,-19 7 3863 0 0,-15 1-3621 0 0,13 3-642 0 0,1 0 1 0 0,-1 0-1 0 0,-14 8 0 0 0,-18 5-76 0 0,43-16 86 0 0,0 0-1 0 0,0 1 1 0 0,-1-1 0 0 0,1 0 0 0 0,0 0-1 0 0,0 0 1 0 0,0 0 0 0 0,-1-1 0 0 0,1 1-1 0 0,0 0 1 0 0,0 0 0 0 0,0 0-1 0 0,0 0 1 0 0,-1 0 0 0 0,1 0 0 0 0,0 0-1 0 0,0 0 1 0 0,0 0 0 0 0,0 0-1 0 0,-1 0 1 0 0,1-1 0 0 0,0 1 0 0 0,0 0-1 0 0,0 0 1 0 0,0 0 0 0 0,0 0 0 0 0,0 0-1 0 0,-1-1 1 0 0,1 1 0 0 0,0 0-1 0 0,0 0 1 0 0,0 0 0 0 0,0 0 0 0 0,0-1-1 0 0,0 1 1 0 0,0 0 0 0 0,0 0 0 0 0,0 0-1 0 0,0 0 1 0 0,0-1 0 0 0,0 1-113 0 0,0-1 1 0 0,-1 1-1 0 0,1-1 1 0 0,0 1 0 0 0,0-1-1 0 0,0 1 1 0 0,-1-1-1 0 0,1 1 1 0 0,0-1 0 0 0,-1 1-1 0 0,1-1 1 0 0,0 1-1 0 0,-1 0 1 0 0,1-1 0 0 0,0 1-1 0 0,-1 0 1 0 0,1-1-1 0 0,-1 1 1 0 0,1 0-1 0 0,-1 0 1 0 0,0-1 0 0 0,-4 0-568 0 0,0 1 1 0 0,-1-1-1 0 0,1 1 0 0 0,0 1 1 0 0,-1-1-1 0 0,1 0 1 0 0,0 1-1 0 0,0 0 1 0 0,-9 3-1 0 0,9-3 357 0 0,-36 11-2677 0 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3:24:44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0 247 320 0 0,'2'-7'1772'0'0,"-1"5"-1234"0"0,-1 0-1 0 0,1-1 1 0 0,0 1-1 0 0,0-1 0 0 0,0 1 1 0 0,0 0-1 0 0,0 0 1 0 0,3-3-1 0 0,2-2 382 0 0,1 1 0 0 0,-1 0 0 0 0,12-7 0 0 0,36-23 2576 0 0,1 3 0 0 0,94-43 0 0 0,-132 69-3530 0 0,0 0 1 0 0,1 1 0 0 0,0 1-1 0 0,0 0 1 0 0,0 1 0 0 0,29-1 0 0 0,-43 5-199 0 0,1 0 1 0 0,0 0 0 0 0,-1 0 0 0 0,1 1 0 0 0,-1 0 0 0 0,1 0 0 0 0,6 3 0 0 0,-10-4 153 0 0,0 1 1 0 0,0-1-1 0 0,0 0 1 0 0,-1 1-1 0 0,1-1 1 0 0,0 0-1 0 0,-1 1 1 0 0,1-1-1 0 0,0 1 1 0 0,-1 0 0 0 0,1-1-1 0 0,0 1 1 0 0,-1-1-1 0 0,1 1 1 0 0,-1 0-1 0 0,1-1 1 0 0,-1 1-1 0 0,1 0 1 0 0,-1 0-1 0 0,0-1 1 0 0,1 1 0 0 0,-1 0-1 0 0,0 0 1 0 0,0 0-1 0 0,0-1 1 0 0,1 1-1 0 0,-1 0 1 0 0,0 0-1 0 0,0 0 1 0 0,0 0-1 0 0,0 0 1 0 0,-1-1 0 0 0,1 1-1 0 0,0 0 1 0 0,0 0-1 0 0,0 0 1 0 0,-1-1-1 0 0,1 1 1 0 0,0 0-1 0 0,-1 0 1 0 0,1 0-1 0 0,0-1 1 0 0,-2 2-1 0 0,0 2-351 0 0,0 0 0 0 0,-1-1 0 0 0,0 1 0 0 0,1-1 0 0 0,-1 0 0 0 0,-1 0-1 0 0,1 0 1 0 0,0 0 0 0 0,-1 0 0 0 0,1-1 0 0 0,-1 1 0 0 0,0-1 0 0 0,0 0 0 0 0,-6 2-1 0 0,-1-1 369 0 0,0 0 0 0 0,0-1 0 0 0,-1 0 0 0 0,-19 0-1 0 0,18-1 664 0 0,0 0-1 0 0,0 1 0 0 0,-19 5 0 0 0,31-7-567 0 0,0 0-1 0 0,1 0 1 0 0,-1 0-1 0 0,1 1 0 0 0,-1-1 1 0 0,1 0-1 0 0,0 1 0 0 0,-1-1 1 0 0,1 0-1 0 0,-1 1 1 0 0,1-1-1 0 0,-1 1 0 0 0,1-1 1 0 0,0 0-1 0 0,-1 1 0 0 0,1-1 1 0 0,0 1-1 0 0,0-1 1 0 0,-1 1-1 0 0,1-1 0 0 0,0 1 1 0 0,0 0-1 0 0,0-1 0 0 0,0 1 1 0 0,0-1-1 0 0,0 1 1 0 0,-1 0-1 0 0,4 20 573 0 0,-2-15-382 0 0,9 40 549 0 0,2-1 0 0 0,29 70 0 0 0,-12-38-527 0 0,7 26 843 0 0,23 118 1 0 0,-49-166-905 0 0,-1 1-1 0 0,-3 0 1 0 0,-2 0-1 0 0,-4 58 1 0 0,-4-65-5 0 0,-2 1 1 0 0,-15 61-1 0 0,13-81 73 0 0,-1 0 1 0 0,-2 0-1 0 0,-1-1 1 0 0,-27 48-1 0 0,33-66-158 0 0,-2 0 1 0 0,1 0-1 0 0,-1 0 0 0 0,-1-1 0 0 0,0-1 0 0 0,-12 11 0 0 0,17-17-79 0 0,0 0 0 0 0,0 0 0 0 0,0-1 0 0 0,0 1 0 0 0,0-1 0 0 0,-1 0 0 0 0,1 0 0 0 0,-1-1 0 0 0,1 1 0 0 0,-1-1 0 0 0,0 0 0 0 0,1-1 0 0 0,-1 1 0 0 0,0-1 0 0 0,0 1 0 0 0,1-2 0 0 0,-1 1 0 0 0,0 0 0 0 0,0-1 0 0 0,-4-1 0 0 0,-3-2-37 0 0,1 0 1 0 0,0-1-1 0 0,0 0 0 0 0,0 0 0 0 0,1-1 0 0 0,0-1 1 0 0,0 0-1 0 0,1 0 0 0 0,0-1 0 0 0,0 0 0 0 0,0-1 1 0 0,1 0-1 0 0,1 0 0 0 0,-8-12 0 0 0,5 7-14 0 0,2 0-1 0 0,0-1 0 0 0,0 0 1 0 0,1 0-1 0 0,1-1 0 0 0,1 0 1 0 0,0 0-1 0 0,1 0 0 0 0,-3-29 0 0 0,6 36 43 0 0,0 0 0 0 0,1 0 0 0 0,1 0-1 0 0,-1 0 1 0 0,1 0 0 0 0,5-16-1 0 0,-5 21-3 0 0,0 1 0 0 0,0 0 0 0 0,0 0 0 0 0,1 0 0 0 0,0 0 0 0 0,-1 0 0 0 0,1 0 0 0 0,0 1 0 0 0,0-1 0 0 0,1 0-1 0 0,-1 1 1 0 0,1 0 0 0 0,-1-1 0 0 0,1 1 0 0 0,-1 0 0 0 0,1 0 0 0 0,0 1 0 0 0,0-1 0 0 0,0 1 0 0 0,5-3-1 0 0,3 2-9 0 0,1 0 0 0 0,-1 0-1 0 0,0 1 1 0 0,1 0-1 0 0,-1 1 1 0 0,23 2-1 0 0,-24-1 2 0 0,86 8-27 0 0,54 3-399 0 0,-128-12-325 0 0,0-1 1 0 0,0-1-1 0 0,0-1 0 0 0,41-11 1 0 0,-41 7-835 0 0,-1-1 0 0 0,38-20 0 0 0,28-28-6142 0 0,-82 53 7198 0 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3:24:44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465 1 3442 0 0,'-38'17'3815'0'0,"-38"26"1"0"0,-79 63-3019 0 0,114-76-248 0 0,27-20-413 0 0,-48 36 2071 0 0,6 3 4014 0 0,56-48-6201 0 0,-1-1 0 0 0,1 0 0 0 0,0 1 0 0 0,0-1 0 0 0,0 0 0 0 0,-1 0 0 0 0,1 1 0 0 0,0-1 0 0 0,0 0 0 0 0,0 1 0 0 0,-1-1 0 0 0,1 1 0 0 0,0-1 0 0 0,0 0 0 0 0,0 1 0 0 0,0-1 0 0 0,0 0 0 0 0,0 1 0 0 0,0-1 0 0 0,0 0 0 0 0,0 1 0 0 0,0-1 0 0 0,0 1 0 0 0,0-1 0 0 0,0 0 0 0 0,0 1 0 0 0,1-1 0 0 0,-1 0 0 0 0,0 1 0 0 0,0-1 0 0 0,0 1 0 0 0,8 17-33 0 0,0 0 0 0 0,1-1-1 0 0,1 0 1 0 0,1 0 0 0 0,0-1-1 0 0,1-1 1 0 0,1 0 0 0 0,0 0-1 0 0,1-1 1 0 0,0-1-1 0 0,2 0 1 0 0,-1-1 0 0 0,25 14-1 0 0,6 0 123 0 0,-17-11-52 0 0,-2 1-1 0 0,34 26 1 0 0,-53-36-51 0 0,-1 1-1 0 0,1 1 1 0 0,-1-1 0 0 0,0 1-1 0 0,-1 0 1 0 0,0 1 0 0 0,0 0 0 0 0,-1 0-1 0 0,0 0 1 0 0,-1 0 0 0 0,5 12-1 0 0,-7-14 9 0 0,-1 1 0 0 0,0-1-1 0 0,0 1 1 0 0,0-1 0 0 0,-1 1 0 0 0,0 0-1 0 0,0-1 1 0 0,-1 1 0 0 0,0-1-1 0 0,0 1 1 0 0,-1-1 0 0 0,0 1-1 0 0,-1-1 1 0 0,1 0 0 0 0,-1 0 0 0 0,0 0-1 0 0,-7 10 1 0 0,-2 2 33 0 0,-1 0-1 0 0,-1-1 1 0 0,-1 0 0 0 0,-26 24 0 0 0,29-31 2 0 0,-1 0 0 0 0,0-1-1 0 0,-1 0 1 0 0,0-1 0 0 0,0-1 0 0 0,-25 12 0 0 0,27-16-124 0 0,1 0-1 0 0,-1 0 0 0 0,0-1 1 0 0,0-1-1 0 0,0 0 1 0 0,0-1-1 0 0,0 0 0 0 0,0 0 1 0 0,-22-3-1 0 0,31 2-130 0 0,0 0 0 0 0,0-1 0 0 0,0 1 0 0 0,0-1 0 0 0,0 0 0 0 0,0 1 1 0 0,0-1-1 0 0,0-1 0 0 0,0 1 0 0 0,1 0 0 0 0,-1-1 0 0 0,0 1 0 0 0,1-1 0 0 0,-1 0 0 0 0,1 0 0 0 0,0 0 0 0 0,0 0 0 0 0,0 0 0 0 0,0 0 0 0 0,0-1 1 0 0,0 1-1 0 0,0-1 0 0 0,1 1 0 0 0,-1-1 0 0 0,1 0 0 0 0,0 1 0 0 0,0-1 0 0 0,0 0 0 0 0,0 0 0 0 0,0 0 0 0 0,0-3 0 0 0,-9-67-6250 0 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3:24:45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150 250 1841 0 0,'-16'13'542'0'0,"5"-5"1517"0"0,1 1 1 0 0,-1 0 0 0 0,-16 21 0 0 0,25-27-1356 0 0,0 0 0 0 0,0 0 0 0 0,0 0 1 0 0,0 1-1 0 0,0-1 0 0 0,1 1 0 0 0,-1-1 0 0 0,1 1 0 0 0,0-1 0 0 0,0 1 0 0 0,1 0 1 0 0,-1-1-1 0 0,1 1 0 0 0,0 0 0 0 0,0 0 0 0 0,0-1 0 0 0,0 1 0 0 0,0 0 1 0 0,3 6-1 0 0,-1-3-642 0 0,0 0 0 0 0,1-1 0 0 0,-1 1 0 0 0,2-1 0 0 0,-1 0 0 0 0,1 0 0 0 0,0 0 1 0 0,0-1-1 0 0,0 1 0 0 0,1-1 0 0 0,0 0 0 0 0,8 6 0 0 0,-4-4-70 0 0,-1-2 0 0 0,1 1 0 0 0,0-1 0 0 0,1 0 0 0 0,0-1 0 0 0,-1 0-1 0 0,18 4 1 0 0,-9-4 37 0 0,0-1-1 0 0,0-1 1 0 0,0-1-1 0 0,1 0 1 0 0,-1-1-1 0 0,0-1 0 0 0,0-1 1 0 0,0 0-1 0 0,20-6 1 0 0,-23 4 0 0 0,0-1 1 0 0,-1 0 0 0 0,0-2-1 0 0,0 1 1 0 0,-1-2 0 0 0,1 0-1 0 0,-1 0 1 0 0,-1-1-1 0 0,0-1 1 0 0,0 0 0 0 0,17-19-1 0 0,-22 19-9 0 0,1 1-1 0 0,-2-1 1 0 0,1 0-1 0 0,-1-1 1 0 0,-1 1-1 0 0,0-1 1 0 0,0 0-1 0 0,-1-1 1 0 0,0 1-1 0 0,-1-1 0 0 0,-1 0 1 0 0,0 0-1 0 0,0 1 1 0 0,-1-1-1 0 0,-1-17 1 0 0,0 21-18 0 0,-1 1 0 0 0,0-1 0 0 0,-1 0 0 0 0,1 0 0 0 0,-2 1 0 0 0,1-1 0 0 0,-1 1 0 0 0,0 0 0 0 0,0 0 0 0 0,-1 0 0 0 0,0 0 0 0 0,0 0 0 0 0,-1 1 0 0 0,0 0 0 0 0,0 0 0 0 0,-1 0 0 0 0,1 1 0 0 0,-1-1 0 0 0,0 1 0 0 0,-10-5 0 0 0,-1-1 40 0 0,-1 2-1 0 0,0 0 1 0 0,-1 1 0 0 0,0 1-1 0 0,0 0 1 0 0,-32-5-1 0 0,31 8 146 0 0,-1 1-1 0 0,0 1 1 0 0,1 1-1 0 0,-1 1 1 0 0,0 1-1 0 0,1 1 1 0 0,-1 0-1 0 0,-35 10 1 0 0,44-9-336 0 0,0 0 0 0 0,1 1 0 0 0,0 1 0 0 0,0 0 0 0 0,0 0 0 0 0,0 1 0 0 0,1 0 0 0 0,0 1 0 0 0,1 0 0 0 0,-1 1 0 0 0,1 0 0 0 0,1 0 0 0 0,-1 1 0 0 0,1 0 0 0 0,1 1 0 0 0,-7 10 1 0 0,12-17-27 0 0,1-1 1 0 0,0 0 0 0 0,0 1 0 0 0,0-1 0 0 0,0 0 0 0 0,0 1 0 0 0,1-1 0 0 0,-1 1 0 0 0,1-1 0 0 0,-1 1 0 0 0,1 0 0 0 0,0 3-1 0 0,1-5 66 0 0,-1 0 0 0 0,0 0 0 0 0,1 0 0 0 0,-1 0 0 0 0,1 0 0 0 0,-1 0 0 0 0,1-1 0 0 0,-1 1 0 0 0,1 0 0 0 0,0 0 0 0 0,-1-1 0 0 0,1 1 0 0 0,0 0 0 0 0,0-1 0 0 0,-1 1 0 0 0,1-1 0 0 0,0 1 0 0 0,0-1 0 0 0,0 1 0 0 0,0-1 0 0 0,0 0 0 0 0,0 1 0 0 0,0-1 0 0 0,0 0 0 0 0,0 0 0 0 0,0 0 0 0 0,0 0 0 0 0,0 0 0 0 0,0 0 0 0 0,0 0 0 0 0,0 0 0 0 0,0 0 0 0 0,-1 0 0 0 0,1 0 0 0 0,0-1 0 0 0,2 1 0 0 0,7-3-969 0 0,0 0 1 0 0,0 0-1 0 0,0-1 0 0 0,14-6 0 0 0,55-30-8713 0 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0T13:24:45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1121 0 0,'8'5'2309'0'0,"0"0"1"0"0,0 0-1 0 0,0 1 1 0 0,-1 0 0 0 0,0 0-1 0 0,0 1 1 0 0,0 0-1 0 0,-1 0 1 0 0,8 11 0 0 0,-10-10-1893 0 0,0-1 1 0 0,-1 0 0 0 0,0 1 0 0 0,3 9-1 0 0,1 12-481 0 0,-1 1-1 0 0,-1 0 1 0 0,-1 0-1 0 0,-2 0 1 0 0,-3 50-1 0 0,-1-54 158 0 0,-1 0 1 0 0,-1 0-1 0 0,-1 0 1 0 0,-2-1-1 0 0,0 0 1 0 0,-20 44-1 0 0,15-47 67 0 0,10-23 81 0 0,3-6-147 0 0,6-16-15 0 0,16-28 53 0 0,58-96-1 0 0,48-36-87 0 0,-110 158-19 0 0,0 1 0 0 0,1 1 0 0 0,2 1 0 0 0,0 1 1 0 0,1 1-1 0 0,1 1 0 0 0,1 1 0 0 0,32-17 0 0 0,-51 32-13 0 0,0 0-1 0 0,0 0 1 0 0,0 1-1 0 0,0 0 1 0 0,0 0-1 0 0,7 0 0 0 0,-12 2-10 0 0,0 0-1 0 0,0 0 1 0 0,0 0-1 0 0,0 0 1 0 0,-1 0-1 0 0,1 0 1 0 0,0 0-1 0 0,0 0 1 0 0,0 0-1 0 0,0 1 1 0 0,0-1-1 0 0,0 0 1 0 0,0 1-1 0 0,0-1 1 0 0,-1 1-1 0 0,1-1 1 0 0,0 1-1 0 0,0-1 1 0 0,-1 1-1 0 0,1-1 1 0 0,0 1-1 0 0,-1 0 1 0 0,1-1-1 0 0,0 1 1 0 0,-1 0-1 0 0,1 0 1 0 0,-1-1-1 0 0,1 2 1 0 0,6 28 3 0 0,-5-20 4 0 0,4 46 104 0 0,-2 0 0 0 0,-7 110 0 0 0,2 49 185 0 0,3-188-275 0 0,1-1 0 0 0,1 1 0 0 0,2-1 0 0 0,0 0 0 0 0,2-1 0 0 0,13 28 0 0 0,-16-40-22 0 0,2-1 0 0 0,0 0 0 0 0,0 0 0 0 0,1-1 0 0 0,0 0 0 0 0,1-1 0 0 0,0 0 0 0 0,1 0 0 0 0,0-1 0 0 0,1 0 0 0 0,0 0 0 0 0,12 6 0 0 0,-20-13-151 0 0,0 0 1 0 0,0-1-1 0 0,-1 0 1 0 0,1 1-1 0 0,0-1 0 0 0,0 0 1 0 0,1-1-1 0 0,-1 1 1 0 0,0-1-1 0 0,0 1 0 0 0,0-1 1 0 0,0 0-1 0 0,1 0 1 0 0,-1 0-1 0 0,0 0 0 0 0,0-1 1 0 0,0 1-1 0 0,4-2 1 0 0,-3 0-660 0 0,0 0 1 0 0,0 0 0 0 0,-1 0 0 0 0,1 0 0 0 0,-1-1 0 0 0,1 0 0 0 0,-1 1 0 0 0,0-1 0 0 0,0 0 0 0 0,0 0 0 0 0,-1-1 0 0 0,4-4 0 0 0,1-4-3829 0 0,0-1 0 0 0,7-18 1 0 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8:40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1 111 240 0 0,'6'30'601'0'0,"0"-3"797"0"0,-6-67 1125 0 0,0 26-1751 0 0,0 0 0 0 0,1 0 0 0 0,1 0 0 0 0,0 0 0 0 0,0 0 0 0 0,2 0 0 0 0,6-16 0 0 0,-10 30-758 0 0,0 0-1 0 0,0 0 1 0 0,0 1-1 0 0,0-1 1 0 0,0 0 0 0 0,0 0-1 0 0,0 0 1 0 0,0 0-1 0 0,0 0 1 0 0,0 0-1 0 0,0 0 1 0 0,0 1-1 0 0,0-1 1 0 0,0 0-1 0 0,0 0 1 0 0,0 0-1 0 0,1 0 1 0 0,-1 0 0 0 0,0 0-1 0 0,0 0 1 0 0,0 0-1 0 0,0 0 1 0 0,0 0-1 0 0,0 1 1 0 0,0-1-1 0 0,1 0 1 0 0,-1 0-1 0 0,0 0 1 0 0,0 0-1 0 0,0 0 1 0 0,0 0 0 0 0,0 0-1 0 0,0 0 1 0 0,1 0-1 0 0,-1 0 1 0 0,0 0-1 0 0,0 0 1 0 0,0 0-1 0 0,0 0 1 0 0,0 0-1 0 0,1 0 1 0 0,-1 0 0 0 0,0 0-1 0 0,0-1 1 0 0,0 1-1 0 0,0 0 1 0 0,0 0-1 0 0,0 0 1 0 0,0 0-1 0 0,1 0 1 0 0,-1 0-1 0 0,0 0 1 0 0,0 0-1 0 0,0 0 1 0 0,0 0 0 0 0,0-1-1 0 0,0 1 1 0 0,0 0-1 0 0,0 0 1 0 0,0 0-1 0 0,0 0 1 0 0,0 0-1 0 0,0 0 1 0 0,0 0-1 0 0,0-1 1 0 0,1 1-1 0 0,4 8 474 0 0,-1 0 0 0 0,0 1 0 0 0,6 13 0 0 0,37 114 1807 0 0,16 134-1164 0 0,-18 15-706 0 0,-29-183-43 0 0,112 1098 966 0 0,-122-929-1586 0 0,0-10-1270 0 0,0-191-385 0 0,2-43-1336 0 0,-8-27 3190 0 0,0 0 0 0 0,0 0-1 0 0,0 0 1 0 0,0 0 0 0 0,1 0-1 0 0,-1 0 1 0 0,0 0 0 0 0,0 0 0 0 0,0 0-1 0 0,0 0 1 0 0,0 0 0 0 0,1 0 0 0 0,-1 0-1 0 0,0 0 1 0 0,0 0 0 0 0,0 0 0 0 0,0 0-1 0 0,0 0 1 0 0,0 0 0 0 0,0 0-1 0 0,0 0 1 0 0,1 0 0 0 0,-1-1 0 0 0,0 1-1 0 0,0 0 1 0 0,0 0 0 0 0,0 0 0 0 0,0 0-1 0 0,0 0 1 0 0,0 0 0 0 0,0 0-1 0 0,0-1 1 0 0,0 1 0 0 0,0 0 0 0 0,0 0-1 0 0,0 0 1 0 0,0 0 0 0 0,0 0 0 0 0,0 0-1 0 0,0-1 1 0 0,0 1 0 0 0,0 0-1 0 0,0 0 1 0 0,0 0 0 0 0,0 0 0 0 0,0 0-1 0 0,0 0 1 0 0,0-1 0 0 0,0 1 0 0 0,0 0-1 0 0,0 0 1 0 0,0 0 0 0 0,0 0-1 0 0,0 0 1 0 0,0-1 0 0 0,-1-25-2679 0 0,-14-86-2643 0 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8:40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128 345 1601 0 0,'-28'-56'2994'0'0,"-38"-55"1"0"0,58 99-2289 0 0,4 7-347 0 0,0 0-1 0 0,0 0 1 0 0,1-1 0 0 0,-5-11 0 0 0,7 16-302 0 0,1 0 0 0 0,-1-1 1 0 0,1 1-1 0 0,0 0 0 0 0,0-1 1 0 0,0 1-1 0 0,-1 0 0 0 0,1-1 1 0 0,0 1-1 0 0,0-1 0 0 0,1 1 1 0 0,-1 0-1 0 0,0-1 0 0 0,0 1 1 0 0,1 0-1 0 0,-1-1 0 0 0,1 1 1 0 0,-1 0-1 0 0,1-1 0 0 0,0 1 0 0 0,-1 0 1 0 0,1 0-1 0 0,0 0 0 0 0,0 0 1 0 0,0 0-1 0 0,0 0 0 0 0,0 0 1 0 0,1-1-1 0 0,6-4 16 0 0,0 1-1 0 0,0 0 0 0 0,1 1 1 0 0,0 0-1 0 0,0 0 1 0 0,0 1-1 0 0,18-4 1 0 0,8-1 37 0 0,38-3 0 0 0,18 4 908 0 0,144 6-1 0 0,102 27 1024 0 0,-251-18-1968 0 0,189 15 461 0 0,64 0 413 0 0,522-3 800 0 0,353-45-1550 0 0,-30-35-231 0 0,-684 33-49 0 0,-430 23 33 0 0,351-5-313 0 0,-403 9 323 0 0,-1 1 0 0 0,1 0 0 0 0,-1 2 0 0 0,0 0 0 0 0,28 9 0 0 0,-44-12 34 0 0,1 0 1 0 0,0 1-1 0 0,0 0 1 0 0,-1-1-1 0 0,1 1 1 0 0,-1 0 0 0 0,1 0-1 0 0,-1 0 1 0 0,1 0-1 0 0,-1 0 1 0 0,1 0 0 0 0,-1 0-1 0 0,0 1 1 0 0,0-1-1 0 0,1 0 1 0 0,-1 1 0 0 0,0-1-1 0 0,0 1 1 0 0,-1-1-1 0 0,1 1 1 0 0,0 0 0 0 0,0-1-1 0 0,-1 1 1 0 0,1 0-1 0 0,-1-1 1 0 0,1 1 0 0 0,-1 0-1 0 0,0 0 1 0 0,0-1-1 0 0,0 1 1 0 0,0 0-1 0 0,0 0 1 0 0,0 0 0 0 0,0-1-1 0 0,-1 1 1 0 0,0 3-1 0 0,-5 22 44 0 0,-2 1-1 0 0,-1-1 0 0 0,-13 28 0 0 0,-1 3 41 0 0,-115 363 117 0 0,19 11 52 0 0,-43 146-91 0 0,100-391-342 0 0,-88 184 1 0 0,137-342 134 0 0,-74 148-1392 0 0,67-143-731 0 0,-1 0-1 0 0,-48 59 1 0 0,-25 2-4856 0 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8:41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15 311 1281 0 0,'-1'-1'105'0'0,"-1"1"1"0"0,1-1 0 0 0,0 1-1 0 0,1-1 1 0 0,-1 1 0 0 0,0-1-1 0 0,0 0 1 0 0,0 1-1 0 0,0-1 1 0 0,0 0 0 0 0,1 0-1 0 0,-1 1 1 0 0,-1-3 0 0 0,2 3-78 0 0,0-1 0 0 0,0 1 1 0 0,1 0-1 0 0,-1-1 0 0 0,0 1 1 0 0,0 0-1 0 0,0-1 0 0 0,1 1 1 0 0,-1 0-1 0 0,0 0 0 0 0,1-1 1 0 0,-1 1-1 0 0,0 0 0 0 0,0 0 1 0 0,1 0-1 0 0,-1 0 0 0 0,0-1 1 0 0,1 1-1 0 0,-1 0 0 0 0,0 0 1 0 0,1 0-1 0 0,-1 0 0 0 0,1 0 1 0 0,-1 0-1 0 0,0 0 0 0 0,1 0 1 0 0,-1 0-1 0 0,0 0 0 0 0,1 0 1 0 0,-1 0-1 0 0,69-1 1557 0 0,-54 1-1232 0 0,216 6 4382 0 0,92 0 1948 0 0,164-6-625 0 0,231-13-4232 0 0,478-35-2818 0 0,-34-58 383 0 0,-884 58-4380 0 0,-267 45 4266 0 0,2 0-532 0 0,0-1 0 0 0,16-6 0 0 0,-27 9 951 0 0,0 0 0 0 0,0 1 0 0 0,0-1 0 0 0,0-1 0 0 0,0 1 0 0 0,-1 0 0 0 0,1 0 0 0 0,0-1 0 0 0,-1 1 0 0 0,1-1 0 0 0,0 1 0 0 0,-1-1 0 0 0,0 0 1 0 0,1 0-1 0 0,-1 1 0 0 0,0-1 0 0 0,0 0 0 0 0,0 0 0 0 0,0 0 0 0 0,0-3 0 0 0,-1 2-156 0 0,0 0 1 0 0,0 0 0 0 0,0-1 0 0 0,-1 1-1 0 0,1 0 1 0 0,-1 0 0 0 0,0 0-1 0 0,0 0 1 0 0,-2-5 0 0 0,3 8 436 0 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8:41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2881 0 0,'29'38'2802'0'0,"35"8"-561"0"0,9 4 2561 0 0,-16 0-560 0 0,-36 4-8804 0 0,-37 12-5443 0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8:42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18 3121 0 0,'-75'-10'11029'0'0,"1"3"-8665"0"0,63 6-1652 0 0,17 1 83 0 0,19 3-114 0 0,-19-1-706 0 0,0-1 0 0 0,0 2 0 0 0,0-1 1 0 0,0 1-1 0 0,0 0 0 0 0,-1 0 0 0 0,1 0 0 0 0,-1 1 0 0 0,0 0 1 0 0,6 6-1 0 0,-8-7-60 0 0,0 0 1 0 0,0 0 0 0 0,-1 0-1 0 0,1 1 1 0 0,-1-1-1 0 0,0 1 1 0 0,0-1 0 0 0,0 1-1 0 0,0 0 1 0 0,-1 0 0 0 0,1 0-1 0 0,-1 0 1 0 0,0 0 0 0 0,0 0-1 0 0,-1 1 1 0 0,1 7-1 0 0,-3-1-107 0 0,0 1 0 0 0,-1 0 0 0 0,0-1 0 0 0,-1 0 0 0 0,0 0-1 0 0,-1 0 1 0 0,0 0 0 0 0,-13 18 0 0 0,0 3-1654 0 0,16-28 1754 0 0,1-1-1 0 0,-1 1 1 0 0,0-1-1 0 0,0 1 1 0 0,0-1-1 0 0,0 0 0 0 0,-1 0 1 0 0,1 0-1 0 0,-1 0 1 0 0,0 0-1 0 0,0-1 0 0 0,0 1 1 0 0,0-1-1 0 0,0 0 1 0 0,0 0-1 0 0,-6 3 0 0 0,2-2 551 0 0,12-2 321 0 0,22-1 647 0 0,-18 0-1287 0 0,55-4-102 0 0,-27 1 17 0 0,0 1 0 0 0,0 2 0 0 0,0 2 0 0 0,50 8 0 0 0,-72-7-52 0 0,0 1 0 0 0,-1 1 0 0 0,0 0 0 0 0,0 0 0 0 0,-1 2 0 0 0,1 0 0 0 0,12 9 0 0 0,-18-10-47 0 0,0 0 0 0 0,0 1 0 0 0,-1 0 1 0 0,0 0-1 0 0,0 1 0 0 0,-1 0 1 0 0,0 0-1 0 0,0 1 0 0 0,-1 0 1 0 0,0 0-1 0 0,5 13 0 0 0,-6-11 9 0 0,-1 0 0 0 0,0 0 0 0 0,0 0 0 0 0,-1 0 0 0 0,-1 0 0 0 0,0 1-1 0 0,0-1 1 0 0,-1 0 0 0 0,-1 1 0 0 0,0-1 0 0 0,-3 12 0 0 0,-3 8-42 0 0,-1-1 0 0 0,-22 52 0 0 0,22-59-455 0 0,1 0-1 0 0,1 1 1 0 0,-5 41-1 0 0,11-61 141 0 0,0 0 0 0 0,-1 0 0 0 0,0 0 0 0 0,0 0 0 0 0,0 0 1 0 0,0 0-1 0 0,0-1 0 0 0,-1 1 0 0 0,0 0 0 0 0,-2 3 0 0 0,-8 7-3475 0 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8:42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95 370 1521 0 0,'-1'-1'132'0'0,"-1"0"0"0"0,1 0-1 0 0,-1 1 1 0 0,1-1 0 0 0,-1 0 0 0 0,1 1 0 0 0,-1-1 0 0 0,1 1 0 0 0,-1 0 0 0 0,0 0 0 0 0,1-1 0 0 0,-1 1 0 0 0,1 0-1 0 0,-1 0 1 0 0,0 0 0 0 0,1 1 0 0 0,-1-1 0 0 0,1 0 0 0 0,-1 1 0 0 0,1-1 0 0 0,-1 1 0 0 0,1-1 0 0 0,-1 1 0 0 0,1 0 0 0 0,-1-1-1 0 0,-1 3 1 0 0,1-3-45 0 0,1 1 0 0 0,0 0 1 0 0,-1 0-1 0 0,1 0 0 0 0,0 0 0 0 0,0 0 0 0 0,0 0 0 0 0,-1 0 0 0 0,1 1 0 0 0,0-1 0 0 0,1 0 0 0 0,-1 1 0 0 0,0-1 1 0 0,0 0-1 0 0,0 2 0 0 0,-1 3 96 0 0,1 0 1 0 0,0 0-1 0 0,0 0 1 0 0,0 0-1 0 0,0 6 1 0 0,0 30 216 0 0,2-1 0 0 0,1 1 0 0 0,2-1 1 0 0,2 0-1 0 0,2 0 0 0 0,2 0 0 0 0,22 60 0 0 0,-28-92-256 0 0,1 1-1 0 0,0-1 0 0 0,0-1 1 0 0,1 1-1 0 0,0-1 0 0 0,0 0 1 0 0,1 0-1 0 0,0-1 0 0 0,0 0 1 0 0,1 0-1 0 0,-1-1 1 0 0,2 0-1 0 0,-1 0 0 0 0,1-1 1 0 0,0 0-1 0 0,0 0 0 0 0,10 3 1 0 0,-11-6 37 0 0,0 1 0 0 0,1-2 1 0 0,-1 1-1 0 0,1-1 1 0 0,0 0-1 0 0,-1-1 0 0 0,1 0 1 0 0,0 0-1 0 0,-1-1 1 0 0,1 0-1 0 0,-1-1 0 0 0,1 1 1 0 0,-1-2-1 0 0,0 1 1 0 0,1-1-1 0 0,-1-1 0 0 0,0 1 1 0 0,-1-1-1 0 0,1-1 0 0 0,7-5 1 0 0,-2 0-156 0 0,0-1 0 0 0,-1 0 0 0 0,0-1 0 0 0,-1 0 0 0 0,-1-1-1 0 0,13-19 1 0 0,-4 2-135 0 0,-3 0 0 0 0,15-34-1 0 0,-18 32 79 0 0,-1 1-1 0 0,-2-2 1 0 0,-1 0-1 0 0,-1 0 1 0 0,-2-1-1 0 0,1-35 1 0 0,-6 50 37 0 0,0 0-1 0 0,-2 0 1 0 0,0 0 0 0 0,-1 1-1 0 0,-1-1 1 0 0,-1 0 0 0 0,-1 1-1 0 0,0 0 1 0 0,-2 0-1 0 0,0 0 1 0 0,0 1 0 0 0,-16-25-1 0 0,13 27-2 0 0,-1 1 0 0 0,1 1 0 0 0,-2 0 0 0 0,0 1-1 0 0,-1 0 1 0 0,0 0 0 0 0,0 2 0 0 0,-1-1 0 0 0,-1 2 0 0 0,1 0-1 0 0,-2 1 1 0 0,-28-12 0 0 0,36 18 1 0 0,0-1 0 0 0,0 1 0 0 0,-1 0 0 0 0,1 1 0 0 0,-1 0 0 0 0,1 0 0 0 0,-1 1-1 0 0,1 0 1 0 0,-1 0 0 0 0,1 1 0 0 0,-1 0 0 0 0,1 0 0 0 0,0 1 0 0 0,-1 1 0 0 0,1-1 0 0 0,0 1 0 0 0,0 1 0 0 0,1-1 0 0 0,-1 1 0 0 0,1 1 0 0 0,-1-1 0 0 0,1 1-1 0 0,1 0 1 0 0,-1 1 0 0 0,1 0 0 0 0,0 0 0 0 0,-7 9 0 0 0,-3 7 1 0 0,1-1-1 0 0,2 2 1 0 0,0 0 0 0 0,1 1-1 0 0,2 0 1 0 0,0 0-1 0 0,-6 29 1 0 0,3-5 27 0 0,3 1 0 0 0,-8 88 1 0 0,17-106-842 0 0,2 0 0 0 0,1 0 1 0 0,1 0-1 0 0,13 52 0 0 0,3 30-5486 0 0,-15 3 359 0 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8:43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287 227 320 0 0,'112'-226'1921'0'0,"-297"635"240"0"0,42-83 240 0 0,79-142 400 0 0,57-104 3202 0 0,36-50-320 0 0,16-10-2722 0 0,9 0-2241 0 0,8 1-960 0 0,14-5-240 0 0,45-16 0 0 0,-8-20-160 0 0,-8-19-3442 0 0,-10-29-4962 0 0,-17-18-641 0 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8:43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62 5843 0 0,'-38'-48'5122'0'0,"2"34"-4322"0"0,15 16-1280 0 0,14 2 320 0 0,5 4 400 0 0,2-4-160 0 0,-3 4 0 0 0,3 6-1760 0 0,-2 8-1682 0 0,-3-2 80 0 0,-4-2 641 0 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8:43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380 58 400 0 0,'16'-57'2001'0'0,"-63"194"5843"0"0,-12 81-1281 0 0,6-16-4162 0 0,6 24-2241 0 0,-5 41-640 0 0,0 17 240 0 0,7-21 320 0 0,12-35 240 0 0,25-44 160 0 0,30-54 0 0 0,23-54-720 0 0,28-46-1041 0 0,32-44-1360 0 0,8-56-3201 0 0,8-54-1202 0 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8:44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380 1 1121 0 0,'-55'48'2321'0'0,"-16"83"480"0"0,5 65-400 0 0,13-18-240 0 0,6 14 3121 0 0,4 29 161 0 0,10 7-2402 0 0,21-24-2080 0 0,24-36-1201 0 0,31-29-1601 0 0,11-29-800 0 0,8-36-3442 0 0,-5-44-2721 0 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8:44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1 640 0 0,'-13'8'924'0'0,"0"1"-1"0"0,1 0 0 0 0,0 1 0 0 0,1 1 0 0 0,0 0 1 0 0,1 0-1 0 0,0 1 0 0 0,-14 22 0 0 0,7-3 2297 0 0,2 0 0 0 0,-20 58 0 0 0,-19 66 424 0 0,34-90-3652 0 0,-19 116 0 0 0,36-171 119 0 0,2 1-1 0 0,0 0 1 0 0,0-1 0 0 0,1 1-1 0 0,0 0 1 0 0,0 0 0 0 0,2 0 0 0 0,-1 0-1 0 0,6 16 1 0 0,-7-24-94 0 0,1-1-1 0 0,0 0 1 0 0,0 0 0 0 0,0 0-1 0 0,1 0 1 0 0,-1 0-1 0 0,0 0 1 0 0,1 0 0 0 0,3 3-1 0 0,-4-4-60 0 0,-1-1 0 0 0,1 1 0 0 0,0-1 0 0 0,0 1 0 0 0,-1-1 0 0 0,1 1 0 0 0,0-1-1 0 0,0 0 1 0 0,0 0 0 0 0,0 1 0 0 0,0-1 0 0 0,0 0 0 0 0,0 0 0 0 0,0 0 0 0 0,0 0 0 0 0,-1 0-1 0 0,1 0 1 0 0,0 0 0 0 0,1 0 0 0 0,2-2-120 0 0,0 0 1 0 0,0 0-1 0 0,0 0 0 0 0,-1 0 0 0 0,1-1 0 0 0,-1 1 1 0 0,0-1-1 0 0,0 0 0 0 0,0 0 0 0 0,0 0 1 0 0,4-6-1 0 0,17-22-243 0 0,-1-1 1 0 0,34-64 0 0 0,23-73-866 0 0,-56 115 815 0 0,1-4 106 0 0,33-67 11 0 0,-47 105 426 0 0,1 1 0 0 0,1 0 0 0 0,29-33 0 0 0,-38 47-45 0 0,1 1 1 0 0,-1 0-1 0 0,1 1 1 0 0,0-1-1 0 0,0 1 1 0 0,6-3-1 0 0,-10 5-33 0 0,0 1 0 0 0,-1-1 0 0 0,1 1 0 0 0,0-1 0 0 0,0 1 0 0 0,0 0 0 0 0,0-1 0 0 0,-1 1 0 0 0,1 0 0 0 0,0 0 0 0 0,0-1 0 0 0,0 1 0 0 0,0 0 0 0 0,0 0 0 0 0,0 0 0 0 0,0 0 0 0 0,-1 0 0 0 0,1 0 0 0 0,0 1 0 0 0,0-1 1 0 0,0 0-1 0 0,0 0 0 0 0,0 1 0 0 0,0-1 0 0 0,-1 0 0 0 0,1 1 0 0 0,0-1 0 0 0,0 1 0 0 0,0-1 0 0 0,-1 1 0 0 0,1-1 0 0 0,0 1 0 0 0,-1 0 0 0 0,1-1 0 0 0,-1 1 0 0 0,1 0 0 0 0,0-1 0 0 0,-1 1 0 0 0,0 0 0 0 0,1 0 0 0 0,-1 0 0 0 0,1-1 0 0 0,-1 1 0 0 0,0 0 0 0 0,0 0 0 0 0,1 1 0 0 0,0 7 72 0 0,1-1 1 0 0,-2 1-1 0 0,1 0 1 0 0,-1 0-1 0 0,0-1 1 0 0,-2 13-1 0 0,-1 6 64 0 0,-8 65 376 0 0,-4-1 0 0 0,-4 0 1 0 0,-49 139-1 0 0,48-169 13 0 0,20-59-497 0 0,-1 0 0 0 0,1 0-1 0 0,-1 0 1 0 0,1-1 0 0 0,0 1-1 0 0,0 0 1 0 0,-1 0-1 0 0,1 0 1 0 0,1 0 0 0 0,-1 1-1 0 0,0-2-26 0 0,0-1 0 0 0,0 0 0 0 0,0 1-1 0 0,1-1 1 0 0,-1 0 0 0 0,0 1 0 0 0,0-1-1 0 0,0 0 1 0 0,1 0 0 0 0,-1 1 0 0 0,0-1-1 0 0,0 0 1 0 0,1 0 0 0 0,-1 1 0 0 0,0-1-1 0 0,0 0 1 0 0,1 0 0 0 0,-1 0 0 0 0,0 0-1 0 0,1 1 1 0 0,-1-1 0 0 0,0 0 0 0 0,0 0-1 0 0,1 0 1 0 0,-1 0 0 0 0,0 0-1 0 0,1 0 1 0 0,-1 0 0 0 0,0 0 0 0 0,1 0-1 0 0,-1 0 1 0 0,1 0 0 0 0,3-1 16 0 0,0 0 0 0 0,0-1 0 0 0,0 1 0 0 0,0-1 0 0 0,-1 0 0 0 0,1 0 0 0 0,3-3 0 0 0,9-5-24 0 0,-1-2 1 0 0,-1 1-1 0 0,0-2 0 0 0,-1 0 1 0 0,0 0-1 0 0,12-19 0 0 0,64-101 218 0 0,-25 34 353 0 0,-19 37 82 0 0,93-95-1 0 0,-120 139-653 0 0,33-25-1 0 0,-43 37-14 0 0,0 1 0 0 0,1 0 0 0 0,-1 0 0 0 0,1 1 0 0 0,0 0 0 0 0,14-4 0 0 0,-22 8 9 0 0,0-1 0 0 0,0 1 0 0 0,0-1 0 0 0,0 1 0 0 0,0 0 0 0 0,1 0 0 0 0,-1-1 0 0 0,0 1 0 0 0,0 0 0 0 0,0 0 0 0 0,1 0 0 0 0,-1 0 0 0 0,0 0 0 0 0,0 1 0 0 0,0-1 0 0 0,0 0 0 0 0,1 0 0 0 0,-1 1 0 0 0,0-1 0 0 0,0 1 0 0 0,0-1 0 0 0,0 1 0 0 0,0-1 0 0 0,0 1 0 0 0,0 0 0 0 0,0 0 0 0 0,0-1 0 0 0,0 1 0 0 0,0 0 0 0 0,-1 0 0 0 0,1 0 0 0 0,0 0 0 0 0,-1 0 0 0 0,1 0 0 0 0,0 0 0 0 0,0 2 0 0 0,0 2-13 0 0,0 1-1 0 0,0 0 1 0 0,0 0-1 0 0,-1 0 1 0 0,0 0-1 0 0,-1 8 1 0 0,1 7 30 0 0,-2 20 105 0 0,-2 1 1 0 0,-2-1-1 0 0,-17 65 0 0 0,12-62-13 0 0,2 0 0 0 0,-5 77 0 0 0,14-120-116 0 0,1 45 229 0 0,-1-44-276 0 0,1 0 1 0 0,-1 1-1 0 0,1-1 0 0 0,-1 0 0 0 0,1 1 0 0 0,0-1 0 0 0,-1 0 1 0 0,1 0-1 0 0,0 1 0 0 0,1-1 0 0 0,-1 0 0 0 0,0 0 1 0 0,1 0-1 0 0,2 2 0 0 0,4 1-1638 0 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8:45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22 1841 0 0,'-30'-22'1761'0'0,"229"44"1120"0"0,152 18 4482 0 0,-79-10 481 0 0,-25-8-4002 0 0,16-2-3042 0 0,-10 2-1520 0 0,-39 18-401 0 0,-55 0-3921 0 0,-72-4-5283 0 0,-58-16 2001 0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8:45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11 5763 0 0,'-13'-3'1380'0'0,"9"1"-978"0"0,0 1 0 0 0,0 0 0 0 0,0 0 0 0 0,0 0 0 0 0,-1 0-1 0 0,1 1 1 0 0,0-1 0 0 0,-1 1 0 0 0,1 0 0 0 0,0 1 0 0 0,-5 0-1 0 0,9 2-62 0 0,10 2-131 0 0,264 113 1632 0 0,33 17-718 0 0,-279-121-905 0 0,-1 1 1 0 0,-1 2 0 0 0,0 0-1 0 0,-1 2 1 0 0,42 41 0 0 0,-58-51-169 0 0,-1 0 0 0 0,0 1 0 0 0,-1 0 0 0 0,0 0 0 0 0,-1 1 0 0 0,0-1 0 0 0,0 2 0 0 0,-1-1 0 0 0,-1 1 0 0 0,0-1 0 0 0,0 1 0 0 0,-1 0-1 0 0,-1 1 1 0 0,0-1 0 0 0,-1 0 0 0 0,0 1 0 0 0,-1 14 0 0 0,-2-10-50 0 0,0 0-1 0 0,-2-1 1 0 0,0 0 0 0 0,-1 0-1 0 0,0 0 1 0 0,-1 0-1 0 0,-1-1 1 0 0,-1 0-1 0 0,0-1 1 0 0,-10 15-1 0 0,-4 1-10 0 0,-1-1-1 0 0,-1-1 0 0 0,-43 37 1 0 0,18-23-302 0 0,-1-2 0 0 0,-2-2 0 0 0,-108 57 0 0 0,94-63-1459 0 0,-1-2-1 0 0,-1-4 0 0 0,-89 23 0 0 0,-87 2-4509 0 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8:45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0 6163 0 0,'-194'40'4402'0'0,"113"-12"-3522"0"0,79-28-1360 0 0,37-2 80 0 0,-1 4 160 0 0,-8 0 80 0 0,0 2-721 0 0,4-8-1360 0 0,-6 0-80 0 0,-7-2 400 0 0,-10 2 321 0 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8:46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460 0 1361 0 0,'-49'28'4871'0'0,"6"-6"-2592"0"0,-13 11 588 0 0,-70 56 1 0 0,94-64-2648 0 0,1 2 0 0 0,2 2 1 0 0,-44 52-1 0 0,53-51 193 0 0,20-30-374 0 0,-1 1-1 0 0,1 0 1 0 0,0-1-1 0 0,0 1 0 0 0,0-1 1 0 0,0 1-1 0 0,0-1 0 0 0,0 1 1 0 0,0 0-1 0 0,1-1 0 0 0,-1 1 1 0 0,0-1-1 0 0,0 1 0 0 0,0-1 1 0 0,1 1-1 0 0,-1-1 0 0 0,0 1 1 0 0,0-1-1 0 0,1 1 1 0 0,-1-1-1 0 0,0 1 0 0 0,1-1 1 0 0,-1 1-1 0 0,1-1 0 0 0,-1 0 1 0 0,1 1-1 0 0,-1-1 0 0 0,0 0 1 0 0,1 1-1 0 0,-1-1 0 0 0,1 0 1 0 0,-1 0-1 0 0,1 1 1 0 0,0-1-1 0 0,28 12 129 0 0,-18-7-36 0 0,61 29 32 0 0,-3 4 0 0 0,-1 2-1 0 0,-2 4 1 0 0,101 85 0 0 0,-152-115-133 0 0,-1 0 1 0 0,0 1-1 0 0,24 34 0 0 0,-34-43-19 0 0,0 1 1 0 0,0 0-1 0 0,-1 1 0 0 0,0-1 0 0 0,-1 1 0 0 0,1-1 1 0 0,-1 1-1 0 0,-1 0 0 0 0,1 0 0 0 0,-1-1 0 0 0,-1 1 0 0 0,0 14 1 0 0,-1-9 13 0 0,-1 0 1 0 0,-1 0-1 0 0,0 0 1 0 0,-1-1-1 0 0,0 1 0 0 0,-1-1 1 0 0,0 0-1 0 0,-1 0 1 0 0,-9 15-1 0 0,-1-4 25 0 0,-1-1 0 0 0,-1 0 0 0 0,-27 27-1 0 0,26-32-40 0 0,0 0 0 0 0,-34 22 0 0 0,43-33-158 0 0,-1 1 1 0 0,0-1-1 0 0,0-1 0 0 0,-1 0 1 0 0,1 0-1 0 0,-20 3 0 0 0,29-7-60 0 0,-1 0-1 0 0,0-1 0 0 0,0 1 0 0 0,0-1 0 0 0,0 0 1 0 0,0 0-1 0 0,0 0 0 0 0,0 0 0 0 0,0-1 0 0 0,0 1 0 0 0,0-1 1 0 0,0 0-1 0 0,0 1 0 0 0,0-1 0 0 0,0-1 0 0 0,1 1 1 0 0,-1 0-1 0 0,0-1 0 0 0,1 1 0 0 0,-1-1 0 0 0,1 0 1 0 0,0 0-1 0 0,-3-3 0 0 0,0-2-605 0 0,0 1 1 0 0,1-2-1 0 0,0 1 1 0 0,0-1-1 0 0,0 1 1 0 0,1-1-1 0 0,-2-9 0 0 0,-27-97-5254 0 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8:46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0 584 320 0 0,'69'-34'3122'0'0,"-36"26"159"0"0,-14 16-560 0 0,22-8-1200 0 0,8-8-561 0 0,15 2 1 0 0,17 12-1 0 0,2 6-159 0 0,-7-8-561 0 0,-12-6-2161 0 0,-22-22-4882 0 0,-30-32 720 0 0</inkml:trace>
  <inkml:trace contextRef="#ctx0" brushRef="#br0" timeOffset="1">527 1 3762 0 0,'-48'8'4082'0'0,"-6"13"1920"0"0,18-1-2160 0 0,-2 38-1521 0 0,-9 80-1120 0 0,21 14-961 0 0,16-12-240 0 0,13-38 0 0 0,11-8 0 0 0,5 9 0 0 0,7 11-1281 0 0,7-12-3521 0 0,7-28-2801 0 0,10-64 1360 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8:46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130 137 1201 0 0,'1'1'157'0'0,"-1"0"1"0"0,1 0 0 0 0,0 0 0 0 0,-1 0 0 0 0,0 1 0 0 0,1-1-1 0 0,-1 0 1 0 0,0 0 0 0 0,0 0 0 0 0,1 0 0 0 0,-1 1 0 0 0,0-1 0 0 0,0 0-1 0 0,0 0 1 0 0,0 0 0 0 0,-1 1 0 0 0,1-1 0 0 0,0 0 0 0 0,0 0-1 0 0,-1 0 1 0 0,1 0 0 0 0,-2 3 0 0 0,-2 20 1254 0 0,3 100 5086 0 0,0 23-1364 0 0,-8-40-4961 0 0,-5-1 1 0 0,-4 0-1 0 0,-52 168 0 0 0,60-243-39 0 0,10-31-135 0 0,0 0 0 0 0,0 0 0 0 0,-1 0-1 0 0,1 0 1 0 0,0 0 0 0 0,0 0 0 0 0,0-1 0 0 0,0 1 0 0 0,0 0 0 0 0,0 0 0 0 0,0 0 0 0 0,0 0 0 0 0,0 0 0 0 0,0 0 0 0 0,0 0 0 0 0,0 0 0 0 0,0 0 0 0 0,0 0 0 0 0,0 0 0 0 0,0 0 0 0 0,0 0 0 0 0,-1 0-1 0 0,1 0 1 0 0,0 0 0 0 0,0 0 0 0 0,0 0 0 0 0,0 0 0 0 0,0 0 0 0 0,0 0 0 0 0,0 0 0 0 0,0 0 0 0 0,0 0 0 0 0,0 0 0 0 0,0 0 0 0 0,0 0 0 0 0,0 0 0 0 0,0 0 0 0 0,0 0 0 0 0,-1 0 0 0 0,1 0 0 0 0,0 0 0 0 0,0 0-1 0 0,0 1 1 0 0,0-1 0 0 0,0 0 0 0 0,0 0 0 0 0,0 0 0 0 0,0 0 0 0 0,0 0 0 0 0,1-19-293 0 0,6-34 178 0 0,2 0 0 0 0,2 1-1 0 0,3 0 1 0 0,1 1 0 0 0,3 0 0 0 0,31-60-1 0 0,-15 49 55 0 0,1 2-1 0 0,4 2 0 0 0,1 1 1 0 0,4 2-1 0 0,1 2 0 0 0,3 2 0 0 0,2 3 1 0 0,2 1-1 0 0,68-45 0 0 0,-102 79-828 0 0,39-18 0 0 0,-50 27 7 0 0,0 2 0 0 0,1-1 0 0 0,-1 1 0 0 0,12-2 0 0 0,-17 4 53 0 0,0-1-1 0 0,0 1 1 0 0,0 0 0 0 0,0 0 0 0 0,1 0 0 0 0,-1 1 0 0 0,0-1 0 0 0,0 1 0 0 0,4 0 0 0 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8:53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20 80 0 0,'4'-1'962'0'0,"-11"-3"210"0"0,-3 1-99 0 0,-1 0-1 0 0,1 0 0 0 0,0 1 0 0 0,-1 1 0 0 0,1 0 0 0 0,-1 0 0 0 0,-17 1 1 0 0,28 0-1005 0 0,-1 0 1 0 0,1 0 0 0 0,0 0 0 0 0,-1 0 0 0 0,1 0 0 0 0,0 1 0 0 0,0-1-1 0 0,-1 0 1 0 0,1 0 0 0 0,0 0 0 0 0,-1 0 0 0 0,1 0 0 0 0,0 0-1 0 0,0 0 1 0 0,-1 1 0 0 0,1-1 0 0 0,0 0 0 0 0,0 0 0 0 0,0 0 0 0 0,-1 0-1 0 0,1 1 1 0 0,0-1 0 0 0,0 0 0 0 0,0 0 0 0 0,0 1 0 0 0,-1-1-1 0 0,1 0 1 0 0,0 0 0 0 0,0 1 0 0 0,0-1 0 0 0,0 0 0 0 0,0 0 0 0 0,0 1-1 0 0,0-1 1 0 0,0 0 0 0 0,0 1 0 0 0,0-1 0 0 0,0 0 0 0 0,0 0-1 0 0,0 1 1 0 0,0-1 0 0 0,0 0 0 0 0,0 1 0 0 0,0-1 0 0 0,0 0 0 0 0,0 0-1 0 0,0 1 1 0 0,0-1 0 0 0,1 0 0 0 0,-1 0 0 0 0,0 1 0 0 0,0-1-1 0 0,0 0 1 0 0,0 0 0 0 0,1 1 0 0 0,-1-1 0 0 0,0 0 0 0 0,0 0-1 0 0,1 0 1 0 0,-1 0 0 0 0,0 1 0 0 0,0-1 0 0 0,1 0 0 0 0,1 3 367 0 0,-2 25-263 0 0,-17 218-1293 0 0,-4 92 1789 0 0,19 6 1049 0 0,53 189-1157 0 0,35 1-28 0 0,-13 35 840 0 0,-33 7-665 0 0,35 89-468 0 0,-33-313-181 0 0,-37-256 32 0 0,-13 163-1 0 0,-19-106 329 0 0,5-38-357 0 0,15-95-480 0 0,1-13-558 0 0,6-7 920 0 0,0 0 0 0 0,0 0-1 0 0,0 0 1 0 0,-1 0 0 0 0,1 0-1 0 0,0 0 1 0 0,0 0 0 0 0,0-1 0 0 0,0 1-1 0 0,-1 0 1 0 0,1 0 0 0 0,0 0 0 0 0,0 0-1 0 0,0 0 1 0 0,0 0 0 0 0,-1 0-1 0 0,1-1 1 0 0,0 1 0 0 0,0 0 0 0 0,0 0-1 0 0,0 0 1 0 0,0 0 0 0 0,0-1 0 0 0,0 1-1 0 0,0 0 1 0 0,-1 0 0 0 0,1 0-1 0 0,0-1 1 0 0,0 1 0 0 0,0 0 0 0 0,0 0-1 0 0,0 0 1 0 0,0-1 0 0 0,0 1-1 0 0,0 0 1 0 0,0 0 0 0 0,0 0 0 0 0,0-1-1 0 0,0 0-134 0 0,0 0-1 0 0,0-1 0 0 0,1 1 0 0 0,-1 0 1 0 0,0-1-1 0 0,0 1 0 0 0,1 0 0 0 0,-1-1 1 0 0,0 1-1 0 0,1 0 0 0 0,0 0 0 0 0,-1 0 1 0 0,1-1-1 0 0,0 1 0 0 0,0-1 0 0 0,8-12-1033 0 0,0-1-1 0 0,-1 0 1 0 0,-1 0-1 0 0,0-1 1 0 0,-2 1-1 0 0,1-2 0 0 0,4-27 1 0 0,1-97-2961 0 0,-11 141 4183 0 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8:54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68 383 160 0 0,'-4'-12'888'0'0,"4"11"-746"0"0,0-1 1 0 0,-1 1 0 0 0,1 0-1 0 0,0 0 1 0 0,-1-1 0 0 0,1 1 0 0 0,0 0-1 0 0,-1 0 1 0 0,0 0 0 0 0,1 0-1 0 0,-1 0 1 0 0,0 0 0 0 0,1 0-1 0 0,-3-2 1 0 0,-50-32 6020 0 0,53 35-6144 0 0,0 0-1 0 0,-1 0 1 0 0,1 0 0 0 0,0 0 0 0 0,0 0-1 0 0,0 0 1 0 0,0-1 0 0 0,0 1-1 0 0,0 0 1 0 0,0 0 0 0 0,0 0 0 0 0,-1 0-1 0 0,1-1 1 0 0,0 1 0 0 0,0 0-1 0 0,0 0 1 0 0,0 0 0 0 0,0 0 0 0 0,0-1-1 0 0,0 1 1 0 0,0 0 0 0 0,0 0-1 0 0,0 0 1 0 0,0 0 0 0 0,0-1 0 0 0,0 1-1 0 0,0 0 1 0 0,0 0 0 0 0,1 0-1 0 0,-1 0 1 0 0,0-1 0 0 0,0 1 0 0 0,0 0-1 0 0,0 0 1 0 0,0 0 0 0 0,0 0-1 0 0,0 0 1 0 0,0-1 0 0 0,1 1 0 0 0,-1 0-1 0 0,0 0 1 0 0,0 0 0 0 0,0 0-1 0 0,0 0 1 0 0,0 0 0 0 0,1 0 0 0 0,-1 0-1 0 0,0 0 1 0 0,0 0 0 0 0,0-1-1 0 0,0 1 1 0 0,1 0 0 0 0,-1 0 0 0 0,0 0-1 0 0,0 0 1 0 0,0 0 0 0 0,0 0-1 0 0,1 0 1 0 0,-1 0 0 0 0,0 0 0 0 0,0 0-1 0 0,0 0 1 0 0,0 1 0 0 0,1-1-1 0 0,-1 0 1 0 0,0 0 0 0 0,22-7 1024 0 0,1 2 0 0 0,-1 1 0 0 0,39-3 0 0 0,-9 1 67 0 0,368-27 653 0 0,-127 14-1725 0 0,302-40 2261 0 0,50-4-2023 0 0,-203 29-473 0 0,100-8 60 0 0,-207 15 184 0 0,418 22 0 0 0,-698 8-40 0 0,192 14 210 0 0,-186-10-209 0 0,118 30 0 0 0,-170-35-11 0 0,-1 1 0 0 0,1 0 0 0 0,-1 0 0 0 0,0 1 1 0 0,0 0-1 0 0,7 5 0 0 0,-12-7 8 0 0,0 0-1 0 0,-1 0 1 0 0,0 1-1 0 0,1-1 1 0 0,-1 1-1 0 0,0-1 1 0 0,0 1-1 0 0,0 0 1 0 0,-1 0-1 0 0,1 0 1 0 0,-1 0 0 0 0,1 0-1 0 0,-1 0 1 0 0,0 0-1 0 0,0 1 1 0 0,0-1-1 0 0,-1 0 1 0 0,1 5-1 0 0,0 26 100 0 0,-2-1 0 0 0,-1 0 0 0 0,-2 0 0 0 0,-13 58 0 0 0,5-31 3 0 0,-1 5-23 0 0,4 1-1 0 0,2 0 0 0 0,3 102 1 0 0,5-42 93 0 0,5 57 59 0 0,1-67-21 0 0,-10 172-1 0 0,-38 118 131 0 0,-51 94 8 0 0,46-278-199 0 0,15-76-8 0 0,-27 164 148 0 0,3 94-14 0 0,0-124-121 0 0,-20 1-73 0 0,25-99 56 0 0,-67 253 245 0 0,109-405-312 0 0,2 2 1 0 0,-5 48 0 0 0,11-70-104 0 0,-1 0 0 0 0,0 0 0 0 0,-1-1 0 0 0,1 1 1 0 0,-2 0-1 0 0,1-1 0 0 0,-2 0 0 0 0,1 1 1 0 0,-1-1-1 0 0,0-1 0 0 0,-10 16 0 0 0,-4 1-172 0 0,-1 0 0 0 0,-31 31 0 0 0,50-56 189 0 0,0 0-1 0 0,0 0 1 0 0,-1 0 0 0 0,1 0 0 0 0,0 0-1 0 0,0 1 1 0 0,0-1 0 0 0,0 0-1 0 0,0 0 1 0 0,0 0 0 0 0,-1 0 0 0 0,1 1-1 0 0,0-1 1 0 0,0 0 0 0 0,0 0 0 0 0,0 0-1 0 0,0 0 1 0 0,0 1 0 0 0,0-1 0 0 0,0 0-1 0 0,0 0 1 0 0,0 0 0 0 0,0 1-1 0 0,0-1 1 0 0,0 0 0 0 0,0 0 0 0 0,0 0-1 0 0,0 1 1 0 0,0-1 0 0 0,0 0 0 0 0,0 0-1 0 0,0 0 1 0 0,0 1 0 0 0,0-1 0 0 0,0 0-1 0 0,0 0 1 0 0,0 0 0 0 0,1 0-1 0 0,-1 1 1 0 0,0-1 0 0 0,0 0 0 0 0,0 0-1 0 0,0 0 1 0 0,0 0 0 0 0,1 0 0 0 0,-1 0-1 0 0,0 1 1 0 0,0-1 0 0 0,0 0 0 0 0,0 0-1 0 0,1 0 1 0 0,-1 0 0 0 0,-8 1-1646 0 0,-5-1 556 0 0,0 0 1 0 0,0-2-1 0 0,-1 0 1 0 0,1 0-1 0 0,0-1 0 0 0,1 0 1 0 0,-25-11-1 0 0,-49-26-9130 0 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8:54.9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9 480 0 0,'-7'-1'585'0'0,"20"6"678"0"0,38 8 3039 0 0,96 5 2695 0 0,82-10-3840 0 0,-192-7-2867 0 0,784-7 1163 0 0,-13-25-646 0 0,-660 25-545 0 0,662-3 739 0 0,-13 73-308 0 0,-694-48-595 0 0,111 12 144 0 0,-168-24-19 0 0,48-4 1 0 0,-83-1-267 0 0,-14 0-539 0 0,-13-3-1141 0 0,-9-18-2852 0 0,-24-30-4576 0 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8:55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4482 0 0,'5'1'647'0'0,"1"-1"0"0"0,-1 1 0 0 0,0 0 0 0 0,0-1 0 0 0,0 0 0 0 0,1-1 0 0 0,5 0 0 0 0,18-1 134 0 0,259-15 1186 0 0,-167 15-1643 0 0,478 4 7862 0 0,194 71-7493 0 0,-1 50-439 0 0,-335-36-107 0 0,-389-76-122 0 0,0-2 0 0 0,0-3-1 0 0,1-3 1 0 0,-1-3 0 0 0,1-3 0 0 0,74-13-1 0 0,-54 0 599 0 0,-1-4 0 0 0,136-49-1 0 0,-2 7-742 0 0,-201 59 120 0 0,-15 2 26 0 0,-7-2 41 0 0,3 5-570 0 0,-4-3-39 0 0,-10-7-932 0 0,0-1-409 0 0,-38-23-3853 0 0,-78-41-5829 0 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8:56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108 213 800 0 0,'-19'9'1121'0'0,"11"-5"75"0"0,19-5 436 0 0,-3 3-603 0 0,-1 16 330 0 0,9 72 1748 0 0,4 93 1 0 0,-10-77-2840 0 0,-9-93-288 0 0,17 269 229 0 0,-19-254-86 0 0,0 0 0 0 0,-2 0 0 0 0,-1-1 0 0 0,-2 0 0 0 0,0 1 0 0 0,-2-2 0 0 0,-21 51 0 0 0,26-70-73 0 0,-1 0 0 0 0,0-1 0 0 0,0 1 0 0 0,0-1 0 0 0,-9 10 0 0 0,12-15-41 0 0,1-1 1 0 0,-1 1-1 0 0,0 0 0 0 0,0-1 0 0 0,1 1 0 0 0,-1-1 0 0 0,0 1 0 0 0,0-1 1 0 0,0 1-1 0 0,1-1 0 0 0,-1 0 0 0 0,0 1 0 0 0,0-1 0 0 0,0 0 0 0 0,0 0 0 0 0,0 0 1 0 0,0 0-1 0 0,0 0 0 0 0,0 0 0 0 0,0 0 0 0 0,-1 0 0 0 0,0-1 3 0 0,1 0 1 0 0,-1 1-1 0 0,1-1 0 0 0,0 0 0 0 0,-1 0 0 0 0,1-1 1 0 0,0 1-1 0 0,0 0 0 0 0,0 0 0 0 0,0 0 0 0 0,0-1 1 0 0,0 1-1 0 0,0-1 0 0 0,0 1 0 0 0,1-1 0 0 0,-1 1 1 0 0,0-3-1 0 0,-8-17 19 0 0,2-1-1 0 0,1 1 1 0 0,0-2 0 0 0,2 1 0 0 0,-3-27 0 0 0,4 1-64 0 0,4-70 1 0 0,5 54-128 0 0,3 0 0 0 0,3 1 0 0 0,2 0 0 0 0,3 1-1 0 0,26-60 1 0 0,-29 85 169 0 0,3 1-1 0 0,0 0 0 0 0,3 1 1 0 0,1 1-1 0 0,34-42 1 0 0,-37 53 43 0 0,1 2 0 0 0,1 1 0 0 0,1 0 0 0 0,1 1 0 0 0,1 2 0 0 0,0 0 0 0 0,49-25 0 0 0,-63 37-23 0 0,0 2-1 0 0,0-1 1 0 0,1 1-1 0 0,-1 0 1 0 0,1 1-1 0 0,11-2 1 0 0,-16 4-14 0 0,0-1 1 0 0,0 1-1 0 0,0 1 1 0 0,0-1-1 0 0,0 1 0 0 0,0-1 1 0 0,0 1-1 0 0,0 1 1 0 0,0-1-1 0 0,-1 1 1 0 0,1 0-1 0 0,6 3 0 0 0,-8-3-1 0 0,-1 0-1 0 0,1 0 0 0 0,-1 0 0 0 0,1 0 0 0 0,-1 1 1 0 0,0-1-1 0 0,1 1 0 0 0,-1-1 0 0 0,-1 1 0 0 0,1 0 0 0 0,0 0 1 0 0,-1 0-1 0 0,1 0 0 0 0,-1 0 0 0 0,0 0 0 0 0,0 1 1 0 0,0-1-1 0 0,-1 0 0 0 0,1 0 0 0 0,-1 1 0 0 0,0-1 1 0 0,0 0-1 0 0,0 1 0 0 0,0-1 0 0 0,-1 5 0 0 0,-1 8 52 0 0,-1 0-1 0 0,-1 0 0 0 0,-11 28 1 0 0,4-16 46 0 0,-1 0-1 0 0,-1-2 1 0 0,-1 1 0 0 0,-2-2 0 0 0,0 0 0 0 0,-2-1-1 0 0,0 0 1 0 0,-2-2 0 0 0,-1 0 0 0 0,0-2 0 0 0,-2 0 0 0 0,-39 26-1 0 0,-85 49-3311 0 0,151-102-908 0 0,17-20-2800 0 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8:56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0 181 80 0 0,'75'-47'2801'0'0,"2"4"1"0"0,119-47-1 0 0,-196 90-2750 0 0,0 0 1 0 0,0 0-1 0 0,0 0 362 0 0,-1 0-362 0 0,1 0 1 0 0,0 0-1 0 0,0 0 1 0 0,0 1-1 0 0,0-1 1 0 0,0 0-1 0 0,0 0 1 0 0,0 0-1 0 0,0 0 1 0 0,0 0-1 0 0,0 0 1 0 0,0 0-1 0 0,0 0 1 0 0,0 0-1 0 0,0 0 1 0 0,0 0-1 0 0,0 1 1 0 0,0-1-1 0 0,0 0 1 0 0,0 0-1 0 0,0 0 1 0 0,0 0-1 0 0,0 0 1 0 0,0 0-1 0 0,0 0 1 0 0,0 0-1 0 0,0 0 1 0 0,1 1 360 0 0,-1-1-361 0 0,0 0 1 0 0,0 0-1 0 0,0 0 1 0 0,0 0-1 0 0,0 0 1 0 0,0 0-1 0 0,0 0 1 0 0,0 0 0 0 0,0 0-1 0 0,0 0 1 0 0,1 0-1 0 0,-1 0 1 0 0,-9 12 467 0 0,-3 6-87 0 0,6-5-183 0 0,1 0 0 0 0,1 1 0 0 0,-6 27-1 0 0,2-4 291 0 0,-48 158 2714 0 0,24-104-2892 0 0,-51 101 0 0 0,71-169-236 0 0,25-49-437 0 0,38-67 255 0 0,82-116 0 0 0,-111 179-69 0 0,1 1 0 0 0,1 2 1 0 0,2 0-1 0 0,0 2 0 0 0,2 0 0 0 0,1 2 0 0 0,48-29 1 0 0,-69 47-411 0 0,1 0 1 0 0,-1 1-1 0 0,1 1 1 0 0,0 0-1 0 0,12-3 1 0 0,-17 5-179 0 0,0 0 1 0 0,0 1 0 0 0,0 0 0 0 0,0 0 0 0 0,0 0 0 0 0,0 0 0 0 0,0 0 0 0 0,6 2 0 0 0,-6 0-374 0 0,-1-1 1 0 0,1 0-1 0 0,-1 1 1 0 0,0 0-1 0 0,7 4 1 0 0,-10-6 1068 0 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8:57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209 117 2561 0 0,'-67'64'4875'0'0,"-9"11"-1055"0"0,67-65-3546 0 0,2 0 1 0 0,-1 0 0 0 0,2 0 0 0 0,-1 1 0 0 0,1 0 0 0 0,-6 16-1 0 0,11-25-263 0 0,0 0-1 0 0,1 0 1 0 0,-1 1-1 0 0,0-1 1 0 0,1 0-1 0 0,-1 1 1 0 0,1-1-1 0 0,0 1 0 0 0,0-1 1 0 0,0 1-1 0 0,0-1 1 0 0,0 0-1 0 0,1 1 1 0 0,-1-1-1 0 0,1 1 1 0 0,-1-1-1 0 0,1 0 1 0 0,0 0-1 0 0,0 1 0 0 0,1 1 1 0 0,0-2 13 0 0,0 1 0 0 0,0-1 0 0 0,0 0 0 0 0,0 0 0 0 0,0 0 0 0 0,1 0 0 0 0,-1-1 0 0 0,1 1 0 0 0,-1-1 0 0 0,1 1 0 0 0,0-1 0 0 0,-1 0 0 0 0,1 0 0 0 0,3 1 0 0 0,3 0 40 0 0,1 0 1 0 0,-1-1 0 0 0,0 0 0 0 0,0-1 0 0 0,1 0-1 0 0,-1 0 1 0 0,0-1 0 0 0,0 0 0 0 0,13-3 0 0 0,-9-1-7 0 0,0 0 0 0 0,0 0 0 0 0,0-1 0 0 0,-1-1 0 0 0,0 0 0 0 0,0-1 0 0 0,-1 0 1 0 0,0-1-1 0 0,0 0 0 0 0,14-17 0 0 0,-12 11-3 0 0,0-1 1 0 0,0-1-1 0 0,-2 0 1 0 0,0 0-1 0 0,-1-1 0 0 0,12-30 1 0 0,-19 41-43 0 0,-1 1 1 0 0,0-1-1 0 0,-1 1 1 0 0,1-1-1 0 0,-1 0 1 0 0,0 1-1 0 0,-1-1 1 0 0,0 0-1 0 0,0 0 1 0 0,0 1-1 0 0,-3-12 1 0 0,2 13-1 0 0,0 1 0 0 0,0 0 0 0 0,-1 0 1 0 0,0 0-1 0 0,0 0 0 0 0,0 0 0 0 0,0 1 1 0 0,-1-1-1 0 0,0 0 0 0 0,1 1 0 0 0,-1 0 1 0 0,0 0-1 0 0,-1 0 0 0 0,1 0 0 0 0,0 0 1 0 0,-1 1-1 0 0,0-1 0 0 0,-5-2 0 0 0,-1 1 13 0 0,0 1-1 0 0,1 0 1 0 0,-1 0 0 0 0,0 1-1 0 0,-1 0 1 0 0,1 0 0 0 0,0 2-1 0 0,-1-1 1 0 0,1 1-1 0 0,0 1 1 0 0,0 0 0 0 0,-1 0-1 0 0,-10 3 1 0 0,3 0 12 0 0,0 1 1 0 0,1 1-1 0 0,-1 0 0 0 0,1 1 1 0 0,0 1-1 0 0,-18 12 0 0 0,27-15-32 0 0,2 0 0 0 0,-1 0 0 0 0,1 0 0 0 0,-9 9 1 0 0,13-12-36 0 0,1 0 1 0 0,-1-1 0 0 0,1 1 0 0 0,0 0 0 0 0,0 0 0 0 0,0 0 0 0 0,0 0 0 0 0,0 0-1 0 0,0 0 1 0 0,0 0 0 0 0,1 0 0 0 0,-1 0 0 0 0,1 0 0 0 0,-1 1 0 0 0,1-1 0 0 0,0 0-1 0 0,0 0 1 0 0,0 0 0 0 0,0 1 0 0 0,1 1 0 0 0,0-1-122 0 0,-1-1 1 0 0,1 0-1 0 0,0 0 0 0 0,1 1 0 0 0,-1-1 1 0 0,0 0-1 0 0,1 0 0 0 0,-1 0 1 0 0,1 0-1 0 0,-1-1 0 0 0,1 1 1 0 0,0 0-1 0 0,0-1 0 0 0,0 1 0 0 0,0-1 1 0 0,0 0-1 0 0,0 1 0 0 0,0-1 1 0 0,0 0-1 0 0,1 0 0 0 0,-1 0 1 0 0,0-1-1 0 0,1 1 0 0 0,-1-1 0 0 0,5 1 1 0 0,2 1-888 0 0,0-2 1 0 0,1 1-1 0 0,-1-1 1 0 0,1 0-1 0 0,10-3 1 0 0,44-10-4607 0 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8:57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1 160 0 0,'12'2'858'0'0,"-2"0"243"0"0,0 0 0 0 0,18 7 0 0 0,-26-9-849 0 0,0 1 0 0 0,-1-1 1 0 0,1 1-1 0 0,0 0 0 0 0,-1 0 1 0 0,1 0-1 0 0,0 0 0 0 0,-1 0 1 0 0,0 0-1 0 0,1 1 0 0 0,-1-1 1 0 0,0 0-1 0 0,1 1 0 0 0,-1-1 1 0 0,0 1-1 0 0,0-1 1 0 0,0 1-1 0 0,0-1 0 0 0,0 1 1 0 0,-1 0-1 0 0,1-1 0 0 0,0 5 1 0 0,0 2-123 0 0,-1 1 1 0 0,0-1 0 0 0,-1 1 0 0 0,-3 15 0 0 0,1-4-78 0 0,-4 33 1124 0 0,-3-1 0 0 0,-1 0 0 0 0,-37 97 0 0 0,106-239-1603 0 0,60-89 279 0 0,-111 168 130 0 0,1 0 1 0 0,0 1-1 0 0,0 0 1 0 0,14-12-1 0 0,-18 19 22 0 0,-1 1-1 0 0,0-1 0 0 0,1 1 0 0 0,-1 0 0 0 0,1-1 0 0 0,0 1 0 0 0,0 1 0 0 0,0-1 0 0 0,0 1 0 0 0,0-1 0 0 0,0 1 0 0 0,0 1 0 0 0,1-1 0 0 0,-1 0 0 0 0,0 1 0 0 0,5 0 1 0 0,-7 0 8 0 0,-1 0 1 0 0,1 1-1 0 0,-1-1 1 0 0,1 0 0 0 0,-1 1-1 0 0,0-1 1 0 0,1 1 0 0 0,-1-1-1 0 0,0 1 1 0 0,1 0 0 0 0,-1 0-1 0 0,0-1 1 0 0,0 1 0 0 0,1 0-1 0 0,-1 0 1 0 0,0 0 0 0 0,0 0-1 0 0,0 0 1 0 0,0 1 0 0 0,-1-1-1 0 0,1 0 1 0 0,0 0 0 0 0,0 1-1 0 0,-1-1 1 0 0,1 0 0 0 0,-1 1-1 0 0,1-1 1 0 0,0 3 0 0 0,0 3 17 0 0,0 0 0 0 0,0 0 0 0 0,-1 0 0 0 0,0 11 1 0 0,0-13-11 0 0,-4 59 144 0 0,0 32 137 0 0,4-95-297 0 0,0-1-1 0 0,0 1 1 0 0,0-1 0 0 0,0 1-1 0 0,0-1 1 0 0,0 1 0 0 0,0-1 0 0 0,0 1-1 0 0,0-1 1 0 0,1 1 0 0 0,-1-1-1 0 0,0 1 1 0 0,0-1 0 0 0,0 1-1 0 0,1-1 1 0 0,-1 1 0 0 0,0-1-1 0 0,1 1 1 0 0,-1-1 0 0 0,0 1-1 0 0,1-1 1 0 0,-1 0 0 0 0,1 1 0 0 0,-1-1-1 0 0,0 0 1 0 0,1 1 0 0 0,-1-1-1 0 0,1 0 1 0 0,0 1 0 0 0,0-1-3 0 0,0 0 0 0 0,0 0 1 0 0,1 0-1 0 0,-1 0 0 0 0,0 0 1 0 0,0-1-1 0 0,0 1 0 0 0,0 0 0 0 0,0 0 1 0 0,1-1-1 0 0,-1 1 0 0 0,0-1 1 0 0,1 0-1 0 0,36-25-72 0 0,-34 22 60 0 0,41-40-299 0 0,-35 32-42 0 0,1 1 1 0 0,21-17 0 0 0,-31 27 343 0 0,0 0 0 0 0,1 0 1 0 0,-1 0-1 0 0,1 0 1 0 0,-1 0-1 0 0,1 0 0 0 0,-1 1 1 0 0,1-1-1 0 0,0 0 0 0 0,-1 1 1 0 0,1-1-1 0 0,0 1 0 0 0,-1 0 1 0 0,1 0-1 0 0,0-1 1 0 0,-1 1-1 0 0,1 0 0 0 0,2 1 1 0 0,-3-1 6 0 0,0 1 0 0 0,0-1 0 0 0,0 1 1 0 0,0-1-1 0 0,0 1 0 0 0,0 0 0 0 0,-1-1 0 0 0,1 1 1 0 0,0 0-1 0 0,-1 0 0 0 0,1 0 0 0 0,0-1 1 0 0,-1 1-1 0 0,1 0 0 0 0,-1 0 0 0 0,1 0 1 0 0,-1 0-1 0 0,1 0 0 0 0,-1 0 0 0 0,0 0 0 0 0,1 2 1 0 0,0 7 21 0 0,0 0 1 0 0,0 1 0 0 0,-1-1-1 0 0,-3 18 1 0 0,2-15-29 0 0,1 27 0 0 0,7 62-1 0 0,-7-99-236 0 0,1 0 0 0 0,-1 0-1 0 0,1-1 1 0 0,0 1 0 0 0,0 0 0 0 0,0 0-1 0 0,0-1 1 0 0,0 1 0 0 0,0-1 0 0 0,1 1-1 0 0,-1-1 1 0 0,1 1 0 0 0,0-1 0 0 0,0 0-1 0 0,0 0 1 0 0,2 3 0 0 0,6 3-7201 0 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8:58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37 80 0 0,'0'0'46'0'0,"0"0"1"0"0,-1 0-1 0 0,1 0 1 0 0,0 0-1 0 0,0 0 1 0 0,0 0-1 0 0,0 0 0 0 0,-1 0 1 0 0,1 0-1 0 0,0 0 1 0 0,0 0-1 0 0,0 0 1 0 0,0 0-1 0 0,-1 0 0 0 0,1 0 1 0 0,0 0-1 0 0,0 1 1 0 0,0-1-1 0 0,0 0 0 0 0,0 0 1 0 0,0 0-1 0 0,-1 0 1 0 0,1 0-1 0 0,0 0 1 0 0,0 1-1 0 0,0-1 0 0 0,0 0 1 0 0,0 0-1 0 0,0 0 1 0 0,0 0-1 0 0,0 1 1 0 0,0-1-1 0 0,0 0 0 0 0,0 0 1 0 0,0 0-1 0 0,0 0 1 0 0,0 1-1 0 0,0-1 1 0 0,0 0-1 0 0,0 0 0 0 0,0 0 1 0 0,0 0-1 0 0,0 1 1 0 0,0-1-1 0 0,0 0 0 0 0,0 0 1 0 0,0 0-1 0 0,0 0 1 0 0,0 1-1 0 0,0-1 1 0 0,0 0-1 0 0,0 0 0 0 0,1 0 1 0 0,-1 0-1 0 0,0 0 1 0 0,0 0-1 0 0,0 1 1 0 0,10 11 1358 0 0,-4-8 52 0 0,-19-21 1018 0 0,12 16-2172 0 0,-1-1-1 0 0,1 0 0 0 0,0 1 0 0 0,0-1 0 0 0,-1 0 1 0 0,1 0-1 0 0,0 0 0 0 0,1 0 0 0 0,-1 0 0 0 0,0 0 1 0 0,0 0-1 0 0,0-4 0 0 0,1 5-316 0 0,1 0 0 0 0,-1 1 0 0 0,0-1 1 0 0,0 0-1 0 0,1 0 0 0 0,-1 1 0 0 0,0-1 0 0 0,1 0 0 0 0,-1 1 0 0 0,1-1 0 0 0,-1 1 1 0 0,1-1-1 0 0,-1 1 0 0 0,1-1 0 0 0,-1 1 0 0 0,1-1 0 0 0,-1 1 0 0 0,1-1 1 0 0,0 1-1 0 0,-1-1 0 0 0,1 1 0 0 0,0 0 0 0 0,-1 0 0 0 0,1-1 0 0 0,0 1 0 0 0,0 0 1 0 0,-1 0-1 0 0,1 0 0 0 0,0 0 0 0 0,0 0 0 0 0,-1-1 0 0 0,1 2 0 0 0,0-1 0 0 0,0 0 1 0 0,-1 0-1 0 0,1 0 0 0 0,1 0 0 0 0,-2 0-45 0 0,0 0 0 0 0,0 0 0 0 0,0 0 0 0 0,0 0 0 0 0,0 0 1 0 0,0 0-1 0 0,0 0 0 0 0,0 0 0 0 0,0 0 0 0 0,1 0 0 0 0,-1 0 0 0 0,0 0 0 0 0,0 0 0 0 0,0 0 1 0 0,0 0-1 0 0,0 0 0 0 0,0 0 0 0 0,0 0 0 0 0,0 1 0 0 0,0-1 0 0 0,0 0 0 0 0,1 0 0 0 0,-1 0-647 0 0,0 1 647 0 0,0-1 0 0 0,0 0 0 0 0,0 0 0 0 0,0 0 0 0 0,0 0 0 0 0,0 0 0 0 0,0 0 1 0 0,0 0-1 0 0,0 0 0 0 0,0 0 0 0 0,0 0 0 0 0,0 1 0 0 0,0-1 0 0 0,0 0 0 0 0,0 0 0 0 0,0 0 0 0 0,0 0 1 0 0,0 0-1 0 0,0 0 0 0 0,0 0 0 0 0,0 0 0 0 0,0 0 0 0 0,0 0 0 0 0,-1 1-235 0 0,-6 7-1783 0 0,-11 5-988 0 0,8-8 1771 0 0,2-1 147 0 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8:58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97 80 0 0,'-4'-9'1408'0'0,"2"11"-28"0"0,8 9 369 0 0,-12-25 3438 0 0,27 20-14008 0 0,-20-6 8958 0 0,0 1 1 0 0,-1-1-1 0 0,1 0 1 0 0,0 1-1 0 0,-1-1 1 0 0,1 1-1 0 0,-1-1 1 0 0,1 1-1 0 0,-1 0 0 0 0,1-1 1 0 0,-1 1-1 0 0,1 0 1 0 0,-1-1-1 0 0,1 1 1 0 0,-1 0-1 0 0,0-1 1 0 0,1 1-1 0 0,-1 0 1 0 0,0 0-1 0 0,0 0 1 0 0,1-1-1 0 0,-1 1 0 0 0,0 1 1 0 0,-3 401 8304 0 0,-10-237-7054 0 0,-58 272 0 0 0,30-297-1187 0 0,33-124-43 0 0,8-40 4 0 0,6-55-4 0 0,20-84 0 0 0,27-76-189 0 0,-36 167 39 0 0,-6 23 11 0 0,67-254-365 0 0,-62 254 148 0 0,1 2-1 0 0,3 0 0 0 0,1 2 0 0 0,30-46 1 0 0,-46 81 174 0 0,1 1 0 0 0,1-1 0 0 0,0 1 0 0 0,0 0 0 0 0,10-8 0 0 0,-14 14 30 0 0,-1 0-1 0 0,1 0 0 0 0,0 0 1 0 0,0 0-1 0 0,-1 1 1 0 0,1-1-1 0 0,0 1 1 0 0,1 0-1 0 0,-1 0 1 0 0,0 0-1 0 0,0 0 0 0 0,0 0 1 0 0,1 1-1 0 0,-1 0 1 0 0,0-1-1 0 0,1 1 1 0 0,-1 0-1 0 0,7 2 1 0 0,-9-2-5 0 0,1 0 0 0 0,-1 1 0 0 0,1-1 0 0 0,-1 1 1 0 0,0 0-1 0 0,1-1 0 0 0,-1 1 0 0 0,0 0 1 0 0,0 0-1 0 0,0 0 0 0 0,1 0 0 0 0,-1 0 1 0 0,0 0-1 0 0,0 0 0 0 0,0 0 0 0 0,0 0 1 0 0,-1 0-1 0 0,1 1 0 0 0,0-1 0 0 0,0 0 1 0 0,-1 1-1 0 0,1-1 0 0 0,-1 0 0 0 0,1 1 1 0 0,-1 2-1 0 0,2 3 21 0 0,-2 0 1 0 0,1 0 0 0 0,-1 0-1 0 0,-1 9 1 0 0,1-9 5 0 0,-3 21 30 0 0,-1 0-1 0 0,-1-1 1 0 0,-2 1 0 0 0,0-1-1 0 0,-2 0 1 0 0,-15 32 0 0 0,-83 146 18 0 0,99-190-103 0 0,4-8-32 0 0,-9 18-494 0 0,-2 0-1 0 0,0-2 0 0 0,-2 0 0 0 0,-24 27 1 0 0,33-42-955 0 0,0-2 1 0 0,-1 1-1 0 0,-11 6 1 0 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8:59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47 1681 0 0,'-17'-8'1921'0'0,"15"8"0"0"0,4 2-641 0 0,3-2-319 0 0,9 2-161 0 0,50 8 481 0 0,83 14 719 0 0,-26-2-799 0 0,-40-16-801 0 0,-8-10-480 0 0,-4-26-3682 0 0,-17-40-4241 0 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8:59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463 0 1201 0 0,'-71'14'1440'0'0,"-26"26"161"0"0,11 22 240 0 0,13 38-80 0 0,4 48 3521 0 0,22-8 561 0 0,28-6-2802 0 0,21 3-2321 0 0,31-13-960 0 0,22-14-240 0 0,16-18 0 0 0,14-14 0 0 0,-7-16-801 0 0,-6-16-2161 0 0,-6-20-2240 0 0,-16-4-1601 0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9:02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1498 2481 0 0,'2'2'247'0'0,"0"1"1"0"0,0-1-1 0 0,0 0 1 0 0,0 1-1 0 0,1-1 0 0 0,-1 0 1 0 0,1-1-1 0 0,0 1 0 0 0,-1 0 1 0 0,1-1-1 0 0,0 1 0 0 0,0-1 1 0 0,0 0-1 0 0,0 0 0 0 0,0 0 1 0 0,4 0-1 0 0,8 2-490 0 0,1-1 0 0 0,16 1-1 0 0,-15-2 624 0 0,168 26 73 0 0,-7-1-372 0 0,-50-19-142 0 0,-69-5 171 0 0,104 17 1 0 0,216 48-111 0 0,-267-48-70 0 0,-71-10 88 0 0,1-2-1 0 0,-1-2 0 0 0,80 0 1 0 0,75-20 26 0 0,88-5 242 0 0,-3 23-43 0 0,-215 5-201 0 0,80 20 0 0 0,50 7-32 0 0,46-25 94 0 0,7 0 5 0 0,272 19 145 0 0,-484-30-169 0 0,0-2 0 0 0,58-13 0 0 0,-3 0 220 0 0,-54 14-99 0 0,-27 2-66 0 0,-1-1 1 0 0,21-3-1 0 0,5 2 260 0 0,-19 0-332 0 0,-15 2-65 0 0,0 0 0 0 0,1 0-1 0 0,-1 0 1 0 0,0-1 0 0 0,1 1 0 0 0,-1-1-1 0 0,0 1 1 0 0,1-1 0 0 0,-1 0 0 0 0,0 0 0 0 0,0 0-1 0 0,0 0 1 0 0,3-3 0 0 0,1 0 6 0 0,-2 1-5 0 0,-1 1-1 0 0,1 0 1 0 0,-1-1-1 0 0,0 0 1 0 0,0 0 0 0 0,0 0-1 0 0,0 0 1 0 0,-1 0-1 0 0,1-1 1 0 0,-1 1 0 0 0,0-1-1 0 0,0 0 1 0 0,0 1-1 0 0,-1-1 1 0 0,3-5 0 0 0,21-59 3 0 0,53-155 87 0 0,-65 180-60 0 0,-3-1 1 0 0,-1 0 0 0 0,4-60 0 0 0,-11-17 253 0 0,-3 103-186 0 0,-1 0 1 0 0,-1 0-1 0 0,0 0 1 0 0,-11-33-1 0 0,-67-162 1179 0 0,73 191-1106 0 0,0 0-1 0 0,-1 0 1 0 0,-2 0 0 0 0,0 2 0 0 0,-1-1 0 0 0,-1 1 0 0 0,-1 1 0 0 0,-17-19 0 0 0,-94-69 1021 0 0,61 55-1165 0 0,29 24-97 0 0,-2 1 0 0 0,-1 3 1 0 0,-2 0-1 0 0,-82-34 0 0 0,-178-41-85 0 0,186 72 331 0 0,-1 5 1 0 0,-203-13-1 0 0,-236 28 319 0 0,269 18-308 0 0,1 12 1 0 0,-425 89-1 0 0,540-73-38 0 0,-270 100 1 0 0,405-125-151 0 0,1 1 1 0 0,0 1 0 0 0,0 2 0 0 0,2 1 0 0 0,-53 43 0 0 0,68-48 0 0 0,1 0-1 0 0,0 1 1 0 0,2 1-1 0 0,0 1 1 0 0,0 0 0 0 0,2 0-1 0 0,0 1 1 0 0,1 0-1 0 0,1 1 1 0 0,1 0 0 0 0,-11 36-1 0 0,12-24 7 0 0,2-1 0 0 0,1 1 0 0 0,1 1 0 0 0,1-1 0 0 0,2 0-1 0 0,1 0 1 0 0,2 1 0 0 0,12 57 0 0 0,0-32-12 0 0,1-2 0 0 0,3 0-1 0 0,49 98 1 0 0,-37-96-33 0 0,3-2-1 0 0,50 63 1 0 0,-79-111-246 0 0,1 0 1 0 0,0 0 0 0 0,0-1 0 0 0,0 1 0 0 0,1-2 0 0 0,0 1 0 0 0,0-1 0 0 0,1 0-1 0 0,-1 0 1 0 0,15 6 0 0 0,-16-10-766 0 0,-1 0 0 0 0,1 0 0 0 0,-1 0 0 0 0,1-1 0 0 0,-1 0 0 0 0,8 0 0 0 0,-13 0 1005 0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9:03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1508 80 0 0,'23'20'655'0'0,"8"7"509"0"0,-30-27-663 0 0,-3-4 120 0 0,-17-19 1053 0 0,15 18-1321 0 0,0 1-1 0 0,0-1 1 0 0,1 0-1 0 0,-1 0 0 0 0,1 0 1 0 0,0 0-1 0 0,1 0 1 0 0,-1-1-1 0 0,1 1 0 0 0,0-1 1 0 0,-2-11-1 0 0,4 14-294 0 0,0 1 0 0 0,1-1-1 0 0,-1 0 1 0 0,0 1 0 0 0,1-1 0 0 0,0 1 0 0 0,-1-1 0 0 0,1 1-1 0 0,0 0 1 0 0,0-1 0 0 0,0 1 0 0 0,1 0 0 0 0,-1-1-1 0 0,3-2 1 0 0,28-42 738 0 0,3 2 0 0 0,76-78 0 0 0,177-150-476 0 0,2 23 165 0 0,-174 156-263 0 0,219-166 422 0 0,-249 203-378 0 0,2 3-1 0 0,112-49 1 0 0,-123 66-58 0 0,62-26 211 0 0,-132 61-508 0 0,0 0 1 0 0,0 0 0 0 0,0 1 0 0 0,0 0 0 0 0,0 1 0 0 0,0-1-1 0 0,0 1 1 0 0,0 1 0 0 0,0-1 0 0 0,0 1 0 0 0,8 2 0 0 0,3 0-1442 0 0,-5-3-5153 0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9:03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49 1521 0 0,'-19'-14'2161'0'0,"3"0"0"0"0,6 2-80 0 0,10 4-241 0 0,128 24 2242 0 0,24 26-2081 0 0,-60 2-2001 0 0,-44-8-320 0 0,-32 10 240 0 0,-37 6 0 0 0,-36 5-480 0 0,-24 9-161 0 0,17 4-1199 0 0,5-22-4243 0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9:04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356 39 2481 0 0,'2'-18'2401'0'0,"-2"6"-480"0"0,-4 4-320 0 0,-8 14-241 0 0,-102 159 1842 0 0,17 41-1201 0 0,45-18-1761 0 0,21-30-400 0 0,10-40 80 0 0,4-7 160 0 0,8 3 0 0 0,13-14-320 0 0,25-18-240 0 0,23-34-641 0 0,24-38-4241 0 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9:04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579 37 480 0 0,'-1'-2'223'0'0,"0"-1"0"0"0,0 1 0 0 0,0 0 0 0 0,-1 0 0 0 0,1 0 0 0 0,0 0 0 0 0,-1 1 0 0 0,0-1 0 0 0,1 0 0 0 0,-1 0 0 0 0,0 1 0 0 0,0-1 0 0 0,0 1 0 0 0,0 0 0 0 0,0 0 0 0 0,0-1 0 0 0,0 1 0 0 0,0 1 0 0 0,0-1 0 0 0,-1 0 0 0 0,1 0 0 0 0,0 1 0 0 0,-5-1 0 0 0,-3 0 763 0 0,-1 1 1 0 0,1 0 0 0 0,-1 1-1 0 0,-16 3 1 0 0,2-1-594 0 0,1 2 1 0 0,-1 0-1 0 0,1 2 1 0 0,0 1-1 0 0,-39 19 1 0 0,32-9 81 0 0,2 2-1 0 0,0 1 1 0 0,1 2-1 0 0,1 1 1 0 0,1 0-1 0 0,-43 54 1 0 0,64-71-352 0 0,0 0 0 0 0,1 0 0 0 0,-1 0 0 0 0,1 1 1 0 0,1-1-1 0 0,0 1 0 0 0,-5 16 0 0 0,7-22-132 0 0,1 1 0 0 0,0-1 0 0 0,-1 1-1 0 0,1-1 1 0 0,0 1 0 0 0,0-1-1 0 0,1 1 1 0 0,-1-1 0 0 0,0 1-1 0 0,1-1 1 0 0,0 1 0 0 0,-1-1 0 0 0,1 0-1 0 0,0 1 1 0 0,0-1 0 0 0,0 0-1 0 0,0 0 1 0 0,1 0 0 0 0,-1 0-1 0 0,1 0 1 0 0,-1 0 0 0 0,1 0 0 0 0,0 0-1 0 0,0 0 1 0 0,0-1 0 0 0,-1 1-1 0 0,2-1 1 0 0,-1 1 0 0 0,4 1 0 0 0,0 0 4 0 0,0-1 0 0 0,0 1 0 0 0,1-1 0 0 0,-1-1 1 0 0,0 1-1 0 0,1-1 0 0 0,-1 0 0 0 0,1-1 1 0 0,0 1-1 0 0,-1-1 0 0 0,1-1 0 0 0,-1 1 1 0 0,8-3-1 0 0,11-2 9 0 0,-1-1 1 0 0,27-12-1 0 0,-41 15-4 0 0,67-29-57 0 0,-1-4 0 0 0,108-69 0 0 0,-109 60 28 0 0,-19 14 2 0 0,-38 25-12 0 0,-18 6 37 0 0,0 0 0 0 0,0 0-1 0 0,0 0 1 0 0,1 0-1 0 0,-1 0 1 0 0,0 0-1 0 0,0 0 1 0 0,0 0-1 0 0,1 0 1 0 0,-1 0 0 0 0,0 0-1 0 0,0 0 1 0 0,0 0-1 0 0,1 0 1 0 0,-1 0-1 0 0,0 0 1 0 0,0 0-1 0 0,0 1 1 0 0,0-1 0 0 0,1 0-1 0 0,-1 0 1 0 0,0 0-1 0 0,0 0 1 0 0,0 0-1 0 0,0 1 1 0 0,1-1-1 0 0,-1 0 1 0 0,0 0 0 0 0,0 0-1 0 0,0 0 1 0 0,0 1-1 0 0,0-1 1 0 0,0 0-1 0 0,0 0 1 0 0,0 0-1 0 0,0 1 1 0 0,0-1 0 0 0,0 3-21 0 0,-1 0 0 0 0,1 0 0 0 0,-1 0 0 0 0,0-1 1 0 0,0 1-1 0 0,0 0 0 0 0,-2 3 0 0 0,-6 14 31 0 0,6-9 18 0 0,-1 0 1 0 0,2 0 0 0 0,-1 1 0 0 0,2-1 0 0 0,-1 1 0 0 0,1 15 0 0 0,1-25-79 0 0,0 1 1 0 0,0-1-1 0 0,1 1 0 0 0,-1-1 1 0 0,1 1-1 0 0,-1-1 0 0 0,1 1 1 0 0,0-1-1 0 0,0 1 0 0 0,0-1 1 0 0,0 0-1 0 0,0 0 0 0 0,0 1 1 0 0,1-1-1 0 0,-1 0 1 0 0,1 0-1 0 0,0 0 0 0 0,-1 0 1 0 0,1-1-1 0 0,0 1 0 0 0,0 0 1 0 0,0-1-1 0 0,0 1 0 0 0,1-1 1 0 0,-1 0-1 0 0,0 0 1 0 0,0 0-1 0 0,1 0 0 0 0,-1 0 1 0 0,1 0-1 0 0,-1-1 0 0 0,1 1 1 0 0,-1-1-1 0 0,1 1 0 0 0,-1-1 1 0 0,1 0-1 0 0,3-1 0 0 0,3 1-443 0 0,0-1-1 0 0,-1 0 0 0 0,1-1 0 0 0,-1 0 1 0 0,0 0-1 0 0,15-7 0 0 0,54-30-3464 0 0,32-24-2282 0 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9:05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381 1 1040 0 0,'-8'0'1731'0'0,"-1"1"-1"0"0,1-1 0 0 0,0 2 0 0 0,-9 2 0 0 0,6-1-1059 0 0,1 1 0 0 0,0 0 0 0 0,0 1 0 0 0,-13 8 0 0 0,17-9-431 0 0,-1 0 0 0 0,1 0 0 0 0,1 1 0 0 0,-11 11 1 0 0,-25 31 325 0 0,3 1 1 0 0,2 2 0 0 0,-40 73 0 0 0,71-115-445 0 0,1-2-37 0 0,0 1 0 0 0,0-1 1 0 0,1 1-1 0 0,0 0 0 0 0,0 0 0 0 0,1 1 0 0 0,0-1 1 0 0,0 0-1 0 0,-1 11 0 0 0,3-17-88 0 0,-1-1 0 0 0,1 0 0 0 0,0 1 0 0 0,0-1 0 0 0,0 0 0 0 0,0 0 0 0 0,0 1 0 0 0,0-1 0 0 0,0 0 0 0 0,0 1 0 0 0,0-1 0 0 0,0 0 0 0 0,0 0 0 0 0,0 1 0 0 0,0-1 0 0 0,0 0 0 0 0,1 0 0 0 0,-1 1 0 0 0,0-1 0 0 0,0 0 0 0 0,0 0 0 0 0,0 1 0 0 0,0-1-1 0 0,1 0 1 0 0,-1 0 0 0 0,0 1 0 0 0,0-1 0 0 0,0 0 0 0 0,1 0 0 0 0,-1 0 0 0 0,0 1 0 0 0,0-1 0 0 0,0 0 0 0 0,1 0 0 0 0,-1 0 0 0 0,0 0 0 0 0,1 0 0 0 0,-1 0 0 0 0,0 1 0 0 0,0-1 0 0 0,1 0 0 0 0,-1 0 0 0 0,0 0 0 0 0,0 0 0 0 0,1 0 0 0 0,-1 0 0 0 0,0 0 0 0 0,1 0 0 0 0,-1 0 0 0 0,0 0 0 0 0,1-1 0 0 0,14-8-86 0 0,-13 8 82 0 0,168-141-31 0 0,-41 30-464 0 0,-97 87-101 0 0,2 1 1 0 0,38-20-1 0 0,-62 38 420 0 0,1 1 0 0 0,21-8-1 0 0,-29 12 180 0 0,-1 1 0 0 0,1-1 0 0 0,-1 0-1 0 0,1 1 1 0 0,-1 0 0 0 0,1-1-1 0 0,0 1 1 0 0,-1 0 0 0 0,1 0-1 0 0,-1 1 1 0 0,1-1 0 0 0,0 1-1 0 0,-1-1 1 0 0,1 1 0 0 0,-1 0-1 0 0,1 0 1 0 0,3 2 0 0 0,-4-2 11 0 0,-1 0 0 0 0,0 0 0 0 0,0 0 1 0 0,1 0-1 0 0,-1 0 0 0 0,0 1 0 0 0,0-1 0 0 0,0 0 1 0 0,-1 1-1 0 0,1-1 0 0 0,0 1 0 0 0,0-1 0 0 0,-1 1 1 0 0,1-1-1 0 0,-1 1 0 0 0,1-1 0 0 0,-1 1 0 0 0,0 0 0 0 0,0-1 1 0 0,1 4-1 0 0,-7 35 55 0 0,-11 27-69 0 0,10-43-8 0 0,1 1 0 0 0,1-1 1 0 0,-3 32-1 0 0,8-51 24 0 0,-1 0 1 0 0,1 0-1 0 0,1 0 1 0 0,-1 0-1 0 0,1 0 1 0 0,1 5-1 0 0,-1-8-26 0 0,-1 0-1 0 0,1 0 1 0 0,0 0-1 0 0,0 0 1 0 0,0 0-1 0 0,1 0 0 0 0,-1-1 1 0 0,0 1-1 0 0,1 0 1 0 0,-1-1-1 0 0,1 1 1 0 0,0-1-1 0 0,-1 0 1 0 0,1 1-1 0 0,0-1 0 0 0,0 0 1 0 0,0 0-1 0 0,2 1 1 0 0,4 1-401 0 0,1 0 1 0 0,-1-1-1 0 0,0 0 0 0 0,1-1 1 0 0,-1 1-1 0 0,1-2 0 0 0,0 1 1 0 0,-1-1-1 0 0,1 0 1 0 0,-1-1-1 0 0,1 0 0 0 0,12-3 1 0 0,-10 0-1393 0 0,0-1 0 0 0,19-11 1 0 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9:06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365 1 6803 0 0,'-27'27'1241'0'0,"2"1"-1"0"0,1 1 1 0 0,-23 37-1 0 0,45-63-1132 0 0,0 1 0 0 0,0-1 0 0 0,0 1 0 0 0,0 0 0 0 0,1 0 0 0 0,0 0 0 0 0,0 0 0 0 0,0 0-1 0 0,0 0 1 0 0,1 0 0 0 0,-1 0 0 0 0,1 0 0 0 0,0 0 0 0 0,1 0 0 0 0,0 8 0 0 0,0-10-76 0 0,0 1 0 0 0,0-1 0 0 0,0 0-1 0 0,1 0 1 0 0,-1 1 0 0 0,1-1 0 0 0,-1 0 0 0 0,1 0 0 0 0,0 0 0 0 0,0 0 0 0 0,0-1 0 0 0,0 1 0 0 0,0 0 0 0 0,0-1 0 0 0,0 0 0 0 0,0 1 0 0 0,1-1-1 0 0,3 1 1 0 0,3 1-58 0 0,0 0-1 0 0,1-1 1 0 0,-1 0-1 0 0,1-1 1 0 0,-1 0-1 0 0,1-1 1 0 0,-1 0-1 0 0,1 0 0 0 0,0-1 1 0 0,15-4-1 0 0,12-5-9 0 0,-1-2-1 0 0,-1-2 1 0 0,0-1-1 0 0,49-30 0 0 0,-38 20 29 0 0,55-22-1 0 0,-100 47 9 0 0,0-1 1 0 0,-1 1-1 0 0,1 0 0 0 0,0 0 0 0 0,-1-1 1 0 0,1 1-1 0 0,0 0 0 0 0,-1 0 0 0 0,1 0 1 0 0,0 0-1 0 0,0 0 0 0 0,-1 0 0 0 0,1 0 1 0 0,0 0-1 0 0,-1 0 0 0 0,1 0 0 0 0,0 1 1 0 0,-1-1-1 0 0,1 0 0 0 0,0 0 1 0 0,-1 1-1 0 0,1-1 0 0 0,0 0 0 0 0,-1 1 1 0 0,1-1-1 0 0,-1 1 0 0 0,1-1 0 0 0,0 1 1 0 0,-1-1-1 0 0,1 1 0 0 0,-1-1 0 0 0,0 1 1 0 0,1-1-1 0 0,0 2 0 0 0,7 26 61 0 0,-6-19-24 0 0,6 30 210 0 0,-2 0 0 0 0,-2 0 0 0 0,-1 1 0 0 0,-2 0 0 0 0,-2-1 0 0 0,-2 1 0 0 0,-9 51 0 0 0,6-63-131 0 0,0-1-1 0 0,-2 0 0 0 0,-1 0 1 0 0,-2 0-1 0 0,0-1 1 0 0,-2-1-1 0 0,0 0 1 0 0,-2-1-1 0 0,-1 0 1 0 0,0-1-1 0 0,-29 28 0 0 0,25-30 32 0 0,-2-1 0 0 0,0-2 0 0 0,-2 0 0 0 0,0-2 0 0 0,-50 27 0 0 0,57-35 11 0 0,-1-1 1 0 0,1 0 0 0 0,-1-1 0 0 0,-1-1 0 0 0,1-1-1 0 0,0-1 1 0 0,-1 0 0 0 0,0-2 0 0 0,0 0 0 0 0,-26-2-1 0 0,27-1-63 0 0,0-1-1 0 0,1 0 1 0 0,-1-1-1 0 0,-29-12 0 0 0,40 13-117 0 0,0 0-1 0 0,0 0 1 0 0,0-1-1 0 0,1 0 1 0 0,0 0 0 0 0,-1-1-1 0 0,1 1 1 0 0,1-1-1 0 0,-1-1 1 0 0,1 1-1 0 0,0-1 1 0 0,0 0-1 0 0,1 0 1 0 0,-5-8-1 0 0,8 12 14 0 0,0-1-1 0 0,0 1 0 0 0,0-1 0 0 0,1 1 1 0 0,-1-1-1 0 0,1 1 0 0 0,0-1 0 0 0,0 1 0 0 0,-1-1 1 0 0,2 0-1 0 0,-1 1 0 0 0,0-1 0 0 0,0 1 1 0 0,1-1-1 0 0,0 1 0 0 0,-1-1 0 0 0,1 1 0 0 0,0-1 1 0 0,0 1-1 0 0,0 0 0 0 0,1 0 0 0 0,-1-1 1 0 0,0 1-1 0 0,1 0 0 0 0,-1 0 0 0 0,1 0 0 0 0,0 0 1 0 0,4-3-1 0 0,5-4-81 0 0,1-1 0 0 0,0 1 0 0 0,24-13 0 0 0,223-105-2410 0 0,6-4-3333 0 0,-156 63-1048 0 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9:06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655 0 560 0 0,'-66'34'5523'0'0,"-48"30"-2002"0"0,-7 20-639 0 0,7 20-1202 0 0,8-4-1279 0 0,23 1-161 0 0,38-21 160 0 0,40-28 160 0 0,19-4-80 0 0,22 2-79 0 0,23-24-722 0 0,14-28-1359 0 0,29-26 239 0 0,19-52-3761 0 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9:06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486 1 160 0 0,'-1'0'129'0'0,"0"0"0"0"0,1 0 1 0 0,-1 0-1 0 0,0 1 0 0 0,0-1 0 0 0,1 0 0 0 0,-1 1 1 0 0,0-1-1 0 0,0 0 0 0 0,1 1 0 0 0,-1-1 0 0 0,0 1 0 0 0,1-1 1 0 0,-1 1-1 0 0,1 0 0 0 0,-1-1 0 0 0,1 1 0 0 0,-2 1 1 0 0,-5 9 441 0 0,0 0 0 0 0,1 1 0 0 0,0 0 0 0 0,0 0 0 0 0,2 1 0 0 0,-1 0 0 0 0,-2 14 0 0 0,-8 25 1143 0 0,-91 256 8474 0 0,21-97-7783 0 0,67-171-2390 0 0,-93 221-731 0 0,84-188 453 0 0,-29 116 0 0 0,55-183 274 0 0,-1 1 0 0 0,1 0 0 0 0,0 0 0 0 0,1 0 0 0 0,0 11 0 0 0,0-18-12 0 0,0 1 1 0 0,0-1-1 0 0,0 1 0 0 0,0-1 0 0 0,0 1 0 0 0,0-1 0 0 0,0 1 0 0 0,0 0 0 0 0,0-1 1 0 0,1 1-1 0 0,-1-1 0 0 0,0 1 0 0 0,0-1 0 0 0,0 0 0 0 0,1 1 0 0 0,-1-1 0 0 0,0 1 1 0 0,1-1-1 0 0,-1 1 0 0 0,0-1 0 0 0,1 0 0 0 0,-1 1 0 0 0,0-1 0 0 0,1 0 0 0 0,-1 1 1 0 0,1-1-1 0 0,-1 0 0 0 0,1 0 0 0 0,-1 1 0 0 0,1-1 0 0 0,-1 0 0 0 0,1 0 0 0 0,-1 0 1 0 0,1 0-1 0 0,-1 1 0 0 0,1-1 0 0 0,-1 0 0 0 0,1 0 0 0 0,-1 0 0 0 0,1 0 1 0 0,-1 0-1 0 0,1 0 0 0 0,-1-1 0 0 0,1 1 0 0 0,-1 0 0 0 0,1 0 0 0 0,-1 0 0 0 0,1 0 1 0 0,0-1-1 0 0,28-19-524 0 0,-28 19 480 0 0,46-41-1560 0 0,60-70 1 0 0,-8 5 1184 0 0,63-42 554 0 0,-155 143-159 0 0,0-1 0 0 0,0 2 0 0 0,0-1 0 0 0,1 1 0 0 0,0 0 0 0 0,0 0 0 0 0,0 1 0 0 0,14-5 0 0 0,-19 8 23 0 0,-1 1 0 0 0,1-1 1 0 0,-1 1-1 0 0,1 0 1 0 0,0-1-1 0 0,-1 1 1 0 0,1 0-1 0 0,0 1 0 0 0,-1-1 1 0 0,1 0-1 0 0,-1 1 1 0 0,1-1-1 0 0,-1 1 1 0 0,1 0-1 0 0,-1 0 0 0 0,1 0 1 0 0,-1 0-1 0 0,0 0 1 0 0,1 1-1 0 0,-1-1 1 0 0,0 1-1 0 0,0-1 0 0 0,0 1 1 0 0,0 0-1 0 0,0 0 1 0 0,-1 0-1 0 0,1 0 1 0 0,0 0-1 0 0,-1 0 1 0 0,1 0-1 0 0,-1 1 0 0 0,0-1 1 0 0,0 0-1 0 0,1 4 1 0 0,1 4 36 0 0,0 1 1 0 0,0-1-1 0 0,-1 1 1 0 0,-1 0-1 0 0,0-1 0 0 0,0 1 1 0 0,-1 0-1 0 0,-1 0 1 0 0,-1 13-1 0 0,1-9 11 0 0,-13 170 394 0 0,14-184-447 0 0,0 52 4 0 0,0-49-155 0 0,1-1 0 0 0,-1 0 0 0 0,1 1-1 0 0,0-1 1 0 0,0 0 0 0 0,0 0 0 0 0,0 1 0 0 0,1-1 0 0 0,-1 0 0 0 0,1 0 0 0 0,4 4-1 0 0,-4-4-655 0 0,0-1 0 0 0,1 0-1 0 0,0 0 1 0 0,-1 0-1 0 0,1 0 1 0 0,6 3-1 0 0,-9-5 687 0 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9:07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19 480 0 0,'-14'2'961'0'0,"2"-2"-81"0"0,3 0-80 0 0,2 0-79 0 0,7-4-961 0 0,4 2-241 0 0,4-4-319 0 0,1 2 0 0 0,-2 0-81 0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9:07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347 516 1121 0 0,'-2'-2'480'0'0,"-8"-6"1360"0"0,8 8-1647 0 0,0 0 1 0 0,-1 0-1 0 0,1 0 1 0 0,0 0-1 0 0,0 0 1 0 0,0 0-1 0 0,0 0 1 0 0,0 1-1 0 0,-3 0 1 0 0,-23 9 1328 0 0,1 1 1 0 0,1 1 0 0 0,0 1-1 0 0,0 2 1 0 0,2 0-1 0 0,-43 36 1 0 0,59-45-1361 0 0,1 0 0 0 0,0 1 0 0 0,0 0 0 0 0,0 0 0 0 0,1 1 0 0 0,0 0 0 0 0,1 0 0 0 0,-1 0 0 0 0,2 1 1 0 0,-1-1-1 0 0,1 1 0 0 0,0 1 0 0 0,1-1 0 0 0,-2 11 0 0 0,4-13-192 0 0,0 0 1 0 0,1 0-1 0 0,0 0 1 0 0,0-1-1 0 0,1 1 1 0 0,0 0-1 0 0,0 0 1 0 0,1 0-1 0 0,-1 0 1 0 0,1-1-1 0 0,1 1 1 0 0,-1-1-1 0 0,1 1 1 0 0,1-1-1 0 0,-1 0 1 0 0,1 0-1 0 0,0 0 1 0 0,0-1-1 0 0,7 8 1 0 0,-7-9 21 0 0,0 0 0 0 0,1 0 0 0 0,-1 0-1 0 0,1 0 1 0 0,0-1 0 0 0,0 1 0 0 0,0-1 0 0 0,0 0 0 0 0,1-1 0 0 0,-1 1 0 0 0,1-1-1 0 0,-1-1 1 0 0,1 1 0 0 0,0-1 0 0 0,0 1 0 0 0,0-2 0 0 0,-1 1 0 0 0,1-1 0 0 0,0 0 0 0 0,0 0-1 0 0,0 0 1 0 0,0-1 0 0 0,0 0 0 0 0,0 0 0 0 0,0 0 0 0 0,-1-1 0 0 0,7-3 0 0 0,6-2-151 0 0,-1-2 1 0 0,1 0 0 0 0,-2-1-1 0 0,1-1 1 0 0,-2 0 0 0 0,1-1-1 0 0,13-14 1 0 0,141-160-2271 0 0,-147 159 2350 0 0,-6 9 146 0 0,-17 18-65 0 0,0 0 1 0 0,0 0-1 0 0,0 0 1 0 0,0 0-1 0 0,0 0 1 0 0,0 0 0 0 0,0 0-1 0 0,0-1 1 0 0,0 1-1 0 0,0 0 1 0 0,1 0-1 0 0,-1 0 1 0 0,0 0-1 0 0,0 0 1 0 0,0 0-1 0 0,0 0 1 0 0,0 0 0 0 0,0 0-1 0 0,0 0 1 0 0,1 0-1 0 0,-1 0 1 0 0,0 0-1 0 0,0 0 1 0 0,0 0-1 0 0,0 0 1 0 0,0 0 0 0 0,0 0-1 0 0,0 0 1 0 0,1 0-1 0 0,-1 0 1 0 0,0 0-1 0 0,0 0 1 0 0,0 0-1 0 0,0 0 1 0 0,0 0 0 0 0,0 0-1 0 0,1 0 1 0 0,-1 0-1 0 0,0 0 1 0 0,0 0-1 0 0,0 0 1 0 0,0 0-1 0 0,0 0 1 0 0,0 0-1 0 0,0 1 1 0 0,0-1 0 0 0,0 0-1 0 0,1 0 1 0 0,-1 0-1 0 0,0 0 1 0 0,0 0-1 0 0,0 0 1 0 0,0 0-1 0 0,0 0 1 0 0,0 1 0 0 0,0-1-1 0 0,0 0 1 0 0,0 0-1 0 0,0 0 1 0 0,0 0-1 0 0,0 0 1 0 0,0 1-1 0 0,-10 35 367 0 0,10-35-365 0 0,0 0 3 0 0,-36 120 414 0 0,32-102-413 0 0,0 0 0 0 0,2 1-1 0 0,0-1 1 0 0,1 31 0 0 0,1-48-111 0 0,0 0-1 0 0,0 0 1 0 0,0 0 0 0 0,0 1-1 0 0,1-1 1 0 0,-1 0 0 0 0,1 0-1 0 0,-1 0 1 0 0,1 0-1 0 0,0 0 1 0 0,-1-1 0 0 0,1 1-1 0 0,0 0 1 0 0,0 0-1 0 0,0 0 1 0 0,1-1 0 0 0,-1 1-1 0 0,0-1 1 0 0,1 1 0 0 0,-1-1-1 0 0,1 1 1 0 0,-1-1-1 0 0,1 0 1 0 0,0 0 0 0 0,0 1-1 0 0,-1-1 1 0 0,5 1 0 0 0,-3-2-693 0 0,0 1 1 0 0,0-1-1 0 0,0 0 1 0 0,0 0 0 0 0,0-1-1 0 0,0 1 1 0 0,5-2 0 0 0</inkml:trace>
  <inkml:trace contextRef="#ctx0" brushRef="#br0" timeOffset="1">892 775 7764 0 0,'-26'64'5122'0'0,"9"-4"-4642"0"0,-2-8-1280 0 0,7-18 560 0 0,8-20 400 0 0,16-12-160 0 0,9-22-2321 0 0,5-38-5203 0 0</inkml:trace>
  <inkml:trace contextRef="#ctx0" brushRef="#br0" timeOffset="2">880 0 5042 0 0,'-43'6'2321'0'0,"13"10"-2000"0"0,13 2 639 0 0,8-2-400 0 0,4-4-320 0 0,7 6-960 0 0,36 36-3922 0 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9:07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112 171 4322 0 0,'-32'85'4341'0'0,"-24"32"-3026"0"0,42-98-1116 0 0,8-14 162 0 0,3-8 706 0 0,3 2-1010 0 0,0-1-1 0 0,1 1 1 0 0,0-1-1 0 0,-1 1 0 0 0,1-1 1 0 0,0 1-1 0 0,0-1 1 0 0,0 1-1 0 0,0-1 1 0 0,0 1-1 0 0,0 0 0 0 0,0 0 1 0 0,0-1-1 0 0,0 1 1 0 0,1 0-1 0 0,-1 0 1 0 0,0 0-1 0 0,3 0 0 0 0,5-7 20 0 0,34-35-105 0 0,57-73 1 0 0,10-10 4 0 0,-97 113-85 0 0,0 0-1 0 0,25-17 0 0 0,-35 27 88 0 0,0 1 0 0 0,0 0-1 0 0,0 0 1 0 0,0 1 0 0 0,1-1 0 0 0,-1 1 0 0 0,0-1-1 0 0,1 1 1 0 0,-1 0 0 0 0,1 1 0 0 0,-1-1-1 0 0,1 0 1 0 0,0 1 0 0 0,-1 0 0 0 0,1 0 0 0 0,0 0-1 0 0,-1 0 1 0 0,1 1 0 0 0,6 1 0 0 0,-9-2 28 0 0,0 1 0 0 0,0-1 0 0 0,0 1 0 0 0,0-1 1 0 0,0 1-1 0 0,0 0 0 0 0,0-1 0 0 0,0 1 0 0 0,0 0 0 0 0,0 0 1 0 0,0 0-1 0 0,-1 0 0 0 0,1 0 0 0 0,0 0 0 0 0,-1 0 0 0 0,1 0 1 0 0,1 2-1 0 0,3 25 190 0 0,-2 108 1398 0 0,-4-98-1196 0 0,1 1 0 0 0,11 72 0 0 0,-10-105-382 0 0,1 1 0 0 0,0 0 0 0 0,0 0 0 0 0,1-1 0 0 0,-1 1 0 0 0,2-1 0 0 0,-1 0 1 0 0,1 1-1 0 0,5 5 0 0 0,-6-8-328 0 0,0-1-1 0 0,0 0 1 0 0,0 0 0 0 0,1 0-1 0 0,-1 0 1 0 0,1-1 0 0 0,0 1 0 0 0,0-1-1 0 0,6 3 1 0 0,20 4-4517 0 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8:47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7 1361 0 0,'-33'-6'2481'0'0,"448"72"-720"0"0,35-4-241 0 0,-61-24 241 0 0,-84-22 160 0 0,-65-14 0 0 0,-36-2-240 0 0,-10-4-481 0 0,-33-10-960 0 0,-45-24-4642 0 0,-54-8-3201 0 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8:48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5 11045 0 0,'-1'0'29'0'0,"-76"-4"7422"0"0,70 4-6940 0 0,-1 0 0 0 0,0 1 0 0 0,-13 3 0 0 0,21-4-484 0 0,-1 0-1 0 0,1-1 1 0 0,-1 1-1 0 0,1 0 0 0 0,0 0 1 0 0,-1 1-1 0 0,1-1 0 0 0,-1 0 1 0 0,1 0-1 0 0,0 0 1 0 0,-1 0-1 0 0,1 0 0 0 0,-1 0 1 0 0,1 0-1 0 0,0 1 0 0 0,-1-1 1 0 0,1 0-1 0 0,0 0 1 0 0,-1 1-1 0 0,1-1 0 0 0,0 0 1 0 0,-1 0-1 0 0,1 1 1 0 0,0-1-1 0 0,0 0 0 0 0,-1 1 1 0 0,1-1-1 0 0,0 0 0 0 0,0 1 1 0 0,0-1-1 0 0,0 0 1 0 0,-1 1-1 0 0,1-1 0 0 0,0 1 1 0 0,0-1-1 0 0,0 0 0 0 0,0 1 1 0 0,0-1-1 0 0,0 1 1 0 0,0-1-1 0 0,0 0 0 0 0,0 1 1 0 0,1 1 89 0 0,1 0 0 0 0,-1-1 0 0 0,1 0 0 0 0,-1 1 0 0 0,1-1 0 0 0,0 0 0 0 0,-1 0 0 0 0,1 0 0 0 0,2 1 0 0 0,338 163 1949 0 0,-80-43-2036 0 0,-215-98-61 0 0,0 3-1 0 0,46 36 1 0 0,-67-43-13 0 0,-1 1 0 0 0,0 2 1 0 0,-2 0-1 0 0,27 36 1 0 0,-43-51 22 0 0,-1 1 1 0 0,0 0-1 0 0,-1 0 0 0 0,0 1 0 0 0,0-1 1 0 0,-1 1-1 0 0,0 0 0 0 0,-1 0 0 0 0,0 0 1 0 0,-1 1-1 0 0,0-1 0 0 0,-1 1 1 0 0,1 11-1 0 0,-3-9 23 0 0,0 0 0 0 0,-1 0 0 0 0,0 0 0 0 0,-1 0 0 0 0,0-1 0 0 0,-1 1 0 0 0,-1-1 0 0 0,0 0 0 0 0,0 0 0 0 0,-10 14-1 0 0,-2 0 33 0 0,-1 0-1 0 0,-2-1 0 0 0,0-1 0 0 0,-1-1 0 0 0,-1-1 1 0 0,-1 0-1 0 0,-2-2 0 0 0,0-1 0 0 0,0-1 0 0 0,-44 22 0 0 0,33-21-144 0 0,-1-3-1 0 0,0-1 1 0 0,-1-1-1 0 0,-1-3 0 0 0,0-1 1 0 0,0-1-1 0 0,-75 5 1 0 0,101-13-58 0 0,-1-1 0 0 0,1 0 0 0 0,0-1 1 0 0,0 0-1 0 0,-1-1 0 0 0,1-1 0 0 0,-15-5 1 0 0,21 6-32 0 0,0-1 1 0 0,0-1 0 0 0,1 1-1 0 0,0-1 1 0 0,-1 0 0 0 0,1 0 0 0 0,1-1-1 0 0,-1 0 1 0 0,1 0 0 0 0,-1 0 0 0 0,1-1-1 0 0,1 1 1 0 0,-1-1 0 0 0,-3-7 0 0 0,-1-6-1238 0 0,0 0 0 0 0,1-1 0 0 0,1 0 0 0 0,-5-25 0 0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8:48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48 119 480 0 0,'-48'4'3522'0'0,"252"-14"7443"0"0,97-6-2321 0 0,-99 4-5523 0 0,-53-6-3281 0 0,-12 2-1040 0 0,-9 2 79 0 0,-7 2-640 0 0,-31 4-6162 0 0,-42-8-2402 0 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8:48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432 1 1441 0 0,'-97'68'10484'0'0,"7"40"-3360"0"0,11 53-4723 0 0,27-1-1761 0 0,10 30-720 0 0,-1 30 80 0 0,15 11 240 0 0,37-1 561 0 0,31-10-1 0 0,31-28-320 0 0,27-41-400 0 0,18-39-1520 0 0,24-48-2402 0 0,30-58-2321 0 0,-1-52-2561 0 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8:49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548 0 4722 0 0,'-70'49'3902'0'0,"-121"109"0"0"0,-35 77 55 0 0,173-177-2859 0 0,52-57-1084 0 0,1 0-1 0 0,-1-1 0 0 0,1 1 0 0 0,-1-1 0 0 0,1 1 1 0 0,-1 0-1 0 0,1 0 0 0 0,-1-1 0 0 0,1 1 0 0 0,-1 0 1 0 0,1 0-1 0 0,0 0 0 0 0,0-1 0 0 0,-1 1 0 0 0,1 0 1 0 0,0 0-1 0 0,0 0 0 0 0,0 0 0 0 0,0 0 0 0 0,0-1 1 0 0,0 1-1 0 0,0 0 0 0 0,0 0 0 0 0,0 0 0 0 0,1 0 1 0 0,0 1-1 0 0,14 17-36 0 0,-8-12 50 0 0,26 25 21 0 0,2 0 1 0 0,65 44 0 0 0,-42-34-49 0 0,284 230-80 0 0,-250-188 92 0 0,-78-70 1 0 0,-1 0 1 0 0,-1 1 0 0 0,-1 1 0 0 0,13 20-1 0 0,-21-30 5 0 0,0 0 0 0 0,0 0 0 0 0,-1 1 0 0 0,0 0 0 0 0,0-1 0 0 0,0 1 0 0 0,-1 0-1 0 0,0 0 1 0 0,0-1 0 0 0,-1 1 0 0 0,0 0 0 0 0,-1 12 0 0 0,0-10 66 0 0,-1 0 1 0 0,-1-1-1 0 0,1 1 1 0 0,-1 0-1 0 0,-1-1 0 0 0,0 0 1 0 0,0 0-1 0 0,-9 13 1 0 0,-2-2 141 0 0,-1 0 0 0 0,0-1 0 0 0,-2-1 0 0 0,0-1 0 0 0,-1 0 0 0 0,-26 16 0 0 0,18-15-168 0 0,0-2-1 0 0,0-1 1 0 0,-2-1 0 0 0,1-1 0 0 0,-1-2 0 0 0,-1-1-1 0 0,0-1 1 0 0,-1-1 0 0 0,1-2 0 0 0,-1-1 0 0 0,-32-1-1 0 0,46-2-132 0 0,0-2 0 0 0,0 0 0 0 0,0-1 0 0 0,-19-4 0 0 0,31 4 28 0 0,0 1 0 0 0,0-1-1 0 0,0 0 1 0 0,0 0 0 0 0,1 0-1 0 0,-1-1 1 0 0,0 1 0 0 0,1-1-1 0 0,0 0 1 0 0,0-1 0 0 0,0 1-1 0 0,0-1 1 0 0,0 0 0 0 0,1 0-1 0 0,-1 0 1 0 0,1 0 0 0 0,-3-6-1 0 0,2 2-261 0 0,1-1-1 0 0,0 1 1 0 0,1-1-1 0 0,0 0 1 0 0,0 0-1 0 0,1 0 1 0 0,0-1-1 0 0,0 1 1 0 0,2-14-1 0 0,14-122-9121 0 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8:50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258 187 6803 0 0,'15'3'5206'0'0,"-9"7"-3384"0"0,-6-5-1867 0 0,0 0-1 0 0,0 0 1 0 0,-1 0-1 0 0,0-1 1 0 0,-2 9-1 0 0,3-11 54 0 0,-8 38 324 0 0,2 0 0 0 0,-1 44-1 0 0,6 87 482 0 0,-5 72 327 0 0,-9-112-9 0 0,-5 0-1 0 0,-7-2 1 0 0,-80 236-1 0 0,90-318-1130 0 0,-31 59 0 0 0,39-93 9 0 0,9-13-9 0 0,0 0-1 0 0,0 0 1 0 0,0 0 0 0 0,0 0 0 0 0,0 0 0 0 0,0 0-1 0 0,0 0 1 0 0,0 0 0 0 0,0 0 0 0 0,0 0 0 0 0,0 1-1 0 0,0-1 1 0 0,0 0 0 0 0,0 0 0 0 0,0 0 0 0 0,0 0-1 0 0,0 0 1 0 0,0 0 0 0 0,0 0 0 0 0,0 0 0 0 0,0 0-1 0 0,0 0 1 0 0,0 0 0 0 0,-1 0 0 0 0,1 0 0 0 0,0 0-1 0 0,0 0 1 0 0,0 0 0 0 0,0 0 0 0 0,0 0-1 0 0,0 0 1 0 0,0 0 0 0 0,0 0 0 0 0,0 0 0 0 0,0 0-1 0 0,0 0 1 0 0,0 0 0 0 0,0 0 0 0 0,-1 0 0 0 0,1 0-1 0 0,0 0 1 0 0,0 0 0 0 0,0 0 0 0 0,0 0 0 0 0,0 0-1 0 0,0 0 1 0 0,0 0 0 0 0,0 0 0 0 0,0 0 0 0 0,0 0-1 0 0,0 0 1 0 0,0 0 0 0 0,0 0 0 0 0,0 0 0 0 0,0 0-1 0 0,0 0 1 0 0,0 0 0 0 0,-1-1 0 0 0,1 1-1 0 0,0 0 1 0 0,0 0 0 0 0,0 0 0 0 0,0 0 0 0 0,0 0-1 0 0,0 0 1 0 0,0 0 0 0 0,0 0 0 0 0,0 0 0 0 0,0 0-1 0 0,6-26-73 0 0,79-196-46 0 0,-27 102 245 0 0,5 3-1 0 0,151-208 1 0 0,-94 168-239 0 0,165-167 0 0 0,-228 267 85 0 0,3 3 0 0 0,2 2 1 0 0,2 3-1 0 0,2 3 0 0 0,124-65 1 0 0,-152 93 93 0 0,75-24 1 0 0,-94 36-63 0 0,0 2-1 0 0,0 0 1 0 0,1 2-1 0 0,-1 0 1 0 0,39 1-1 0 0,-54 1-61 0 0,1 1-1 0 0,-1-1 0 0 0,1 1 0 0 0,-1 0 1 0 0,1 0-1 0 0,-1 1 0 0 0,7 2 1 0 0,-10-3-148 0 0,1 0-1 0 0,-1 0 1 0 0,0-1 0 0 0,1 1 0 0 0,-1 1 0 0 0,0-1 0 0 0,0 0-1 0 0,0 0 1 0 0,0 0 0 0 0,0 1 0 0 0,0-1 0 0 0,0 0 0 0 0,0 1-1 0 0,-1-1 1 0 0,1 1 0 0 0,0-1 0 0 0,-1 1 0 0 0,1-1 0 0 0,-1 1-1 0 0,0-1 1 0 0,1 1 0 0 0,-1 2 0 0 0,0 4-1940 0 0,-1-1 1 0 0,0 0 0 0 0,0 0-1 0 0,-3 9 1 0 0,4-16 2126 0 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9:09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0 6963 0 0,'-135'228'4469'0'0,"35"-57"-2642"0"0,95-162-1744 0 0,-6 10 292 0 0,-14 36 0 0 0,23-50-301 0 0,0 1 0 0 0,1 0 0 0 0,0 0 0 0 0,0 0 1 0 0,0 0-1 0 0,1 0 0 0 0,0 0 0 0 0,0 0 0 0 0,2 11 0 0 0,2 0 31 0 0,0 1 1 0 0,10 22-1 0 0,2 5-47 0 0,141 640 538 0 0,-59 13 9 0 0,-51-154 91 0 0,-22-216-499 0 0,-21-250-151 0 0,6 37-118 0 0,-10-116 68 0 0,0 1 0 0 0,0 0 0 0 0,0 0 0 0 0,0 0 0 0 0,0 0 1 0 0,0 0-1 0 0,0 0 0 0 0,1 0 0 0 0,-1-1 0 0 0,0 1 0 0 0,0 0 0 0 0,0 0 1 0 0,0 0-1 0 0,0 0 0 0 0,0 0 0 0 0,1 0 0 0 0,-1 0 0 0 0,0 0 1 0 0,0 0-1 0 0,0 0 0 0 0,0 0 0 0 0,0 0 0 0 0,1 0 0 0 0,-1 0 0 0 0,0 0 1 0 0,0 0-1 0 0,0 0 0 0 0,0 0 0 0 0,0 0 0 0 0,1 0 0 0 0,-1 0 1 0 0,0 0-1 0 0,0 0 0 0 0,0 0 0 0 0,0 0 0 0 0,0 0 0 0 0,0 0 1 0 0,1 0-1 0 0,-1 0 0 0 0,0 0 0 0 0,0 0 0 0 0,0 0 0 0 0,0 1 0 0 0,0-1 1 0 0,0 0-1 0 0,0 0 0 0 0,1 0 0 0 0,-1 0 0 0 0,0 0 0 0 0,0 0 1 0 0,0 1-1 0 0,0-1 0 0 0,0 0 0 0 0,0 0 0 0 0,0 0 0 0 0,0 0 0 0 0,0 0 1 0 0,0 1-1 0 0,9-13-421 0 0,0 0 0 0 0,-1 0 0 0 0,0-1 0 0 0,-1 1 1 0 0,0-2-1 0 0,7-22 0 0 0,-9 24-109 0 0,47-123-7483 0 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9:09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152 322 5202 0 0,'-152'-14'8097'0'0,"190"1"-8724"0"0,152-22 2782 0 0,242-14-1 0 0,268 52 1508 0 0,-240 9-3816 0 0,-177-22 88 0 0,353-56-1 0 0,-329 17 267 0 0,288-34 402 0 0,-454 71 42 0 0,0 7 1 0 0,157 13-1 0 0,-140 11-252 0 0,-128-14-360 0 0,-1 2 0 0 0,0 1 0 0 0,32 13 0 0 0,-53-18-37 0 0,0 1 1 0 0,0 0-1 0 0,-1 0 1 0 0,1 1-1 0 0,-1 0 1 0 0,0 0-1 0 0,-1 0 1 0 0,1 1-1 0 0,-1 0 1 0 0,0 1-1 0 0,-1-1 1 0 0,1 1-1 0 0,4 9 1 0 0,-3-4-8 0 0,-1 1-1 0 0,-1 0 1 0 0,0 0 0 0 0,-1 1 0 0 0,0-1 0 0 0,-1 1 0 0 0,1 20 0 0 0,2 32-5 0 0,-3 0-1 0 0,-9 106 1 0 0,-31 136 147 0 0,36-300-128 0 0,-212 1026 303 0 0,4-361-290 0 0,204-659-18 0 0,-119 313-43 0 0,94-258-89 0 0,-3-1 0 0 0,-65 99 0 0 0,81-142-539 0 0,-1-1-1 0 0,-1-1 1 0 0,-1 0-1 0 0,-33 28 0 0 0,42-42-368 0 0,-1 0 1 0 0,0-1-1 0 0,0-1 0 0 0,0 0 0 0 0,-1 0 0 0 0,0-1 0 0 0,-1-1 1 0 0,1 0-1 0 0,-1-1 0 0 0,0-1 0 0 0,-22 4 0 0 0,-71-2-4226 0 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9:10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45 298 3842 0 0,'-42'1'4397'0'0,"40"-2"-2440"0"0,9-1-235 0 0,85-7 126 0 0,98 5-1634 0 0,852-6 1578 0 0,-6-30 418 0 0,-738 20-1664 0 0,484-16 668 0 0,-732 35-2554 0 0,0-2-1 0 0,86-17 1 0 0,-111 14-118 0 0,-1-1-1 0 0,1-2 1 0 0,-2 0 0 0 0,1-1 0 0 0,-1-1 0 0 0,-1-2-1 0 0,25-17 1 0 0,31-28-2517 0 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9:11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18 247 2321 0 0,'-17'13'2613'0'0,"17"-10"-1399"0"0,10-4 28 0 0,131-37 3547 0 0,-87 28-3202 0 0,1 3 0 0 0,98-2 0 0 0,115 19 60 0 0,-211-7-1452 0 0,883 13 3185 0 0,-15-41-2124 0 0,-656 16-1557 0 0,77-6 188 0 0,382-68-1 0 0,-249-8-406 0 0,-465 88-159 0 0,-11 3-555 0 0,-9 1-3002 0 0,-38 8-3101 0 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9:11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1 240 0 0,'-8'-1'656'0'0,"-10"2"2784"0"0,24 2-2993 0 0,-1 0 0 0 0,1-1-1 0 0,0 0 1 0 0,0 0 0 0 0,10 1 0 0 0,154 43 3394 0 0,-155-42-3405 0 0,238 72 8382 0 0,8 28-3572 0 0,-229-87-5506 0 0,1 1-1 0 0,-2 1 0 0 0,39 32 0 0 0,-52-36 104 0 0,0 1-1 0 0,-2 1 0 0 0,0 0 0 0 0,0 1 0 0 0,-2 1 0 0 0,14 22 1 0 0,-23-31 146 0 0,1 0 0 0 0,-1 0 0 0 0,-1 1 0 0 0,0 0 0 0 0,0 0 1 0 0,-1 0-1 0 0,-1 1 0 0 0,0-1 0 0 0,0 1 0 0 0,-1-1 0 0 0,-1 1 0 0 0,0-1 1 0 0,-2 20-1 0 0,-2-13 28 0 0,0 0-1 0 0,-1 0 1 0 0,0 0 0 0 0,-2-1 0 0 0,0 0 0 0 0,-1-1 0 0 0,-1 1 0 0 0,-11 15 0 0 0,-7 7-21 0 0,-3 0 0 0 0,-1-2 1 0 0,-1-1-1 0 0,-66 55 0 0 0,43-47-47 0 0,-1-4-1 0 0,-108 61 0 0 0,129-83-6 0 0,0-1 1 0 0,-2-2-1 0 0,1-1 0 0 0,-2-2 0 0 0,-42 8 0 0 0,73-19-63 0 0,0 0-1 0 0,0 0 1 0 0,0 0-1 0 0,-1-1 0 0 0,1 0 1 0 0,0 0-1 0 0,0-1 0 0 0,0 0 1 0 0,-8-2-1 0 0,14 2-42 0 0,-1 1-1 0 0,0-1 1 0 0,1 0-1 0 0,-1 0 0 0 0,0 0 1 0 0,1 0-1 0 0,-1 0 1 0 0,1-1-1 0 0,0 1 1 0 0,-1 0-1 0 0,1-1 1 0 0,0 1-1 0 0,0 0 0 0 0,0-1 1 0 0,-1-1-1 0 0,0 0-271 0 0,1 0 0 0 0,0 0-1 0 0,0-1 1 0 0,1 1 0 0 0,-1 0 0 0 0,0 0-1 0 0,1 0 1 0 0,0 0 0 0 0,0-1 0 0 0,0 1-1 0 0,1-4 1 0 0,3-13-2925 0 0,0 0-1 0 0,2 1 1 0 0,9-24-1 0 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9:12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14 800 0 0,'0'0'55'0'0,"0"-1"0"0"0,0 1 0 0 0,0-1 0 0 0,0 1 0 0 0,0-1 0 0 0,0 1-1 0 0,0-1 1 0 0,0 1 0 0 0,0-1 0 0 0,0 0 0 0 0,-1 1 0 0 0,1-1 0 0 0,0 1-1 0 0,0-1 1 0 0,-1 1 0 0 0,1 0 0 0 0,0-1 0 0 0,0 1 0 0 0,-1-1 0 0 0,1 1-1 0 0,0-1 1 0 0,-1 1 0 0 0,1 0 0 0 0,-1-1 0 0 0,1 1 0 0 0,-1 0 0 0 0,1-1 0 0 0,-1 1-1 0 0,0-1 1 0 0,-16 2 1178 0 0,15-1-1110 0 0,1 0-47 0 0,0 0 0 0 0,1 0 0 0 0,-1 0 0 0 0,0 0 0 0 0,0 0 0 0 0,1 0 0 0 0,-1 1 0 0 0,0-1 0 0 0,0 0 0 0 0,1 1 0 0 0,-1-1 0 0 0,0 0 0 0 0,1 1 0 0 0,-1-1 0 0 0,0 1 0 0 0,1-1 0 0 0,-1 1 0 0 0,0-1 0 0 0,1 1 0 0 0,-1-1 0 0 0,1 1 1 0 0,-1 0-1 0 0,1-1 0 0 0,0 1 0 0 0,-1 0 0 0 0,1-1 0 0 0,0 1 0 0 0,-1 0 0 0 0,1 1 0 0 0,-2 8 675 0 0,1 0 1 0 0,0 0-1 0 0,0 0 1 0 0,1 0-1 0 0,2 17 1 0 0,10 97 3275 0 0,32 139 0 0 0,51 146-2251 0 0,-3-15 399 0 0,-31-65-1392 0 0,51 227-1019 0 0,-69-418-35 0 0,-36-118 146 0 0,2 0 1 0 0,0-1-1 0 0,2 0 1 0 0,16 24-1 0 0,-15-33-651 0 0,-12-10 738 0 0,0 0 0 0 0,1 0 0 0 0,-1 0 0 0 0,0 0 0 0 0,0 0 1 0 0,1 0-1 0 0,-1 0 0 0 0,0 0 0 0 0,1 0 0 0 0,-1 0 0 0 0,0 0 0 0 0,0-1 0 0 0,1 1 1 0 0,-1 0-1 0 0,0 0 0 0 0,0 0 0 0 0,1 0 0 0 0,-1 0 0 0 0,0-1 0 0 0,0 1 0 0 0,1 0 1 0 0,-1 0-1 0 0,0 0 0 0 0,0-1 0 0 0,0 1 0 0 0,0 0 0 0 0,1 0 0 0 0,-1-1 0 0 0,0 1 1 0 0,6-28-3461 0 0,-5 21 2492 0 0,8-61-8265 0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9:12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45 6243 0 0,'-1'0'741'0'0,"-19"-1"2913"0"0,17-1-1365 0 0,16-3 1592 0 0,48-8-3434 0 0,-1 3 1 0 0,1 3 0 0 0,63 0 0 0 0,193 11 2123 0 0,391 66 349 0 0,-331-24-2906 0 0,242-33 400 0 0,-525-15-374 0 0,-42 1 0 0 0,0 2 0 0 0,-1 3 0 0 0,1 2 0 0 0,-1 2 0 0 0,0 3 0 0 0,0 2 0 0 0,90 35 0 0 0,-64-13-609 0 0,-2 3 0 0 0,119 82 0 0 0,-190-117 561 0 0,1 1 1 0 0,-1-1-1 0 0,0 1 1 0 0,0 0-1 0 0,0 0 1 0 0,0 1-1 0 0,-1-1 1 0 0,0 1-1 0 0,0 0 1 0 0,0 0 0 0 0,-1 0-1 0 0,1 0 1 0 0,-1 0-1 0 0,0 1 1 0 0,-1-1-1 0 0,3 12 1 0 0,-2 2 86 0 0,-1-1-1 0 0,-1 1 1 0 0,-5 35 0 0 0,5-46-67 0 0,-11 71 137 0 0,-3 0 1 0 0,-4-1 0 0 0,-2-1 0 0 0,-41 96 0 0 0,-150 293-34 0 0,143-329-114 0 0,65-130-42 0 0,-158 315-105 0 0,110-229-2877 0 0,-87 117-1 0 0,112-177-1379 0 0,-34 35 0 0 0,-24 7-4402 0 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9:12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368 326 6483 0 0,'-164'32'6083'0'0,"32"4"-2882"0"0,61-18-2080 0 0,99-20-801 0 0,107-12 240 0 0,43 0 241 0 0,38-4 79 0 0,14-14-160 0 0,-22-6-240 0 0,13-5 241 0 0,-1-1 239 0 0,-23 0-400 0 0,-46-4-800 0 0,-51-10-4562 0 0,-53 2-5523 0 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9:13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351 165 2081 0 0,'4'-44'5793'0'0,"-2"36"-5541"0"0,0 1 0 0 0,0-1 0 0 0,1 1 0 0 0,0-1 0 0 0,0 1 0 0 0,5-7 0 0 0,-5 9-164 0 0,1 0-1 0 0,-1 0 1 0 0,1 1 0 0 0,0-1-1 0 0,0 1 1 0 0,1 0-1 0 0,-1 0 1 0 0,8-4 0 0 0,-7 5 506 0 0,0 0 0 0 0,0 0 1 0 0,1 1-1 0 0,-1 0 1 0 0,9-2-1 0 0,-10 4 781 0 0,-6 4-617 0 0,-5 7-450 0 0,-17 30 203 0 0,-2-1 0 0 0,-1-1-1 0 0,-2-1 1 0 0,-2-2 0 0 0,-1-1-1 0 0,-66 55 1 0 0,74-72-494 0 0,-13 10 195 0 0,1 2 1 0 0,-47 49-1 0 0,82-79-198 0 0,1 1 1 0 0,-1-1-1 0 0,0 1 1 0 0,1-1-1 0 0,-1 1 1 0 0,1 0-1 0 0,-1-1 1 0 0,1 1-1 0 0,-1-1 1 0 0,1 1-1 0 0,-1 0 1 0 0,1-1-1 0 0,0 1 1 0 0,-1 0-1 0 0,1 0 1 0 0,0-1-1 0 0,0 1 1 0 0,-1 0-1 0 0,1 0 1 0 0,0 0-1 0 0,0-1 1 0 0,0 2-1 0 0,15-1 184 0 0,4-3-182 0 0,31 3-12 0 0,1-2 1 0 0,61-10-1 0 0,-92 8-2 0 0,2-1-130 0 0,31-3 1 0 0,-48 7 27 0 0,1 0 1 0 0,0 0-1 0 0,0 1 1 0 0,-1-1-1 0 0,1 1 1 0 0,-1 1 0 0 0,1-1-1 0 0,0 1 1 0 0,-1 0-1 0 0,7 3 1 0 0,-11-5 89 0 0,0 1 1 0 0,-1-1 0 0 0,1 1-1 0 0,-1-1 1 0 0,1 1 0 0 0,-1-1 0 0 0,1 1-1 0 0,0-1 1 0 0,-1 1 0 0 0,0-1-1 0 0,1 1 1 0 0,-1 0 0 0 0,1-1-1 0 0,-1 1 1 0 0,0 0 0 0 0,1-1-1 0 0,-1 1 1 0 0,0 0 0 0 0,0 0-1 0 0,0-1 1 0 0,0 1 0 0 0,1 0-1 0 0,-1 0 1 0 0,0-1 0 0 0,0 1-1 0 0,0 0 1 0 0,-1 0 0 0 0,1-1 0 0 0,0 1-1 0 0,0 0 1 0 0,0 0 0 0 0,0-1-1 0 0,-1 1 1 0 0,1 0 0 0 0,0-1-1 0 0,-1 2 1 0 0,-21 29 146 0 0,15-22-129 0 0,-19 23 78 0 0,-2 0 1 0 0,-49 42 0 0 0,-73 46 226 0 0,131-106-254 0 0,14-11-30 0 0,0 1 0 0 0,0 0 1 0 0,0-1-1 0 0,0 1 1 0 0,1 1-1 0 0,0-1 0 0 0,-7 10 1 0 0,11-14-37 0 0,0 1-1 0 0,1-1 1 0 0,-1 1 0 0 0,0-1 0 0 0,0 1-1 0 0,0-1 1 0 0,1 1 0 0 0,-1-1 0 0 0,0 0 0 0 0,1 1-1 0 0,-1-1 1 0 0,0 1 0 0 0,1-1 0 0 0,-1 0 0 0 0,1 1-1 0 0,-1-1 1 0 0,1 0 0 0 0,-1 0 0 0 0,0 1-1 0 0,1-1 1 0 0,-1 0 0 0 0,1 0 0 0 0,-1 0 0 0 0,1 0-1 0 0,-1 1 1 0 0,1-1 0 0 0,-1 0 0 0 0,1 0 0 0 0,-1 0-1 0 0,1 0 1 0 0,0 0 0 0 0,-1 0 0 0 0,1-1-1 0 0,5 3-120 0 0,126 45-512 0 0,-131-46 640 0 0,26 7 22 0 0,34 16 0 0 0,-54-21-20 0 0,-1 0 0 0 0,0 0 0 0 0,1 1 0 0 0,-2 0-1 0 0,1 0 1 0 0,0 0 0 0 0,-1 1 0 0 0,0 0 0 0 0,0 0 0 0 0,0 0 0 0 0,5 9 0 0 0,-8-10-7 0 0,0-1 0 0 0,-1 1 1 0 0,1 1-1 0 0,-1-1 0 0 0,0 0 1 0 0,0 0-1 0 0,-1 0 0 0 0,1 0 0 0 0,-1 1 1 0 0,0-1-1 0 0,0 0 0 0 0,0 1 1 0 0,-1-1-1 0 0,-1 8 0 0 0,-2 4 11 0 0,-1-1 0 0 0,-11 24-1 0 0,-9 11 169 0 0,-3-1-1 0 0,-2-1 1 0 0,-56 70-1 0 0,78-105 1 0 0,8-13-174 0 0,0 0 0 0 0,0 1 0 0 0,0-1 0 0 0,0 0-1 0 0,0 0 1 0 0,0 0 0 0 0,0 0 0 0 0,0 0-1 0 0,0 0 1 0 0,0 0 0 0 0,0 1 0 0 0,0-1 0 0 0,0 0-1 0 0,0 0 1 0 0,0 0 0 0 0,1 0 0 0 0,-1 0 0 0 0,0 0-1 0 0,0 0 1 0 0,0 1 0 0 0,0-1 0 0 0,0 0-1 0 0,0 0 1 0 0,0 0 0 0 0,0 0 0 0 0,0 0 0 0 0,0 0-1 0 0,0 0 1 0 0,0 0 0 0 0,1 0 0 0 0,-1 0 0 0 0,0 0-1 0 0,0 0 1 0 0,0 1 0 0 0,0-1 0 0 0,0 0-1 0 0,0 0 1 0 0,0 0 0 0 0,1 0 0 0 0,-1 0 0 0 0,0 0-1 0 0,0 0 1 0 0,0 0 0 0 0,0 0 0 0 0,0 0 0 0 0,0 0-1 0 0,0 0 1 0 0,1 0 0 0 0,22-9-369 0 0,-12 5 134 0 0,-1 0-6 0 0,-1-1-1 0 0,1 0 1 0 0,-1 0 0 0 0,0-1 0 0 0,-1 0-1 0 0,0 0 1 0 0,0-1 0 0 0,0-1 0 0 0,7-7 0 0 0,5-10-3095 0 0,29-45 0 0 0,15-37-6656 0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9:13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1 216 1441 0 0,'7'-2'1841'0'0,"9"-2"3281"0"0,11-3 2161 0 0,22-7-4882 0 0,30 2-2881 0 0,-1 0 0 0 0,-17 2 240 0 0,-11-8-160 0 0,-12-4-481 0 0,-7-24-3281 0 0,-12-22-880 0 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9:14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63 1281 0 0,'-1'-5'252'0'0,"-1"1"-1"0"0,0-1 1 0 0,0 1 0 0 0,-1 0 0 0 0,1 0 0 0 0,-1 0 0 0 0,0 0 0 0 0,0 0 0 0 0,0 0 0 0 0,-1 1 0 0 0,1 0 0 0 0,-5-4 0 0 0,5 6-201 0 0,0 0 0 0 0,1 0 1 0 0,-1 0-1 0 0,0 0 0 0 0,0 0 0 0 0,0 0 0 0 0,0 1 1 0 0,0-1-1 0 0,0 1 0 0 0,0 0 0 0 0,0 0 0 0 0,0 0 1 0 0,0 1-1 0 0,0-1 0 0 0,0 1 0 0 0,1-1 1 0 0,-1 1-1 0 0,0 0 0 0 0,0 0 0 0 0,0 0 0 0 0,-3 2 1 0 0,3-1 7 0 0,1-2-7 0 0,0 1 0 0 0,1 0 0 0 0,-1 0 0 0 0,0 0 0 0 0,1 0 0 0 0,-1 0 0 0 0,0 0 0 0 0,1 1 0 0 0,-3 1 0 0 0,0 3 326 0 0,1-1 0 0 0,-1 1-1 0 0,1 0 1 0 0,-3 8-1 0 0,-19 49 4172 0 0,-30 126 0 0 0,34-37-4090 0 0,17-100-638 0 0,-15 60-1 0 0,16-98 83 0 0,-1 0 0 0 0,-1 0 0 0 0,0 0 0 0 0,0-1 0 0 0,-2 0 0 0 0,0 0-1 0 0,0 0 1 0 0,-16 19 0 0 0,23-32 95 0 0,0 0 0 0 0,0-1-1 0 0,0 1 1 0 0,0 0 0 0 0,0 0-1 0 0,0 0 1 0 0,0 0 0 0 0,0 0 0 0 0,0-1-1 0 0,0 1 1 0 0,0 0 0 0 0,0 0-1 0 0,0 0 1 0 0,0 0 0 0 0,-1 0-1 0 0,1 0 1 0 0,0-1 0 0 0,0 1 0 0 0,0 0-1 0 0,0 0 1 0 0,0 0 0 0 0,0 0-1 0 0,0 0 1 0 0,0 0 0 0 0,-1 0-1 0 0,1 0 1 0 0,0 0 0 0 0,0 0 0 0 0,0 0-1 0 0,0 0 1 0 0,0 0 0 0 0,-1-1-1 0 0,1 1 1 0 0,0 0 0 0 0,0 0 0 0 0,0 0-1 0 0,0 0 1 0 0,0 0 0 0 0,-1 0-1 0 0,1 0 1 0 0,0 1 0 0 0,0-1-1 0 0,0 0 1 0 0,0 0 0 0 0,0-2 4 0 0,1 1 0 0 0,-1 0 1 0 0,1 0-1 0 0,-1 0 0 0 0,1-1 1 0 0,0 1-1 0 0,0 0 0 0 0,-1 0 0 0 0,1 0 1 0 0,0 0-1 0 0,0 0 0 0 0,0 0 1 0 0,0 1-1 0 0,0-1 0 0 0,2-1 1 0 0,26-10 10 0 0,2 1 0 0 0,0 1 1 0 0,0 2-1 0 0,33-4 0 0 0,-56 10-22 0 0,-1 0 0 0 0,0 1 1 0 0,0 0-1 0 0,1 1 0 0 0,-1 0 0 0 0,0 0 0 0 0,1 0 0 0 0,10 3 0 0 0,-17-3 4 0 0,-1 1 0 0 0,1-1 0 0 0,0 1 0 0 0,-1 0 0 0 0,1-1 1 0 0,-1 1-1 0 0,1-1 0 0 0,-1 1 0 0 0,0 0 0 0 0,1 0 0 0 0,-1-1 0 0 0,1 1 0 0 0,-1 0 0 0 0,0 0 0 0 0,0-1 0 0 0,0 1 0 0 0,1 0 0 0 0,-1 0 0 0 0,0 0 0 0 0,0-1 1 0 0,0 1-1 0 0,0 0 0 0 0,0 0 0 0 0,0 0 0 0 0,0-1 0 0 0,-1 1 0 0 0,1 0 0 0 0,0 0 0 0 0,0-1 0 0 0,-1 1 0 0 0,0 1 0 0 0,-10 30-100 0 0,9-28 88 0 0,-4 9 16 0 0,-1 0 1 0 0,0-1-1 0 0,-1 0 0 0 0,-1 0 1 0 0,0-1-1 0 0,-12 13 0 0 0,-3 0 150 0 0,-44 33 1 0 0,44-42-59 0 0,15-9-24 0 0,7-5-32 0 0,3-2-2 0 0,1 0-44 0 0,1 1 0 0 0,-1-1 0 0 0,0 1 0 0 0,0-1 0 0 0,0 1 0 0 0,0 0 0 0 0,0 0-1 0 0,0 0 1 0 0,1 0 0 0 0,-1 0 0 0 0,0 1 0 0 0,0-1 0 0 0,0 1 0 0 0,0-1 0 0 0,0 1 0 0 0,0 0 0 0 0,2 1-1 0 0,12 2-14 0 0,2 0 33 0 0,-1 0 0 0 0,1 2 1 0 0,-1 0-1 0 0,24 12 0 0 0,-37-16-5 0 0,0 0 0 0 0,0 0 0 0 0,-1 0 0 0 0,1 1 0 0 0,-1-1 0 0 0,0 1 0 0 0,1 0 0 0 0,-1 0 0 0 0,-1 0 0 0 0,1 0 0 0 0,0 1 1 0 0,-1-1-1 0 0,0 1 0 0 0,1 0 0 0 0,-2-1 0 0 0,1 1 0 0 0,0 0 0 0 0,-1 0 0 0 0,1 0 0 0 0,-1 0 0 0 0,0 0 0 0 0,-1 1 0 0 0,1-1 0 0 0,-1 0 0 0 0,0 0 0 0 0,0 1 0 0 0,0 3 0 0 0,-1-2 14 0 0,-1 0 1 0 0,1 0-1 0 0,-1 0 1 0 0,0 0 0 0 0,0-1-1 0 0,-1 1 1 0 0,0-1-1 0 0,0 1 1 0 0,0-1-1 0 0,-1 0 1 0 0,1 0-1 0 0,-1-1 1 0 0,-7 8-1 0 0,-7 3 88 0 0,1-1 0 0 0,-28 17 0 0 0,12-8 7 0 0,-47 32 1716 0 0,66-44-666 0 0,36-25-1882 0 0,5-6-200 0 0,32-31 0 0 0,-19 14-105 0 0,47-37-2602 0 0,-8-1-3535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9:14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80 80 0 0,'-15'8'960'0'0,"6"0"-79"0"0,4-4 79 0 0,3-2 81 0 0,14 2 79 0 0,144-22 3442 0 0,-16-10-1200 0 0,-76 2-3442 0 0,-52-8-5203 0 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9:14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1 4402 0 0,'-24'2'4162'0'0,"5"2"-1041"0"0,3 8-720 0 0,-13 140 241 0 0,18 11-1602 0 0,20-41-1040 0 0,10-8 0 0 0,2-22 80 0 0,-4-6 0 0 0,-1 0-240 0 0,-8-8-400 0 0,-11-18 0 0 0,-20-10 79 0 0,-18-7-1039 0 0,10-15-7364 0 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9:15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1050 4722 0 0,'122'-151'4936'0'0,"2"0"-4319"0"0,172-215-6755 0 0,-158 178 4539 0 0,-14-5 4810 0 0,-156 221 2552 0 0,-138 137-254 0 0,148-143-5380 0 0,-1-1 0 0 0,-40 28 0 0 0,25-17-396 0 0,38-32 259 0 0,-1 0-1 0 0,1 1 1 0 0,-1-1-1 0 0,1 0 1 0 0,0 1 0 0 0,-1-1-1 0 0,1 0 1 0 0,-1 1-1 0 0,1-1 1 0 0,0 1-1 0 0,-1-1 1 0 0,1 1 0 0 0,0-1-1 0 0,0 1 1 0 0,-1-1-1 0 0,1 1 1 0 0,0-1-1 0 0,0 1 1 0 0,0 0 0 0 0,0-1-1 0 0,0 1 1 0 0,0-1-1 0 0,-1 1 1 0 0,1-1-1 0 0,1 1 1 0 0,-1 0 0 0 0,0-1-1 0 0,0 1 1 0 0,0-1-1 0 0,0 1 1 0 0,0-1-1 0 0,0 1 1 0 0,1-1 0 0 0,-1 1-1 0 0,0-1 1 0 0,1 2-1 0 0,19 7-147 0 0,-9-6 144 0 0,23 9 76 0 0,0-2-1 0 0,1-1 1 0 0,70 8 0 0 0,-73-13-91 0 0,0 1 0 0 0,-1 1 0 0 0,1 1 0 0 0,-1 3 0 0 0,40 16 0 0 0,-63-22 23 0 0,-1 0-1 0 0,1 0 1 0 0,-1 0 0 0 0,-1 1-1 0 0,1 1 1 0 0,-1-1-1 0 0,0 1 1 0 0,0 0-1 0 0,0 0 1 0 0,-1 0-1 0 0,0 1 1 0 0,0 0 0 0 0,-1 0-1 0 0,0 0 1 0 0,0 1-1 0 0,0 0 1 0 0,-1-1-1 0 0,0 1 1 0 0,-1 0-1 0 0,2 12 1 0 0,0 3 15 0 0,-2 0 1 0 0,0 0 0 0 0,-2 1-1 0 0,0-1 1 0 0,-2 1-1 0 0,0-1 1 0 0,-2 0-1 0 0,-6 25 1 0 0,-9 20-231 0 0,-38 88 0 0 0,33-105-969 0 0,23-48 941 0 0,-1 0 0 0 0,0-1 0 0 0,0 1-1 0 0,-1 0 1 0 0,1 0 0 0 0,-1-1 0 0 0,1 1 0 0 0,-1-1-1 0 0,0 0 1 0 0,0 0 0 0 0,1 0 0 0 0,-5 2-1 0 0,5-4-232 0 0,0 1 0 0 0,0 0 0 0 0,-1-1 0 0 0,1 1-1 0 0,0-1 1 0 0,0 0 0 0 0,-1 0 0 0 0,1 0-1 0 0,0 0 1 0 0,-3 0 0 0 0</inkml:trace>
  <inkml:trace contextRef="#ctx0" brushRef="#br0" timeOffset="1">801 460 6403 0 0,'-20'9'1705'0'0,"0"1"1"0"0,0 1-1 0 0,-34 25 1 0 0,-48 48-820 0 0,48-39-470 0 0,-7 2 24 0 0,61-47-444 0 0,-19 16 897 0 0,19-15-834 0 0,0-1 0 0 0,0 1 0 0 0,0-1 0 0 0,0 1 0 0 0,0-1 0 0 0,0 1 0 0 0,0-1 0 0 0,0 1 0 0 0,0 0 0 0 0,0-1 0 0 0,1 1 0 0 0,-1-1 0 0 0,0 1 0 0 0,0-1 0 0 0,0 1 0 0 0,1-1 0 0 0,-1 1 0 0 0,0-1 0 0 0,1 1 0 0 0,-1-1 0 0 0,0 0 0 0 0,1 2 0 0 0,2 2-11 0 0,1 2-53 0 0,0-1 0 0 0,0 0 0 0 0,0 0 1 0 0,1 0-1 0 0,0 0 0 0 0,0-1 0 0 0,0 0 0 0 0,0 0 0 0 0,1 0 0 0 0,0-1 0 0 0,-1 1 0 0 0,1-1 0 0 0,0-1 0 0 0,1 1 1 0 0,-1-1-1 0 0,0 0 0 0 0,1-1 0 0 0,-1 0 0 0 0,1 1 0 0 0,-1-2 0 0 0,1 1 0 0 0,0-1 0 0 0,11-1 0 0 0,-8 0-192 0 0,-1 0-1 0 0,0-1 0 0 0,0 0 0 0 0,0-1 1 0 0,0 0-1 0 0,0 0 0 0 0,11-6 0 0 0,-13 6-458 0 0,-1-1 0 0 0,1 0 1 0 0,-1-1-1 0 0,0 0 0 0 0,0 0 0 0 0,0 0 0 0 0,-1 0 0 0 0,10-13 0 0 0,14-29-6201 0 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9:15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0 1281 0 0,'-14'18'1920'0'0,"-22"56"1602"0"0,-18 58 720 0 0,40-54-2961 0 0,23-42-1281 0 0,13-8-401 0 0,-8-12-4561 0 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9:15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412 1 6003 0 0,'-34'22'9049'0'0,"-10"23"-8457"0"0,13-12-282 0 0,-243 241-577 0 0,269-270 298 0 0,1 1 0 0 0,-1 0 1 0 0,1 1-1 0 0,-6 8 0 0 0,10-14-49 0 0,0 0 1 0 0,0 0-1 0 0,0 0 0 0 0,0 0 1 0 0,0 0-1 0 0,0 0 1 0 0,0 0-1 0 0,1 0 0 0 0,-1 0 1 0 0,0 0-1 0 0,0 0 1 0 0,0 0-1 0 0,0 0 0 0 0,0 0 1 0 0,0-1-1 0 0,0 1 1 0 0,0 0-1 0 0,1 0 0 0 0,-1 0 1 0 0,0 0-1 0 0,0 0 1 0 0,0 0-1 0 0,0 0 0 0 0,0 0 1 0 0,0 0-1 0 0,0 0 1 0 0,1 0-1 0 0,-1 1 0 0 0,0-1 1 0 0,0 0-1 0 0,0 0 1 0 0,0 0-1 0 0,0 0 0 0 0,0 0 1 0 0,0 0-1 0 0,0 0 1 0 0,0 0-1 0 0,1 0 0 0 0,-1 0 1 0 0,0 0-1 0 0,0 0 1 0 0,0 0-1 0 0,0 0 0 0 0,0 1 1 0 0,0-1-1 0 0,0 0 1 0 0,0 0-1 0 0,0 0 0 0 0,0 0 1 0 0,0 0-1 0 0,0 0 1 0 0,0 0-1 0 0,0 0 0 0 0,0 1 1 0 0,0-1-1 0 0,0 0 1 0 0,0 0-1 0 0,0 0 0 0 0,0 0 1 0 0,0 0-1 0 0,0 0 1 0 0,0 0-1 0 0,0 0 0 0 0,0 1 1 0 0,0-1-1 0 0,0 0 1 0 0,0 0-1 0 0,0 0 0 0 0,0 0 1 0 0,21-12-1321 0 0,32-28-2158 0 0,-39 28 3033 0 0,1 1 0 0 0,0 0 0 0 0,1 1 0 0 0,0 0 0 0 0,1 2 0 0 0,24-10 0 0 0,-39 17 508 0 0,0 0 1 0 0,1 0-1 0 0,-1 1 0 0 0,1-1 0 0 0,-1 1 0 0 0,0 0 1 0 0,1 0-1 0 0,-1 0 0 0 0,1 0 0 0 0,-1 0 0 0 0,5 1 0 0 0,-6 0 15 0 0,0-1 0 0 0,-1 0-1 0 0,1 1 1 0 0,0-1 0 0 0,0 1-1 0 0,-1-1 1 0 0,1 1 0 0 0,0-1 0 0 0,0 1-1 0 0,-1 0 1 0 0,1-1 0 0 0,-1 1-1 0 0,1 0 1 0 0,-1-1 0 0 0,1 1-1 0 0,-1 0 1 0 0,1 0 0 0 0,-1 0-1 0 0,0-1 1 0 0,1 1 0 0 0,-1 2-1 0 0,1 3 286 0 0,-1 0 0 0 0,0 0-1 0 0,0 1 1 0 0,0-1 0 0 0,-1 0-1 0 0,0 0 1 0 0,-2 8 0 0 0,-1 5 18 0 0,-69 279 3223 0 0,41-181-3290 0 0,-46 121 677 0 0,75-232-1152 0 0,0 1 0 0 0,1 0-1 0 0,-1 0 1 0 0,2 1-1 0 0,-1-1 1 0 0,1 0-1 0 0,0 1 1 0 0,0-1-1 0 0,1 1 1 0 0,1 7-1 0 0,-1-15 82 0 0,0 0 0 0 0,0 1 0 0 0,0-1-1 0 0,0 1 1 0 0,0-1 0 0 0,0 0 0 0 0,0 1-1 0 0,0-1 1 0 0,0 0 0 0 0,0 1 0 0 0,0-1-1 0 0,0 0 1 0 0,1 0 0 0 0,-1 1 0 0 0,0-1-1 0 0,0 0 1 0 0,0 1 0 0 0,1-1 0 0 0,-1 0-1 0 0,0 0 1 0 0,0 1 0 0 0,1-1 0 0 0,-1 0-1 0 0,0 0 1 0 0,0 0 0 0 0,1 1 0 0 0,-1-1-1 0 0,0 0 1 0 0,1 0 0 0 0,-1 0 0 0 0,0 0-1 0 0,1 0 1 0 0,-1 1 0 0 0,0-1 0 0 0,1 0-1 0 0,-1 0 1 0 0,0 0 0 0 0,1 0 0 0 0,-1 0-1 0 0,0 0 1 0 0,1 0 0 0 0,-1 0 0 0 0,0-1-1 0 0,1 1 1 0 0,-1 0 0 0 0,0 0 0 0 0,1 0-1 0 0,-1 0 1 0 0,0 0 0 0 0,1 0 0 0 0,-1-1-1 0 0,26-26-8785 0 0</inkml:trace>
  <inkml:trace contextRef="#ctx0" brushRef="#br0" timeOffset="1">664 430 560 0 0,'-60'42'6323'0'0,"15"-6"240"0"0,-26 40-720 0 0,-14 20-3762 0 0,11-14-2401 0 0,29-28-161 0 0,31-26 81 0 0,16-14 0 0 0,15-14-1041 0 0,9-24-6802 0 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9:16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0 3602 0 0,'-88'144'10564'0'0,"58"-28"-6322"0"0,53-24-4242 0 0,29-14-720 0 0,20-9 640 0 0,1-3 400 0 0,5-12-320 0 0,17-18-640 0 0,7-24-3842 0 0,-10-30-6723 0 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9:16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1601 0 0,'4'-1'5295'0'0,"1"8"-3130"0"0,4 23 793 0 0,1 12-1092 0 0,-1 0 0 0 0,4 76 0 0 0,-9 90-1144 0 0,-4-150-372 0 0,-1 341 202 0 0,7 621 776 0 0,6-732-1488 0 0,18-14-720 0 0,-22-238-1228 0 0,-2-28-909 0 0,-1-14 856 0 0,3-26-2065 0 0,1-52-2991 0 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9:17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9 880 0 0,'4'-4'1041'0'0,"3"2"-241"0"0,-2 0-320 0 0,0 2-399 0 0,-3 2-482 0 0,1 0-319 0 0,-3 4-1041 0 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9:17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1 640 0 0,'0'8'6243'0'0,"-140"183"-1601"0"0,67-73-2561 0 0,45-44-1921 0 0,25-32-2241 0 0,34-36-7683 0 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9:18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8084 0 0,'5'50'6002'0'0,"35"38"-5441"0"0,22 18-1442 0 0,2-5 561 0 0,-3-17 400 0 0,-4-16-1120 0 0,-12-18-1201 0 0,-19-16-4963 0 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9:18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95 160 0 0,'-6'51'2138'0'0,"5"-46"-1568"0"0,1-7 30 0 0,3-23 641 0 0,-1 14-780 0 0,0-1 0 0 0,0 1 0 0 0,2 0 0 0 0,-1 0 0 0 0,1 0 0 0 0,1 0-1 0 0,0 0 1 0 0,12-19 0 0 0,-17 30-434 0 0,1 0 0 0 0,-1 0-1 0 0,0-1 1 0 0,0 1 0 0 0,0 0-1 0 0,0 0 1 0 0,0-1 0 0 0,0 1-1 0 0,1 0 1 0 0,-1 0-1 0 0,0-1 1 0 0,0 1 0 0 0,0 0-1 0 0,1 0 1 0 0,-1 0 0 0 0,0 0-1 0 0,0-1 1 0 0,1 1 0 0 0,-1 0-1 0 0,0 0 1 0 0,0 0-1 0 0,1 0 1 0 0,-1 0 0 0 0,0 0-1 0 0,0 0 1 0 0,1 0 0 0 0,-1-1-1 0 0,0 1 1 0 0,0 0 0 0 0,1 0-1 0 0,2 10 609 0 0,-2 42 959 0 0,-26 299 2953 0 0,2-47-4279 0 0,19-3-414 0 0,21-118 245 0 0,-14-166-378 0 0,0 1 0 0 0,2-1 0 0 0,0 0-1 0 0,1 0 1 0 0,0-1 0 0 0,2 0 0 0 0,17 30 0 0 0,-22-42-148 0 0,0 1 0 0 0,0-1 0 0 0,1 0 0 0 0,0-1 0 0 0,-1 1 0 0 0,1-1 1 0 0,0 1-1 0 0,1-1 0 0 0,-1 0 0 0 0,1-1 0 0 0,-1 1 0 0 0,1-1 0 0 0,6 3 1 0 0,-2-4-659 0 0,0 1 1 0 0,0-1 0 0 0,1 0-1 0 0,-1-1 1 0 0,0 0 0 0 0,13-2-1 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9:19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572 368 4802 0 0,'-22'-5'603'0'0,"0"1"-1"0"0,0 1 1 0 0,0 1 0 0 0,0 2-1 0 0,0 0 1 0 0,0 1 0 0 0,0 1-1 0 0,0 0 1 0 0,0 2-1 0 0,1 1 1 0 0,-1 1 0 0 0,1 1-1 0 0,0 0 1 0 0,1 2 0 0 0,0 0-1 0 0,-30 19 1 0 0,30-15-15 0 0,1 0 1 0 0,0 2 0 0 0,1 0-1 0 0,0 1 1 0 0,-20 23-1 0 0,33-31-468 0 0,-1-1-1 0 0,1 1 1 0 0,0 0-1 0 0,1 0 0 0 0,0 0 1 0 0,0 0-1 0 0,-3 12 1 0 0,6-14-114 0 0,0-1 1 0 0,0 1 0 0 0,0 0 0 0 0,0 0 0 0 0,1-1 0 0 0,0 1-1 0 0,1 0 1 0 0,-1 0 0 0 0,1-1 0 0 0,0 1 0 0 0,0 0-1 0 0,4 8 1 0 0,-3-8-2 0 0,1 0 1 0 0,0-1-1 0 0,0 0 0 0 0,0 0 0 0 0,1 0 0 0 0,0 0 0 0 0,0 0 0 0 0,0 0 0 0 0,0-1 1 0 0,1 0-1 0 0,0 0 0 0 0,0 0 0 0 0,0-1 0 0 0,0 0 0 0 0,0 0 0 0 0,1 0 0 0 0,-1 0 0 0 0,1-1 1 0 0,0 0-1 0 0,0 0 0 0 0,0-1 0 0 0,0 1 0 0 0,0-1 0 0 0,0-1 0 0 0,7 1 0 0 0,2 0-55 0 0,1-1-1 0 0,-1-1 0 0 0,1-1 1 0 0,-1 0-1 0 0,1-1 0 0 0,-1 0 1 0 0,0-1-1 0 0,0-1 0 0 0,18-8 1 0 0,6-7-66 0 0,-2-1-1 0 0,-1-1 1 0 0,38-31 0 0 0,95-89 64 0 0,-121 100 35 0 0,30-23-88 0 0,-24 20-129 0 0,95-101 0 0 0,-253 286 1274 0 0,101-136-1050 0 0,0 1 1 0 0,-1 0-1 0 0,2 0 0 0 0,-1 1 0 0 0,1-1 0 0 0,0 0 1 0 0,0 1-1 0 0,0-1 0 0 0,1 1 0 0 0,0 0 1 0 0,0-1-1 0 0,0 1 0 0 0,1 0 0 0 0,0 7 0 0 0,0-12-3 0 0,0-1 1 0 0,0 1-1 0 0,0-1 0 0 0,0 1 0 0 0,0-1 0 0 0,1 1 0 0 0,-1-1 0 0 0,0 1 0 0 0,1-1 0 0 0,-1 1 0 0 0,0-1 0 0 0,1 0 0 0 0,-1 1 0 0 0,0-1 0 0 0,1 1 0 0 0,-1-1 0 0 0,1 0 0 0 0,-1 1 1 0 0,0-1-1 0 0,1 0 0 0 0,-1 0 0 0 0,1 1 0 0 0,-1-1 0 0 0,1 0 0 0 0,-1 0 0 0 0,1 0 0 0 0,0 0 0 0 0,-1 1 0 0 0,1-1 0 0 0,-1 0 0 0 0,1 0 0 0 0,-1 0 0 0 0,1 0 0 0 0,-1 0 0 0 0,1-1 1 0 0,-1 1-1 0 0,1 0 0 0 0,-1 0 0 0 0,1 0 0 0 0,-1 0 0 0 0,2-1 0 0 0,31-8-617 0 0,-4-4-1206 0 0,0-2 0 0 0,-1 0 0 0 0,-1-2 0 0 0,45-36 1 0 0,-39 28 679 0 0,0 1 0 0 0,41-20 1 0 0,-49 33 1726 0 0,-23 13 283 0 0,-8 6 522 0 0,7 11 3373 0 0,2 7-3162 0 0,-4-16-916 0 0,0-7-523 0 0,1 1 1 0 0,0-1 0 0 0,-1 0-1 0 0,1 1 1 0 0,0-1 0 0 0,0 1-1 0 0,1-1 1 0 0,-1 0 0 0 0,1 1-1 0 0,0-1 1 0 0,1 5 0 0 0,1-8-131 0 0,0 0 0 0 0,0-1 0 0 0,0 1 1 0 0,0-1-1 0 0,0 0 0 0 0,0 0 0 0 0,0 0 1 0 0,4-2-1 0 0,-3 2-22 0 0,2-2-3 0 0,1-1 0 0 0,-1 1-1 0 0,0-1 1 0 0,0 0 0 0 0,0-1 0 0 0,-1 1 0 0 0,1-1 0 0 0,-1-1 0 0 0,0 1 0 0 0,6-9 0 0 0,7-11-230 0 0,15-31 1 0 0,-21 36-54 0 0,-7 11 200 0 0,0 0 0 0 0,0 0 0 0 0,-1-1 0 0 0,0 1 0 0 0,-1-1 0 0 0,0 0 0 0 0,-1 0 0 0 0,0 0 0 0 0,0 0 0 0 0,-1 0 0 0 0,-1-20 0 0 0,0 29 62 0 0,0 0 0 0 0,0 0 0 0 0,0 1 1 0 0,0-1-1 0 0,0 0 0 0 0,0 0 0 0 0,0 0 0 0 0,0 0 0 0 0,0 1 1 0 0,-1-1-1 0 0,1 0 0 0 0,0 0 0 0 0,-1 1 0 0 0,1-1 0 0 0,-1 0 1 0 0,1 0-1 0 0,-1 1 0 0 0,1-1 0 0 0,-1 1 0 0 0,1-1 0 0 0,-1 0 1 0 0,1 1-1 0 0,-1-1 0 0 0,0 1 0 0 0,1-1 0 0 0,-2 0 0 0 0,0 1-64 0 0,0-1 0 0 0,1 1 0 0 0,-1 0 0 0 0,0-1 0 0 0,0 1 0 0 0,0 0-1 0 0,0 0 1 0 0,1 0 0 0 0,-1 0 0 0 0,0 1 0 0 0,-3 0 0 0 0,-6 2-420 0 0,0 0 1 0 0,0 1-1 0 0,-12 6 0 0 0,14-6 254 0 0,7-3 269 0 0,0 0 0 0 0,0 0 0 0 0,0 0 0 0 0,0 0 0 0 0,0 1 0 0 0,1-1 0 0 0,-1 0 0 0 0,0 1 0 0 0,1-1 1 0 0,-1 1-1 0 0,1 0 0 0 0,-1-1 0 0 0,1 1 0 0 0,0 0 0 0 0,0 0 0 0 0,0 0 0 0 0,-1 3 0 0 0,-1 2 413 0 0,1 1 0 0 0,1 0 1 0 0,-2 15-1 0 0,2-13-172 0 0,-8 71 810 0 0,-4 0 1 0 0,-41 143 0 0 0,48-207-1044 0 0,-32 111 695 0 0,38-117-478 0 0,5-11-70 0 0,14-19-13 0 0,-9 8-147 0 0,289-308 167 0 0,-265 284-143 0 0,92-85 25 0 0,-113 110-63 0 0,-1 0 0 0 0,2 1 0 0 0,-1 1 0 0 0,1 0 0 0 0,0 1 0 0 0,1 1 0 0 0,0 0 0 0 0,23-6 0 0 0,-35 11 10 0 0,0 0-1 0 0,0 1 0 0 0,0-1 0 0 0,1 1 0 0 0,-1 0 1 0 0,0 0-1 0 0,0 0 0 0 0,1 0 0 0 0,-1 0 0 0 0,0 1 1 0 0,0-1-1 0 0,0 1 0 0 0,0 0 0 0 0,4 2 0 0 0,-5-2 4 0 0,0 1-1 0 0,0-1 0 0 0,-1 1 0 0 0,1-1 1 0 0,0 1-1 0 0,-1 0 0 0 0,1 0 0 0 0,-1-1 0 0 0,0 1 1 0 0,1 0-1 0 0,-1 1 0 0 0,0-1 0 0 0,0 0 1 0 0,-1 0-1 0 0,1 0 0 0 0,0 1 0 0 0,-1-1 0 0 0,1 0 1 0 0,-1 0-1 0 0,0 4 0 0 0,2 16 139 0 0,-1 1 0 0 0,-2 0 0 0 0,0-1 0 0 0,-1 1 0 0 0,-2-1 0 0 0,-8 32 0 0 0,-49 132 410 0 0,50-155-546 0 0,9-26-16 0 0,0 0 0 0 0,0 0 1 0 0,1 1-1 0 0,-1-1 0 0 0,1 1 1 0 0,0 0-1 0 0,0 10 0 0 0,2-15-9 0 0,-1 0 0 0 0,0 0 0 0 0,0 1 0 0 0,1-1 0 0 0,-1 0 0 0 0,1 0 0 0 0,-1 0-1 0 0,1 0 1 0 0,-1 0 0 0 0,1 0 0 0 0,-1 0 0 0 0,1 0 0 0 0,0 0 0 0 0,0 0 0 0 0,0 0 0 0 0,1 1 0 0 0,0-1-23 0 0,0 0 0 0 0,0 1 0 0 0,0-1 0 0 0,0 0 0 0 0,0-1 1 0 0,1 1-1 0 0,-1 0 0 0 0,0-1 0 0 0,0 1 0 0 0,1-1 1 0 0,2 0-1 0 0,1 1-230 0 0,0-1 1 0 0,1 0-1 0 0,-1 0 0 0 0,1-1 1 0 0,-1 0-1 0 0,12-3 1 0 0,-5-2-1301 0 0,0 0 0 0 0,0 0 0 0 0,11-8 1 0 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9:19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284 134 640 0 0,'1'-6'265'0'0,"0"1"-1"0"0,-1-1 1 0 0,1 0 0 0 0,-1 0-1 0 0,0 0 1 0 0,-2-11-1 0 0,1 14-141 0 0,0-1 1 0 0,-1 1-1 0 0,1 0 0 0 0,-1 0 0 0 0,1 0 0 0 0,-1 0 0 0 0,0 0 0 0 0,0 0 0 0 0,0 1 0 0 0,-1-1 0 0 0,1 1 0 0 0,0-1 0 0 0,-5-2 0 0 0,1 0 203 0 0,0 1 0 0 0,-1 0-1 0 0,1 0 1 0 0,-1 1 0 0 0,1 0-1 0 0,-1 0 1 0 0,0 0 0 0 0,0 1 0 0 0,0 0-1 0 0,-1 1 1 0 0,-9-2 0 0 0,-5 2 1149 0 0,0 1 1 0 0,-32 3-1 0 0,-12 1 4397 0 0,102-5-5360 0 0,19 1-4733 0 0,-1 2-5543 0 0,-41-1 5855 0 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9:20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22 1521 0 0,'-5'-10'1520'0'0,"0"2"-239"0"0,5 4-721 0 0,-2 4-560 0 0,2 2-560 0 0,0 4-400 0 0,0 6-561 0 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9:20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980 4 1681 0 0,'-52'-3'2115'0'0,"0"3"1"0"0,0 1 0 0 0,1 3-1 0 0,-75 15 1 0 0,108-15-1396 0 0,0 1-1 0 0,1 0 1 0 0,-1 1 0 0 0,-27 15-1 0 0,37-17-630 0 0,1 1 0 0 0,-1 0 0 0 0,1 1 0 0 0,0 0-1 0 0,0 0 1 0 0,1 0 0 0 0,0 1 0 0 0,0 0 0 0 0,0 0 0 0 0,-6 12-1 0 0,5-7-100 0 0,1 0 0 0 0,0 1 0 0 0,1 0-1 0 0,1 0 1 0 0,-4 16 0 0 0,7-24 15 0 0,-1 0 0 0 0,2 1 0 0 0,-1-1 0 0 0,0 1 0 0 0,1-1 0 0 0,0 1-1 0 0,1-1 1 0 0,-1 0 0 0 0,1 1 0 0 0,0-1 0 0 0,0 1 0 0 0,0-1 0 0 0,1 0 0 0 0,0 0 0 0 0,4 8 0 0 0,-4-10 15 0 0,1 0 1 0 0,-1-1-1 0 0,0 1 1 0 0,1-1-1 0 0,-1 0 1 0 0,1 0-1 0 0,0 0 1 0 0,0 0-1 0 0,0 0 1 0 0,0-1-1 0 0,0 1 1 0 0,0-1-1 0 0,0 0 0 0 0,1 0 1 0 0,-1 0-1 0 0,0 0 1 0 0,1-1-1 0 0,-1 1 1 0 0,4-1-1 0 0,7 1 30 0 0,-1-2 0 0 0,1 1-1 0 0,19-4 1 0 0,-3-2-2 0 0,0-2 0 0 0,-1 0 0 0 0,0-2 0 0 0,-1-1 0 0 0,0-1 0 0 0,-1-2-1 0 0,36-23 1 0 0,7-12 91 0 0,86-76-1 0 0,-135 106-108 0 0,15-12 20 0 0,-33 29-42 0 0,-1 0 1 0 0,1 0-1 0 0,-1 1 1 0 0,1-1-1 0 0,-1 1 1 0 0,1 0-1 0 0,0 0 1 0 0,0 0-1 0 0,0 0 1 0 0,5-1-1 0 0,-7 2-6 0 0,-1 0 0 0 0,1 0 0 0 0,-1 0 0 0 0,1 1 0 0 0,-1-1 0 0 0,0 0 0 0 0,1 0 0 0 0,-1 0 0 0 0,1 0 0 0 0,-1 1 0 0 0,1-1 0 0 0,-1 0 0 0 0,0 1 0 0 0,1-1 0 0 0,-1 0 0 0 0,0 0 0 0 0,1 1 0 0 0,-1-1 0 0 0,0 1 0 0 0,0-1 0 0 0,1 0 0 0 0,-1 1 0 0 0,0-1 0 0 0,0 1 0 0 0,0-1 0 0 0,1 0 0 0 0,-1 1 0 0 0,0-1 0 0 0,0 1 0 0 0,0-1 0 0 0,0 1 0 0 0,0-1 0 0 0,0 1 0 0 0,0-1 0 0 0,0 1 0 0 0,5 33 10 0 0,0 0-1 0 0,-3-1 1 0 0,-1 1-1 0 0,-1 0 1 0 0,-2 0-1 0 0,-11 64 1 0 0,1-45 97 0 0,-3 1-1 0 0,-2-2 1 0 0,-36 77 0 0 0,34-91 126 0 0,-1-1 0 0 0,-2-2 0 0 0,-1 0 0 0 0,-2-1 0 0 0,-1-2 0 0 0,-2 0 0 0 0,-1-2 0 0 0,-1-1 0 0 0,-2-2 0 0 0,0 0 1 0 0,-2-3-1 0 0,-1-1 0 0 0,-1-1 0 0 0,-1-2 0 0 0,0-1 0 0 0,-2-3 0 0 0,0-1 0 0 0,-78 20 0 0 0,93-31-208 0 0,1-1 0 0 0,0 0 0 0 0,-1-2 0 0 0,1-1 0 0 0,-1 0 0 0 0,0-2-1 0 0,-24-5 1 0 0,36 5-13 0 0,1-1 0 0 0,-1 0 0 0 0,1-1-1 0 0,0 0 1 0 0,0 0 0 0 0,1-2-1 0 0,-1 1 1 0 0,1-1 0 0 0,0-1 0 0 0,0 1-1 0 0,1-2 1 0 0,0 1 0 0 0,0-1 0 0 0,1-1-1 0 0,-7-9 1 0 0,14 17-23 0 0,0 0-1 0 0,0 0 1 0 0,0 0 0 0 0,0-1-1 0 0,0 1 1 0 0,0 0-1 0 0,1 0 1 0 0,-1-1 0 0 0,0 1-1 0 0,1 0 1 0 0,-1-1-1 0 0,1 1 1 0 0,0-1 0 0 0,-1 1-1 0 0,1-1 1 0 0,0 1-1 0 0,0-1 1 0 0,0 1 0 0 0,0-1-1 0 0,0 1 1 0 0,0 0 0 0 0,1-3-1 0 0,0 2-33 0 0,1 0-1 0 0,0 0 1 0 0,-1 0-1 0 0,1 0 0 0 0,0 0 1 0 0,0 0-1 0 0,0 0 1 0 0,0 1-1 0 0,0-1 1 0 0,3 0-1 0 0,-4 1 35 0 0,33-20-706 0 0,1 1 0 0 0,0 2-1 0 0,69-24 1 0 0,121-25-2179 0 0,-75 24-1303 0 0,19-16-5165 0 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9:21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541 62 2001 0 0,'-24'-46'5442'0'0,"-21"30"161"0"0,-9 30-4002 0 0,-17 34-241 0 0,-17 48 1282 0 0,-14 40-1522 0 0,17 12-880 0 0,32-48-160 0 0,34-33 480 0 0,36-5 721 0 0,23-6-561 0 0,10-36-800 0 0,17-26-320 0 0,15-36-800 0 0,18-44-3923 0 0,21-29-319 0 0,0-13-1 0 0,-31 18 641 0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9:21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330 117 1841 0 0,'6'-24'668'0'0,"0"3"310"0"0,-1-1 0 0 0,3-28-1 0 0,-25 103 6227 0 0,-67 161 336 0 0,-147 278-7757 0 0,211-450 164 0 0,19-41 30 0 0,1-1 0 0 0,0 1 0 0 0,-1-1 0 0 0,1 1 0 0 0,0-1-1 0 0,0 1 1 0 0,0 0 0 0 0,0-1 0 0 0,-1 1 0 0 0,1 0 0 0 0,0-1 0 0 0,0 1 0 0 0,0-1 0 0 0,0 1 0 0 0,1 0 0 0 0,-1-1 0 0 0,0 1 0 0 0,0 0 0 0 0,0 0 0 0 0,9 0-322 0 0,24-14-46 0 0,-20 6 321 0 0,137-70-640 0 0,-88 43-1703 0 0,69-27 0 0 0,-120 57 1984 0 0,24-10-851 0 0,57-14 1 0 0,-88 27 1322 0 0,0 0 0 0 0,0 0 1 0 0,-1 1-1 0 0,1 0 0 0 0,0 0 1 0 0,0 0-1 0 0,4 0 0 0 0,-8 0-31 0 0,1 1-1 0 0,-1-1 0 0 0,0 0 1 0 0,1 0-1 0 0,-1 0 0 0 0,1 0 0 0 0,-1 1 1 0 0,0-1-1 0 0,1 0 0 0 0,-1 0 0 0 0,0 1 1 0 0,1-1-1 0 0,-1 0 0 0 0,0 1 0 0 0,0-1 1 0 0,1 0-1 0 0,-1 1 0 0 0,0-1 0 0 0,0 0 1 0 0,1 1-1 0 0,-1-1 0 0 0,0 0 1 0 0,0 1-1 0 0,0-1 0 0 0,0 1 0 0 0,0-1 1 0 0,0 0-1 0 0,0 1 0 0 0,0-1 0 0 0,0 1 1 0 0,0-1-1 0 0,0 1 0 0 0,0-1 0 0 0,0 0 1 0 0,0 1-1 0 0,0-1 0 0 0,0 1 0 0 0,0-1 1 0 0,-8 21 122 0 0,3-11-54 0 0,-24 73 293 0 0,-23 51 135 0 0,36-103-398 0 0,9-19-44 0 0,1 0 0 0 0,0 0 0 0 0,1 1 0 0 0,-6 21 0 0 0,11-31-74 0 0,-1 0 0 0 0,1-1 0 0 0,0 1 0 0 0,0 0 0 0 0,0 0-1 0 0,0-1 1 0 0,1 1 0 0 0,-1 0 0 0 0,1-1 0 0 0,1 5 0 0 0,-2-5-112 0 0,1-1 0 0 0,-1 0-1 0 0,1 0 1 0 0,0 1 0 0 0,-1-1 0 0 0,1 0-1 0 0,0 0 1 0 0,0 0 0 0 0,0 0-1 0 0,0 0 1 0 0,0 0 0 0 0,0 0 0 0 0,0-1-1 0 0,0 1 1 0 0,0 0 0 0 0,1-1 0 0 0,-1 1-1 0 0,0 0 1 0 0,0-1 0 0 0,1 1-1 0 0,1-1 1 0 0,2 1-1178 0 0,-1-1-1 0 0,0 0 1 0 0,0 0 0 0 0,1 0-1 0 0,7-3 1 0 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9:21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417 116 2241 0 0,'-18'-6'4185'0'0,"-32"-6"0"0"0,33 9-3298 0 0,1 1 0 0 0,-1 1 1 0 0,0 0-1 0 0,-24 3 0 0 0,33-1-640 0 0,0 1-1 0 0,0 0 1 0 0,0 0 0 0 0,0 1 0 0 0,0 0 0 0 0,1 0-1 0 0,-11 6 1 0 0,-11 7 323 0 0,2 0 1 0 0,0 2-1 0 0,-42 34 0 0 0,68-51-556 0 0,0 0-1 0 0,0 0 1 0 0,0 0 0 0 0,-1 0-1 0 0,1 0 1 0 0,0 0-1 0 0,0 0 1 0 0,1 1 0 0 0,-1-1-1 0 0,0 0 1 0 0,0 1 0 0 0,1-1-1 0 0,-1 0 1 0 0,0 1-1 0 0,1-1 1 0 0,0 1 0 0 0,-1-1-1 0 0,1 1 1 0 0,0-1-1 0 0,0 1 1 0 0,0-1 0 0 0,-1 1-1 0 0,2-1 1 0 0,-1 1-1 0 0,0-1 1 0 0,0 1 0 0 0,0-1-1 0 0,2 3 1 0 0,-1-1-23 0 0,1-1 0 0 0,0 1-1 0 0,1-1 1 0 0,-1 0 0 0 0,0 1 0 0 0,1-1 0 0 0,0 0-1 0 0,-1 0 1 0 0,6 2 0 0 0,-6-3 0 0 0,5 4 3 0 0,0 0 0 0 0,1-1 1 0 0,0 0-1 0 0,0 0 0 0 0,0-1 1 0 0,0 0-1 0 0,0 0 0 0 0,1-1 1 0 0,-1 0-1 0 0,1 0 1 0 0,0-1-1 0 0,-1 0 0 0 0,1-1 1 0 0,0 0-1 0 0,0 0 0 0 0,-1-1 1 0 0,1 0-1 0 0,0-1 0 0 0,-1 0 1 0 0,1 0-1 0 0,-1-1 0 0 0,0 0 1 0 0,0 0-1 0 0,0-1 1 0 0,12-7-1 0 0,24-16-59 0 0,-1-1 1 0 0,-2-3-1 0 0,-1-1 1 0 0,-1-2 0 0 0,67-76-1 0 0,-75 79 145 0 0,-34 37-58 0 0,1 0-1 0 0,0 1 1 0 0,0-1-1 0 0,1 0 1 0 0,0 1-1 0 0,-1 10 1 0 0,0 0-13 0 0,-5 33 54 0 0,-8 77 87 0 0,14-113-213 0 0,1 0 0 0 0,0 0 1 0 0,1 0-1 0 0,1 0 0 0 0,0 0 0 0 0,9 26 0 0 0,-11-39-38 0 0,0 0 0 0 0,0 1 0 0 0,1-1 0 0 0,-1 0 0 0 0,1 0 0 0 0,-1 1 0 0 0,1-1 0 0 0,-1 0 0 0 0,1 0 0 0 0,0 0 0 0 0,0 0 0 0 0,0 0 0 0 0,-1 0 0 0 0,1 0 0 0 0,0 0 0 0 0,0 0 0 0 0,0 0 0 0 0,0 0 0 0 0,0-1-1 0 0,1 1 1 0 0,-1 0 0 0 0,0-1 0 0 0,0 1 0 0 0,0-1 0 0 0,1 1 0 0 0,-1-1 0 0 0,0 0 0 0 0,0 1 0 0 0,1-1 0 0 0,-1 0 0 0 0,0 0 0 0 0,1 0 0 0 0,-1 0 0 0 0,0 0 0 0 0,1 0 0 0 0,-1 0 0 0 0,0-1 0 0 0,1 1 0 0 0,0-1 0 0 0,4-2-1850 0 0,0 0 1 0 0,0-1 0 0 0,0 0 0 0 0,4-5-1 0 0</inkml:trace>
  <inkml:trace contextRef="#ctx0" brushRef="#br0" timeOffset="1">1069 134 2481 0 0,'-31'36'7844'0'0,"10"-8"-3602"0"0,9-8-1761 0 0,-7 12-1681 0 0,-14 20-640 0 0,11-16 1121 0 0,13-22-721 0 0,16-6-720 0 0,7-12-480 0 0,5-18-4723 0 0,-5 2-1040 0 0,-2-38 160 0 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9:22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19 160 0 0,'-45'-10'2001'0'0,"28"8"-320"0"0,10-2-321 0 0,2 2 2562 0 0,15 8-2961 0 0,40 44-3843 0 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9:22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0 1361 0 0,'6'17'1221'0'0,"-1"0"0"0"0,-1 0 0 0 0,0 1 1 0 0,1 28-1 0 0,-4-23-611 0 0,-1-1-1 0 0,-1 1 1 0 0,-1-1 0 0 0,-2 0 0 0 0,-10 40 0 0 0,6-34 90 0 0,-2-1 0 0 0,-1 0 1 0 0,-1-1-1 0 0,-2 0 0 0 0,0-1 0 0 0,-1-1 0 0 0,-35 41 1 0 0,117-111-915 0 0,44-42 78 0 0,124-88 4 0 0,-201 154 144 0 0,1 2-1 0 0,0 1 0 0 0,2 1 1 0 0,0 2-1 0 0,42-12 0 0 0,-70 26-9 0 0,-1 0-1 0 0,1 0 1 0 0,0 0 0 0 0,0 1-1 0 0,13 1 1 0 0,-20 0 1 0 0,0 0 0 0 0,0 0 1 0 0,0 0-1 0 0,0 0 0 0 0,0 1 0 0 0,0-1 1 0 0,0 1-1 0 0,0 0 0 0 0,-1-1 0 0 0,1 1 0 0 0,0 0 1 0 0,0 0-1 0 0,0 0 0 0 0,-1 0 0 0 0,1 1 1 0 0,-1-1-1 0 0,1 0 0 0 0,-1 1 0 0 0,1-1 1 0 0,-1 1-1 0 0,0-1 0 0 0,0 1 0 0 0,1 0 0 0 0,-1-1 1 0 0,0 1-1 0 0,-1 0 0 0 0,1 0 0 0 0,0 0 1 0 0,0 2-1 0 0,1 5 100 0 0,-1-1 0 0 0,-1 1 0 0 0,1 0 0 0 0,-2 0 0 0 0,1 0 0 0 0,-1 0 0 0 0,-3 15-1 0 0,-1 13 502 0 0,1 5-67 0 0,3 0-1 0 0,1 0 1 0 0,8 56-1 0 0,-4-73-612 0 0,0-1-1 0 0,2 0 1 0 0,1 1-1 0 0,1-2 1 0 0,1 1-1 0 0,0-2 1 0 0,14 23-1 0 0,51 65-5352 0 0,-57-74-40 0 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09:22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0 111 1681 0 0,'256'-16'7294'0'0,"-147"7"-5824"0"0,249-14 1384 0 0,125 1-906 0 0,1120-9 903 0 0,-1347 29-2567 0 0,1758-5 1424 0 0,6 58-295 0 0,-1245-7-1438 0 0,381 47-2770 0 0,119 43-6657 0 0,-980-104 5130 0 0,-79-21 53 0 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2:21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0 214 160 0 0,'2'-4'9249'0'0,"13"-1"-1503"0"0,74-11 842 0 0,7 3-4308 0 0,212-17-5191 0 0,-149 16 246 0 0,-57 3 3139 0 0,262-34-1384 0 0,195-20-334 0 0,-556 65-756 0 0,30-4 0 0 0,0 2 0 0 0,60 3 0 0 0,-72 3-40 0 0,-27-7 106 0 0,6 3-123 0 0,-1-1-1 0 0,1 1 0 0 0,0-1 1 0 0,0 1-1 0 0,-1 0 0 0 0,1-1 0 0 0,-1 1 1 0 0,1 0-1 0 0,0-1 0 0 0,-1 1 1 0 0,1 0-1 0 0,-1-1 0 0 0,1 1 0 0 0,-1 0 1 0 0,1 0-1 0 0,-1 0 0 0 0,1-1 1 0 0,-1 1-1 0 0,1 0 0 0 0,-1 0 0 0 0,1 0 1 0 0,-1 0-1 0 0,1 0 0 0 0,-1 0 1 0 0,1 0-1 0 0,-1 0 0 0 0,1 0 1 0 0,-1 0-1 0 0,1 0 0 0 0,-1 0 0 0 0,1 0 1 0 0,-1 1-1 0 0,1-1 0 0 0,-1 0 1 0 0,1 0-1 0 0,-1 0 0 0 0,1 1 0 0 0,-1-1 1 0 0,1 0-1 0 0,-1 1 0 0 0,-14 27-11640 0 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2:26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574 403 1761 0 0,'-21'13'389'0'0,"9"-6"-193"0"0,0 1 0 0 0,0 0 0 0 0,-15 13 1 0 0,24-17-185 0 0,0-1 0 0 0,1 1 0 0 0,-1 0 0 0 0,1-1 1 0 0,0 1-1 0 0,0 0 0 0 0,0 1 0 0 0,0-1 0 0 0,1 0 0 0 0,0 0 1 0 0,-1 5-1 0 0,-8 22 162 0 0,-14 11 104 0 0,-55 75 0 0 0,42-65-154 0 0,20-27-18 0 0,2 1-1 0 0,1 1 1 0 0,-14 35-1 0 0,-23 89 87 0 0,-8 87 48 0 0,16-58-80 0 0,16-68-135 0 0,-20 171-1 0 0,38-177-9 0 0,4 0-1 0 0,5 1 0 0 0,22 173 1 0 0,9-84 86 0 0,28 96 45 0 0,-29-174-50 0 0,5-1-1 0 0,55 119 0 0 0,-77-207-68 0 0,1-1 0 0 0,2 0 0 0 0,1-1 0 0 0,1-1 0 0 0,1-1 0 0 0,2 0 0 0 0,34 32 0 0 0,-26-32-20 0 0,0-2 1 0 0,2 0-1 0 0,0-3 0 0 0,2 0 0 0 0,0-2 1 0 0,35 13-1 0 0,-17-12-2 0 0,0-2 0 0 0,1-2 0 0 0,0-3 0 0 0,1-2 0 0 0,1-3 0 0 0,-1-1 0 0 0,1-3 0 0 0,0-3 0 0 0,0-2 0 0 0,-1-2 0 0 0,1-2 0 0 0,-1-3 0 0 0,0-2 0 0 0,-1-2 0 0 0,94-38 0 0 0,-99 31-43 0 0,-1-1-1 0 0,-1-3 0 0 0,-1-1 1 0 0,-1-2-1 0 0,-1-3 1 0 0,-2 0-1 0 0,-1-3 1 0 0,36-39-1 0 0,-59 55 24 0 0,201-218-172 0 0,-166 173 174 0 0,-3-2 1 0 0,42-74-1 0 0,-30 30 4 0 0,-5-3-1 0 0,-5-3 1 0 0,-5-1-1 0 0,-5-2 0 0 0,-6-2 1 0 0,25-151-1 0 0,-10-104 50 0 0,-44 290-26 0 0,-3 1-1 0 0,-14-128 0 0 0,-27-32 52 0 0,19 153 20 0 0,-4 1 0 0 0,-36-90 1 0 0,36 122-15 0 0,-2 1 0 0 0,-3 1 0 0 0,-70-100 0 0 0,69 116-42 0 0,-1 2 0 0 0,-2 1 0 0 0,-41-33 0 0 0,46 45 20 0 0,-2 2 0 0 0,-1 1 0 0 0,0 1 1 0 0,-1 2-1 0 0,-1 1 0 0 0,-1 2 0 0 0,-1 1 0 0 0,0 2 0 0 0,0 1 1 0 0,-1 2-1 0 0,0 1 0 0 0,-1 2 0 0 0,0 1 0 0 0,0 3 1 0 0,-69 2-1 0 0,25 7-223 0 0,1 3 1 0 0,-110 29 0 0 0,161-31-317 0 0,0 1 1 0 0,1 2 0 0 0,0 0 0 0 0,1 2 0 0 0,-34 21 0 0 0,-20 24-1966 0 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7:50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59 960 0 0,'12'-7'645'0'0,"-6"3"-85"0"0,0 0-1 0 0,0-1 1 0 0,-1 1 0 0 0,1-1-1 0 0,-1 0 1 0 0,7-9 0 0 0,-11 13-480 0 0,-1 1 0 0 0,0 0 1 0 0,0 0-1 0 0,0 0 1 0 0,0-1-1 0 0,1 1 1 0 0,-1 0-1 0 0,0 0 0 0 0,0-1 1 0 0,0 1-1 0 0,0 0 1 0 0,0 0-1 0 0,0-1 1 0 0,0 1-1 0 0,0 0 0 0 0,0 0 1 0 0,0-1-1 0 0,0 1 1 0 0,0 0-1 0 0,0 0 0 0 0,0-1 1 0 0,0 1-1 0 0,0 0 1 0 0,0 0-1 0 0,0-1 1 0 0,0 1-1 0 0,0 0 0 0 0,0 0 1 0 0,-1-1-1 0 0,1 1 1 0 0,0 0-1 0 0,0 0 1 0 0,0-1-1 0 0,0 1 0 0 0,-1 0 1 0 0,1 0-1 0 0,0 0 1 0 0,0 0-1 0 0,0-1 1 0 0,-1 1-1 0 0,1 0 0 0 0,-14-1 2597 0 0,13 1-2580 0 0,0 0 1 0 0,1 1-1 0 0,-1-1 1 0 0,0 0-1 0 0,0 1 1 0 0,1-1-1 0 0,-1 0 1 0 0,0 1-1 0 0,1-1 1 0 0,-1 1-1 0 0,0-1 1 0 0,1 1-1 0 0,-1 0 1 0 0,1-1-1 0 0,-1 1 1 0 0,1-1-1 0 0,-1 1 0 0 0,1 0 1 0 0,-1-1-1 0 0,1 1 1 0 0,0 0-1 0 0,-1 0 1 0 0,1-1-1 0 0,0 1 1 0 0,0 0-1 0 0,-1 0 1 0 0,1 0-1 0 0,0-1 1 0 0,0 1-1 0 0,0 0 1 0 0,0 0-1 0 0,0 0 1 0 0,0 0-1 0 0,0-1 0 0 0,1 1 1 0 0,-1 0-1 0 0,0 0 1 0 0,0 0-1 0 0,0-1 1 0 0,1 1-1 0 0,-1 0 1 0 0,1-1-1 0 0,-1 1 1 0 0,0 0-1 0 0,1 0 1 0 0,19 36 2283 0 0,-10-20-1997 0 0,-1 1 0 0 0,-1 0 0 0 0,0 1 0 0 0,-1 0 0 0 0,-1 0 0 0 0,3 22 0 0 0,1 39 781 0 0,-1 104 0 0 0,-6-84-614 0 0,11 547-261 0 0,-12-532-113 0 0,-2 21-29 0 0,13 232 291 0 0,-10-339-501 0 0,4 59 445 0 0,-7-77-625 0 0,0 0-1 0 0,-1 0 1 0 0,0-1-1 0 0,-1 1 1 0 0,-5 18-1 0 0,5-26-2497 0 0,-1-8 1627 0 0,0-20-743 0 0,-6-65-4174 0 0,-5-46-3121 0 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7:50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63 320 0 0,'29'-21'15972'0'0,"-10"14"-13322"0"0,11-2-2565 0 0,1 1 0 0 0,0 2-1 0 0,0 1 1 0 0,1 1 0 0 0,-1 2 0 0 0,44 2-1 0 0,199 28 984 0 0,-158-12-728 0 0,307 16 2176 0 0,-3-21-1905 0 0,-257-9-683 0 0,376 4-237 0 0,47 0 221 0 0,-1 21 511 0 0,-404-2-235 0 0,-150-19-182 0 0,0 3 1 0 0,-1 0-1 0 0,48 22 1 0 0,-73-29-24 0 0,0 1 0 0 0,1 0 0 0 0,-1 0 0 0 0,0 1 0 0 0,0 0 0 0 0,-1-1 0 0 0,1 2 0 0 0,-1-1 0 0 0,0 0-1 0 0,0 1 1 0 0,0 0 0 0 0,-1 0 0 0 0,6 10 0 0 0,-6-9 7 0 0,-1 0 0 0 0,0 1-1 0 0,0-1 1 0 0,-1 1-1 0 0,0 0 1 0 0,0-1 0 0 0,0 1-1 0 0,-1 0 1 0 0,0 0-1 0 0,0 0 1 0 0,-1-1 0 0 0,-1 8-1 0 0,-68 281 161 0 0,24-120-220 0 0,-189 638-36 0 0,172-651-651 0 0,10-59-3222 0 0,46-90 2832 0 0,-1-1 0 0 0,0 0 0 0 0,0 0-1 0 0,-1-1 1 0 0,-1 0 0 0 0,0 0 0 0 0,0-1 0 0 0,-1-1-1 0 0,-12 10 1 0 0,-53 24-4562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7:51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0 640 0 0,'-2'9'819'0'0,"4"28"16676"0"0,6-36-16106 0 0,42-2-1283 0 0,525-7 441 0 0,-86 24 1008 0 0,-17 33-268 0 0,-241-22-1087 0 0,54 4-159 0 0,776 83-176 0 0,-297-79 122 0 0,-763-35-65 0 0,1 0-1 0 0,0 0 1 0 0,-1 1 0 0 0,1-1 0 0 0,-1 0-1 0 0,1-1 1 0 0,-1 1 0 0 0,1 0-1 0 0,-1 0 1 0 0,1-1 0 0 0,-1 1 0 0 0,1-1-1 0 0,2 0 1 0 0,-16-11-4125 0 0,-16-10 484 0 0,-21-29-4231 0 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7:51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21 3682 0 0,'15'-19'3335'0'0,"-11"18"-1800"0"0,-3 10 171 0 0,-26 159 6174 0 0,15-111-6316 0 0,-36 166 393 0 0,-12 68-1739 0 0,-8 230 2196 0 0,41-303-2841 0 0,21-199-871 0 0,2-54-9289 0 0,2-14 3170 0 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7:52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1 480 0 0,'8'1'4065'0'0,"-7"0"-3800"0"0,-1 0 0 0 0,1 0 0 0 0,0 0 0 0 0,-1 0 0 0 0,1 1 0 0 0,-1-1 0 0 0,1 0 0 0 0,-1 0 0 0 0,0 1 0 0 0,1-1 0 0 0,-1 0 0 0 0,0 2 0 0 0,8 112 5245 0 0,1-46-3906 0 0,3 0 1 0 0,27 85 0 0 0,64 139-1564 0 0,-87-253 77 0 0,26 44 1 0 0,-36-73-95 0 0,0-1 0 0 0,1 0 0 0 0,1 0 0 0 0,-1-1 0 0 0,2 0 0 0 0,-1 0 0 0 0,1 0 0 0 0,19 13 1 0 0,-24-20-23 0 0,-1-1 0 0 0,1 1 1 0 0,-1 0-1 0 0,1-1 0 0 0,0 0 1 0 0,0 0-1 0 0,0 0 0 0 0,0 0 1 0 0,0 0-1 0 0,0-1 0 0 0,-1 0 1 0 0,1 0-1 0 0,0 0 0 0 0,0 0 1 0 0,0-1-1 0 0,0 0 0 0 0,0 1 1 0 0,0-1-1 0 0,0-1 0 0 0,0 1 1 0 0,-1 0-1 0 0,1-1 0 0 0,4-3 1 0 0,3-1-19 0 0,-2-1 0 0 0,1 0 1 0 0,-1 0-1 0 0,0-1 0 0 0,0-1 1 0 0,12-15-1 0 0,220-331-2163 0 0,-177 253-2205 0 0,-56 90 2619 0 0,-2 1 0 0 0,8-20-1 0 0,1-21-3689 0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7:53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601 1 800 0 0,'-17'8'2093'0'0,"5"-2"-1752"0"0,1-1-1 0 0,-1 2 1 0 0,-13 10-1 0 0,-3 8 566 0 0,2 1 0 0 0,1 2 0 0 0,1 0 0 0 0,-29 44 0 0 0,35-47 47 0 0,-22 30 2296 0 0,-138 202 5831 0 0,157-221-8921 0 0,0 1 1 0 0,3 2-1 0 0,1 0 1 0 0,2 0-1 0 0,-14 57 1 0 0,25-80-47 0 0,2 0-1 0 0,0 0 1 0 0,0 0 0 0 0,2 1-1 0 0,0-1 1 0 0,1 1 0 0 0,1-1-1 0 0,5 24 1 0 0,-6-33-83 0 0,1 1 1 0 0,1-1-1 0 0,-1 0 1 0 0,1 0-1 0 0,1 0 1 0 0,-1 0-1 0 0,1-1 1 0 0,0 0-1 0 0,1 1 1 0 0,0-1-1 0 0,-1-1 1 0 0,2 1-1 0 0,-1-1 1 0 0,1 0-1 0 0,0 0 1 0 0,0 0-1 0 0,0-1 1 0 0,1 0-1 0 0,-1 0 0 0 0,10 3 1 0 0,-6-3-55 0 0,0-1 0 0 0,0-1 0 0 0,0 1 0 0 0,1-2 0 0 0,-1 1 0 0 0,1-1 0 0 0,-1-1 0 0 0,1 0 0 0 0,-1-1 0 0 0,1 0 0 0 0,-1 0 0 0 0,0-1 0 0 0,1-1 0 0 0,-1 1 0 0 0,0-2 0 0 0,0 1 0 0 0,-1-1 0 0 0,16-9 0 0 0,-5 1-4 0 0,1-2 0 0 0,-2 0 0 0 0,0-1 0 0 0,-1-1 0 0 0,0-1 0 0 0,-1 0 0 0 0,17-24 0 0 0,-11 12-50 0 0,-2-1 0 0 0,-1 0 0 0 0,-2-2 0 0 0,0 0 1 0 0,20-56-1 0 0,-36 82 54 0 0,0 1 0 0 0,-1-1 0 0 0,1 0 0 0 0,-1 0 0 0 0,0 0 0 0 0,-1 0 0 0 0,0 0 0 0 0,0 0 0 0 0,0 0 0 0 0,0 0 0 0 0,-1 0-1 0 0,0 0 1 0 0,-1 0 0 0 0,1 0 0 0 0,-1 0 0 0 0,0 0 0 0 0,0 1 0 0 0,-6-11 0 0 0,4 11-5 0 0,-1 0-1 0 0,0 0 0 0 0,0 0 1 0 0,0 0-1 0 0,0 1 0 0 0,-1-1 1 0 0,0 2-1 0 0,0-1 0 0 0,0 0 1 0 0,0 1-1 0 0,-1 0 1 0 0,1 1-1 0 0,-1 0 0 0 0,1 0 1 0 0,-1 0-1 0 0,-10-1 0 0 0,-4 0-13 0 0,0 1-1 0 0,0 2 0 0 0,0 0 1 0 0,0 1-1 0 0,0 0 0 0 0,0 2 1 0 0,0 1-1 0 0,0 1 0 0 0,1 0 1 0 0,0 2-1 0 0,0 0 0 0 0,0 1 1 0 0,1 1-1 0 0,0 1 0 0 0,1 0 1 0 0,0 2-1 0 0,1 0 1 0 0,0 1-1 0 0,1 1 0 0 0,0 0 1 0 0,-17 21-1 0 0,31-32 27 0 0,-1 0 0 0 0,1 0 0 0 0,0 0-1 0 0,0 0 1 0 0,0 0 0 0 0,0 1 0 0 0,0-1 0 0 0,1 1 0 0 0,-1-1 0 0 0,1 1 0 0 0,0 0-1 0 0,0-1 1 0 0,1 1 0 0 0,-1 0 0 0 0,1 0 0 0 0,0 0 0 0 0,0-1 0 0 0,0 6-1 0 0,1-5-196 0 0,1-1-1 0 0,-1 1 1 0 0,1-1-1 0 0,-1 0 1 0 0,1 0-1 0 0,0 1 1 0 0,0-1-1 0 0,0-1 0 0 0,1 1 1 0 0,-1 0-1 0 0,1 0 1 0 0,0-1-1 0 0,-1 0 1 0 0,1 1-1 0 0,0-1 1 0 0,0 0-1 0 0,0-1 0 0 0,7 4 1 0 0,41 14-9310 0 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7:54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1 960 0 0,'0'0'7524'0'0,"-26"16"3761"0"0,16-8-7603 0 0,17-8-4403 0 0,-2 0 1 0 0,2 0 240 0 0,5 6 400 0 0,78 32 800 0 0,0-14-240 0 0,-21-24-1280 0 0,-15-4-1041 0 0,-23-6-1040 0 0,-10-2-2242 0 0,-18-6-2080 0 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7:54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12 1040 0 0,'-7'-7'801'0'0,"0"3"-81"0"0,0 4 81 0 0,-5 11 959 0 0,-54 159 9926 0 0,18 18-4163 0 0,29-52-5682 0 0,19-34-2321 0 0,0-22 0 0 0,5 8 319 0 0,2 1-79 0 0,7-7-1120 0 0,0-20-1602 0 0,5-40-6962 0 0,5-60 319 0 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7:55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45 480 0 0,'-4'-5'379'0'0,"0"1"-1"0"0,-1 0 1 0 0,0 1-1 0 0,0-1 1 0 0,0 1-1 0 0,0 0 1 0 0,0 0-1 0 0,0 1 0 0 0,-1-1 1 0 0,0 1-1 0 0,1 0 1 0 0,-8-1-1 0 0,-5 0 4267 0 0,50 3-2602 0 0,6 0-341 0 0,49 5 0 0 0,-77-4-1542 0 0,1 1-1 0 0,-1 0 1 0 0,0 1-1 0 0,0 0 1 0 0,0 1 0 0 0,0 0-1 0 0,0 0 1 0 0,-1 1-1 0 0,11 7 1 0 0,-15-8-78 0 0,0 0 0 0 0,-1 0-1 0 0,0 1 1 0 0,0-1 0 0 0,0 1 0 0 0,0 0 0 0 0,-1 0 0 0 0,1 0 0 0 0,-1 1 0 0 0,-1-1-1 0 0,1 1 1 0 0,-1 0 0 0 0,0-1 0 0 0,0 1 0 0 0,-1 0 0 0 0,1 0 0 0 0,-2 1-1 0 0,1-1 1 0 0,0 0 0 0 0,-2 10 0 0 0,1-4-8 0 0,-1 0-1 0 0,-1 0 1 0 0,0-1-1 0 0,0 1 1 0 0,-2 0-1 0 0,1-1 1 0 0,-1 0-1 0 0,-1 0 1 0 0,-8 16-1 0 0,5-14 21 0 0,-1-1-1 0 0,0 0 0 0 0,-1 0 1 0 0,0-1-1 0 0,0 0 1 0 0,-1-1-1 0 0,-1-1 0 0 0,0 1 1 0 0,0-2-1 0 0,-1 1 0 0 0,-18 8 1 0 0,8-12 514 0 0,37-5-29 0 0,15 5-497 0 0,0 2-1 0 0,0 1 1 0 0,-1 1 0 0 0,37 18-1 0 0,-54-23-75 0 0,-3-1 13 0 0,0 0 0 0 0,0 1 0 0 0,0 0 1 0 0,-1 1-1 0 0,1-1 0 0 0,11 11 1 0 0,-17-14-9 0 0,-1 1 1 0 0,1 0-1 0 0,-1 0 1 0 0,0 0-1 0 0,1 0 0 0 0,-1 0 1 0 0,0 1-1 0 0,0-1 1 0 0,0 0-1 0 0,0 0 1 0 0,-1 1-1 0 0,1-1 0 0 0,-1 1 1 0 0,1-1-1 0 0,-1 0 1 0 0,0 1-1 0 0,0-1 1 0 0,0 1-1 0 0,0-1 0 0 0,0 1 1 0 0,0-1-1 0 0,-1 0 1 0 0,0 1-1 0 0,1-1 1 0 0,-1 1-1 0 0,0-1 1 0 0,0 0-1 0 0,-1 3 0 0 0,-4 7 38 0 0,-1-1-1 0 0,0 1 1 0 0,0-1-1 0 0,-1 0 1 0 0,-1 0-1 0 0,0-1 1 0 0,0-1-1 0 0,-1 1 0 0 0,0-1 1 0 0,0-1-1 0 0,-1 0 1 0 0,0 0-1 0 0,-25 11 1 0 0,14-9-24 0 0,-1-1 0 0 0,1 0 0 0 0,-2-2 0 0 0,1-1 0 0 0,-1-1 0 0 0,-47 4 0 0 0,62-8-252 0 0,-1-1-1 0 0,1 0 1 0 0,0 0 0 0 0,0-1-1 0 0,-1 0 1 0 0,1-1-1 0 0,-15-5 1 0 0,18 5-811 0 0,0-1 0 0 0,0 0 0 0 0,0 0 1 0 0,0 0-1 0 0,1-1 0 0 0,-9-7 0 0 0,-19-24-9540 0 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7:55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882 1 3602 0 0,'26'26'6803'0'0,"-4"149"-4482"0"0,-15 3-2241 0 0,-31-54-80 0 0,-19-34 560 0 0,-4-18 0 0 0,7-10-79 0 0,-19 4-241 0 0,-48-4-80 0 0,-24-7-1201 0 0,-23-19-2961 0 0,-9-24-1600 0 0,-5-22 1600 0 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7:55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844 17 560 0 0,'-152'-15'2828'0'0,"149"14"-2442"0"0,1 1-1 0 0,-1 0 1 0 0,0-1-1 0 0,0 1 1 0 0,0 0-1 0 0,1 1 0 0 0,-1-1 1 0 0,0 0-1 0 0,0 1 1 0 0,-4 1-1 0 0,-4 2 831 0 0,-1-1-391 0 0,-21 7 83 0 0,-1 1-1 0 0,2 1 1 0 0,0 2-1 0 0,-41 24 1 0 0,41-15-612 0 0,0 2 0 0 0,2 0 1 0 0,1 3-1 0 0,1 0 1 0 0,1 2-1 0 0,1 0 1 0 0,2 2-1 0 0,-26 46 0 0 0,26-36-78 0 0,2 1-1 0 0,2 1 0 0 0,2 1 0 0 0,2 1 1 0 0,1 0-1 0 0,-11 74 0 0 0,21-89-197 0 0,2 0 0 0 0,1-1 1 0 0,2 1-1 0 0,0 0 0 0 0,7 37 0 0 0,-3-46 23 0 0,0-1 0 0 0,2 0 0 0 0,0 0 0 0 0,2 0-1 0 0,0-1 1 0 0,1 0 0 0 0,1-1 0 0 0,15 23 0 0 0,-6-16 185 0 0,1-1 0 0 0,1-1 0 0 0,2-1 1 0 0,41 34-1 0 0,-10-16 35 0 0,71 39 0 0 0,-69-48-1379 0 0,86 35 0 0 0,-78-42-2386 0 0,1-4-1 0 0,122 25 1 0 0,-5-20-2358 0 0,-178-26 5731 0 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7:56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925 21 2801 0 0,'23'-16'8404'0'0,"-46"12"-3522"0"0,6 4-2801 0 0,5 2-1120 0 0,5 0-481 0 0,-59 56-1120 0 0,-100 93-401 0 0,26-7 1361 0 0,29-42 641 0 0,28-34 1200 0 0,7-12-240 0 0,2-8-2001 0 0,-4-22-3362 0 0,14-42-2080 0 0,33-46-3603 0 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7:56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4 560 0 0,'24'-4'2321'0'0,"-19"16"4883"0"0,-3 8 2880 0 0,15 32-6722 0 0,16 48-3762 0 0,24 32-1 0 0,19 1 722 0 0,-12-29 159 0 0,7-10 0 0 0,4-6-80 0 0,6-4 80 0 0,-3-12-159 0 0,-11-14-81 0 0,-6-16-160 0 0,-9-12-561 0 0,-14-6-3680 0 0,-16-16-4323 0 0,-37-4-1681 0 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8:02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556 1 7523 0 0,'-20'22'1335'0'0,"-115"128"3831"0"0,-49 82-3930 0 0,113-123 609 0 0,42-62-268 0 0,-2-1 0 0 0,-55 63 1 0 0,88-110-1570 0 0,0 1 0 0 0,-1 0 0 0 0,1 0 0 0 0,0 0 0 0 0,0 0 0 0 0,-1 0 1 0 0,1 0-1 0 0,0 1 0 0 0,0-1 0 0 0,-1 1 0 0 0,1-1 0 0 0,-1 1 0 0 0,1 0 0 0 0,0-1 1 0 0,-1 1-1 0 0,1 0 0 0 0,1 1 0 0 0,3 1 19 0 0,19 7 56 0 0,0-1 0 0 0,0-1-1 0 0,0-2 1 0 0,41 6 0 0 0,106 2 60 0 0,-169-13-140 0 0,4-1 0 0 0,64 5 41 0 0,0-4-1 0 0,104-10 1 0 0,-170 8-115 0 0,0 0 0 0 0,0 0 0 0 0,1 0 0 0 0,-1-1 1 0 0,-1 1-1 0 0,1-1 0 0 0,8-5 0 0 0,-11 6-128 0 0,-1 0 0 0 0,1 0 0 0 0,0-1-1 0 0,-1 1 1 0 0,1-1 0 0 0,-1 1 0 0 0,0-1 0 0 0,0 0 0 0 0,1 1 0 0 0,-1-1-1 0 0,0 0 1 0 0,0 0 0 0 0,-1 0 0 0 0,1 0 0 0 0,0 0 0 0 0,-1 0-1 0 0,1 0 1 0 0,-1 0 0 0 0,1 0 0 0 0,-1-3 0 0 0,-6-47-9592 0 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8:03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1 6003 0 0,'-45'50'7923'0'0,"-5"16"-4401"0"0,-2 55-4162 0 0,14 33 1440 0 0,10-2 1921 0 0,4-28-1360 0 0,10 6-881 0 0,9 4-400 0 0,12-9-80 0 0,19-3-240 0 0,7-26-240 0 0,1-40-801 0 0,1-36-5362 0 0,13-58-5442 0 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8:03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1 1121 0 0,'-21'10'1680'0'0,"4"6"-239"0"0,-11 42 800 0 0,-22 81 880 0 0,19-15-1280 0 0,38-40-560 0 0,22-34-321 0 0,-3-28-319 0 0,21-52-3283 0 0,-23-12-6082 0 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8:03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493 5 1040 0 0,'0'0'72'0'0,"0"-1"0"0"0,0 1 0 0 0,0 0 0 0 0,0 0 0 0 0,0 0 0 0 0,0 0 0 0 0,0-1 0 0 0,0 1 0 0 0,0 0 0 0 0,0 0 0 0 0,0 0 0 0 0,0 0 0 0 0,0 0 0 0 0,0-1 0 0 0,0 1 0 0 0,0 0-1 0 0,-1 0 1 0 0,1 0 0 0 0,0 0 0 0 0,0 0 0 0 0,0 0 0 0 0,0-1 0 0 0,0 1 0 0 0,0 0 0 0 0,0 0 0 0 0,-1 0 0 0 0,1 0 0 0 0,0 0 0 0 0,0 0 0 0 0,0 0 0 0 0,0 0 0 0 0,0 0 0 0 0,-1 0 0 0 0,1 0-1 0 0,0-1 1 0 0,0 1 0 0 0,0 0 0 0 0,0 0 0 0 0,-1 0 0 0 0,1 0 0 0 0,0 0 0 0 0,0 0 0 0 0,0 0 0 0 0,0 1 0 0 0,0-1 0 0 0,-1 0 0 0 0,1 0 0 0 0,0 0 0 0 0,0 0 0 0 0,0 0 0 0 0,0 0-1 0 0,-1 0 1 0 0,1 0 0 0 0,0 0 0 0 0,0 0 0 0 0,0 0 0 0 0,0 0 0 0 0,0 1 0 0 0,0-1 0 0 0,0 0 0 0 0,-1 0 0 0 0,1 0 48 0 0,0 1 1 0 0,0-1-1 0 0,0 0 1 0 0,0 1-1 0 0,-1-1 1 0 0,1 0 0 0 0,0 1-1 0 0,0-1 1 0 0,0 0-1 0 0,0 1 1 0 0,0-1-1 0 0,0 0 1 0 0,0 0-1 0 0,0 1 1 0 0,0-1-1 0 0,0 0 1 0 0,0 1-1 0 0,0-1 1 0 0,0 0-1 0 0,0 1 1 0 0,1-1-1 0 0,-1 0 1 0 0,0 1-1 0 0,0-1 1 0 0,0 0 0 0 0,0 0-1 0 0,1 1 1 0 0,-1-1-1 0 0,0 0 1 0 0,0 0-1 0 0,0 1 1 0 0,1-1-1 0 0,-1 0 1 0 0,0 0-1 0 0,0 1 1 0 0,1-1-1 0 0,-1 0 1 0 0,0 0-1 0 0,1 0 1 0 0,-1 0-1 0 0,0 0 1 0 0,1 0-1 0 0,-1 1 1 0 0,0-1 0 0 0,1 0-1 0 0,53 23 5939 0 0,24-2-1186 0 0,-44-13-3132 0 0,10 2-153 0 0,-30-8-1539 0 0,-2 1 1 0 0,1 0-1 0 0,0 1 1 0 0,-1 1-1 0 0,1-1 0 0 0,13 9 1 0 0,-24-11-84 0 0,0 0 0 0 0,0-1 0 0 0,0 1 0 0 0,0 0 0 0 0,0 0 0 0 0,-1 0 0 0 0,1 0 0 0 0,-1 0 0 0 0,1 1 0 0 0,-1-1 0 0 0,0 0 0 0 0,0 1 0 0 0,0-1 0 0 0,0 1 0 0 0,-1-1 0 0 0,1 1 0 0 0,0-1 0 0 0,-1 1 0 0 0,0-1 0 0 0,0 1 0 0 0,0 0 0 0 0,0-1 0 0 0,0 1-1 0 0,0-1 1 0 0,-1 1 0 0 0,1 0 0 0 0,-1-1 0 0 0,0 1 0 0 0,-1 4 0 0 0,-1 0-2 0 0,0 1 0 0 0,-1 0-1 0 0,0-1 1 0 0,0 0 0 0 0,0 0-1 0 0,-1 0 1 0 0,0-1 0 0 0,-8 9-1 0 0,4-7-210 0 0,1-1-1 0 0,-1 0 0 0 0,-1-1 0 0 0,0 0 1 0 0,1-1-1 0 0,-2 1 0 0 0,1-2 0 0 0,-14 5 1 0 0,-14 2-1701 0 0,-42 6 1 0 0,44-10 2615 0 0,-44 15 0 0 0,72-19 38 0 0,-16 5 1122 0 0,18-3-554 0 0,8-1 480 0 0,120 51-1620 0 0,-102-48-180 0 0,0-1 1 0 0,1-1 0 0 0,0-1-1 0 0,25 1 1 0 0,-2-3-16 0 0,-32-3 31 0 0,-1 1 0 0 0,1 1 0 0 0,0 0 0 0 0,0 1 0 0 0,13 3 1 0 0,-57-3-5974 0 0,-29-4-2081 0 0,-20 8 307 0 0</inkml:trace>
  <inkml:trace contextRef="#ctx0" brushRef="#br0" timeOffset="1">315 582 4322 0 0,'-219'62'7657'0'0,"210"-59"-7220"0"0,-1 0 0 0 0,1 0 1 0 0,-1 1-1 0 0,1 0 0 0 0,0 1 0 0 0,0 0 0 0 0,1 0 1 0 0,-10 9-1 0 0,18-14-389 0 0,-1 0-1 0 0,1 0 1 0 0,0 0 0 0 0,0 0 0 0 0,0 0 0 0 0,-1 0-1 0 0,1 0 1 0 0,0 0 0 0 0,0 0 0 0 0,0 0-1 0 0,0 0 1 0 0,-1 1 0 0 0,1-1 0 0 0,0 0-1 0 0,0 0 1 0 0,0 0 0 0 0,0 0 0 0 0,0 0-1 0 0,-1 0 1 0 0,1 1 0 0 0,0-1 0 0 0,0 0-1 0 0,0 0 1 0 0,0 0 0 0 0,0 0 0 0 0,0 1 0 0 0,0-1-1 0 0,0 0 1 0 0,0 0 0 0 0,-1 0 0 0 0,1 1-1 0 0,0-1 1 0 0,0 0 0 0 0,0 0 0 0 0,0 0-1 0 0,0 1 1 0 0,0-1 0 0 0,0 0 0 0 0,0 0-1 0 0,0 0 1 0 0,1 0 0 0 0,-1 1 0 0 0,0-1-1 0 0,0 0 1 0 0,0 0 0 0 0,0 0 0 0 0,0 1 0 0 0,0-1-1 0 0,0 0 1 0 0,0 0 0 0 0,0 0 0 0 0,1 0-1 0 0,-1 0 1 0 0,0 1 0 0 0,0-1 0 0 0,0 0-1 0 0,0 0 1 0 0,0 0 0 0 0,1 0 0 0 0,-1 0-1 0 0,0 0 1 0 0,0 1 0 0 0,18 0 2319 0 0,-5 0-1794 0 0,28 5 2 0 0,11 2-513 0 0,0-2 0 0 0,70-1 0 0 0,-51-7 250 0 0,0-3 0 0 0,0-4 0 0 0,-1-2 0 0 0,78-24 0 0 0,-116 25-123 0 0,-6 1-143 0 0,1 1 1 0 0,0 1-1 0 0,0 1 1 0 0,0 2-1 0 0,35-2 0 0 0,-58 4-2041 0 0,-9-3-297 0 0,-12-4-3625 0 0,-10 7-6369 0 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8:04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1 11925 0 0,'-52'112'9205'0'0,"35"-30"-8725"0"0,10-13-1681 0 0,0 3 1682 0 0,0-2 239 0 0,-5-16-640 0 0,7-22-1761 0 0</inkml:trace>
  <inkml:trace contextRef="#ctx0" brushRef="#br0" timeOffset="1">145 137 1841 0 0,'19'-30'2881'0'0,"-12"24"-320"0"0,-2 10-400 0 0,-1 6-400 0 0,6 0-240 0 0,9-4 240 0 0,38-4 2801 0 0,42-6 1200 0 0,-63-4-4801 0 0,-46 0-2722 0 0,-16-4-3922 0 0,0 6-559 0 0,3 0 879 0 0,-15-10 1441 0 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8:04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299 650 1601 0 0,'-85'116'10645'0'0,"14"8"-2482"0"0,21-31-5521 0 0,12-13-2722 0 0,22-12 1360 0 0,-6-14-159 0 0,6-12-1041 0 0,42 6-320 0 0,26 2 160 0 0,24-12 240 0 0,-5-8-160 0 0,-2-14 0 0 0,11-22-80 0 0,17-28 0 0 0,5-20-1121 0 0,-9-20-6242 0 0,21-18-2722 0 0,-15 12 3922 0 0</inkml:trace>
  <inkml:trace contextRef="#ctx0" brushRef="#br0" timeOffset="1">1501 1 7123 0 0,'-26'20'6083'0'0,"12"-4"-4082"0"0,14-8 1361 0 0,-5 0-1041 0 0,-9 8-881 0 0,-71 103-960 0 0,-10 21 401 0 0,26-28 560 0 0,17-38-1201 0 0,14-32-2561 0 0,12-22-2161 0 0,14-54-1841 0 0,21-24-3042 0 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8:04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1 1441 0 0,'43'2'5522'0'0,"13"2"2402"0"0,-18 3-5203 0 0,-7 19-2961 0 0,0 12-80 0 0,-7 18 640 0 0,-34 22 240 0 0,-16 12 0 0 0,-28-6-239 0 0,-20 0-81 0 0,-4-12-240 0 0,7-20-2802 0 0,-5-34-5521 0 0</inkml:trace>
  <inkml:trace contextRef="#ctx0" brushRef="#br0" timeOffset="1">0 366 720 0 0,'7'-8'1841'0'0,"3"2"240"0"0,-1 4 80 0 0,10 4 80 0 0,67 18 1681 0 0,80 2 480 0 0,-38-42-3922 0 0,-45-44-7283 0 0,-5 0-4162 0 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8:05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546 29 4962 0 0,'43'-25'2308'0'0,"-32"22"-306"0"0,-17 9-1063 0 0,-24 17 382 0 0,29-22-1208 0 0,-113 87 7341 0 0,-4 7-3517 0 0,-10 9-4083 0 0,106-87 302 0 0,0-2 0 0 0,-31 16-1 0 0,80-28-568 0 0,0 0-1 0 0,31-2 1 0 0,34-9 221 0 0,-52 3 47 0 0,0 2 0 0 0,47 3 0 0 0,-83 0 32 0 0,-1 1 1 0 0,1-1-1 0 0,0 1 1 0 0,0-1-1 0 0,-1 1 0 0 0,1 0 1 0 0,-1 1-1 0 0,1-1 1 0 0,-1 0-1 0 0,1 1 1 0 0,-1 0-1 0 0,0 0 0 0 0,5 3 1 0 0,-7-3 70 0 0,1 0 1 0 0,-1 0-1 0 0,0 0 0 0 0,0-1 1 0 0,1 1-1 0 0,-2 0 1 0 0,1 1-1 0 0,0-1 0 0 0,0 0 1 0 0,-1 0-1 0 0,1 0 1 0 0,-1 0-1 0 0,1 1 0 0 0,-1-1 1 0 0,0 0-1 0 0,0 0 1 0 0,0 0-1 0 0,0 1 0 0 0,-1-1 1 0 0,1 0-1 0 0,0 0 1 0 0,-1 0-1 0 0,-1 4 0 0 0,-1 5 316 0 0,-1-1 1 0 0,-1 0-1 0 0,0 0 0 0 0,0 0 0 0 0,0 0 0 0 0,-14 15 0 0 0,-48 49 1255 0 0,43-49-1362 0 0,13-13-139 0 0,-20 22 111 0 0,-42 33 0 0 0,63-59-175 0 0,0 0 0 0 0,0-1 0 0 0,-1 0 0 0 0,0-1 0 0 0,0 0 1 0 0,0-1-1 0 0,-1 0 0 0 0,0-1 0 0 0,-16 4 0 0 0,23-7-85 0 0,0 0 0 0 0,0-1 0 0 0,-1 1 1 0 0,1-1-1 0 0,0 0 0 0 0,0-1 0 0 0,0 1 0 0 0,0-1 1 0 0,0 0-1 0 0,0 0 0 0 0,1-1 0 0 0,-1 0 0 0 0,0 1 0 0 0,1-2 1 0 0,-1 1-1 0 0,-6-4 0 0 0,6 2-548 0 0,0 0 0 0 0,0-1 0 0 0,1 1 0 0 0,-1-1 0 0 0,1 0 0 0 0,0-1 0 0 0,1 1 0 0 0,-1 0 0 0 0,1-1 0 0 0,0 0-1 0 0,0 0 1 0 0,-2-7 0 0 0,-1-6-2866 0 0,1-1 0 0 0,-2-20 1 0 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8:05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1361 0 0,'10'-2'2081'0'0,"-5"10"240"0"0,4 12 80 0 0,29 34 1040 0 0,50 28 401 0 0,-8-52-2401 0 0,-11-28-1281 0 0,-7-16-480 0 0,9-16-6163 0 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8:05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25 880 0 0,'5'-6'2001'0'0,"-3"-6"-160"0"0,0 6 0 0 0,1 56 2961 0 0,4 98 1921 0 0,0-11-4882 0 0,-7-31-2241 0 0,5-16 80 0 0,-5-4 400 0 0,-5-20 160 0 0,-2-22-160 0 0,2-22-960 0 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8:06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793 116 2161 0 0,'-42'3'2556'0'0,"1"1"0"0"0,1 2 0 0 0,-1 2-1 0 0,-56 18 1 0 0,80-20-1916 0 0,1 0 1 0 0,-1 1-1 0 0,-16 11 0 0 0,31-17-669 0 0,-1 0 0 0 0,1 0 0 0 0,0 1 0 0 0,-1-1 0 0 0,1 1 0 0 0,0 0 0 0 0,0 0 0 0 0,0-1 0 0 0,0 1 0 0 0,1 1 0 0 0,-1-1 0 0 0,0 0 0 0 0,1 0 0 0 0,-1 1 0 0 0,1-1 0 0 0,0 0 0 0 0,0 1 0 0 0,0-1 0 0 0,0 1 0 0 0,0 0 0 0 0,1-1 0 0 0,-1 6 0 0 0,1-8 36 0 0,0 1-1 0 0,0-1 0 0 0,0 1 0 0 0,0-1 0 0 0,0 1 0 0 0,0-1 1 0 0,0 1-1 0 0,1-1 0 0 0,-1 1 0 0 0,0-1 0 0 0,0 1 0 0 0,1-1 0 0 0,-1 1 1 0 0,0-1-1 0 0,1 1 0 0 0,-1-1 0 0 0,0 0 0 0 0,1 1 0 0 0,-1-1 1 0 0,1 0-1 0 0,-1 1 0 0 0,0-1 0 0 0,1 0 0 0 0,-1 1 0 0 0,1-1 1 0 0,-1 0-1 0 0,1 0 0 0 0,-1 0 0 0 0,1 1 0 0 0,-1-1 0 0 0,1 0 1 0 0,0 0-1 0 0,24 0 337 0 0,6-3-152 0 0,-1-2 0 0 0,58-18 0 0 0,-28 7-230 0 0,221-77-212 0 0,-187 58 229 0 0,157-37 1 0 0,-220 65 87 0 0,-25 5-71 0 0,0 0 0 0 0,0 1 0 0 0,1-1 0 0 0,-1 1 0 0 0,1 1 0 0 0,-1-1 0 0 0,1 1 0 0 0,-1 0 0 0 0,1 0 0 0 0,-1 1-1 0 0,0 0 1 0 0,8 2 0 0 0,-13-2 9 0 0,1 0 0 0 0,-1 1 0 0 0,0-1 0 0 0,1 1 1 0 0,-1-1-1 0 0,0 1 0 0 0,0-1 0 0 0,0 1 0 0 0,0 0 0 0 0,0 0 0 0 0,0-1 0 0 0,-1 1 0 0 0,1 0 0 0 0,-1 0 0 0 0,1 0 0 0 0,-1 0 0 0 0,1 3 0 0 0,5 43-10 0 0,-6-48 6 0 0,0 21 27 0 0,-1 0-1 0 0,0 0 1 0 0,-2 0-1 0 0,0 0 1 0 0,-1 0-1 0 0,-2 0 1 0 0,0-1-1 0 0,-1 0 1 0 0,-1-1-1 0 0,0 1 1 0 0,-12 17-1 0 0,-4 4 215 0 0,-1-2 0 0 0,-2-1-1 0 0,-61 65 1 0 0,28-44 127 0 0,-2-2 0 0 0,-3-4 0 0 0,-2-2 0 0 0,-98 55 1 0 0,110-74 34 0 0,-2-2 1 0 0,0-3 0 0 0,-87 28-1 0 0,100-42-1127 0 0,-82 12-1 0 0,88-20-2145 0 0,-1-2 0 0 0,-60-4 1 0 0,-18-8-8457 0 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8:08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245 237 2721 0 0,'7'0'8953'0'0,"-17"16"-6102"0"0,-9 16 1419 0 0,19-32-4245 0 0,0 0 0 0 0,0 0-1 0 0,0 0 1 0 0,0 1-1 0 0,-1-1 1 0 0,1 0 0 0 0,0 0-1 0 0,0 0 1 0 0,0 0 0 0 0,0 0-1 0 0,0 0 1 0 0,0 1-1 0 0,0-1 1 0 0,0 0 0 0 0,0 0-1 0 0,0 0 1 0 0,0 0 0 0 0,0 0-1 0 0,0 1 1 0 0,0-1 0 0 0,0 0-1 0 0,0 0 1 0 0,0 0-1 0 0,0 0 1 0 0,0 0 0 0 0,0 1-1 0 0,0-1 1 0 0,0 0 0 0 0,0 0-1 0 0,0 0 1 0 0,0 0 0 0 0,0 0-1 0 0,1 0 1 0 0,-1 1-1 0 0,0-1 1 0 0,0 0 0 0 0,0 0-1 0 0,0 0 1 0 0,0 0 0 0 0,0 0-1 0 0,0 0 1 0 0,0 0-1 0 0,1 0 1 0 0,-1 0 0 0 0,0 1-1 0 0,9-3 83 0 0,8-7-653 0 0,-3 0-304 0 0,-1-1 0 0 0,-1-1 0 0 0,1 1 0 0 0,-2-2 1 0 0,0 0-1 0 0,0 0 0 0 0,17-27 0 0 0,-23 31 525 0 0,-1 0-1 0 0,0 1 1 0 0,-1-1-1 0 0,1 0 1 0 0,-2-1-1 0 0,1 1 1 0 0,-1 0-1 0 0,0-1 1 0 0,0-10-1 0 0,-2 13 394 0 0,0 0 0 0 0,0 0-1 0 0,-1 0 1 0 0,0 0 0 0 0,0 0-1 0 0,0 0 1 0 0,-1 1 0 0 0,-4-11 0 0 0,5 14 142 0 0,-5-6 1192 0 0,5 9-1281 0 0,0-1 1 0 0,0 1 0 0 0,0-1-1 0 0,0 1 1 0 0,0 0 0 0 0,1-1-1 0 0,-1 1 1 0 0,0 0-1 0 0,0 0 1 0 0,0 0 0 0 0,1-1-1 0 0,-1 1 1 0 0,0 0 0 0 0,1 0-1 0 0,-1 0 1 0 0,1 0 0 0 0,-1 2-1 0 0,-105 167 7643 0 0,80-130-7435 0 0,2 0 0 0 0,-32 74 0 0 0,-88 238 2512 0 0,139-335-2930 0 0,14-14-346 0 0,11 0 492 0 0,23 10 10 0 0,1-2 0 0 0,1-2-1 0 0,47 3 1 0 0,140 2 57 0 0,-194-13-48 0 0,222-2-316 0 0,-247 1-133 0 0,-1-1 1 0 0,0 0-1 0 0,16-5 0 0 0,-23 5-199 0 0,-1 0 0 0 0,0-1 1 0 0,1 0-1 0 0,-1 0 0 0 0,0 0 0 0 0,0 0 1 0 0,0-1-1 0 0,0 1 0 0 0,-1-1 0 0 0,1 0 1 0 0,-1 0-1 0 0,4-4 0 0 0,-2-1-1882 0 0,0 0-1 0 0,0 0 1 0 0,0-1-1 0 0,5-13 1 0 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8:08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3 240 0 0,'2'-2'9783'0'0,"-11"42"-5199"0"0,3 14-1956 0 0,-2 0-1 0 0,-18 61 1 0 0,-11-29-2164 0 0,6-17-781 0 0,5 5 238 0 0,9-23 599 0 0,-36 72-1 0 0,78-117 215 0 0,-1 1-550 0 0,0-1-1 0 0,0-1 0 0 0,47 4 1 0 0,0 0 45 0 0,-52-5-576 0 0,-1-2-1 0 0,1 0 1 0 0,-1-1 0 0 0,27-2-1 0 0,-41 1-406 0 0,0-1 0 0 0,0 0-1 0 0,0-1 1 0 0,0 1-1 0 0,0 0 1 0 0,0-1 0 0 0,0 0-1 0 0,4-3 1 0 0,35-27-11692 0 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8:09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496 5 1521 0 0,'-26'-4'1680'0'0,"-1"4"-399"0"0,1 4-160 0 0,0 4 79 0 0,-59 54 4323 0 0,-53 75 5522 0 0,65-19-7204 0 0,42-24-4561 0 0,5-12-480 0 0,-2-6 719 0 0,18-10 241 0 0,10-34-480 0 0,12-28-2161 0 0,0-38-9605 0 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8:09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0 235 160 0 0,'34'-47'652'0'0,"33"-44"2065"0"0,-53 75 2128 0 0,22-20 0 0 0,12-6 2812 0 0,-47 42-7661 0 0,-1 0 0 0 0,1-1 0 0 0,-1 1-1 0 0,0 0 1 0 0,1 0 0 0 0,-1-1 0 0 0,0 1 0 0 0,1 0 0 0 0,-1 0-1 0 0,1 0 1 0 0,-1 0 0 0 0,1-1 0 0 0,-1 1 0 0 0,1 0 0 0 0,-1 0-1 0 0,1 0 1 0 0,-1 0 0 0 0,1 0 0 0 0,-1 0 0 0 0,0 0-1 0 0,1 0 1 0 0,-1 0 0 0 0,1 0 0 0 0,-1 1 0 0 0,1-1 0 0 0,-1 0-1 0 0,1 0 1 0 0,-1 0 0 0 0,1 0 0 0 0,-1 1 0 0 0,0-1-1 0 0,1 0 1 0 0,-1 1 0 0 0,0-1 0 0 0,1 0 0 0 0,-1 0 0 0 0,0 1-1 0 0,1-1 1 0 0,-1 1 0 0 0,0-1 0 0 0,1 0 0 0 0,-1 1-1 0 0,0-1 1 0 0,0 1 0 0 0,1 0 0 0 0,2 3 49 0 0,11 13 307 0 0,-1 0 0 0 0,0 1-1 0 0,-2 1 1 0 0,0 0 0 0 0,-1 0-1 0 0,-1 1 1 0 0,-1 0 0 0 0,8 30-1 0 0,3 24 546 0 0,8 80-1 0 0,-21-118-1131 0 0,-1 3 116 0 0,-3-17 62 0 0,1-1 0 0 0,8 27 1 0 0,-10-44 54 0 0,0 0 0 0 0,1 1 0 0 0,-1-1 0 0 0,1 0 0 0 0,0 0 0 0 0,1 1 0 0 0,-1-2 0 0 0,1 1 0 0 0,-1 0 0 0 0,1 0 0 0 0,0-1 0 0 0,1 0 0 0 0,-1 1 0 0 0,1-1 0 0 0,7 5 1 0 0,-10-8 2 0 0,0 1 1 0 0,0-1 0 0 0,0 0 0 0 0,0 1 0 0 0,0-1 0 0 0,0 0-1 0 0,0 0 1 0 0,0 1 0 0 0,0-1 0 0 0,0 0 0 0 0,0 0 0 0 0,0 0 0 0 0,0 0-1 0 0,0 0 1 0 0,0-1 0 0 0,1 1 0 0 0,-1 0 0 0 0,0 0 0 0 0,0-1-1 0 0,0 1 1 0 0,0-1 0 0 0,0 1 0 0 0,0-1 0 0 0,1 0 0 0 0,22-23 90 0 0,-16 15-70 0 0,18-22 51 0 0,-2 0 1 0 0,28-47 0 0 0,32-73 277 0 0,-61 107-203 0 0,-7 18 12 0 0,-16 26-156 0 0,0 0 0 0 0,0-1-1 0 0,0 1 1 0 0,0 0 0 0 0,0 0 0 0 0,1-1 0 0 0,-1 1-1 0 0,0 0 1 0 0,0 0 0 0 0,0-1 0 0 0,1 1 0 0 0,-1 0-1 0 0,0 0 1 0 0,0 0 0 0 0,1 0 0 0 0,-1-1 0 0 0,0 1-1 0 0,0 0 1 0 0,1 0 0 0 0,-1 0 0 0 0,0 0 0 0 0,1 0-1 0 0,-1 0 1 0 0,0 0 0 0 0,0 0 0 0 0,1 0-1 0 0,-1 0 1 0 0,0 0 0 0 0,1 0 0 0 0,-1 0 0 0 0,0 0-1 0 0,0 0 1 0 0,1 0 0 0 0,-1 0 0 0 0,0 0 0 0 0,1 0-1 0 0,-1 0 1 0 0,0 1 0 0 0,0-1 0 0 0,1 0 0 0 0,-1 0-1 0 0,0 0 1 0 0,0 0 0 0 0,0 1 0 0 0,1-1 0 0 0,-1 0-1 0 0,0 0 1 0 0,0 0 0 0 0,0 1 0 0 0,1-1 0 0 0,-1 0-1 0 0,0 0 1 0 0,0 1 0 0 0,0-1 0 0 0,0 0 0 0 0,0 1-1 0 0,0-1 1 0 0,0 1 0 0 0,5 22 70 0 0,-4-17-52 0 0,29 267 205 0 0,-11-78-80 0 0,-9-145-1354 0 0,0-2-3562 0 0,-10-48 4473 0 0,0 1 0 0 0,0-1-1 0 0,0 1 1 0 0,0 0 0 0 0,0-1 0 0 0,-1 1 0 0 0,1-1 0 0 0,0 1 0 0 0,0 0 0 0 0,0-1 0 0 0,-1 1 0 0 0,1-1 0 0 0,0 1 0 0 0,-1-1 0 0 0,1 1 0 0 0,0-1 0 0 0,-1 1 0 0 0,1-1 0 0 0,-1 0 0 0 0,1 1 0 0 0,-1-1 0 0 0,1 1 0 0 0,-1-1 0 0 0,1 0 0 0 0,-1 1 0 0 0,-21 11-11216 0 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8:10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52 960 0 0,'7'-51'3442'0'0,"-19"198"4161"0"0,-7 11-3601 0 0,0-68-3361 0 0,2-38-641 0 0,3-10 240 0 0,7-4 240 0 0,-3-8-640 0 0,6-14-2481 0 0,-6-18-3522 0 0,6-8-1601 0 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8:16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1121 0 0,'40'13'2107'0'0,"-41"-13"-1812"0"0,-9-5 529 0 0,10 5-809 0 0,0 0 0 0 0,0 0 0 0 0,0 0-1 0 0,0 0 1 0 0,0 0 0 0 0,1 0 0 0 0,-1 0 0 0 0,0 0-1 0 0,0 0 1 0 0,0 0 0 0 0,0 0 0 0 0,0 0-1 0 0,0-1 1 0 0,0 1 0 0 0,0 0 0 0 0,0 0-1 0 0,0 0 1 0 0,0 0 0 0 0,0 0 0 0 0,0 0-1 0 0,0 0 1 0 0,0 0 0 0 0,1 0 0 0 0,-1 0 0 0 0,0-1-1 0 0,0 1 1 0 0,0 0 0 0 0,0 0 0 0 0,0 0-1 0 0,0 0 1 0 0,0 0 0 0 0,0 0 0 0 0,0 0-1 0 0,0 0 1 0 0,0-1 0 0 0,0 1 0 0 0,0 0-1 0 0,-1 0 1 0 0,1 0 0 0 0,0 0 0 0 0,0 0 0 0 0,0 0-1 0 0,0 0 1 0 0,0 0 0 0 0,0 0 0 0 0,0 0-1 0 0,0-1 1 0 0,0 1 0 0 0,0 0 0 0 0,0 0-1 0 0,0 0 1 0 0,0 0 0 0 0,0 0 0 0 0,0 0 0 0 0,-1 0-1 0 0,1 0 1 0 0,109 5 2146 0 0,-17 0-1334 0 0,-6 1-675 0 0,147 31 0 0 0,-15-1-216 0 0,44-12 66 0 0,62 7 37 0 0,-3 23-13 0 0,-205-28-193 0 0,170 16 0 0 0,-175-35-154 0 0,-22-3 264 0 0,0 4-1 0 0,104 23 1 0 0,11 28-246 0 0,-26-5 246 0 0,-142-46 63 0 0,0-2 0 0 0,0-1 1 0 0,71 1-1 0 0,111-18-43 0 0,19 1-578 0 0,-61 16 149 0 0,325 1 265 0 0,-108 4 41 0 0,272 0 240 0 0,-279-37-294 0 0,-311 17-1453 0 0,-13-5-2295 0 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8:17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2401 0 0,'26'-1'3839'0'0,"-25"1"-3669"0"0,-1 0 1 0 0,1 0-1 0 0,-1 0 0 0 0,1-1 0 0 0,-1 1 1 0 0,1 0-1 0 0,-1 0 0 0 0,0-1 0 0 0,1 1 1 0 0,-1 0-1 0 0,1-1 0 0 0,-1 1 0 0 0,0 0 1 0 0,1-1-1 0 0,-1 1 0 0 0,0-1 1 0 0,1 1-1 0 0,-1-1 0 0 0,0 1 0 0 0,0-1 1 0 0,1 1-1 0 0,-1-1 0 0 0,0 1 0 0 0,0-1 1 0 0,0 1-1 0 0,0-1 0 0 0,1 1 1 0 0,-1-1-1 0 0,0 1 0 0 0,0-1 0 0 0,0 1 1 0 0,0-1-1 0 0,0 1 0 0 0,-1-1 0 0 0,1 1 1 0 0,0-1-1 0 0,0 1 0 0 0,0-1 0 0 0,0 1 1 0 0,0-1-1 0 0,-1 1 0 0 0,1-1 1 0 0,0 1-1 0 0,-1-1 0 0 0,1 1 0 0 0,0 0 1 0 0,-1-1-1 0 0,1 1 0 0 0,-1-1 0 0 0,5 0 2064 0 0,13 3-1815 0 0,-13-1-257 0 0,358 41 3640 0 0,184 15-2860 0 0,-35-2 1024 0 0,-403-50-1859 0 0,326 21-228 0 0,-172-20 95 0 0,-256-6 19 0 0,-5 0 5 0 0,1 1-1 0 0,-1-1 1 0 0,0 0 0 0 0,1 0-1 0 0,-1 0 1 0 0,0 0-1 0 0,1 0 1 0 0,-1 0 0 0 0,0-1-1 0 0,1 1 1 0 0,-1 0-1 0 0,0-1 1 0 0,1 1 0 0 0,-1-1-1 0 0,0 1 1 0 0,0-1-1 0 0,1 0 1 0 0,-1 1 0 0 0,0-1-1 0 0,0 0 1 0 0,0 0-1 0 0,0 0 1 0 0,0 0-1 0 0,2-2 1 0 0,-12-1-912 0 0,1-1 1 0 0,0 0-1 0 0,-12-10 0 0 0,-45-36-7490 0 0,-15-6-1387 0 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8:18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1024 9 240 0 0,'-4'-6'9285'0'0,"4"6"-9027"0"0,-15-2 5165 0 0,-18 5-1007 0 0,13 1-4285 0 0,0 1 0 0 0,-27 10 0 0 0,-3 2-297 0 0,26-9 71 0 0,-87 28 176 0 0,-191 91 0 0 0,134-48 1456 0 0,47-24 928 0 0,97-43-2247 0 0,2 1-1 0 0,-24 16 1 0 0,45-29-227 0 0,0 1 1 0 0,0 0-1 0 0,-1 0 0 0 0,1 0 0 0 0,0 0 1 0 0,0 0-1 0 0,0 0 0 0 0,0 1 0 0 0,0-1 1 0 0,1 0-1 0 0,-1 0 0 0 0,0 1 0 0 0,1-1 0 0 0,-1 0 1 0 0,0 1-1 0 0,1-1 0 0 0,0 1 0 0 0,-1-1 1 0 0,1 1-1 0 0,0-1 0 0 0,0 0 0 0 0,0 1 1 0 0,0-1-1 0 0,0 1 0 0 0,0-1 0 0 0,0 4 0 0 0,2 1 34 0 0,0-1-1 0 0,1 1 0 0 0,-1 0 1 0 0,1-1-1 0 0,0 0 0 0 0,4 6 1 0 0,24 35 78 0 0,2 0 0 0 0,69 71 1 0 0,-76-92-105 0 0,0-1 1 0 0,2-1-1 0 0,0-2 1 0 0,2-1-1 0 0,51 27 0 0 0,-12-18 67 0 0,29 16 241 0 0,-89-40-318 0 0,0 1-1 0 0,0 0 0 0 0,-1 0 1 0 0,1 0-1 0 0,-2 1 1 0 0,1 1-1 0 0,12 15 0 0 0,-19-22-13 0 0,-1-1 0 0 0,1 1 0 0 0,-1 0 0 0 0,1 0-1 0 0,-1-1 1 0 0,0 1 0 0 0,1 0 0 0 0,-1 0-1 0 0,0 0 1 0 0,0 0 0 0 0,0 0 0 0 0,1-1 0 0 0,-1 1-1 0 0,0 0 1 0 0,0 0 0 0 0,0 1 0 0 0,-1-1-2 0 0,1-1 1 0 0,0 0 0 0 0,0 1-1 0 0,0-1 1 0 0,0 0 0 0 0,-1 1 0 0 0,1-1-1 0 0,0 0 1 0 0,0 0 0 0 0,-1 1-1 0 0,1-1 1 0 0,0 0 0 0 0,0 0-1 0 0,-1 1 1 0 0,1-1 0 0 0,0 0-1 0 0,-1 0 1 0 0,1 0 0 0 0,0 0 0 0 0,-1 0-1 0 0,1 1 1 0 0,0-1 0 0 0,-1 0-1 0 0,1 0 1 0 0,0 0 0 0 0,-1 0-1 0 0,1 0 1 0 0,0 0 0 0 0,-1 0-1 0 0,1 0 1 0 0,0 0 0 0 0,-1 0 0 0 0,1 0-1 0 0,-1 0 1 0 0,1-1 0 0 0,0 1-1 0 0,-1 0 1 0 0,1 0 0 0 0,0 0-1 0 0,-1 0 1 0 0,-32-21-4229 0 0,-18-15-7230 0 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8:18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324 22 1201 0 0,'0'0'208'0'0,"0"-1"0"0"0,0 0 0 0 0,0 0 1 0 0,0 0-1 0 0,0 0 0 0 0,-1 0 0 0 0,1 0 1 0 0,0 0-1 0 0,0 1 0 0 0,-1-1 1 0 0,1 0-1 0 0,-1 0 0 0 0,1 0 0 0 0,0 0 1 0 0,-1 1-1 0 0,0-1 0 0 0,1 0 0 0 0,-1 1 1 0 0,1-1-1 0 0,-1 0 0 0 0,0 1 1 0 0,1-1-1 0 0,-1 1 0 0 0,0-1 0 0 0,0 1 1 0 0,0-1-1 0 0,1 1 0 0 0,-2-1 1 0 0,-1 1-23 0 0,1 0 0 0 0,-1 0 0 0 0,1 0 0 0 0,0 0 1 0 0,-1 1-1 0 0,1-1 0 0 0,0 1 0 0 0,-1-1 0 0 0,1 1 0 0 0,0 0 1 0 0,0 0-1 0 0,0 0 0 0 0,0 0 0 0 0,0 0 0 0 0,0 1 1 0 0,0-1-1 0 0,0 1 0 0 0,-3 2 0 0 0,-35 30 1366 0 0,2 2 0 0 0,-52 62 0 0 0,81-85-1378 0 0,0 1 0 0 0,1 1 0 0 0,0-1 0 0 0,1 1 0 0 0,1 1 0 0 0,-7 23 0 0 0,2 6 427 0 0,-4 45 0 0 0,14-81-540 0 0,-4 26 62 0 0,2 1-1 0 0,1-1 1 0 0,4 46 0 0 0,0-62-101 0 0,0 1 0 0 0,2-1 0 0 0,0 0 0 0 0,1 0 0 0 0,1 0 0 0 0,1-1 0 0 0,16 31 0 0 0,-13-31 17 0 0,2 0 0 0 0,0 0 1 0 0,1-1-1 0 0,0-1 0 0 0,2-1 1 0 0,0 0-1 0 0,0 0 0 0 0,1-2 1 0 0,1 0-1 0 0,0 0 0 0 0,23 10 1 0 0,-24-14-13 0 0,0-2 0 0 0,1 0 1 0 0,0-2-1 0 0,0 1 0 0 0,1-2 0 0 0,-1 0 1 0 0,1-1-1 0 0,0-1 0 0 0,0-1 0 0 0,0 0 1 0 0,0-2-1 0 0,0 0 0 0 0,27-5 1 0 0,-16 0-7 0 0,-1-2 0 0 0,0-1 0 0 0,-1-2-1 0 0,0 0 1 0 0,-1-2 0 0 0,0 0 0 0 0,-1-2 0 0 0,0-1 0 0 0,-1-1 0 0 0,23-22 0 0 0,-23 18 96 0 0,-2-1 0 0 0,-1-1 0 0 0,0-1 0 0 0,-2-1 0 0 0,0 0 0 0 0,-2-2 0 0 0,-1 0 0 0 0,-2-1 0 0 0,14-34 0 0 0,-22 48-88 0 0,-2 0 0 0 0,0-1-1 0 0,0 1 1 0 0,-1-1 0 0 0,-1 0 0 0 0,-1 0-1 0 0,0 0 1 0 0,-1 0 0 0 0,0 0 0 0 0,-1 0-1 0 0,-1 0 1 0 0,-4-18 0 0 0,4 27-49 0 0,0 0 0 0 0,0 0-1 0 0,-1 0 1 0 0,1 0 0 0 0,-1 0 0 0 0,-1 0 0 0 0,1 1 0 0 0,-1 0 0 0 0,0-1 0 0 0,0 2 0 0 0,-1-1 0 0 0,1 0 0 0 0,-9-6 0 0 0,5 6-57 0 0,-1 0 1 0 0,1 0 0 0 0,-1 1-1 0 0,0 0 1 0 0,0 0 0 0 0,0 1-1 0 0,0 0 1 0 0,-12-1 0 0 0,-11 0-255 0 0,-1 1 1 0 0,1 2-1 0 0,-1 1 1 0 0,-36 5-1 0 0,66-5 311 0 0,-122 16-889 0 0,106-11-273 0 0,-1 0 1 0 0,1 1-1 0 0,0 1 1 0 0,-25 13-1 0 0,-12 10-7689 0 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8:19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1 258 400 0 0,'2'0'1521'0'0,"3"-2"480"0"0,4-2 400 0 0,76-10 3362 0 0,115-14 1520 0 0,-27 12-5282 0 0,-64 14-1921 0 0,-31 0-240 0 0,-24-4-2161 0 0,-13-4-2642 0 0,-30-14-1199 0 0,-20-10-802 0 0</inkml:trace>
  <inkml:trace contextRef="#ctx0" brushRef="#br0" timeOffset="1">567 0 240 0 0,'-14'8'961'0'0,"-31"60"4561"0"0,-33 90 3042 0 0,42-28-4962 0 0,27-42-3442 0 0,11-18-721 0 0,10-3 321 0 0,-3-3 80 0 0,1-16 80 0 0,13-4-960 0 0,1-16-5523 0 0,7-14-2241 0 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8:19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4482 0 0,'7'2'16808'0'0,"275"-36"-9685"0"0,-109 28-7603 0 0,-109 6-1521 0 0,-40 12 480 0 0,-3 0-400 0 0,-19 6-8243 0 0,-44 0-1202 0 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8:20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451 0 1361 0 0,'-8'9'1393'0'0,"-5"6"806"0"0,1 0 1 0 0,1 1 0 0 0,-14 24-1 0 0,22-34-1537 0 0,0 0-1 0 0,1 1 0 0 0,0 0 0 0 0,0-1 1 0 0,0 1-1 0 0,1 0 0 0 0,0 0 0 0 0,0 0 0 0 0,1 0 1 0 0,-1 0-1 0 0,2 0 0 0 0,-1 1 0 0 0,3 9 1 0 0,32 123 817 0 0,-21-97-1429 0 0,-3 0 1 0 0,-2 1-1 0 0,5 57 0 0 0,-14-88 26 0 0,-1 0-1 0 0,0 0 0 0 0,0 0 1 0 0,-2 0-1 0 0,0-1 0 0 0,0 1 1 0 0,-1-1-1 0 0,0 0 0 0 0,-1 0 1 0 0,-1 0-1 0 0,-9 15 0 0 0,3-8 181 0 0,-1-1 1 0 0,0 0-1 0 0,-2-1 0 0 0,0-1 0 0 0,-27 24 0 0 0,31-31-220 0 0,-1 0 1 0 0,-1-1-1 0 0,0-1 0 0 0,0 0 0 0 0,-20 8 0 0 0,-70 18-124 0 0,12-5 480 0 0,86-25-65 0 0,11 0-111 0 0,22-1 32 0 0,-15-1-146 0 0,47 4 98 0 0,-1-2 1 0 0,1-3-1 0 0,61-8 0 0 0,140-39 18 0 0,-102 16-1063 0 0,-131 27-73 0 0,0-2 0 0 0,34-13 0 0 0,-45 13-636 0 0,-1-2 0 0 0,25-14-1 0 0,53-43-7222 0 0,-1-12-107 0 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8:20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36 1681 0 0,'-17'-6'2241'0'0,"0"0"160"0"0,1 0 0 0 0,-1 2-160 0 0,3 0-240 0 0,5 0-240 0 0,4 1-321 0 0,7 1-479 0 0,20 2-1281 0 0,-4 0-1521 0 0,-3 2-240 0 0,-8 1-80 0 0,-14 5-2561 0 0,-26 8 1920 0 0,-10 2 481 0 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8:21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39 720 0 0,'4'-16'1841'0'0,"-4"4"560"0"0,5 2 160 0 0,-10 60 3842 0 0,5 107 1921 0 0,10-5-4722 0 0,4-44-3442 0 0,0-36-880 0 0,5-22 239 0 0,0-18-799 0 0,2-26-6804 0 0,8-40-3041 0 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8:21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1 4802 0 0,'-70'31'21489'0'0,"53"-25"-18407"0"0,30-5-2681 0 0,240 14-3603 0 0,-228-13 2980 0 0,30 1 100 0 0,-1 2 1 0 0,70 17-1 0 0,-118-20 113 0 0,0-1-1 0 0,-1 1 0 0 0,1 1 1 0 0,0-1-1 0 0,-1 1 0 0 0,0 0 1 0 0,1 0-1 0 0,-1 0 0 0 0,0 1 1 0 0,-1 0-1 0 0,9 8 0 0 0,-10-8-42 0 0,0 0-1 0 0,0 0 0 0 0,-1 0 0 0 0,0 0 1 0 0,0 1-1 0 0,0-1 0 0 0,0 1 0 0 0,-1 0 1 0 0,1 0-1 0 0,-1-1 0 0 0,0 1 0 0 0,-1 0 1 0 0,1 0-1 0 0,-1 8 0 0 0,-1 10 77 0 0,-1 0 0 0 0,-1 0-1 0 0,-1 0 1 0 0,-9 27 0 0 0,-35 88-450 0 0,37-111-235 0 0,0 1-288 0 0,-18 35 0 0 0,25-56 488 0 0,0 0 1 0 0,0 0-1 0 0,-1-1 1 0 0,0 1 0 0 0,-1-1-1 0 0,1 0 1 0 0,-1-1 0 0 0,0 1-1 0 0,-11 7 1 0 0,11-10-1285 0 0,-1 0 0 0 0,1 0 1 0 0,0-1-1 0 0,-11 3 0 0 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8:21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64 1040 0 0,'-17'-8'2881'0'0,"-1"1"-1"0"0,-21-7 0 0 0,16 6 2898 0 0,33 6-4536 0 0,182-12 3603 0 0,-134 11-3994 0 0,-4-1-309 0 0,-20 1-626 0 0,57 3-1 0 0,-78 3-587 0 0,-11 2 220 0 0,-18 8 122 0 0,13-11 344 0 0,-43 28-776 0 0,-1-2 1 0 0,-1-3 0 0 0,-52 20-1 0 0,-157 46 3834 0 0,247-87-2262 0 0,22-5-680 0 0,7-2-2 0 0,104 1 172 0 0,185-27 0 0 0,-274 24-343 0 0,3-2-396 0 0,56-1 0 0 0,-90 8 358 0 0,-1 0-1 0 0,1 0 1 0 0,-1 0-1 0 0,0 0 0 0 0,1 0 1 0 0,-1 0-1 0 0,1 1 0 0 0,-1 0 1 0 0,1-1-1 0 0,-1 1 1 0 0,0 0-1 0 0,0 0 0 0 0,1 0 1 0 0,-1 0-1 0 0,2 2 0 0 0,-3-2-6 0 0,-1 0 0 0 0,1 0-1 0 0,0 1 1 0 0,-1-1-1 0 0,1 0 1 0 0,-1 0-1 0 0,0 0 1 0 0,1 1-1 0 0,-1-1 1 0 0,0 0-1 0 0,0 1 1 0 0,0-1-1 0 0,0 0 1 0 0,0 1-1 0 0,0-1 1 0 0,0 0-1 0 0,0 0 1 0 0,0 1-1 0 0,-1-1 1 0 0,1 0-1 0 0,0 0 1 0 0,-1 1-1 0 0,1-1 1 0 0,-1 0-1 0 0,0 0 1 0 0,-1 2-1 0 0,-7 14-85 0 0,-1 0 0 0 0,0-1-1 0 0,-1 0 1 0 0,-1-1 0 0 0,-1 0-1 0 0,0-1 1 0 0,-22 18 0 0 0,-117 79-1192 0 0,35-29 925 0 0,93-63 461 0 0,13-12 0 0 0,1 1 0 0 0,-14 14 0 0 0,63-17 47 0 0,113 3-201 0 0,-137-4 118 0 0,-15-4 18 0 0,1 0 0 0 0,-1 1 0 0 0,0-1 0 0 0,0 0 0 0 0,0 0 0 0 0,1 0 0 0 0,-1 1 0 0 0,0-1 0 0 0,0 0 0 0 0,0 1 1 0 0,0-1-1 0 0,0 0 0 0 0,0 0 0 0 0,0 1 0 0 0,1-1 0 0 0,-1 0 0 0 0,0 1 0 0 0,0-1 0 0 0,0 0 0 0 0,0 0 0 0 0,0 1 0 0 0,0-1 0 0 0,0 0 0 0 0,0 1 0 0 0,-1-1 0 0 0,1 0 0 0 0,0 1 0 0 0,-17 21 231 0 0,8-12-120 0 0,-33 43 261 0 0,11-14 0 0 0,-2-1-1 0 0,-63 57 0 0 0,66-70-154 0 0,8-7 28 0 0,1 0 0 0 0,-20 24 1 0 0,40-42-300 0 0,0 1 1 0 0,1-1 0 0 0,-1 1 0 0 0,0-1 0 0 0,1 1-1 0 0,-1-1 1 0 0,1 1 0 0 0,-1 0 0 0 0,1-1 0 0 0,-1 1-1 0 0,1 0 1 0 0,-1 0 0 0 0,1 0 0 0 0,-1-1 0 0 0,1 1-1 0 0,0 0 1 0 0,0 0 0 0 0,-1 0 0 0 0,1 1 0 0 0,16-8-3256 0 0,6-4 1688 0 0,14-8-141 0 0,-1 0 0 0 0,60-44 0 0 0,-64 40 2179 0 0,1 1 1 0 0,1 2 0 0 0,51-23 0 0 0,-79 41-231 0 0,1-1 0 0 0,-1 1 0 0 0,1 0 0 0 0,0 0 0 0 0,0 0 0 0 0,-1 1 0 0 0,1 0 1 0 0,0 0-1 0 0,0 0 0 0 0,-1 1 0 0 0,1 0 0 0 0,0 0 0 0 0,-1 0 0 0 0,1 1 0 0 0,-1 0 1 0 0,1 0-1 0 0,-1 0 0 0 0,5 4 0 0 0,8 5 342 0 0,0 1 0 0 0,0 1 0 0 0,23 22-1 0 0,-1-1 1610 0 0,-19-18-1603 0 0,0-1-1 0 0,2-1 1 0 0,39 19-1 0 0,-54-29-888 0 0,1-1-1 0 0,0 0 1 0 0,0 0 0 0 0,0 0-1 0 0,1-1 1 0 0,-1-1-1 0 0,0 0 1 0 0,1 0 0 0 0,-1-1-1 0 0,1 0 1 0 0,-1 0-1 0 0,1-1 1 0 0,16-4 0 0 0,-13 1-1359 0 0,-1-1 0 0 0,0-1 0 0 0,13-8 1 0 0,-23 13 1376 0 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8:22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445 0 5282 0 0,'-20'3'2455'0'0,"0"1"-1"0"0,0 1 1 0 0,1 0 0 0 0,-1 1-1 0 0,1 1 1 0 0,-18 10-1 0 0,17-6-1474 0 0,-26 19 1 0 0,-60 51-2473 0 0,88-65 1315 0 0,0 1-1 0 0,2 0 1 0 0,-30 39 0 0 0,44-53 202 0 0,0 0 1 0 0,0 0-1 0 0,0 0 1 0 0,0 0-1 0 0,0 1 1 0 0,1-1-1 0 0,-1 0 1 0 0,1 1-1 0 0,0-1 1 0 0,0 1-1 0 0,1 0 1 0 0,-1-1-1 0 0,0 1 1 0 0,1 0-1 0 0,0-1 1 0 0,0 1-1 0 0,0 0 1 0 0,1-1-1 0 0,-1 1 1 0 0,1 0-1 0 0,0-1 1 0 0,0 1-1 0 0,3 6 1 0 0,1-2-221 0 0,1 0 0 0 0,0 0 1 0 0,0 0-1 0 0,1-1 0 0 0,0 0 0 0 0,0 0 1 0 0,9 5-1 0 0,-7-4 181 0 0,0-1 1 0 0,-1 1-1 0 0,0 0 1 0 0,0 1-1 0 0,6 9 0 0 0,-10-10 17 0 0,0-1 0 0 0,-1 1 0 0 0,0 0 0 0 0,0 0 0 0 0,-1 1 0 0 0,0-1 0 0 0,0 0-1 0 0,0 14 1 0 0,-1 7 52 0 0,-2 33-1 0 0,0-40-2 0 0,-6 60 210 0 0,-4-1 1 0 0,-26 97-1 0 0,28-132-502 0 0,9-27-326 0 0,2-20-374 0 0,3-11-1396 0 0,8-37-6628 0 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8:22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6643 0 0,'-7'10'6323'0'0,"0"-2"-2001"0"0,4-2-1761 0 0,3-4-1200 0 0,10 0-561 0 0,47 10-640 0 0,63 18-480 0 0,-51 0 240 0 0,-45 6 80 0 0,-19 18-80 0 0,-15 18 240 0 0,-4 19 0 0 0,-15-1 0 0 0,-4-12-160 0 0,-5-18-320 0 0,5-18-1201 0 0,9-34-7203 0 0,6-18-2241 0 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8:22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57 1040 0 0,'2'-4'571'0'0,"0"-1"-1"0"0,0 1 0 0 0,0-1 0 0 0,1 1 0 0 0,0-1 0 0 0,-1 1 0 0 0,1 0 1 0 0,4-3-1 0 0,-6 6-430 0 0,0-1 1 0 0,0 1-1 0 0,0 0 0 0 0,0 0 1 0 0,0 0-1 0 0,0 0 1 0 0,0 0-1 0 0,1 0 1 0 0,-1 1-1 0 0,0-1 0 0 0,1 0 1 0 0,-1 1-1 0 0,0-1 1 0 0,1 1-1 0 0,-1-1 1 0 0,1 1-1 0 0,-1 0 0 0 0,1-1 1 0 0,-1 1-1 0 0,1 0 1 0 0,-1 0-1 0 0,1 0 0 0 0,-1 0 1 0 0,1 0-1 0 0,-1 1 1 0 0,1-1-1 0 0,-1 0 1 0 0,0 1-1 0 0,1-1 0 0 0,1 1 1 0 0,-2 0-81 0 0,0 0 1 0 0,1 0-1 0 0,-1 0 0 0 0,0 0 1 0 0,0 1-1 0 0,0-1 0 0 0,-1 0 1 0 0,1 0-1 0 0,0 1 0 0 0,0-1 1 0 0,-1 0-1 0 0,1 1 0 0 0,-1-1 1 0 0,1 1-1 0 0,-1-1 0 0 0,1 0 1 0 0,-1 1-1 0 0,0-1 0 0 0,0 1 1 0 0,0 1-1 0 0,2 14 108 0 0,-2-1 0 0 0,0 1 0 0 0,0-1 0 0 0,-2 0 0 0 0,0 0 1 0 0,-1 1-1 0 0,0-1 0 0 0,-2-1 0 0 0,0 1 0 0 0,0-1 0 0 0,-2 1 0 0 0,0-2 0 0 0,0 1 0 0 0,-13 17 0 0 0,-17 13-135 0 0,-9 12 284 0 0,43-52-256 0 0,0 0 0 0 0,0 0 0 0 0,0 1 1 0 0,1-1-1 0 0,-1 1 0 0 0,1-1 0 0 0,1 1 0 0 0,-1 0 0 0 0,0 8 0 0 0,2-13-50 0 0,-1 0 1 0 0,1 0 0 0 0,0 0 0 0 0,0 0-1 0 0,0 0 1 0 0,0 0 0 0 0,0 0 0 0 0,0 0 0 0 0,0 0-1 0 0,0 0 1 0 0,0 0 0 0 0,1 0 0 0 0,-1 0-1 0 0,0 0 1 0 0,1 0 0 0 0,-1 0 0 0 0,0 0-1 0 0,1 0 1 0 0,-1 0 0 0 0,1-1 0 0 0,0 1-1 0 0,-1 0 1 0 0,1 0 0 0 0,0 0 0 0 0,-1-1-1 0 0,1 1 1 0 0,0-1 0 0 0,0 1 0 0 0,0 0 0 0 0,-1-1-1 0 0,1 1 1 0 0,0-1 0 0 0,0 0 0 0 0,0 1-1 0 0,0-1 1 0 0,0 0 0 0 0,0 1 0 0 0,0-1-1 0 0,0 0 1 0 0,0 0 0 0 0,0 0 0 0 0,1 0-1 0 0,3 0-12 0 0,-1-1 0 0 0,1 1-1 0 0,-1-1 1 0 0,1-1 0 0 0,-1 1-1 0 0,0 0 1 0 0,1-1 0 0 0,7-4-1 0 0,6-6-463 0 0,-1-1 0 0 0,0 0 0 0 0,-1-1-1 0 0,0-1 1 0 0,-1 0 0 0 0,-1-1 0 0 0,23-33 0 0 0,57-93-3457 0 0,2-15-1881 0 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8:23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162 120 2561 0 0,'12'-25'1543'0'0,"-8"18"-923"0"0,-1 1 1 0 0,1-1-1 0 0,-1-1 0 0 0,-1 1 0 0 0,1 0 0 0 0,-1-1 0 0 0,-1 1 0 0 0,1-1 0 0 0,-1 1 0 0 0,0-11 0 0 0,-4 13 1218 0 0,-4 9-261 0 0,-22 28-252 0 0,1 1 0 0 0,-29 46 0 0 0,48-66-863 0 0,0 0 1 0 0,0 1-1 0 0,2 0 0 0 0,0 1 1 0 0,0-1-1 0 0,-5 21 0 0 0,11-32-441 0 0,0 1 0 0 0,1 0 0 0 0,-1 0-1 0 0,1-1 1 0 0,-1 1 0 0 0,1 0 0 0 0,0 0 0 0 0,1 0-1 0 0,-1 0 1 0 0,1-1 0 0 0,-1 1 0 0 0,1 0-1 0 0,0-1 1 0 0,1 1 0 0 0,-1 0 0 0 0,1-1 0 0 0,-1 1-1 0 0,1-1 1 0 0,0 0 0 0 0,0 0 0 0 0,0 0-1 0 0,1 0 1 0 0,-1 0 0 0 0,1 0 0 0 0,0 0-1 0 0,0-1 1 0 0,0 1 0 0 0,0-1 0 0 0,0 0 0 0 0,0 0-1 0 0,1 0 1 0 0,6 2 0 0 0,62 26 16 0 0,22 10-224 0 0,-82-34 124 0 0,-2 1 1 0 0,1-1 0 0 0,-1 2-1 0 0,0 0 1 0 0,0 0-1 0 0,9 11 1 0 0,-12-11 67 0 0,-1 0 1 0 0,0 0-1 0 0,-1 1 1 0 0,0 0-1 0 0,0 0 0 0 0,-1 1 1 0 0,0-1-1 0 0,-1 1 1 0 0,0-1-1 0 0,0 1 0 0 0,-1 0 1 0 0,-1 1-1 0 0,1-1 1 0 0,-2 0-1 0 0,1 0 0 0 0,-1 0 1 0 0,-3 16-1 0 0,-3 12 118 0 0,-1 0-1 0 0,-2 0 0 0 0,-18 46 1 0 0,11-38-43 0 0,-2 14-73 0 0,-3 0-1 0 0,-3-2 1 0 0,-50 89 0 0 0,71-143-229 0 0,0 2-95 0 0,0-1 1 0 0,0 0-1 0 0,-1 0 1 0 0,0-1-1 0 0,-5 6 0 0 0,8-9 156 0 0,0 0 0 0 0,1-1-1 0 0,-1 1 1 0 0,0-1 0 0 0,0 1-1 0 0,0-1 1 0 0,1 1 0 0 0,-1-1-1 0 0,0 1 1 0 0,0-1-1 0 0,0 0 1 0 0,0 0 0 0 0,0 1-1 0 0,0-1 1 0 0,0 0 0 0 0,0 0-1 0 0,0 0 1 0 0,0 0-1 0 0,0 0 1 0 0,0 0 0 0 0,0 0-1 0 0,0 0 1 0 0,0-1 0 0 0,0 1-1 0 0,0 0 1 0 0,0 0-1 0 0,0-1 1 0 0,1 1 0 0 0,-1-1-1 0 0,0 1 1 0 0,0-1 0 0 0,0 1-1 0 0,0-1 1 0 0,1 0-1 0 0,-1 1 1 0 0,0-1 0 0 0,1 0-1 0 0,-1 1 1 0 0,0-1 0 0 0,0-1-1 0 0,-6-9-2219 0 0,1 1 0 0 0,0-1 0 0 0,-6-16 0 0 0</inkml:trace>
  <inkml:trace contextRef="#ctx0" brushRef="#br0" timeOffset="1">27 740 5923 0 0,'-12'2'11205'0'0,"5"2"-5042"0"0,2-2-3042 0 0,3 0-1280 0 0,4 0-801 0 0,12 4-960 0 0,122 67-3041 0 0,6 15 960 0 0,-66-20-80 0 0,-38-34-10404 0 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8:23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0 292 1441 0 0,'29'-12'9124'0'0,"-46"-18"-3522"0"0,5 18 1202 0 0,29 18-4804 0 0,151 24-959 0 0,19-22-961 0 0,-42-28-640 0 0,-39-16-161 0 0,-25 4-1360 0 0,-24-10 481 0 0,-40-22-1122 0 0,-25-23-9443 0 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8:24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463 1 2161 0 0,'-47'22'6883'0'0,"2"2"-2641"0"0,0 30-960 0 0,-10 66-1041 0 0,27 7-1681 0 0,23 11-320 0 0,12-16 0 0 0,0 6 961 0 0,0 12 1040 0 0,-2-6-641 0 0,-5-15-1199 0 0,-2-33-722 0 0,-5-30-1199 0 0,2-44-4803 0 0,-19-72-6803 0 0</inkml:trace>
  <inkml:trace contextRef="#ctx0" brushRef="#br0" timeOffset="1">115 1016 4562 0 0,'-36'-36'4162'0'0,"8"12"-1921"0"0,6 10-960 0 0,8 4-1 0 0,2 4-79 0 0,10 0-81 0 0,87-10 1441 0 0,143-42 801 0 0,4-20-2482 0 0,-71 8-1040 0 0,-35-4-800 0 0,-15-4-641 0 0,-14 2-480 0 0,-28 4-4962 0 0,-29 6-1121 0 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8:24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140 360 3282 0 0,'-49'6'5842'0'0,"15"-2"-1760"0"0,11 6-1281 0 0,6-4-800 0 0,5 0-560 0 0,7 2-481 0 0,5 0-399 0 0,105 56-1202 0 0,13-18 481 0 0,-9-38 400 0 0,-21-14-160 0 0,-24-4-400 0 0,-31 0-2001 0 0,-21-6-10004 0 0</inkml:trace>
  <inkml:trace contextRef="#ctx0" brushRef="#br0" timeOffset="1">446 0 2241 0 0,'-19'0'4242'0'0,"7"6"-560"0"0,3 0-801 0 0,-1 4-640 0 0,-9 64-560 0 0,-9 82 480 0 0,25-42 160 0 0,8-46-1761 0 0,5-24-880 0 0,6-14-400 0 0,10-16-3282 0 0,10-20-6003 0 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8:24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342 1 80 0 0,'-15'4'2081'0'0,"-11"14"800"0"0,-102 114 5603 0 0,38-34-4242 0 0,71-58-4322 0 0,7-6-1120 0 0,-7 5-3283 0 0,-14-11-5761 0 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8:25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0 2081 0 0,'-11'17'3132'0'0,"-21"34"1054"0"0,25-40-3922 0 0,1 0-1 0 0,1 1 0 0 0,0-1 0 0 0,1 1 0 0 0,-3 13 0 0 0,2 1 1099 0 0,1 1-1 0 0,1-1 1 0 0,2 1-1 0 0,0-1 1 0 0,6 44-1 0 0,-2-50-1189 0 0,0 1 0 0 0,8 20-1 0 0,-10-38-189 0 0,0 1 1 0 0,0-1-1 0 0,0 0 0 0 0,1 0 0 0 0,-1 1 0 0 0,1-1 0 0 0,0 0 0 0 0,0-1 0 0 0,0 1 1 0 0,1 0-1 0 0,-1 0 0 0 0,1-1 0 0 0,-1 1 0 0 0,1-1 0 0 0,0 0 0 0 0,0 0 1 0 0,0 0-1 0 0,0 0 0 0 0,3 1 0 0 0,-3-2-15 0 0,0-1 1 0 0,0 1-1 0 0,0-1 1 0 0,0 1-1 0 0,0-1 0 0 0,0 0 1 0 0,0 0-1 0 0,0 0 1 0 0,0-1-1 0 0,0 1 0 0 0,0-1 1 0 0,0 1-1 0 0,0-1 1 0 0,0 0-1 0 0,0 0 0 0 0,-1 0 1 0 0,1-1-1 0 0,0 1 1 0 0,-1-1-1 0 0,1 1 0 0 0,-1-1 1 0 0,5-4-1 0 0,7-8-1102 0 0,-1-1 0 0 0,-1 0 0 0 0,0-1-1 0 0,-1 0 1 0 0,16-33 0 0 0,-22 40 543 0 0,72-137-5292 0 0,-30 44 7859 0 0,-45 98-1367 0 0,0-1 0 0 0,0 1-1 0 0,1 0 1 0 0,-1 0-1 0 0,1 1 1 0 0,0-1 0 0 0,0 0-1 0 0,1 1 1 0 0,-1 0-1 0 0,1 0 1 0 0,3-3 0 0 0,0 2-202 0 0,0 0 0 0 0,0 0 1 0 0,0 1-1 0 0,0 0 0 0 0,0 0 1 0 0,9-2-1 0 0,-3 2-245 0 0,-1 1-1 0 0,1 0 0 0 0,0 1 1 0 0,0 0-1 0 0,0 1 0 0 0,0 0 1 0 0,20 4-1 0 0,-28-3-164 0 0,0 0 0 0 0,0 0 1 0 0,0 1-1 0 0,0-1 0 0 0,0 1 0 0 0,0 0 0 0 0,-1 1 1 0 0,1-1-1 0 0,7 6 0 0 0,-10-6 10 0 0,0 0 1 0 0,0 1-1 0 0,0-1 0 0 0,0 0 0 0 0,0 1 0 0 0,-1-1 1 0 0,1 1-1 0 0,-1 0 0 0 0,1-1 0 0 0,-1 1 0 0 0,0 0 1 0 0,0 0-1 0 0,0 0 0 0 0,-1 0 0 0 0,1 0 0 0 0,-1 0 1 0 0,1 0-1 0 0,-1 4 0 0 0,-1 6 28 0 0,0 1-1 0 0,0 0 1 0 0,-1 0 0 0 0,-1 0 0 0 0,-1-1 0 0 0,0 1-1 0 0,-7 17 1 0 0,-5 3-282 0 0,-30 49-1 0 0,45-82 220 0 0,-2 6-376 0 0,-2 0-1 0 0,1-1 1 0 0,-1 0-1 0 0,-7 8 1 0 0,9-11-287 0 0,1-1 0 0 0,-1 0 0 0 0,0 0 1 0 0,0 0-1 0 0,0-1 0 0 0,0 1 1 0 0,-6 1-1 0 0,-28 7-8712 0 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8:25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148 242 400 0 0,'-10'-6'1017'0'0,"-8"-6"2035"0"0,19 12-2839 0 0,-1-1 0 0 0,1 1 0 0 0,-1-1 0 0 0,1 1 1 0 0,-1-1-1 0 0,1 1 0 0 0,0-1 0 0 0,-1 1 0 0 0,1 0 0 0 0,0-1 1 0 0,-1 1-1 0 0,1 0 0 0 0,0-1 0 0 0,-1 1 0 0 0,1 0 1 0 0,0 0-1 0 0,0 0 0 0 0,0 0 0 0 0,0-1 45 0 0,103-29 6822 0 0,27-17-2248 0 0,-125 45-4710 0 0,0-1-1 0 0,-1 0 0 0 0,0 0 0 0 0,8-6 0 0 0,-11 8-306 0 0,-1 0-1 0 0,0 0 0 0 0,0-1 1 0 0,0 1-1 0 0,0 0 0 0 0,0 0 1 0 0,0 0-1 0 0,0-1 0 0 0,-1 1 1 0 0,1-1-1 0 0,0 1 0 0 0,-1 0 1 0 0,1-3-1 0 0,-1 0-301 0 0,0 1 0 0 0,0 0 0 0 0,-1 0 0 0 0,1-1 0 0 0,-1 1 0 0 0,0 0 0 0 0,0 0 0 0 0,0 0 0 0 0,-1 0 0 0 0,1 0 0 0 0,-1 0 0 0 0,-3-5 0 0 0,0-2 194 0 0,3 6 236 0 0,0 1 0 0 0,0-1 0 0 0,0 1 0 0 0,-1 0 0 0 0,1 0 0 0 0,-1 0-1 0 0,0 0 1 0 0,1 1 0 0 0,-1-1 0 0 0,0 1 0 0 0,-7-5 0 0 0,9 7 100 0 0,-1-1-1 0 0,1 1 1 0 0,0-1 0 0 0,-1 1-1 0 0,1 0 1 0 0,-1-1 0 0 0,1 1 0 0 0,0 0-1 0 0,-1 0 1 0 0,1 0 0 0 0,-1 0 0 0 0,1 0-1 0 0,-1 0 1 0 0,1 1 0 0 0,-3 0-1 0 0,2 0 63 0 0,-1 0 0 0 0,1 0 0 0 0,0 0 0 0 0,0 1-1 0 0,0-1 1 0 0,0 1 0 0 0,1-1 0 0 0,-1 1 0 0 0,0 0-1 0 0,1 0 1 0 0,-1-1 0 0 0,-1 5 0 0 0,-8 10 720 0 0,1 0 0 0 0,1 1 1 0 0,-13 33-1 0 0,18-38-559 0 0,1 0 0 0 0,-1 0 0 0 0,2 1 0 0 0,0-1 0 0 0,0 0 1 0 0,1 1-1 0 0,1-1 0 0 0,1 14 0 0 0,3 11-265 0 0,-1-10-105 0 0,0-1 1 0 0,-2 29 0 0 0,-2-46 87 0 0,0 1 0 0 0,-1 0 0 0 0,0-1 1 0 0,0 0-1 0 0,-1 1 0 0 0,0-1 0 0 0,0 0 0 0 0,-1 0 1 0 0,-6 10-1 0 0,6-12 16 0 0,0 0 0 0 0,0-1 0 0 0,-1 1 0 0 0,0-1 0 0 0,0 0 0 0 0,0 0 0 0 0,-1-1 0 0 0,1 0 0 0 0,-1 0 0 0 0,-1 0 0 0 0,1-1 0 0 0,-1 1 0 0 0,0-2 0 0 0,0 1 0 0 0,0-1 0 0 0,0 0 0 0 0,0 0 0 0 0,-1-1 0 0 0,-11 3 0 0 0,-39 0 594 0 0,31-4 2173 0 0,23-3-2167 0 0,9-2-429 0 0,15-6-88 0 0,223-106-1272 0 0,-79 25-5626 0 0,-67 34-2215 0 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8:25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10 308 240 0 0,'-3'0'2801'0'0,"-4"4"3282"0"0,55-6 160 0 0,103-10 2001 0 0,-13-12-5283 0 0,-50 6-3521 0 0,-55 10-961 0 0,-26-6-5602 0 0,-2-6-7444 0 0</inkml:trace>
  <inkml:trace contextRef="#ctx0" brushRef="#br0" timeOffset="1">387 0 1281 0 0,'-3'1'406'0'0,"0"-1"0"0"0,0 1 1 0 0,0 0-1 0 0,0 0 0 0 0,0 0 1 0 0,1 0-1 0 0,-1 0 0 0 0,0 0 1 0 0,1 1-1 0 0,-1 0 0 0 0,1-1 0 0 0,0 1 1 0 0,-1 0-1 0 0,1 0 0 0 0,0 0 1 0 0,0 0-1 0 0,0 1 0 0 0,-3 4 1 0 0,0 3 740 0 0,-1 1-1 0 0,2 0 1 0 0,-7 21 0 0 0,5-13 72 0 0,-28 104 5306 0 0,30-102-5586 0 0,1 1-1 0 0,1 0 1 0 0,0-1 0 0 0,3 34-1 0 0,13 27-602 0 0,-9-59-599 0 0,-1 0 0 0 0,1 25 0 0 0,-5-6 144 0 0,-9 77 0 0 0,-19 47 141 0 0,10-64-2021 0 0,17-97 1785 0 0,0 1 0 0 0,0-1-1 0 0,0 0 1 0 0,-1 1 0 0 0,1-1-1 0 0,-1 0 1 0 0,-1 0-1 0 0,-4 9 1 0 0,6-13 46 0 0,0 0 0 0 0,0 0 0 0 0,0 0 0 0 0,0 0 0 0 0,0 0-1 0 0,0 0 1 0 0,0-1 0 0 0,-1 1 0 0 0,1 0 0 0 0,0-1 0 0 0,0 1 0 0 0,-1 0 0 0 0,1-1 0 0 0,0 0-1 0 0,-3 1 1 0 0,2-1-443 0 0,0 0 0 0 0,0 0 0 0 0,-1 0-1 0 0,1 0 1 0 0,0 0 0 0 0,0-1-1 0 0,0 1 1 0 0,0-1 0 0 0,-1 0-1 0 0,1 1 1 0 0,0-1 0 0 0,-2-2 0 0 0,-26-16-9301 0 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8:26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50 238 1761 0 0,'-21'-20'2561'0'0,"7"2"-480"0"0,2 2-240 0 0,10 2-401 0 0,11 0-79 0 0,88-10 3041 0 0,121-10 2081 0 0,-56 16-2881 0 0,-51 10-2962 0 0,-11 2-1200 0 0,-15-6 160 0 0,-19 4 159 0 0,-16 10 1 0 0,-24-6-320 0 0,-9-4-480 0 0,-8-10-5683 0 0,-11 0-7284 0 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8:26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18 400 0 0,'7'-18'6803'0'0,"12"138"6243"0"0,9 4-6403 0 0,3-46-7443 0 0,-19-14-4322 0 0,-31-4 159 0 0,-21 0-6562 0 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8:27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8004 0 0,'-10'4'12220'0'0,"19"0"-5355"0"0,11 4-4646 0 0,10 8-3287 0 0,183 128-2147 0 0,-207-139 3197 0 0,0 0 0 0 0,0 0 0 0 0,-1 1-1 0 0,1-1 1 0 0,-1 2 0 0 0,0-1 0 0 0,-1 0 0 0 0,0 1 0 0 0,0 0 0 0 0,3 7 0 0 0,-5-9 38 0 0,-1-1 0 0 0,0 1 0 0 0,0 0 0 0 0,-1-1 0 0 0,1 1-1 0 0,-1 0 1 0 0,0 0 0 0 0,0-1 0 0 0,-1 1 0 0 0,1 0 0 0 0,-1-1 0 0 0,0 1 0 0 0,-1 0 0 0 0,1-1 0 0 0,-4 9 0 0 0,-17 32 236 0 0,-48 73 0 0 0,50-88-157 0 0,1 0 0 0 0,1 2 0 0 0,2 0 1 0 0,1 1-1 0 0,-12 40 0 0 0,20-36-52 0 0,2 1 1 0 0,1-1-1 0 0,2 1 1 0 0,2 0-1 0 0,4 41 0 0 0,-2-46-91 0 0,-2-25 54 0 0,1-1-1 0 0,-1 1 0 0 0,2 0 1 0 0,-1-1-1 0 0,1 1 1 0 0,1-1-1 0 0,4 12 1 0 0,-5-15-14 0 0,0-1-1 0 0,0 1 1 0 0,1 0 0 0 0,-1-1 0 0 0,1 0 0 0 0,0 0 0 0 0,0 1 0 0 0,0-2-1 0 0,1 1 1 0 0,-1 0 0 0 0,1-1 0 0 0,-1 1 0 0 0,1-1 0 0 0,7 3-1 0 0,27 9 36 0 0,1-2 0 0 0,0-1 0 0 0,1-2 0 0 0,0-2 0 0 0,0-1 0 0 0,55 0 0 0 0,-6-6 294 0 0,156-21 1 0 0,-181 10 209 0 0,-1-2 1 0 0,86-32 0 0 0,-143 43-476 0 0,12-3-216 0 0,0 0 1 0 0,36-5-1 0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9:48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71 720 0 0,'5'-22'5252'0'0,"13"-9"-1597"0"0,-10 18-1827 0 0,-5 9-1013 0 0,-1 4-160 0 0,-1 7 280 0 0,-31 208 5587 0 0,-9 6-5107 0 0,-6-29-1548 0 0,0-2 330 0 0,36-144-72 0 0,3-1 1 0 0,-1 55-1 0 0,6-46-17 0 0,3 106 184 0 0,-1-153-282 0 0,0-1 1 0 0,1 0-1 0 0,-1 0 0 0 0,1 1 0 0 0,0-1 1 0 0,1 0-1 0 0,0-1 0 0 0,0 1 0 0 0,0 0 1 0 0,0-1-1 0 0,1 0 0 0 0,5 7 0 0 0,-8-12-23 0 0,-1 0-1 0 0,1 1 0 0 0,-1-1 1 0 0,1 1-1 0 0,-1-1 0 0 0,1 1 1 0 0,-1-1-1 0 0,0 1 0 0 0,1 0 1 0 0,-1-1-1 0 0,0 1 0 0 0,1-1 1 0 0,-1 1-1 0 0,0 0 0 0 0,0-1 1 0 0,0 1-1 0 0,1 0 0 0 0,-1-1 1 0 0,0 1-1 0 0,0 0 0 0 0,0 0 1 0 0,0-1-1 0 0,0 1 0 0 0,0 0 1 0 0,-1-1-1 0 0,1 1 0 0 0,0 0 1 0 0,0-1-1 0 0,0 1 0 0 0,-1-1 1 0 0,1 1-1 0 0,0 0 0 0 0,-1-1 1 0 0,1 1-1 0 0,0-1 0 0 0,-1 1 1 0 0,1 0-1 0 0,-1-1 0 0 0,1 1 1 0 0,-1-1-1 0 0,1 0 0 0 0,-1 1 1 0 0,1-1-1 0 0,-1 1 0 0 0,1-1 1 0 0,-2 1-1 0 0,-3 1-738 0 0,1-1 1 0 0,-1 1-1 0 0,0-1 0 0 0,0 1 0 0 0,-6-1 0 0 0,5 0-1258 0 0,-6-2-3694 0 0,-2-13 2863 0 0,8 7 981 0 0,-25-19-2221 0 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9:48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18 165 80 0 0,'-2'-2'102'0'0,"0"0"-1"0"0,1-1 1 0 0,-1 0-1 0 0,0 1 1 0 0,1-1 0 0 0,0 0-1 0 0,0 1 1 0 0,0-1-1 0 0,0 0 1 0 0,0 0 0 0 0,0 0-1 0 0,1 0 1 0 0,-1-6-1 0 0,1-2 1133 0 0,1 1 1 0 0,2-19-1 0 0,-1 22-394 0 0,-1 0 0 0 0,0 0 0 0 0,0 0 0 0 0,-1-1 0 0 0,0 1 0 0 0,0 0 0 0 0,-3-14 0 0 0,5 31-376 0 0,1 1 0 0 0,-1-1 0 0 0,-1 1 0 0 0,1 16 0 0 0,1 17 4 0 0,34 185 772 0 0,-30-197-1164 0 0,2-1-1 0 0,1 1 1 0 0,2-2 0 0 0,1 0 0 0 0,21 37 0 0 0,-31-61-51 0 0,1 0 0 0 0,0-1 1 0 0,0 1-1 0 0,1-1 1 0 0,-1 0-1 0 0,1 0 1 0 0,1-1-1 0 0,9 8 0 0 0,-11-10-8 0 0,1 1 0 0 0,-1-1 0 0 0,0-1 0 0 0,1 1 0 0 0,-1-1 0 0 0,1 0 0 0 0,0 0 0 0 0,-1 0 0 0 0,1 0 0 0 0,0-1 0 0 0,-1 0 0 0 0,1 0 0 0 0,7-1 0 0 0,1-1 6 0 0,0-1-1 0 0,-1 0 0 0 0,1-1 1 0 0,-1 0-1 0 0,0-1 0 0 0,0 0 0 0 0,0-1 1 0 0,-1-1-1 0 0,0 0 0 0 0,-1 0 1 0 0,1-1-1 0 0,-1 0 0 0 0,-1-1 1 0 0,1 0-1 0 0,12-16 0 0 0,6-12 100 0 0,-2-1 0 0 0,42-81 0 0 0,-52 88-111 0 0,27-46-238 0 0,74-98 1 0 0,-99 154-491 0 0,-32 38-13960 0 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9:49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11 4242 0 0,'-28'-8'3842'0'0,"4"6"-641"0"0,5 2-800 0 0,12 6-960 0 0,104 62-9125 0 0,2-10 1041 0 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9:49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33 1040 0 0,'19'0'7124'0'0,"-41"12"-2082"0"0,-1-4-4082 0 0,8-8-1200 0 0,13-4 160 0 0,2 2 80 0 0,2 0 80 0 0,32-6-240 0 0,56-12-2481 0 0,-3 4-3122 0 0,8 34 1041 0 0</inkml:trace>
  <inkml:trace contextRef="#ctx0" brushRef="#br0" timeOffset="1">1067 55 720 0 0,'9'2'1681'0'0,"-23"2"80"0"0,12-8-240 0 0,13 4 319 0 0,11-2 2883 0 0,4 0-2562 0 0,24 2-3522 0 0,26 0-2641 0 0,-15 6-2721 0 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9:49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41 960 0 0,'59'8'10645'0'0,"-66"-6"-6643"0"0,7-4-3922 0 0,24-6-880 0 0,16-6-481 0 0,31-4-1200 0 0,3 10-1041 0 0,-10 30-2480 0 0</inkml:trace>
  <inkml:trace contextRef="#ctx0" brushRef="#br0" timeOffset="1">1397 212 1921 0 0,'-12'4'8644'0'0,"5"-2"-3282"0"0,5-6-5042 0 0,4 6-1360 0 0,0-2-81 0 0,8 2-479 0 0,-1-2 319 0 0,22 12-2801 0 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9:50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1 168 2001 0 0,'28'6'7763'0'0,"-40"-2"-4801"0"0,1-4-3202 0 0,22-4-241 0 0,11-2 642 0 0,-1-2 79 0 0,15 2 0 0 0,13 0-1441 0 0,-1-2-2160 0 0,28 8-1281 0 0</inkml:trace>
  <inkml:trace contextRef="#ctx0" brushRef="#br0" timeOffset="1">1108 98 6163 0 0,'42'-8'3922'0'0,"-15"-2"-2482"0"0,-16 4-559 0 0,4-2-401 0 0,8-6-320 0 0,13 0-80 0 0,-5-2-160 0 0,4 2-880 0 0,-25 7-2242 0 0,-15 16-4161 0 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9:56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74 320 0 0,'4'0'1031'0'0,"-10"6"-101"0"0,-2 0-550 0 0,-38 30 1041 0 0,31-19-561 0 0,1 1 1 0 0,0 0 0 0 0,-15 28-1 0 0,20-30 922 0 0,-1-1 0 0 0,0 0-1 0 0,-1-1 1 0 0,0 0 0 0 0,-1 0-1 0 0,-18 14 1 0 0,-10 1-1209 0 0,76-28-426 0 0,25 9-165 0 0,-2 2 1 0 0,112 38-1 0 0,-155-44 29 0 0,0 0 0 0 0,0 2 0 0 0,0 0 0 0 0,-1 0 0 0 0,20 16 0 0 0,-33-23 0 0 0,0 1-1 0 0,-1 0 0 0 0,1-1 1 0 0,0 1-1 0 0,-1 0 0 0 0,0 0 1 0 0,1 0-1 0 0,-1 0 0 0 0,0 0 0 0 0,0 0 1 0 0,0 0-1 0 0,0 0 0 0 0,0 1 1 0 0,-1-1-1 0 0,1 0 0 0 0,-1 0 0 0 0,1 1 1 0 0,-1-1-1 0 0,0 0 0 0 0,0 1 1 0 0,0-1-1 0 0,0 0 0 0 0,0 1 0 0 0,-1-1 1 0 0,1 0-1 0 0,-1 1 0 0 0,1-1 1 0 0,-1 0-1 0 0,0 0 0 0 0,0 0 1 0 0,0 1-1 0 0,0-1 0 0 0,0 0 0 0 0,-3 3 1 0 0,-3 4 120 0 0,1-1 1 0 0,-2 1-1 0 0,1-1 1 0 0,-1-1-1 0 0,0 1 1 0 0,-11 6-1 0 0,1-1 103 0 0,-2 0 1 0 0,0-1-1 0 0,0-1 1 0 0,-1-1-1 0 0,0 0 0 0 0,-35 9 1 0 0,54-19-298 0 0,1 1 0 0 0,-1-1 0 0 0,0 0 0 0 0,0 0 0 0 0,0 1 1 0 0,0-1-1 0 0,0 0 0 0 0,1-1 0 0 0,-1 1 0 0 0,0 0 0 0 0,0 0 0 0 0,0-1 0 0 0,0 1 0 0 0,1-1 1 0 0,-1 0-1 0 0,0 0 0 0 0,1 1 0 0 0,-1-1 0 0 0,0 0 0 0 0,1 0 0 0 0,-1 0 0 0 0,1-1 0 0 0,0 1 1 0 0,-1 0-1 0 0,1 0 0 0 0,0-1 0 0 0,-2-1 0 0 0,2 1-140 0 0,0-1 1 0 0,0 1-1 0 0,0-1 0 0 0,1 1 0 0 0,-1-1 0 0 0,0 1 1 0 0,1-1-1 0 0,0 0 0 0 0,0 1 0 0 0,0-1 1 0 0,0 1-1 0 0,0-1 0 0 0,0 0 0 0 0,0 1 1 0 0,1-1-1 0 0,0 1 0 0 0,-1-1 0 0 0,1 1 1 0 0,0-1-1 0 0,0 1 0 0 0,0 0 0 0 0,1-1 1 0 0,-1 1-1 0 0,2-2 0 0 0,28-45-2660 0 0,3 2 1 0 0,51-56-1 0 0,-47 62 2375 0 0,53-42 0 0 0,-32 30 1251 0 0,-40 34 593 0 0,0 2-1 0 0,2 0 1 0 0,-1 1 0 0 0,2 1-1 0 0,39-20 1 0 0,-21 17-287 0 0,28-13 1850 0 0,105-32-1 0 0,-149 56-2965 0 0,0 1 0 0 0,0 2 0 0 0,0 0 0 0 0,1 2 0 0 0,0 1 0 0 0,-1 0 0 0 0,1 2 0 0 0,37 6 0 0 0,-38-2-974 0 0,26 4-800 0 0,-46-9 1466 0 0,-1 0 1 0 0,0 0-1 0 0,1 0 1 0 0,-1 0-1 0 0,0-1 1 0 0,1 1-1 0 0,-1-1 0 0 0,0 0 1 0 0,1 0-1 0 0,-1 0 1 0 0,5-2-1 0 0,-4 0-1154 0 0,0-1-1 0 0,0 1 1 0 0,-1 0-1 0 0,1-1 1 0 0,5-7-1 0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9:56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59 160 0 0,'-17'-32'2401'0'0,"-4"14"80"0"0,-3 10 321 0 0,3 8-241 0 0,-3 2-320 0 0,-4 16-320 0 0,-46 151 1680 0 0,29 29 481 0 0,43-36-2081 0 0,11-60-1761 0 0,13-12-800 0 0,4-2 160 0 0,12-7 0 0 0,9-17-961 0 0,3-24-1200 0 0,23-36-3762 0 0,13-58-640 0 0,-18-36 1600 0 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9:57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98 1601 0 0,'21'-69'3175'0'0,"-20"67"-2907"0"0,-1 0 1 0 0,1 1 0 0 0,0-1 0 0 0,-1 0 0 0 0,1 0 0 0 0,-1 0 0 0 0,0 0 0 0 0,0 0 0 0 0,0 0 0 0 0,0 1 0 0 0,0-1 0 0 0,0 0 0 0 0,0-3 0 0 0,-1 7 152 0 0,0-1 0 0 0,1 0 0 0 0,-1 0 0 0 0,1 1-1 0 0,-1-1 1 0 0,1 1 0 0 0,-1-1 0 0 0,1 0 0 0 0,0 1 0 0 0,0-1 0 0 0,0 0 0 0 0,0 1-1 0 0,0 1 1 0 0,0 1-305 0 0,-8 265 4769 0 0,4-225-4738 0 0,-2 1 0 0 0,-3-1 0 0 0,-26 85 1 0 0,-26 25 158 0 0,59-149-278 0 0,-10 24 141 0 0,11-28-151 0 0,1 0-1 0 0,-1 0 1 0 0,1 0 0 0 0,-1 0 0 0 0,0 0-1 0 0,1 0 1 0 0,-1 0 0 0 0,0 0-1 0 0,0 0 1 0 0,0 0 0 0 0,1 0 0 0 0,-1-1-1 0 0,0 1 1 0 0,0 0 0 0 0,0-1 0 0 0,0 1-1 0 0,0-1 1 0 0,-2 1 0 0 0,19-22 315 0 0,-11 14-309 0 0,-1-1-1 0 0,1 1 0 0 0,-1-1 1 0 0,-1 0-1 0 0,5-14 0 0 0,4-8 24 0 0,9-16 10 0 0,2 1 0 0 0,3 1 0 0 0,1 1 0 0 0,2 2 0 0 0,2 0 0 0 0,1 3 0 0 0,2 0 0 0 0,2 2 0 0 0,1 2 0 0 0,55-38 0 0 0,-1 6-4 0 0,-90 65-95 0 0,-1 1-1 0 0,1-1 0 0 0,-1 1 0 0 0,1-1 1 0 0,-1 1-1 0 0,1-1 0 0 0,-1 1 0 0 0,1 0 1 0 0,0-1-1 0 0,-1 1 0 0 0,1 0 0 0 0,-1-1 1 0 0,1 1-1 0 0,0 0 0 0 0,-1 0 0 0 0,1 0 1 0 0,0 0-1 0 0,-1-1 0 0 0,1 1 0 0 0,0 0 1 0 0,0 0-1 0 0,-1 0 0 0 0,1 1 0 0 0,0-1 1 0 0,0 0-1 0 0,6 16-5849 0 0,-6 1-2445 0 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9:58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337 73 2161 0 0,'3'-1'562'0'0,"0"-1"-1"0"0,0 1 1 0 0,0-1-1 0 0,-1 0 1 0 0,1 1 0 0 0,0-1-1 0 0,-1 0 1 0 0,0-1 0 0 0,0 1-1 0 0,1 0 1 0 0,1-4-1 0 0,-4 5-356 0 0,1 0-1 0 0,-1 0 0 0 0,1 0 1 0 0,-1-1-1 0 0,0 1 0 0 0,1 0 0 0 0,-1-1 1 0 0,0 1-1 0 0,0 0 0 0 0,0 0 1 0 0,0-1-1 0 0,0 1 0 0 0,0 0 1 0 0,0-1-1 0 0,0 1 0 0 0,-1 0 0 0 0,1-1 1 0 0,-1 1-1 0 0,1 0 0 0 0,-1 0 1 0 0,1-1-1 0 0,-1 1 0 0 0,1 0 1 0 0,-1 0-1 0 0,0 0 0 0 0,0 0 0 0 0,0 0 1 0 0,0 0-1 0 0,1 0 0 0 0,-3-1 1 0 0,2 1-129 0 0,1 1 0 0 0,-1-1 0 0 0,0 0 0 0 0,0 1 0 0 0,0-1 0 0 0,1 0 0 0 0,-1 1 0 0 0,0-1 0 0 0,0 1 0 0 0,0-1 0 0 0,0 1-1 0 0,0 0 1 0 0,0 0 0 0 0,0-1 0 0 0,0 1 0 0 0,0 0 0 0 0,0 0 0 0 0,0 0 0 0 0,-1 0 0 0 0,1 0 0 0 0,0 0 0 0 0,0 0 0 0 0,0 0 0 0 0,0 1 0 0 0,0-1 0 0 0,0 0 0 0 0,0 1 0 0 0,0-1 0 0 0,0 0 0 0 0,0 1 0 0 0,0-1 0 0 0,1 1 0 0 0,-1 0 0 0 0,0-1 0 0 0,0 1 0 0 0,0 0 0 0 0,1-1 0 0 0,-1 1 0 0 0,0 0 0 0 0,1 0 0 0 0,-1 0 0 0 0,0 0 0 0 0,1-1 0 0 0,-1 1 0 0 0,1 0 0 0 0,-1 0 0 0 0,1 0 0 0 0,0 0 0 0 0,0 0 0 0 0,-1 0 0 0 0,1 0 0 0 0,0 0 0 0 0,0 0 0 0 0,0 1 0 0 0,0 0 0 0 0,-6 225 177 0 0,-83 358 1207 0 0,62-441-719 0 0,0-19 59 0 0,12-62-533 0 0,3 0 0 0 0,-4 67 0 0 0,15-121-257 0 0,1 0-1 0 0,0 0 1 0 0,0 0-1 0 0,1 0 1 0 0,1 0-1 0 0,2 10 1 0 0,0-12-10 0 0,-4-7 0 0 0,0 0 1 0 0,0 0-1 0 0,1 0 0 0 0,-1 1 0 0 0,0-1 0 0 0,0 0 1 0 0,0 0-1 0 0,1 0 0 0 0,-1 0 0 0 0,0 0 1 0 0,0 1-1 0 0,0-1 0 0 0,0 0 0 0 0,0 0 1 0 0,1 0-1 0 0,-1 1 0 0 0,0-1 0 0 0,0 0 0 0 0,0 0 1 0 0,0 1-1 0 0,0-1 0 0 0,0 0 0 0 0,0 0 1 0 0,0 0-1 0 0,0 1 0 0 0,0-1 0 0 0,0 0 1 0 0,0 0-1 0 0,0 1 0 0 0,0-1 0 0 0,0 0 1 0 0,0 0-1 0 0,0 1 0 0 0,0-1 0 0 0,0 0 0 0 0,0 0 1 0 0,0 0-1 0 0,0 1 0 0 0,0-1 0 0 0,-1 0 1 0 0,1 0-1 0 0,0 0 0 0 0,0 1 0 0 0,0-1 1 0 0,0 0-1 0 0,-1 0 0 0 0,1 0 0 0 0,0 0 1 0 0,0 1-1 0 0,0-1 0 0 0,0 0 0 0 0,-1 0 0 0 0,1 0 1 0 0,0 0-1 0 0,-1 0 0 0 0,27-6-547 0 0,-32 3-985 0 0,-1-1 0 0 0,1 1-1 0 0,0-1 1 0 0,0 0 0 0 0,0-1 0 0 0,1 1-1 0 0,-7-7 1 0 0,-16-13-1937 0 0,-4-1 1068 0 0,-15-11-67 0 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19:59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45 1761 0 0,'-5'6'3873'0'0,"5"-6"-3705"0"0,0 0 1 0 0,1-1-1 0 0,-1 1 1 0 0,0 0-1 0 0,0-1 1 0 0,0 1-1 0 0,0-1 1 0 0,0 1-1 0 0,0 0 0 0 0,0-1 1 0 0,0 1-1 0 0,0 0 1 0 0,0-1-1 0 0,0 1 1 0 0,0 0-1 0 0,0-1 1 0 0,0 1-1 0 0,0-1 0 0 0,0 1 1 0 0,0 0-1 0 0,0-1 1 0 0,-1 1-1 0 0,1 0 1 0 0,0-1-1 0 0,0 1 1 0 0,0 0-1 0 0,-1 0 1 0 0,1-1-1 0 0,0 1 0 0 0,0 0 1 0 0,-1-1-1 0 0,1 1 1 0 0,0 0-1 0 0,-1 0 1 0 0,1 0-1 0 0,0-1 1 0 0,-1 1-1 0 0,1 0 0 0 0,0 0 1 0 0,-1 0-1 0 0,1 0 1 0 0,0 0-1 0 0,-1 0 1 0 0,1-1-1 0 0,0 1 1 0 0,-1 0-1 0 0,1 0 0 0 0,0 0 1 0 0,-1 0-1 0 0,1 0 1 0 0,-1 1-1 0 0,0-1-37 0 0,1 0-1 0 0,-1 0 0 0 0,0 0 0 0 0,1 0 0 0 0,-1 0 1 0 0,1 0-1 0 0,-1 0 0 0 0,1 0 0 0 0,-1 1 1 0 0,0-1-1 0 0,1 0 0 0 0,-1 0 0 0 0,1 1 1 0 0,-1-1-1 0 0,1 0 0 0 0,-1 1 0 0 0,1-1 1 0 0,-1 1-1 0 0,1-1 0 0 0,0 0 0 0 0,-1 1 1 0 0,1-1-1 0 0,-1 1 0 0 0,1-1 0 0 0,0 1 1 0 0,0 0-1 0 0,-1-1 0 0 0,1 1 0 0 0,0 0 1 0 0,-3 23 1089 0 0,3-16-732 0 0,-6 178 986 0 0,23 215 0 0 0,-14-377-1331 0 0,1 0 0 0 0,1-1 0 0 0,1 1 0 0 0,2-2 0 0 0,0 1 0 0 0,19 36 0 0 0,-24-52-111 0 0,-2-5-34 0 0,0 1 1 0 0,0-1-1 0 0,0 1 1 0 0,1-1-1 0 0,-1 1 1 0 0,1-1-1 0 0,0 0 1 0 0,-1 0-1 0 0,3 3 1 0 0,-2-5-1 0 0,-1 1 1 0 0,1 0-1 0 0,-1-1 0 0 0,1 1 1 0 0,-1-1-1 0 0,1 0 1 0 0,-1 0-1 0 0,1 1 0 0 0,-1-1 1 0 0,1 0-1 0 0,-1 0 1 0 0,1 0-1 0 0,0-1 0 0 0,-1 1 1 0 0,1 0-1 0 0,-1 0 0 0 0,1-1 1 0 0,1 0-1 0 0,3-1 18 0 0,0-1-1 0 0,0 0 1 0 0,-1 1-1 0 0,0-2 0 0 0,0 1 1 0 0,1-1-1 0 0,6-6 1 0 0,16-11 114 0 0,17-12 161 0 0,80-75 0 0 0,-52 41-180 0 0,-40 37-67 0 0,286-263 246 0 0,-249 229-108 0 0,2 2 0 0 0,88-56 1 0 0,-56 46 124 0 0,-101 71 77 0 0,-9 7-275 0 0,3-4-957 0 0,0 1-1 0 0,-1-1 1 0 0,1 0-1 0 0,-1 0 1 0 0,0 0-1 0 0,0-1 1 0 0,1 1-1 0 0,-1-1 1 0 0,0 0-1 0 0,0 0 1 0 0,0 0-1 0 0,-7 0 1 0 0,-5-1-1355 0 0,0 0 0 0 0,-18-4 0 0 0,6 2-194 0 0,-69-7-3979 0 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01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714 37 960 0 0,'1'0'427'0'0,"24"-16"1715"0"0,-25 15-2058 0 0,0 1 0 0 0,1 0 0 0 0,-1-1 0 0 0,0 1-1 0 0,0 0 1 0 0,1-1 0 0 0,-1 1 0 0 0,0 0 0 0 0,0-1 0 0 0,0 1-1 0 0,0-1 1 0 0,1 1 0 0 0,-1 0 0 0 0,0-1 0 0 0,0 1 0 0 0,0-1-1 0 0,0 1 1 0 0,0 0 0 0 0,0-1 0 0 0,0 1 0 0 0,0-1 0 0 0,0 1-1 0 0,0-1 1 0 0,-1 0 117 0 0,0 0-1 0 0,1 0 1 0 0,-1 1 0 0 0,1-1-1 0 0,-1 0 1 0 0,0 0-1 0 0,1 1 1 0 0,-1-1 0 0 0,0 1-1 0 0,0-1 1 0 0,0 1-1 0 0,1-1 1 0 0,-1 1 0 0 0,0-1-1 0 0,-1 1 1 0 0,-1-1 77 0 0,1 1 1 0 0,0 0 0 0 0,-1 0 0 0 0,1 0-1 0 0,-1 0 1 0 0,1 1 0 0 0,0-1-1 0 0,0 1 1 0 0,-1-1 0 0 0,1 1 0 0 0,0 0-1 0 0,0 0 1 0 0,0 0 0 0 0,-1 0 0 0 0,1 0-1 0 0,0 0 1 0 0,1 0 0 0 0,-3 3-1 0 0,-45 38 1270 0 0,-240 250 2614 0 0,222-218-3913 0 0,3 2 0 0 0,-103 164 0 0 0,158-225-235 0 0,1-1 1 0 0,1 1-1 0 0,0 1 1 0 0,-6 19-1 0 0,11-30-67 0 0,1 1-1 0 0,0-1 0 0 0,0 1 0 0 0,1-1 1 0 0,-1 1-1 0 0,1 0 0 0 0,1-1 1 0 0,-1 1-1 0 0,1 0 0 0 0,0-1 1 0 0,0 1-1 0 0,0-1 0 0 0,1 1 0 0 0,0-1 1 0 0,0 0-1 0 0,3 6 0 0 0,-1-4-273 0 0,1 0 0 0 0,0-1-1 0 0,0 1 1 0 0,1-1 0 0 0,-1 0-1 0 0,1 0 1 0 0,1-1 0 0 0,-1 1-1 0 0,1-2 1 0 0,0 1 0 0 0,0-1-1 0 0,11 6 1 0 0,-7-6-404 0 0,-1 0 0 0 0,1 0 0 0 0,0-1 0 0 0,0 0 0 0 0,0-1 0 0 0,0 0 0 0 0,0-1 0 0 0,0-1 0 0 0,13 0 0 0 0,-1-2-1410 0 0,0-2-1 0 0,22-6 1 0 0,-44 10 2069 0 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01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202 248 80 0 0,'-11'9'1007'0'0,"-1"1"0"0"0,-26 14-1 0 0,22-15-261 0 0,-25 21 0 0 0,37-27-600 0 0,0 1-1 0 0,0 0 0 0 0,0-1 0 0 0,1 2 0 0 0,0-1 0 0 0,0 0 0 0 0,0 0 1 0 0,0 1-1 0 0,1 0 0 0 0,-3 7 0 0 0,4-11-103 0 0,1 0 1 0 0,-1 1-1 0 0,1-1 0 0 0,0 0 0 0 0,0 0 1 0 0,0 0-1 0 0,-1 0 0 0 0,1 0 0 0 0,0 0 1 0 0,0 0-1 0 0,1 0 0 0 0,-1 1 0 0 0,0-1 0 0 0,0 0 1 0 0,1 0-1 0 0,-1 1 0 0 0,2 1 50 0 0,0-1 1 0 0,-1 1-1 0 0,1-1 0 0 0,0 0 1 0 0,0 0-1 0 0,0 0 0 0 0,0 0 1 0 0,1-1-1 0 0,4 4 0 0 0,7 5 345 0 0,1-2-1 0 0,1 1 0 0 0,0-2 0 0 0,0 0 1 0 0,29 8-1 0 0,-36-13-307 0 0,1 0 0 0 0,-1 0 0 0 0,1-1-1 0 0,0 0 1 0 0,-1 0 0 0 0,1-1 0 0 0,0-1 0 0 0,0 0 0 0 0,0 0 0 0 0,-1-1 0 0 0,1 0 0 0 0,-1 0-1 0 0,14-6 1 0 0,-8 0 87 0 0,0 0 0 0 0,-1-1 0 0 0,0 0 0 0 0,-1-1 0 0 0,0-1 1 0 0,0 0-1 0 0,-1-1 0 0 0,-1 0 0 0 0,0-1 0 0 0,11-15 0 0 0,-16 19-53 0 0,0 0 0 0 0,-1 0 0 0 0,0 0 0 0 0,0 0 1 0 0,-1-1-1 0 0,0 0 0 0 0,-1 0 0 0 0,0 0 0 0 0,0 0 0 0 0,-1-1 1 0 0,-1 1-1 0 0,1-1 0 0 0,-2 1 0 0 0,0-1 0 0 0,0 1 0 0 0,-3-21 1 0 0,1 24-164 0 0,0-1 0 0 0,0 1 0 0 0,-1 0 1 0 0,0 0-1 0 0,-1 0 0 0 0,1 0 0 0 0,-1 1 0 0 0,-1-1 1 0 0,1 1-1 0 0,-1 0 0 0 0,0 0 0 0 0,0 1 1 0 0,-1-1-1 0 0,-6-4 0 0 0,3 3 23 0 0,-1 2 0 0 0,1-1 0 0 0,-1 1 0 0 0,0 0 0 0 0,-1 1 0 0 0,1 0-1 0 0,-1 1 1 0 0,-21-4 0 0 0,11 4 36 0 0,0 1-1 0 0,-1 1 1 0 0,1 1-1 0 0,0 1 1 0 0,-1 1-1 0 0,1 0 1 0 0,0 2-1 0 0,0 1 0 0 0,-32 11 1 0 0,42-12-37 0 0,1 0-1 0 0,0 1 1 0 0,0 0 0 0 0,1 1-1 0 0,-1 0 1 0 0,1 0-1 0 0,1 1 1 0 0,-11 10 0 0 0,17-15-114 0 0,0 0 1 0 0,0 1-1 0 0,0-1 0 0 0,0 0 1 0 0,1 1-1 0 0,-1-1 1 0 0,1 1-1 0 0,0 0 0 0 0,-1-1 1 0 0,1 1-1 0 0,0 0 1 0 0,1 0-1 0 0,-1 0 1 0 0,0 0-1 0 0,1 0 0 0 0,0 0 1 0 0,0 0-1 0 0,-1 0 1 0 0,2 0-1 0 0,-1 0 0 0 0,0 0 1 0 0,1 0-1 0 0,-1 0 1 0 0,1 0-1 0 0,0-1 1 0 0,0 1-1 0 0,0 0 0 0 0,0 0 1 0 0,1-1-1 0 0,-1 1 1 0 0,1 0-1 0 0,-1-1 0 0 0,1 0 1 0 0,2 3-1 0 0,-1-1-599 0 0,1 0 0 0 0,-1-1 0 0 0,1 0 0 0 0,0 1-1 0 0,0-1 1 0 0,0 0 0 0 0,0-1 0 0 0,7 4 0 0 0,-1-2-1228 0 0,-1-1 0 0 0,2 0 0 0 0,10 2 0 0 0,-20-4 1769 0 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02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1 640 0 0,'-4'10'592'0'0,"0"-1"-1"0"0,0 1 0 0 0,-10 14 1 0 0,-7 12 871 0 0,4 9 2567 0 0,1 1 1 0 0,-19 92-1 0 0,21-76-2942 0 0,6-33-1123 0 0,2 1 1 0 0,1 0-1 0 0,2 0 0 0 0,0 47 1 0 0,6-50 247 0 0,-3-27-209 0 0,0 1 0 0 0,0-1 1 0 0,0 0-1 0 0,0 0 0 0 0,0 0 0 0 0,0 1 0 0 0,0-1 1 0 0,0 0-1 0 0,0 0 0 0 0,0 0 0 0 0,0 1 0 0 0,0-1 1 0 0,0 0-1 0 0,1 0 0 0 0,-1 0 0 0 0,0 1 0 0 0,0-1 1 0 0,0 0-1 0 0,0 0 0 0 0,0 0 0 0 0,1 0 0 0 0,-1 0 1 0 0,0 1-1 0 0,0-1 0 0 0,0 0 0 0 0,0 0 0 0 0,1 0 1 0 0,-1 0-1 0 0,0 0 0 0 0,0 0 0 0 0,0 0 0 0 0,1 0 1 0 0,-1 0-1 0 0,0 0 0 0 0,0 0 0 0 0,1 0 0 0 0,-1 0 1 0 0,0 0-1 0 0,0 0 0 0 0,0 0 0 0 0,1 0 0 0 0,-1 0 1 0 0,0 0-1 0 0,0 0 0 0 0,0 0 0 0 0,1 0 0 0 0,-1 0 1 0 0,0 0-1 0 0,0 0 0 0 0,0 0 0 0 0,1 0 0 0 0,-1-1 1 0 0,0 1-1 0 0,6-5 18 0 0,0-1-1 0 0,0 0 1 0 0,-1 0 0 0 0,1-1-1 0 0,-1 0 1 0 0,-1 1 0 0 0,5-9-1 0 0,173-294-1208 0 0,-170 289 1078 0 0,1 1 1 0 0,20-22-1 0 0,-28 35 115 0 0,-1 1 0 0 0,1 1 0 0 0,1-1 0 0 0,-1 1 0 0 0,1 0 0 0 0,-1 0 0 0 0,1 0 0 0 0,0 1 1 0 0,1 0-1 0 0,-1 0 0 0 0,9-2 0 0 0,-13 5-3 0 0,0-1 0 0 0,0 1 1 0 0,0-1-1 0 0,-1 1 0 0 0,1 0 1 0 0,0 0-1 0 0,0 0 0 0 0,0 0 1 0 0,0 0-1 0 0,0 0 1 0 0,0 1-1 0 0,0-1 0 0 0,0 1 1 0 0,-1-1-1 0 0,1 1 0 0 0,0 0 1 0 0,0-1-1 0 0,-1 1 0 0 0,1 0 1 0 0,0 0-1 0 0,-1 1 0 0 0,1-1 1 0 0,-1 0-1 0 0,1 0 1 0 0,-1 1-1 0 0,0-1 0 0 0,1 0 1 0 0,-1 1-1 0 0,0 0 0 0 0,0-1 1 0 0,0 1-1 0 0,0 0 0 0 0,-1-1 1 0 0,1 1-1 0 0,0 0 0 0 0,-1 0 1 0 0,1 2-1 0 0,2 8 35 0 0,0 1-1 0 0,-1-1 0 0 0,0 1 1 0 0,-1 19-1 0 0,-1-27-18 0 0,0 83 213 0 0,2 40 3 0 0,-2-125-252 0 0,0 1 0 0 0,0-1 0 0 0,1 1-1 0 0,-1-1 1 0 0,1 1 0 0 0,0-1 0 0 0,0 0 0 0 0,0 1 0 0 0,0-1-1 0 0,1 0 1 0 0,-1 0 0 0 0,1 1 0 0 0,0-1 0 0 0,0-1 0 0 0,0 1 0 0 0,0 0-1 0 0,1 0 1 0 0,-1-1 0 0 0,1 1 0 0 0,-1-1 0 0 0,1 0 0 0 0,0 0 0 0 0,0 0-1 0 0,0 0 1 0 0,0 0 0 0 0,0-1 0 0 0,0 1 0 0 0,1-1 0 0 0,-1 0-1 0 0,0 0 1 0 0,1 0 0 0 0,-1-1 0 0 0,1 1 0 0 0,4 0 0 0 0,-4-1-213 0 0,-1 0 0 0 0,0-1 0 0 0,0 1 0 0 0,1 0 0 0 0,-1-1 1 0 0,0 0-1 0 0,0 0 0 0 0,0 0 0 0 0,0 0 0 0 0,0 0 0 0 0,0-1 1 0 0,6-3-1 0 0,-2-1-1713 0 0,0 0-1 0 0,0 0 1 0 0,11-15 0 0 0,-16 18 1379 0 0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02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36 248 160 0 0,'-14'6'2001'0'0,"5"-2"-640"0"0,4-2-241 0 0,0 0-79 0 0,3 0-81 0 0,7-2 241 0 0,56-12 4961 0 0,89-8 3043 0 0,-39 16-6964 0 0,-49 14-3602 0 0,-27 2-240 0 0,5-12-1040 0 0,-30-16-9284 0 0</inkml:trace>
  <inkml:trace contextRef="#ctx0" brushRef="#br0" timeOffset="1">356 44 1281 0 0,'-14'-18'2401'0'0,"-2"4"0"0"0,-1 4 0 0 0,3 8-80 0 0,-3 8-80 0 0,-49 152 3442 0 0,18 16-2722 0 0,20-40-2001 0 0,16-38-239 0 0,17-1-401 0 0,-7 1-240 0 0,13-8-320 0 0,23-18-881 0 0,8-18-319 0 0,22-26-4563 0 0,-14-44-5763 0 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02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85 321 2081 0 0,'7'9'2642'0'0,"-7"-8"-2427"0"0,1 0 0 0 0,-1 0 0 0 0,1 0 0 0 0,-1 0 0 0 0,1 0 1 0 0,-1 0-1 0 0,1 0 0 0 0,0 0 0 0 0,0 0 0 0 0,-1-1 0 0 0,1 1 1 0 0,0 0-1 0 0,0 0 0 0 0,0-1 0 0 0,0 1 0 0 0,0-1 1 0 0,0 1-1 0 0,0-1 0 0 0,0 1 0 0 0,0-1 0 0 0,0 1 0 0 0,0-1 1 0 0,0 0-1 0 0,0 0 0 0 0,0 1 0 0 0,1-1 0 0 0,-1 0 0 0 0,0 0 1 0 0,0 0-1 0 0,0 0 0 0 0,0-1 0 0 0,0 1 0 0 0,0 0 1 0 0,0 0-1 0 0,1-1 0 0 0,-1 1 0 0 0,1-1 0 0 0,37-14 2235 0 0,-2-1 0 0 0,42-25 0 0 0,-66 33-2252 0 0,-1 0-1 0 0,1 0 1 0 0,-1-1-1 0 0,-1 0 0 0 0,0-1 1 0 0,17-20-1 0 0,-24 26-255 0 0,-1 0 0 0 0,0-1 0 0 0,0 0-1 0 0,0 1 1 0 0,-1-1 0 0 0,1 0 0 0 0,-1 0 0 0 0,0-1 0 0 0,-1 1-1 0 0,1 0 1 0 0,-1 0 0 0 0,0-1 0 0 0,-1 1 0 0 0,1-1-1 0 0,-1 1 1 0 0,0-1 0 0 0,0 1 0 0 0,-1-1 0 0 0,1 1 0 0 0,-3-7-1 0 0,1 7 56 0 0,1 1-1 0 0,-1 0 1 0 0,0 0-1 0 0,0 0 0 0 0,0 0 1 0 0,-1 1-1 0 0,1-1 1 0 0,-1 0-1 0 0,0 1 0 0 0,0 0 1 0 0,-1 0-1 0 0,1 0 1 0 0,0 0-1 0 0,-1 0 0 0 0,0 1 1 0 0,0 0-1 0 0,1-1 1 0 0,-1 2-1 0 0,-1-1 0 0 0,1 0 1 0 0,-8-2-1 0 0,4 2 17 0 0,1 1 1 0 0,-1 0-1 0 0,1 0 0 0 0,-1 0 1 0 0,0 1-1 0 0,1 0 0 0 0,-1 0 0 0 0,0 1 1 0 0,1 0-1 0 0,-1 0 0 0 0,1 1 0 0 0,-8 3 1 0 0,7-2 7 0 0,1 0 1 0 0,-1 1 0 0 0,1 0 0 0 0,0 1-1 0 0,1-1 1 0 0,-1 1 0 0 0,1 1 0 0 0,-8 7-1 0 0,-1 4 70 0 0,-20 30 0 0 0,30-40-68 0 0,-11 15 56 0 0,2 0 0 0 0,0 1-1 0 0,2 0 1 0 0,1 1 0 0 0,-10 30 0 0 0,17-44-64 0 0,1 1-1 0 0,0 0 1 0 0,1 0 0 0 0,1 0-1 0 0,0 0 1 0 0,0 0-1 0 0,1 1 1 0 0,0-1 0 0 0,1 0-1 0 0,0 0 1 0 0,1 0-1 0 0,1 0 1 0 0,-1 0 0 0 0,2 0-1 0 0,4 11 1 0 0,0-5-348 0 0,1 0 0 0 0,1 0 0 0 0,0-1 0 0 0,1 0 0 0 0,16 18-1 0 0,-23-30-39 0 0,-1 0-1 0 0,1 0 1 0 0,0 0-1 0 0,1 0 0 0 0,-1-1 1 0 0,0 0-1 0 0,1 0 1 0 0,0 0-1 0 0,0 0 0 0 0,0-1 1 0 0,0 0-1 0 0,0 0 1 0 0,1 0-1 0 0,-1-1 0 0 0,0 1 1 0 0,1-1-1 0 0,-1-1 0 0 0,1 1 1 0 0,-1-1-1 0 0,1 0 1 0 0,0 0-1 0 0,6-1 0 0 0,-2-2-1129 0 0,0-1 1 0 0,-1 0-1 0 0,0 0 0 0 0,0-1 0 0 0,11-7 0 0 0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03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 29 880 0 0,'-2'1'337'0'0,"1"0"1"0"0,-1 0-1 0 0,1 0 0 0 0,-1 0 0 0 0,1 1 0 0 0,0-1 0 0 0,0 0 0 0 0,0 1 0 0 0,0-1 0 0 0,0 1 0 0 0,0 0 0 0 0,0-1 0 0 0,0 1 0 0 0,0 0 0 0 0,1-1 0 0 0,-2 4 0 0 0,0 31 7044 0 0,2-19-5778 0 0,-28 234 3083 0 0,16-174-4090 0 0,8-56-467 0 0,14-48-98 0 0,47-113-273 0 0,-4 7 119 0 0,-42 109 37 0 0,1 1 1 0 0,2 0 0 0 0,25-32-1 0 0,-37 52 66 0 0,0 0 0 0 0,1 0-1 0 0,-1 0 1 0 0,1 1-1 0 0,-1-1 1 0 0,1 1 0 0 0,0 0-1 0 0,0 0 1 0 0,0 0 0 0 0,0 0-1 0 0,1 0 1 0 0,3-1-1 0 0,-5 3 18 0 0,-1 0 0 0 0,1 0 0 0 0,0 0 0 0 0,-1 0 0 0 0,1 0-1 0 0,0 0 1 0 0,-1 0 0 0 0,1 1 0 0 0,0-1 0 0 0,-1 1 0 0 0,1-1-1 0 0,-1 1 1 0 0,1 0 0 0 0,-1 0 0 0 0,1 0 0 0 0,-1-1-1 0 0,0 1 1 0 0,1 0 0 0 0,-1 1 0 0 0,0-1 0 0 0,0 0 0 0 0,0 0-1 0 0,0 1 1 0 0,0-1 0 0 0,0 0 0 0 0,0 1 0 0 0,0-1 0 0 0,0 1-1 0 0,0 1 1 0 0,7 12 92 0 0,0 1 1 0 0,-1 0-1 0 0,-1 0 0 0 0,0 0 1 0 0,5 31-1 0 0,6 87 237 0 0,-14-95-316 0 0,2 0 1 0 0,16 65 0 0 0,8-18-558 0 0,-29-84 492 0 0,0-1 1 0 0,1 1-1 0 0,-1 0 0 0 0,1-1 1 0 0,0 1-1 0 0,0-1 1 0 0,-1 1-1 0 0,1-1 0 0 0,0 1 1 0 0,0-1-1 0 0,0 1 1 0 0,1-1-1 0 0,-1 0 0 0 0,0 0 1 0 0,0 0-1 0 0,1 0 0 0 0,-1 1 1 0 0,1-2-1 0 0,2 3 1 0 0,-4-3-52 0 0,1 0 1 0 0,-1 0 0 0 0,1 0 0 0 0,-1 0 0 0 0,1 0 0 0 0,-1 0 0 0 0,1-1 0 0 0,-1 1-1 0 0,1 0 1 0 0,0 0 0 0 0,-1 0 0 0 0,1-1 0 0 0,-1 1 0 0 0,0 0 0 0 0,1 0-1 0 0,-1-1 1 0 0,1 1 0 0 0,-1 0 0 0 0,1-1 0 0 0,-1 1 0 0 0,0-1 0 0 0,1 0-1 0 0,9-20-4774 0 0,4-27-5764 0 0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03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1 467 3201 0 0,'2'-20'6323'0'0,"-2"10"-2721"0"0,0 6-1841 0 0,0 0-1201 0 0,5 4-560 0 0,9-6 80 0 0,95-12 3522 0 0,12 6-1521 0 0,-12 4-1841 0 0,-9 4-400 0 0,-24 8 160 0 0,-22-2-80 0 0,-11 4-2241 0 0,-3-14-2321 0 0,-16-28-3842 0 0</inkml:trace>
  <inkml:trace contextRef="#ctx0" brushRef="#br0" timeOffset="1">743 3 1441 0 0,'-4'-1'1024'0'0,"-1"1"0"0"0,1-1 0 0 0,0 1 1 0 0,0 0-1 0 0,-1 0 0 0 0,1 0 1 0 0,0 0-1 0 0,0 1 0 0 0,-5 1 0 0 0,5-1-455 0 0,0 0-1 0 0,1 1 0 0 0,-1 0 1 0 0,1-1-1 0 0,-1 1 0 0 0,1 0 0 0 0,-1 1 1 0 0,-5 4-1 0 0,2 1-398 0 0,0 0 0 0 0,1 1 0 0 0,0-1 0 0 0,0 1 0 0 0,0 1 0 0 0,1-1 0 0 0,1 1 0 0 0,-4 10 0 0 0,-18 51 380 0 0,3 0-1 0 0,4 2 0 0 0,2 0 0 0 0,4 1 0 0 0,-5 84 0 0 0,19-125-551 0 0,0 0 0 0 0,3 0 1 0 0,0 0-1 0 0,2 0 0 0 0,2-1 0 0 0,14 39 0 0 0,-17-55 31 0 0,1 0 0 0 0,0 0 0 0 0,2 0 0 0 0,12 21 0 0 0,-17-32-14 0 0,1-1 0 0 0,0 1 0 0 0,0 0 0 0 0,0-1 1 0 0,0 0-1 0 0,1 0 0 0 0,-1 0 0 0 0,1 0 0 0 0,0-1 0 0 0,1 0 0 0 0,-1 0 0 0 0,0 0 0 0 0,1-1 1 0 0,-1 0-1 0 0,11 3 0 0 0,-9-3-17 0 0,0-1 0 0 0,0-1 1 0 0,0 1-1 0 0,0-1 1 0 0,1 0-1 0 0,-1 0 0 0 0,0-1 1 0 0,0 0-1 0 0,-1-1 0 0 0,1 1 1 0 0,0-1-1 0 0,0-1 0 0 0,-1 1 1 0 0,1-1-1 0 0,-1 0 0 0 0,0 0 1 0 0,0-1-1 0 0,10-8 0 0 0,-9 7-379 0 0,0-1-1 0 0,-1 0 1 0 0,0-1-1 0 0,-1 0 0 0 0,1 1 1 0 0,5-12-1 0 0,-6 10-1082 0 0,-1 0 1 0 0,0-1-1 0 0,-1 0 0 0 0,1 0 0 0 0,3-18 0 0 0,0-38-8967 0 0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04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11605 0 0,'316'22'11045'0'0,"-58"4"-6883"0"0,-109 2-4242 0 0,-63 2-1520 0 0,-32 0-561 0 0,-21-4-7764 0 0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04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386 24 4642 0 0,'-10'-4'903'0'0,"-1"-1"-1"0"0,0 2 1 0 0,0 0 0 0 0,0 0-1 0 0,-1 1 1 0 0,1 0 0 0 0,-1 1-1 0 0,-21 0 1 0 0,30 2-792 0 0,-11 3 343 0 0,1 16 88 0 0,-5 20 1293 0 0,2 1 0 0 0,-21 83 1 0 0,25-79-592 0 0,-74 320 3013 0 0,55-229-4846 0 0,28-121 533 0 0,-21 106-229 0 0,21-100 210 0 0,1-1 1 0 0,1 1-1 0 0,2 39 0 0 0,0-55 30 0 0,0 1 1 0 0,0-1-1 0 0,0 1 1 0 0,0-1-1 0 0,1 0 1 0 0,0 0-1 0 0,4 8 1 0 0,-5-11-33 0 0,0 0-1 0 0,0-1 1 0 0,1 1-1 0 0,-1-1 1 0 0,0 1-1 0 0,1-1 1 0 0,-1 1-1 0 0,1-1 1 0 0,0 0 0 0 0,-1 0-1 0 0,1 0 1 0 0,0 0-1 0 0,0 0 1 0 0,-1 0-1 0 0,1 0 1 0 0,0 0 0 0 0,0-1-1 0 0,0 1 1 0 0,0-1-1 0 0,0 0 1 0 0,0 1-1 0 0,0-1 1 0 0,4 0-1 0 0,-1-1-538 0 0,1 0 0 0 0,0 0 0 0 0,0 0 0 0 0,-1-1 0 0 0,1 0 0 0 0,-1 0 0 0 0,1 0 0 0 0,-1-1 0 0 0,0 0 0 0 0,9-6 0 0 0,4-5-3189 0 0,-1-1 0 0 0,19-21 1 0 0,-33 33 3359 0 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05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198 112 1361 0 0,'-21'18'3781'0'0,"0"1"0"0"0,0 1 0 0 0,-23 31 0 0 0,2 11-395 0 0,32-43-3517 0 0,-12 29 0 0 0,18-40 126 0 0,1 1 0 0 0,1-1-1 0 0,0 1 1 0 0,0 0 0 0 0,0 0 0 0 0,1 0 0 0 0,0 0 0 0 0,1 0 0 0 0,0 0-1 0 0,2 12 1 0 0,-1-15 49 0 0,1 1 0 0 0,0-1 0 0 0,0 0-1 0 0,0 1 1 0 0,1-1 0 0 0,0 0 0 0 0,0-1 0 0 0,0 1-1 0 0,1-1 1 0 0,0 1 0 0 0,0-1 0 0 0,0 0 0 0 0,1 0-1 0 0,8 6 1 0 0,-4-4 2 0 0,0-1 0 0 0,1 1-1 0 0,-1-2 1 0 0,2 1 0 0 0,-1-2 0 0 0,0 1-1 0 0,1-1 1 0 0,0-1 0 0 0,0 0-1 0 0,0 0 1 0 0,0-1 0 0 0,1-1 0 0 0,-1 0-1 0 0,0 0 1 0 0,1-1 0 0 0,11-2-1 0 0,-12 1-21 0 0,-1 0-1 0 0,1-1 0 0 0,0-1 1 0 0,0 0-1 0 0,-1 0 0 0 0,0-1 1 0 0,0 0-1 0 0,0-1 0 0 0,0 0 1 0 0,0-1-1 0 0,-1 0 0 0 0,0 0 1 0 0,-1-1-1 0 0,1 0 0 0 0,-1-1 1 0 0,12-14-1 0 0,-9 6 25 0 0,0-1 0 0 0,-1 0 0 0 0,-1-1 0 0 0,-1 0 1 0 0,0 0-1 0 0,5-20 0 0 0,-6 12 20 0 0,-1 1 1 0 0,-1-2 0 0 0,-1 1 0 0 0,0-29-1 0 0,-4 47-56 0 0,0 0-1 0 0,-1 0 0 0 0,0 0 0 0 0,0 0 0 0 0,-1 0 0 0 0,0 0 0 0 0,0 0 0 0 0,-1 0 0 0 0,0 0 0 0 0,-1 1 0 0 0,1 0 1 0 0,-1 0-1 0 0,-1 0 0 0 0,1 0 0 0 0,-1 0 0 0 0,-1 1 0 0 0,1 0 0 0 0,-1 0 0 0 0,-9-7 0 0 0,5 5 10 0 0,0 2-1 0 0,0 0 0 0 0,0 0 1 0 0,-1 0-1 0 0,0 2 0 0 0,0-1 1 0 0,0 1-1 0 0,0 1 1 0 0,-1 0-1 0 0,0 1 0 0 0,1 0 1 0 0,-1 0-1 0 0,-17 1 0 0 0,9 1 27 0 0,-1 1-1 0 0,1 0 0 0 0,-36 8 1 0 0,51-8-78 0 0,0 1 0 0 0,0-1 0 0 0,0 1 0 0 0,0 0 0 0 0,0 0 0 0 0,0 0 1 0 0,0 0-1 0 0,1 1 0 0 0,0 0 0 0 0,-1 0 0 0 0,1 0 0 0 0,0 1 0 0 0,0 0 1 0 0,1-1-1 0 0,-1 1 0 0 0,1 0 0 0 0,0 1 0 0 0,0-1 0 0 0,0 0 0 0 0,0 1 1 0 0,-1 5-1 0 0,3-8-102 0 0,0 1 1 0 0,0 0-1 0 0,1-1 1 0 0,-1 1-1 0 0,1 0 1 0 0,-1 0-1 0 0,1 0 1 0 0,0-1-1 0 0,0 1 1 0 0,0 0-1 0 0,1 0 1 0 0,-1 0-1 0 0,1-1 1 0 0,0 1-1 0 0,-1 0 1 0 0,1-1-1 0 0,0 1 0 0 0,0 0 1 0 0,1-1-1 0 0,-1 1 1 0 0,1-1-1 0 0,-1 0 1 0 0,1 1-1 0 0,0-1 1 0 0,3 3-1 0 0,-1-1-422 0 0,1 0-1 0 0,0 0 1 0 0,0-1-1 0 0,0 0 1 0 0,1 0-1 0 0,-1 0 1 0 0,1-1-1 0 0,-1 0 1 0 0,1 0-1 0 0,0 0 1 0 0,7 0-1 0 0,8 1-2445 0 0,1-1 0 0 0,23-2-1 0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05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201 640 1921 0 0,'-15'28'7341'0'0,"-15"6"-3525"0"0,21-25-3301 0 0,-12 11 72 0 0,-50 55-138 0 0,64-66-366 0 0,-1 0-1 0 0,2 1 1 0 0,-1 0-1 0 0,1 0 1 0 0,1 0-1 0 0,-7 19 1 0 0,11-26 52 0 0,0 1 1 0 0,1-1-1 0 0,-1 1 1 0 0,1 0 0 0 0,-1-1-1 0 0,1 1 1 0 0,0 0-1 0 0,1-1 1 0 0,-1 1-1 0 0,1 0 1 0 0,0-1-1 0 0,-1 1 1 0 0,2-1-1 0 0,-1 1 1 0 0,0-1-1 0 0,1 1 1 0 0,-1-1-1 0 0,1 0 1 0 0,0 0-1 0 0,0 0 1 0 0,0 0-1 0 0,1 0 1 0 0,-1 0-1 0 0,1-1 1 0 0,-1 1-1 0 0,1-1 1 0 0,4 3-1 0 0,0 1 133 0 0,1-1-1 0 0,1 0 1 0 0,-1 0-1 0 0,1-1 1 0 0,0 0-1 0 0,0 0 1 0 0,0-1 0 0 0,0 0-1 0 0,12 1 1 0 0,-9-3-279 0 0,0 0 0 0 0,1 0 0 0 0,-1-2 0 0 0,0 1 0 0 0,0-2 1 0 0,0 1-1 0 0,0-2 0 0 0,0 1 0 0 0,0-2 0 0 0,0 0 0 0 0,-1 0 1 0 0,0-1-1 0 0,0 0 0 0 0,0-1 0 0 0,0 0 0 0 0,-1-1 0 0 0,0 0 1 0 0,-1-1-1 0 0,10-9 0 0 0,-7 6 17 0 0,-2 0-1 0 0,0-1 1 0 0,0 0-1 0 0,-1 0 1 0 0,0-1-1 0 0,-1 0 1 0 0,-1-1-1 0 0,0 0 1 0 0,0 0-1 0 0,-2 0 1 0 0,0-1 0 0 0,-1 0-1 0 0,0 0 1 0 0,3-24-1 0 0,-7 33 15 0 0,0-1 0 0 0,0 1-1 0 0,-1 0 1 0 0,0 0 0 0 0,0 0 0 0 0,0 0-1 0 0,-1 0 1 0 0,0 0 0 0 0,0 0 0 0 0,0 0-1 0 0,-1 1 1 0 0,0-1 0 0 0,0 1-1 0 0,0 0 1 0 0,-1 0 0 0 0,1 0 0 0 0,-1 0-1 0 0,0 1 1 0 0,-1-1 0 0 0,1 1 0 0 0,-1 0-1 0 0,0 0 1 0 0,0 1 0 0 0,-10-6 0 0 0,0 1 83 0 0,0 1 0 0 0,-1 0 1 0 0,0 1-1 0 0,-1 0 1 0 0,1 1-1 0 0,-1 2 0 0 0,-27-4 1 0 0,27 5 163 0 0,1 1 1 0 0,0 1-1 0 0,-1 1 0 0 0,1 1 1 0 0,-26 4-1 0 0,35-4-288 0 0,-1 0 0 0 0,1 0-1 0 0,0 0 1 0 0,0 1 0 0 0,0 0 0 0 0,0 1 0 0 0,0-1-1 0 0,1 1 1 0 0,0 1 0 0 0,-1-1 0 0 0,2 1-1 0 0,-1 0 1 0 0,-10 11 0 0 0,16-15 11 0 0,-1 0 1 0 0,1-1-1 0 0,-1 1 0 0 0,1 0 1 0 0,0-1-1 0 0,-1 1 0 0 0,1 0 0 0 0,0 0 1 0 0,0-1-1 0 0,-1 1 0 0 0,1 0 1 0 0,0 0-1 0 0,0-1 0 0 0,0 1 1 0 0,0 0-1 0 0,0 0 0 0 0,0 0 0 0 0,0-1 1 0 0,0 1-1 0 0,0 0 0 0 0,1 1 1 0 0,1 4-368 0 0,0 0 0 0 0,0-1 1 0 0,1 1-1 0 0,-1-1 1 0 0,1 0-1 0 0,1 1 1 0 0,-1-1-1 0 0,1-1 0 0 0,0 1 1 0 0,0-1-1 0 0,0 1 1 0 0,7 5-1 0 0,-4-7-1915 0 0,0 1 1 0 0,0-1-1 0 0,0 0 0 0 0,10 3 0 0 0</inkml:trace>
  <inkml:trace contextRef="#ctx0" brushRef="#br0" timeOffset="1">1270 0 1201 0 0,'-33'14'14143'0'0,"-11"14"-9142"0"0,29-17-3656 0 0,3-2-1173 0 0,1 1 1 0 0,0 0-1 0 0,0 0 1 0 0,1 1-1 0 0,0 1 1 0 0,1 0-1 0 0,1 0 1 0 0,-1 1-1 0 0,2-1 0 0 0,0 2 1 0 0,1-1-1 0 0,-7 22 1 0 0,-2 13 84 0 0,2 1 1 0 0,-8 63 0 0 0,18-93-338 0 0,-27 243-116 0 0,28-207 195 0 0,1 0-1 0 0,14 101 1 0 0,-10-140 5 0 0,0 1 0 0 0,1-1 0 0 0,0-1 0 0 0,1 1 1 0 0,1-1-1 0 0,13 23 0 0 0,-16-32-21 0 0,0-1 1 0 0,1 0-1 0 0,0 0 0 0 0,0 0 1 0 0,0 0-1 0 0,0-1 0 0 0,1 1 1 0 0,0-1-1 0 0,0 0 1 0 0,0-1-1 0 0,1 1 0 0 0,-1-1 1 0 0,1 0-1 0 0,-1 0 0 0 0,1-1 1 0 0,0 0-1 0 0,0 0 0 0 0,0 0 1 0 0,1-1-1 0 0,5 1 0 0 0,-4-1-225 0 0,0-1-1 0 0,0 0 0 0 0,-1 0 0 0 0,1-1 0 0 0,0 0 1 0 0,-1 0-1 0 0,1-1 0 0 0,0 0 0 0 0,-1 0 1 0 0,0-1-1 0 0,0 0 0 0 0,0 0 0 0 0,0-1 0 0 0,0 1 1 0 0,0-2-1 0 0,-1 1 0 0 0,0-1 0 0 0,0 0 1 0 0,6-6-1 0 0,3-6-3454 0 0,-1-1 0 0 0,16-27 0 0 0,-29 44 3623 0 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05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850 0 2881 0 0,'-25'7'4210'0'0,"1"1"0"0"0,-31 14 0 0 0,-38 26 2689 0 0,61-31-6165 0 0,-5 3 161 0 0,-44 33 0 0 0,68-44-897 0 0,1 1-1 0 0,1 0 1 0 0,0 0 0 0 0,0 1 0 0 0,1 0-1 0 0,-16 25 1 0 0,25-35-4 0 0,1-1 0 0 0,-1 1 0 0 0,1 0 0 0 0,-1 0 0 0 0,1 0 0 0 0,-1 0 0 0 0,1 0 0 0 0,0 0-1 0 0,-1-1 1 0 0,1 1 0 0 0,0 0 0 0 0,0 0 0 0 0,0 0 0 0 0,0 0 0 0 0,0 0 0 0 0,0 0 0 0 0,0 0 0 0 0,0 0 0 0 0,0 0 0 0 0,0 0 0 0 0,0 0 0 0 0,1 0-1 0 0,-1 0 1 0 0,0 0 0 0 0,1 0 0 0 0,-1 0 0 0 0,1 1 0 0 0,2 1 8 0 0,0-1 1 0 0,-1 0-1 0 0,1 0 0 0 0,0 0 0 0 0,0 0 0 0 0,0 0 0 0 0,3 1 1 0 0,9 5-104 0 0,174 87 3 0 0,-35-20 89 0 0,-143-69 0 0 0,0 0 1 0 0,0 1 0 0 0,-1 0-1 0 0,0 0 1 0 0,15 15-1 0 0,-23-20 23 0 0,0 0-1 0 0,0 1 0 0 0,0-1 0 0 0,-1 1 1 0 0,1-1-1 0 0,-1 1 0 0 0,1 0 0 0 0,-1 0 1 0 0,0 0-1 0 0,0 0 0 0 0,0 0 0 0 0,0 0 1 0 0,-1 0-1 0 0,1 0 0 0 0,-1 0 0 0 0,0 0 1 0 0,0 0-1 0 0,0 1 0 0 0,0-1 0 0 0,0 0 0 0 0,-1 0 1 0 0,0 0-1 0 0,1 0 0 0 0,-1 0 0 0 0,0 0 1 0 0,0 0-1 0 0,-1 0 0 0 0,-2 4 0 0 0,-4 8-18 0 0,-1-1 0 0 0,0 0 0 0 0,-1 0 0 0 0,-1-1 0 0 0,0 0 0 0 0,-1-1 0 0 0,0 0 0 0 0,-1-1 0 0 0,0 0 0 0 0,0-1 0 0 0,-2-1-1 0 0,1 0 1 0 0,-1-1 0 0 0,0 0 0 0 0,-1-1 0 0 0,0-1 0 0 0,0 0 0 0 0,0-2 0 0 0,0 0 0 0 0,-25 3 0 0 0,13-5-550 0 0,0 0 0 0 0,0-2 0 0 0,0-2 1 0 0,0 0-1 0 0,-49-12 0 0 0,33 3-2284 0 0,1-3 0 0 0,-82-36 0 0 0,-22-23-6418 0 0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06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623 67 160 0 0,'2'-4'249'0'0,"0"0"0"0"0,0 1 1 0 0,-1-1-1 0 0,1 0 0 0 0,-1 0 0 0 0,1-5 0 0 0,-2 8-61 0 0,1-1-1 0 0,-1 1 1 0 0,0-1 0 0 0,0 0-1 0 0,0 1 1 0 0,0-1-1 0 0,0 1 1 0 0,0-1 0 0 0,-1 0-1 0 0,1 1 1 0 0,0-1-1 0 0,-1 1 1 0 0,1-1-1 0 0,-1 1 1 0 0,0-1 0 0 0,1 1-1 0 0,-1 0 1 0 0,0-1-1 0 0,-1-1 1 0 0,1 3-28 0 0,1 0-1 0 0,-1-1 1 0 0,1 1 0 0 0,-1 0 0 0 0,0 0-1 0 0,1-1 1 0 0,-1 1 0 0 0,0 0 0 0 0,1 0-1 0 0,-1 0 1 0 0,0 0 0 0 0,1 0 0 0 0,-1 0-1 0 0,0 0 1 0 0,1 0 0 0 0,-1 0 0 0 0,0 0-1 0 0,1 0 1 0 0,-1 1 0 0 0,0-1 0 0 0,1 0-1 0 0,-1 0 1 0 0,1 1 0 0 0,-1-1 0 0 0,0 0-1 0 0,1 1 1 0 0,-1-1 0 0 0,0 1-1 0 0,-20 16 2452 0 0,-118 128 2909 0 0,52-50-4383 0 0,81-90-1100 0 0,0 1 1 0 0,1 1 0 0 0,0-1 0 0 0,1 1 0 0 0,-6 8-1 0 0,10-14-32 0 0,-1 1-1 0 0,0-1 1 0 0,0 0-1 0 0,1 1 1 0 0,-1 0-1 0 0,1-1 1 0 0,-1 1-1 0 0,1-1 0 0 0,0 1 1 0 0,0 0-1 0 0,0-1 1 0 0,0 1-1 0 0,0-1 1 0 0,0 1-1 0 0,0 0 1 0 0,0-1-1 0 0,1 1 0 0 0,-1-1 1 0 0,0 1-1 0 0,1 0 1 0 0,-1-1-1 0 0,1 1 1 0 0,0-1-1 0 0,0 0 1 0 0,0 1-1 0 0,-1-1 0 0 0,1 0 1 0 0,0 1-1 0 0,0-1 1 0 0,1 0-1 0 0,-1 0 1 0 0,2 2-1 0 0,35 21-27 0 0,-31-21 19 0 0,-1 0 1 0 0,0 1-1 0 0,0-1 1 0 0,-1 1-1 0 0,1 1 0 0 0,-1-1 1 0 0,1 1-1 0 0,-2 0 0 0 0,1 0 1 0 0,0 0-1 0 0,6 11 0 0 0,-9-12 8 0 0,0 1 0 0 0,-1 0 0 0 0,1-1 0 0 0,-1 1 0 0 0,0 0-1 0 0,0 0 1 0 0,0 0 0 0 0,-1 0 0 0 0,0 0 0 0 0,0 0-1 0 0,0 0 1 0 0,-1 0 0 0 0,-1 9 0 0 0,-2 2-27 0 0,-1 1 0 0 0,-12 25 1 0 0,6-16 36 0 0,-12 31 40 0 0,2 2-1 0 0,3 0 1 0 0,-17 100-1 0 0,-9 177-53 0 0,34-215 6 0 0,10 210 0 0 0,2-285-5 0 0,-2-15-12 0 0,0 1 0 0 0,-2-1 0 0 0,-1 0 0 0 0,-2-1 0 0 0,-14 53 0 0 0,-6 3-108 0 0,-19 114 1 0 0,38-162 88 0 0,3 0 1 0 0,1-1-1 0 0,2 1 1 0 0,1 0-1 0 0,11 64 1 0 0,60 186-625 0 0,-66-266 488 0 0,-1 0 0 0 0,-1 0 0 0 0,-1 0 0 0 0,-1 0 0 0 0,-2 1 0 0 0,-1 23 0 0 0,-3 1 273 0 0,-21 88 1 0 0,-38 157 270 0 0,33-96-129 0 0,24-114-157 0 0,4 1-1 0 0,9 91 1 0 0,-1 86-33 0 0,-47 251 61 0 0,-2-177 93 0 0,0-97 57 0 0,38-216-246 0 0,-1 24-60 0 0,1 1 0 0 0,2 1 0 0 0,6 77 0 0 0,-1-77-634 0 0,-2-37-95 0 0,2 3-3139 0 0,0-12 3125 0 0,-1-1-1 0 0,0 0 1 0 0,1 0 0 0 0,-1 0-1 0 0,0 0 1 0 0,1 0-1 0 0,-1 0 1 0 0,1-1-1 0 0,-1 1 1 0 0,0 0 0 0 0,1-1-1 0 0,-1 1 1 0 0,2-1-1 0 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07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1 4242 0 0,'-76'48'3442'0'0,"40"44"-6244"0"0,36 14-1040 0 0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07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278 0 6163 0 0,'-59'34'9924'0'0,"-19"-10"-6642"0"0,11 0-4082 0 0,22-6-481 0 0,19-8 80 0 0,24 14-1760 0 0,18 6-3362 0 0</inkml:trace>
  <inkml:trace contextRef="#ctx0" brushRef="#br0" timeOffset="1">456 232 960 0 0,'-62'10'2482'0'0,"-16"10"-241"0"0,26-4-721 0 0,12-4-319 0 0,16 0 159 0 0,5-2 641 0 0,7 0-80 0 0,33 12-2401 0 0,60 4-8084 0 0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09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6 1201 0 0,'-7'-6'8003'0'0,"-1"8"-2800"0"0,11 2-2962 0 0,-1-2-1361 0 0,3 4-1120 0 0,12 34-4162 0 0,4 106-5923 0 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08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9 7764 0 0,'-59'-8'5362'0'0,"23"20"-4882"0"0,24 17-1760 0 0,15-15-161 0 0,-1-10 320 0 0,5-4 321 0 0,10 0-320 0 0,73-12-5043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09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0 320 0 0,'-7'12'2161'0'0,"-14"-8"240"0"0,2-6-560 0 0,12-4-720 0 0,14 6 319 0 0,0 0 321 0 0,-2 2-801 0 0,4-6-3120 0 0,24 2-5844 0 0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10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17 960 0 0,'-40'-10'1041'0'0,"42"12"-1041"0"0,17-4-800 0 0,7-4-321 0 0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10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43 3442 0 0,'-43'-20'7203'0'0,"5"12"-3201"0"0,24 8-3442 0 0,7-2-480 0 0,5 0-240 0 0,-1 2 0 0 0,8-4-1761 0 0,26-2-4482 0 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11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1040 0 0,'10'-12'10085'0'0,"137"-10"4082"0"0,-12 4-9765 0 0,-62 12-5603 0 0,-30 12-560 0 0,-24 4-3201 0 0,-17 14-5763 0 0,-21 24-240 0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11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25 1761 0 0,'-43'24'20009'0'0,"41"-34"-16247"0"0,4 4-2722 0 0,5 4-880 0 0,5 2-240 0 0,66 2 240 0 0,88-4 80 0 0,-40-4-240 0 0,-36-2-160 0 0,-7 2-560 0 0,-12 4-7604 0 0,-28-6-7683 0 0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12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1361 0 0,'10'-4'2641'0'0,"-13"145"-320"0"0,6-67-560 0 0,-1-44-561 0 0,8-16-639 0 0,-1-18-3363 0 0,17-16-4161 0 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12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13 2641 0 0,'-2'-8'3762'0'0,"-5"4"-721"0"0,2 4-480 0 0,-4 2-560 0 0,1 6-400 0 0,-1 2-480 0 0,0 10-401 0 0,1 96-1040 0 0,23-22-1441 0 0,6-65-7683 0 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12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5 1201 0 0,'7'-2'1520'0'0,"-5"0"1"0"0,0 2-80 0 0,3 0-161 0 0,-3 4-79 0 0,-2 0-161 0 0,0 0-159 0 0,-11 24 159 0 0,-1 8-480 0 0,12 4-480 0 0,-5-8 0 0 0,3-4 0 0 0,11 3 0 0 0,-11-3-720 0 0,-10-8 80 0 0,7-16-2321 0 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13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173 1 1121 0 0,'-7'20'960'0'0,"-33"62"961"0"0,-31 68 960 0 0,33-68-1280 0 0,33-35-1041 0 0,5-15-2481 0 0,-12 0-5042 0 0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13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4 320 0 0,'19'-4'3202'0'0,"86"22"-241"0"0,20-16-480 0 0,-28-12 320 0 0,-33 2 4803 0 0,-45 14-3282 0 0,-16 12-6403 0 0,-6 22-11525 0 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14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72 259 9845 0 0,'-22'6'5504'0'0,"-27"6"4532"0"0,53-17-10987 0 0,7 0 688 0 0,94-20 1588 0 0,-35 11-622 0 0,541-145 551 0 0,-525 130-1201 0 0,-79 28-386 0 0,-12 6 483 0 0,-1 2-2648 0 0,-14-27-5751 0 0,-10 6 3465 0 0,-23-2-925 0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14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92 880 0 0,'-40'-11'5440'0'0,"25"8"-3738"0"0,-2 1 0 0 0,-24-1 0 0 0,6 1 1625 0 0,14 5 3670 0 0,21-3-6928 0 0,12 3 583 0 0,1 0-1 0 0,0-2 0 0 0,14 1 1 0 0,305 6 2042 0 0,-186-14-2374 0 0,216-39 0 0 0,-352 43-288 0 0,32-6 75 0 0,-40 7-92 0 0,1 1 0 0 0,0-1 0 0 0,-1 0 0 0 0,1 0 1 0 0,0 0-1 0 0,-1-1 0 0 0,1 1 0 0 0,-1-1 0 0 0,0 1 0 0 0,1-1 0 0 0,1-2 1 0 0,-5 4 83 0 0,-5 1-1114 0 0,4-7-3762 0 0,2 6 4575 0 0,0-1 0 0 0,0 1 0 0 0,0 0 1 0 0,0-1-1 0 0,0 1 0 0 0,0 0 0 0 0,0 0 0 0 0,0-1 1 0 0,0 1-1 0 0,0 0 0 0 0,0-1 0 0 0,0 1 1 0 0,-1 0-1 0 0,1 0 0 0 0,0-1 0 0 0,0 1 0 0 0,0 0 1 0 0,0 0-1 0 0,-2-2-1412 0 0,1 2 1412 0 0,1 0 0 0 0,0 0 0 0 0,0 0 0 0 0,-1 0 1 0 0,1-1-1 0 0,0 1 0 0 0,-1 0 0 0 0,1 0 0 0 0,0 0 1 0 0,0 0-1 0 0,-1 0 0 0 0,1 0 0 0 0,0 0 1 0 0,-1 0-1 0 0,1 0 0 0 0,0 0 0 0 0,-1 0 0 0 0,1 1 1 0 0,0-1-1 0 0,0 0 0 0 0,-1 0 0 0 0,1 0 0 0 0,0 0 1 0 0,0 0-1 0 0,-1 1 0 0 0,1-1 0 0 0,0 0 1 0 0,-1 1-203 0 0,-20 10-5439 0 0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17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510 70 5282 0 0,'-14'-14'1330'0'0,"9"8"-716"0"0,-1-1 0 0 0,0 2 0 0 0,-1-1 0 0 0,0 1 0 0 0,0 0 1 0 0,0 0-1 0 0,0 1 0 0 0,-10-5 0 0 0,13 7 13 0 0,4 2-553 0 0,0 0-1 0 0,-1 0 1 0 0,1 0 0 0 0,0-1 0 0 0,-1 1 0 0 0,1 0 0 0 0,0 0 0 0 0,-1 0 0 0 0,1 0 0 0 0,0 0 0 0 0,-1 0 0 0 0,1 0 0 0 0,0 0 0 0 0,-1 0 0 0 0,1 0 0 0 0,0 0 0 0 0,-1 0 0 0 0,1 0 0 0 0,0 0 0 0 0,-1 0 0 0 0,1 0 0 0 0,0 0 0 0 0,-1 0 0 0 0,1 1 0 0 0,0-1 0 0 0,0 0 0 0 0,-1 0-1 0 0,-27 22 1779 0 0,-62 58 589 0 0,-121 137 0 0 0,200-203-2260 0 0,0-1 0 0 0,0 2 0 0 0,2-1 0 0 0,-1 1 0 0 0,2 1 0 0 0,-12 29 0 0 0,19-43-183 0 0,0 0 0 0 0,1-1 1 0 0,-1 1-1 0 0,1 0 0 0 0,-1 0 0 0 0,1 0 0 0 0,0 0 1 0 0,0 0-1 0 0,0 0 0 0 0,0 0 0 0 0,0-1 0 0 0,0 1 0 0 0,0 0 1 0 0,0 0-1 0 0,1 0 0 0 0,-1 0 0 0 0,1 0 0 0 0,0 0 1 0 0,-1-1-1 0 0,1 1 0 0 0,0 0 0 0 0,0-1 0 0 0,0 1 0 0 0,0 0 1 0 0,0-1-1 0 0,1 1 0 0 0,-1-1 0 0 0,0 0 0 0 0,1 1 1 0 0,-1-1-1 0 0,1 0 0 0 0,-1 0 0 0 0,1 0 0 0 0,0 0 0 0 0,-1 0 1 0 0,1 0-1 0 0,0-1 0 0 0,3 2 0 0 0,5 0-14 0 0,-1 0-1 0 0,0-1 1 0 0,1 0-1 0 0,-1 0 0 0 0,1-1 1 0 0,14-2-1 0 0,-1-1 33 0 0,-1-1-1 0 0,0-1 0 0 0,0-1 0 0 0,0 0 0 0 0,-1-2 1 0 0,0-1-1 0 0,-1 0 0 0 0,0-2 0 0 0,0 0 1 0 0,-1-2-1 0 0,20-16 0 0 0,21-21-50 0 0,99-110 1 0 0,-77 74 0 0 0,-67 70 32 0 0,-9 9-7 0 0,0 0 1 0 0,1 1-1 0 0,-1 0 0 0 0,1 0 1 0 0,0 0-1 0 0,1 1 1 0 0,-1 0-1 0 0,12-5 0 0 0,-39 54-84 0 0,11-17 80 0 0,1 1-1 0 0,1 0 1 0 0,-5 53 0 0 0,12-66 38 0 0,2 0 1 0 0,-1 1-1 0 0,2-1 1 0 0,0 0-1 0 0,0-1 0 0 0,2 1 1 0 0,0-1-1 0 0,0 0 1 0 0,1 0-1 0 0,9 13 1 0 0,-13-22-106 0 0,0 0 0 0 0,0-1 0 0 0,1 1 0 0 0,-1-1 0 0 0,1 0 0 0 0,1 0 0 0 0,-1 0-1 0 0,0 0 1 0 0,1-1 0 0 0,0 1 0 0 0,0-1 0 0 0,0 0 0 0 0,0 0 0 0 0,0-1 0 0 0,1 1 0 0 0,-1-1 0 0 0,1 0 0 0 0,0 0 0 0 0,0 0 0 0 0,-1-1 0 0 0,1 1 0 0 0,0-1 0 0 0,0 0 0 0 0,0-1 0 0 0,1 1 0 0 0,-1-1 0 0 0,0 0 0 0 0,9-2 0 0 0,0 0-2126 0 0,-1-2 1 0 0,20-7-1 0 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17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571 1 240 0 0,'0'1'886'0'0,"0"0"0"0"0,1 0 0 0 0,-1 0 0 0 0,0 0 0 0 0,0 0 0 0 0,0 1 0 0 0,-5 10 9745 0 0,3-10-9745 0 0,-18 13 5186 0 0,16-14-5968 0 0,1 1 0 0 0,0 1 0 0 0,-1-1 0 0 0,1 0 0 0 0,0 1 0 0 0,0-1-1 0 0,0 1 1 0 0,0 0 0 0 0,1 0 0 0 0,-1 0 0 0 0,-2 5 0 0 0,-11 27-406 0 0,1 0 0 0 0,-13 46 0 0 0,21-59 221 0 0,-35 142 495 0 0,42-164-409 0 0,0 1 0 0 0,0-1 0 0 0,0 1 1 0 0,0-1-1 0 0,0 1 0 0 0,0-1 1 0 0,0 1-1 0 0,0-1 0 0 0,0 1 0 0 0,1-1 1 0 0,-1 1-1 0 0,0-1 0 0 0,0 0 0 0 0,0 1 1 0 0,1-1-1 0 0,-1 1 0 0 0,0-1 0 0 0,0 0 1 0 0,1 1-1 0 0,-1-1 0 0 0,0 1 0 0 0,1-1 1 0 0,-1 0-1 0 0,0 1 0 0 0,1-1 1 0 0,-1 0-1 0 0,1 0 0 0 0,-1 1 0 0 0,0-1 1 0 0,1 0-1 0 0,-1 0 0 0 0,1 0 0 0 0,-1 1 1 0 0,1-1-1 0 0,-1 0 0 0 0,1 0 0 0 0,-1 0 1 0 0,1 0-1 0 0,-1 0 0 0 0,1 0 1 0 0,-1 0-1 0 0,1 0 0 0 0,3-2-184 0 0,-16-2-135 0 0,6 4 182 0 0,-7-2-89 0 0,1 1 0 0 0,-1 1-1 0 0,1 0 1 0 0,-1 0 0 0 0,1 1-1 0 0,-22 5 1 0 0,1 3 206 0 0,0 2 1 0 0,-32 15-1 0 0,50-19-27 0 0,0 0 1 0 0,0 2 0 0 0,0 0 0 0 0,1 0-1 0 0,1 1 1 0 0,-18 17 0 0 0,27-23 18 0 0,0 1 1 0 0,0 1-1 0 0,1-1 1 0 0,-1 0 0 0 0,1 1-1 0 0,0 0 1 0 0,1 0-1 0 0,0 0 1 0 0,0 0 0 0 0,0 0-1 0 0,0 0 1 0 0,1 0 0 0 0,0 1-1 0 0,0-1 1 0 0,1 0-1 0 0,0 1 1 0 0,0-1 0 0 0,1 9-1 0 0,0-9 5 0 0,0-1-1 0 0,0 1 1 0 0,1 0-1 0 0,0-1 1 0 0,0 1-1 0 0,0-1 1 0 0,0 1-1 0 0,1-1 1 0 0,0 0-1 0 0,0 0 1 0 0,0-1-1 0 0,1 1 1 0 0,0 0-1 0 0,0-1 1 0 0,0 0-1 0 0,0 0 1 0 0,1 0-1 0 0,-1-1 1 0 0,1 1-1 0 0,6 2 1 0 0,-8-4 2 0 0,1-1 0 0 0,0 1 1 0 0,0-1-1 0 0,0 0 0 0 0,0 0 1 0 0,0-1-1 0 0,0 1 0 0 0,0-1 1 0 0,1 0-1 0 0,-1 0 0 0 0,0 0 0 0 0,0 0 1 0 0,0-1-1 0 0,0 0 0 0 0,0 0 1 0 0,0 0-1 0 0,4-2 0 0 0,5-2 30 0 0,0-1 0 0 0,-1 0 0 0 0,22-15 0 0 0,-14 6 202 0 0,0-1 0 0 0,-1 0 0 0 0,28-31 0 0 0,41-63 511 0 0,-36 44-811 0 0,-28 40-62 0 0,-18 23 63 0 0,-8 10 33 0 0,2-6 41 0 0,-1 1 0 0 0,0 0 0 0 0,1-1 0 0 0,0 1 0 0 0,-1 0 0 0 0,1-1 0 0 0,0 1 0 0 0,0 0 0 0 0,0-1 1 0 0,0 1-1 0 0,1 2 0 0 0,4 10-108 0 0,1 0 0 0 0,0 0 0 0 0,11 16 0 0 0,-13-25-237 0 0,-1 0-1 0 0,1-1 0 0 0,0 1 1 0 0,0-1-1 0 0,0 1 1 0 0,1-1-1 0 0,-1 0 1 0 0,1-1-1 0 0,0 1 1 0 0,0-1-1 0 0,7 3 0 0 0,-10-5-111 0 0,-1 0-1 0 0,1-1 0 0 0,0 1 0 0 0,0-1 0 0 0,0 1 0 0 0,0-1 0 0 0,0 0 0 0 0,0 1 1 0 0,0-1-1 0 0,0 0 0 0 0,0 0 0 0 0,0 0 0 0 0,2-1 0 0 0,0-1-1358 0 0,1 1 0 0 0,-1-1 0 0 0,0 0 0 0 0,0-1 0 0 0,5-3 0 0 0,-9 6 1770 0 0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18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554 3 1281 0 0,'-3'-1'315'0'0,"0"1"0"0"0,-1-1 0 0 0,1 1 0 0 0,0-1 0 0 0,0 1 0 0 0,-1 0 0 0 0,1 0 0 0 0,0 1 0 0 0,-1-1 0 0 0,1 1 0 0 0,0-1 0 0 0,0 1 0 0 0,-1 0 0 0 0,1 0 0 0 0,0 1 0 0 0,0-1 0 0 0,0 1 0 0 0,0-1 0 0 0,1 1 0 0 0,-1 0 0 0 0,0 0 0 0 0,1 0 0 0 0,-1 0 0 0 0,-2 4 0 0 0,-1 2 520 0 0,0 0 1 0 0,0 1-1 0 0,1-1 0 0 0,0 1 1 0 0,1 0-1 0 0,0 1 1 0 0,0-1-1 0 0,-2 11 0 0 0,-10 39 2583 0 0,-14 95-1 0 0,25-122-3551 0 0,3 0 0 0 0,0 0 0 0 0,2 0-1 0 0,2 1 1 0 0,6 38 0 0 0,2-46 234 0 0,-5-22-325 0 0,-2-14-1011 0 0,-4 9 1075 0 0,1-1 0 0 0,0 1 0 0 0,-1 0 0 0 0,0-1 0 0 0,1 1 0 0 0,-1 0 0 0 0,0 0 0 0 0,0 0 0 0 0,0 0 0 0 0,-1 0 0 0 0,1 0 0 0 0,0 0 0 0 0,-3-2 0 0 0,-23-23 569 0 0,24 24-456 0 0,-2-1 61 0 0,0 0 0 0 0,0 1 0 0 0,-1-1 0 0 0,1 2 0 0 0,-1-1 0 0 0,0 0 0 0 0,0 1 0 0 0,0 0 0 0 0,0 1-1 0 0,0-1 1 0 0,0 1 0 0 0,0 0 0 0 0,-8 0 0 0 0,-4 1 12 0 0,1 0 0 0 0,-1 1-1 0 0,-27 5 1 0 0,29-3 29 0 0,1 0 0 0 0,0 1 0 0 0,1 1 0 0 0,-1 0 0 0 0,-13 8 0 0 0,23-11-24 0 0,1 0 0 0 0,-1 1 0 0 0,1-1 1 0 0,0 1-1 0 0,0 0 0 0 0,1 1 0 0 0,-1-1 0 0 0,1 1 0 0 0,-1-1 0 0 0,1 1 1 0 0,0 0-1 0 0,0 0 0 0 0,1 1 0 0 0,-1-1 0 0 0,1 0 0 0 0,0 1 0 0 0,0 0 1 0 0,1-1-1 0 0,-1 1 0 0 0,1 0 0 0 0,-1 7 0 0 0,1-7 1 0 0,1 1 0 0 0,0 0 0 0 0,0-1 0 0 0,0 1 0 0 0,1-1-1 0 0,0 1 1 0 0,0-1 0 0 0,0 1 0 0 0,1-1 0 0 0,0 1 0 0 0,4 7 0 0 0,-4-10-17 0 0,0 0 0 0 0,0 1 0 0 0,0-2 0 0 0,0 1 1 0 0,1 0-1 0 0,-1 0 0 0 0,1-1 0 0 0,0 1 0 0 0,0-1 1 0 0,0 0-1 0 0,0 0 0 0 0,0 0 0 0 0,0-1 0 0 0,1 1 1 0 0,-1-1-1 0 0,1 1 0 0 0,-1-1 0 0 0,6 1 0 0 0,6 1-4 0 0,1-2 0 0 0,-1 0 0 0 0,1 0-1 0 0,-1-1 1 0 0,1-1 0 0 0,-1-1 0 0 0,1 0-1 0 0,-1-1 1 0 0,27-9 0 0 0,-4-2 11 0 0,0-2 0 0 0,52-30 0 0 0,-80 40-29 0 0,0 1 1 0 0,0 0-1 0 0,0 1 1 0 0,1 0-1 0 0,-1 0 1 0 0,1 1 0 0 0,0 1-1 0 0,0 0 1 0 0,0 0-1 0 0,0 1 1 0 0,0 0 0 0 0,0 1-1 0 0,1 1 1 0 0,-1-1-1 0 0,0 2 1 0 0,0 0 0 0 0,15 4-1 0 0,25 7-24 0 0,-24-6-776 0 0,0 0 1 0 0,41 18 0 0 0,-66-23 501 0 0,1-1 1 0 0,-1 0-1 0 0,0 1 1 0 0,0-1-1 0 0,1 1 1 0 0,-1 0-1 0 0,0-1 1 0 0,0 1-1 0 0,2 3 1 0 0,-3-3-398 0 0,-1-1 0 0 0,1 0 0 0 0,0 1 0 0 0,-1-1 0 0 0,0 1 0 0 0,1-1 0 0 0,-1 0 0 0 0,0 1 0 0 0,0-1 0 0 0,1 1 0 0 0,-1-1-1 0 0,-1 2 1 0 0,1-3 692 0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20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390 32 5042 0 0,'4'-7'1134'0'0,"15"-17"3161"0"0,-36 59-1120 0 0,3-16 470 0 0,-27 28-1 0 0,-10 11-1782 0 0,-54 86-1472 0 0,88-117-348 0 0,2 0 0 0 0,1 0 0 0 0,1 1 0 0 0,-11 34 0 0 0,12-21 141 0 0,1 0-1 0 0,-8 69 0 0 0,17-91-112 0 0,1 0 0 0 0,1 1-1 0 0,1-1 1 0 0,1 0 0 0 0,0 0-1 0 0,1 0 1 0 0,1 0 0 0 0,9 22-1 0 0,-12-38-43 0 0,0 1-1 0 0,0-1 0 0 0,1 0 1 0 0,-1 1-1 0 0,1-1 1 0 0,0 0-1 0 0,0 0 0 0 0,1 0 1 0 0,-1 0-1 0 0,0-1 0 0 0,1 1 1 0 0,0-1-1 0 0,-1 1 1 0 0,6 2-1 0 0,-4-3-3 0 0,0 0-1 0 0,0-1 1 0 0,0 1 0 0 0,0-1-1 0 0,1 0 1 0 0,-1 0-1 0 0,1 0 1 0 0,-1-1 0 0 0,0 0-1 0 0,1 0 1 0 0,6 0 0 0 0,-3-1-9 0 0,-1-1 1 0 0,1 0 0 0 0,-1 0-1 0 0,1-1 1 0 0,-1 0 0 0 0,0 0-1 0 0,0 0 1 0 0,0-1 0 0 0,0 0-1 0 0,0-1 1 0 0,-1 1 0 0 0,0-1-1 0 0,9-10 1 0 0,-1 2-1 0 0,-1-2-1 0 0,-1 1 0 0 0,0-2 1 0 0,13-22-1 0 0,-10 9 81 0 0,-2 0 1 0 0,0-1-1 0 0,-2 0 0 0 0,11-49 1 0 0,-21 73-68 0 0,1-1 0 0 0,-1 1-1 0 0,-1-1 1 0 0,1 0 0 0 0,-1 1 0 0 0,0-1 0 0 0,-2-10 0 0 0,1 14-14 0 0,1-1 0 0 0,-1 1 0 0 0,0 0 0 0 0,-1 0 1 0 0,1-1-1 0 0,0 1 0 0 0,-1 0 0 0 0,0 0 0 0 0,0 1 0 0 0,0-1 0 0 0,0 0 1 0 0,0 1-1 0 0,-1-1 0 0 0,1 1 0 0 0,-1-1 0 0 0,-4-2 0 0 0,-2 0 1 0 0,0 0 0 0 0,0 1 0 0 0,0 0 0 0 0,-1 1 0 0 0,1 0 0 0 0,-1 0 0 0 0,0 1 0 0 0,-12-1 0 0 0,6 2-2 0 0,0 0 1 0 0,0 0-1 0 0,0 2 0 0 0,-27 4 1 0 0,34-4-93 0 0,1 1-1 0 0,-1 1 1 0 0,1 0 0 0 0,-1 0-1 0 0,1 0 1 0 0,0 1 0 0 0,0 1-1 0 0,0-1 1 0 0,1 1 0 0 0,-1 0-1 0 0,1 1 1 0 0,1 0 0 0 0,-1 0 0 0 0,1 0-1 0 0,0 1 1 0 0,0 0 0 0 0,1 0-1 0 0,0 1 1 0 0,0-1 0 0 0,-6 15-1 0 0,-7 19-6014 0 0,-6-11-2855 0 0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21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56 800 0 0,'-6'-3'6404'0'0,"23"0"-485"0"0,15-2-3475 0 0,133-33 5960 0 0,-154 36-8035 0 0,0 0 0 0 0,0 1 1 0 0,1 0-1 0 0,-1 1 0 0 0,1 0 0 0 0,17 3 0 0 0,-24-2-357 0 0,-1 0-1 0 0,1 0 0 0 0,-1 1 1 0 0,0-1-1 0 0,0 1 0 0 0,1 0 1 0 0,-1 0-1 0 0,0 1 0 0 0,-1-1 0 0 0,1 1 1 0 0,0 0-1 0 0,-1 0 0 0 0,1 0 1 0 0,-1 0-1 0 0,0 1 0 0 0,0-1 1 0 0,3 7-1 0 0,-4-8-3 0 0,-1 0-1 0 0,0 1 1 0 0,-1-1 0 0 0,1 1 0 0 0,0-1 0 0 0,-1 1-1 0 0,1-1 1 0 0,-1 1 0 0 0,0-1 0 0 0,0 1 0 0 0,0 0-1 0 0,0-1 1 0 0,0 1 0 0 0,-1-1 0 0 0,1 1-1 0 0,-1-1 1 0 0,0 1 0 0 0,0-1 0 0 0,1 1 0 0 0,-2-1-1 0 0,1 0 1 0 0,0 0 0 0 0,-2 3 0 0 0,-3 4 29 0 0,0 0 0 0 0,0-1 1 0 0,-1 0-1 0 0,-11 11 0 0 0,-17 13 3 0 0,-1-1 0 0 0,-49 32 0 0 0,72-58-254 0 0,31 2 122 0 0,17 11 338 0 0,65 36 117 0 0,-91-49-330 0 0,0 1 0 0 0,-1 1 0 0 0,1 0 0 0 0,-2 0 0 0 0,1 0 1 0 0,-1 1-1 0 0,0 0 0 0 0,8 12 0 0 0,-13-16-14 0 0,0 1 0 0 0,0 0 0 0 0,0-1 0 0 0,0 1 0 0 0,-1 0 0 0 0,0 0 0 0 0,0 0 0 0 0,0 0 0 0 0,-1 0 0 0 0,0 0 0 0 0,0 0 0 0 0,0 0 0 0 0,0 0 0 0 0,-1 0 0 0 0,0 0 0 0 0,0 0 0 0 0,0 0 0 0 0,-1 0 0 0 0,0 0 0 0 0,0-1 0 0 0,-4 10 1 0 0,0-4 75 0 0,0-1 1 0 0,-1 1 0 0 0,0-1 0 0 0,0 0-1 0 0,0-1 1 0 0,-2 0 0 0 0,1 0 0 0 0,-14 10-1 0 0,15-14 69 0 0,0 1 0 0 0,0-1 0 0 0,0-1-1 0 0,0 1 1 0 0,-1-1 0 0 0,1-1 0 0 0,-1 1 0 0 0,0-1-1 0 0,0-1 1 0 0,0 1 0 0 0,-8-1 0 0 0,5-1-125 0 0,-1 0 0 0 0,1-1 0 0 0,-1 0 0 0 0,1-1 0 0 0,-1 0 0 0 0,1-1 0 0 0,-11-4 0 0 0,-1-2-94 0 0,2-1 0 0 0,-1-1 1 0 0,1-1-1 0 0,1-1 0 0 0,0-1 0 0 0,-34-31 1 0 0,37 29-167 0 0,2 0 0 0 0,0-1 0 0 0,-24-37 0 0 0,26 33-1598 0 0,-19-43-1 0 0,-15-63-9798 0 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26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5 2561 0 0,'0'0'111'0'0,"0"0"1"0"0,0-1-1 0 0,0 1 0 0 0,0 0 1 0 0,0 0-1 0 0,0 0 0 0 0,0 0 0 0 0,0-1 1 0 0,0 1-1 0 0,0 0 0 0 0,0 0 1 0 0,0 0-1 0 0,0 0 0 0 0,0 0 0 0 0,-1-2 1114 0 0,1 2-1114 0 0,0 0 0 0 0,0 0 0 0 0,0 0 1 0 0,-1 0-1 0 0,1 0 0 0 0,0 0 1 0 0,0-1-1 0 0,0 1 0 0 0,0 0 0 0 0,0 0 1 0 0,-1 0-1 0 0,1 0 0 0 0,0 0 1 0 0,0 0-1 0 0,0 0 0 0 0,0 0 0 0 0,-1 0 1 0 0,1 0-1 0 0,0 0 0 0 0,0 0 0 0 0,0 0 1 0 0,0 0-1 0 0,-1 1 0 0 0,1-1 1 0 0,0 0-1 0 0,0 0 0 0 0,-1 0 668 0 0,1 1-668 0 0,-23 6 2747 0 0,16-4-2064 0 0,0 0-1 0 0,0 1 0 0 0,1 0 1 0 0,-1 0-1 0 0,-9 8 1 0 0,16-12-765 0 0,0 0 0 0 0,0 0 1 0 0,0 0-1 0 0,0 0 0 0 0,0 0 0 0 0,0 0 1 0 0,0 0-1 0 0,0 0 0 0 0,-1 0 0 0 0,1 0 1 0 0,0 0-1 0 0,0 0 0 0 0,0 0 0 0 0,0 0 1 0 0,0 0-1 0 0,0 0 0 0 0,0 0 0 0 0,0 0 1 0 0,0 0-1 0 0,0 0 0 0 0,0 1 0 0 0,0-1 1 0 0,0 0-1 0 0,0 0 0 0 0,-1 0 1 0 0,1 0-1 0 0,0 0 0 0 0,0 0 0 0 0,0 0 1 0 0,0 0-1 0 0,0 0 0 0 0,0 1 0 0 0,0-1 1 0 0,0 0-1 0 0,0 0 0 0 0,0 0 0 0 0,0 0 1 0 0,0 0-1 0 0,0 0 0 0 0,0 0 0 0 0,0 0 1 0 0,0 0-1 0 0,0 1 0 0 0,1-1 0 0 0,-1 0 1 0 0,0 0-1 0 0,0 0 0 0 0,0 0 0 0 0,0 0 1 0 0,0 0-1 0 0,0 0 0 0 0,0 0 1 0 0,0 0-1 0 0,0 0 0 0 0,0 0 0 0 0,0 0 1 0 0,0 1-1 0 0,0-1 0 0 0,1 0 0 0 0,-1 0 1 0 0,0 0-1 0 0,0 0 0 0 0,0 0 0 0 0,0 0 1 0 0,0 0-1 0 0,0 0 0 0 0,0 0 0 0 0,1 0 1 0 0,10-1 487 0 0,13-6-319 0 0,-15 5 81 0 0,13-6 834 0 0,-21 8-1007 0 0,0 0 1 0 0,-1-1-1 0 0,1 1 1 0 0,0 0 0 0 0,-1-1-1 0 0,1 1 1 0 0,0 0-1 0 0,-1-1 1 0 0,1 1-1 0 0,-1-1 1 0 0,1 1-1 0 0,-1-1 1 0 0,1 1-1 0 0,-1-1 1 0 0,1 1-1 0 0,-1-1 1 0 0,1 0-1 0 0,-1 1 1 0 0,0-1 0 0 0,1 1-1 0 0,-1-1 1 0 0,0-1-1 0 0,0 2-86 0 0,0 0 0 0 0,0 0 0 0 0,0 0 0 0 0,0-1 0 0 0,0 1 0 0 0,0 0 0 0 0,0 0 0 0 0,0 0 0 0 0,0 0 0 0 0,0 0 0 0 0,-1 0 0 0 0,1-1 0 0 0,0 1 0 0 0,0 0 0 0 0,0 0 0 0 0,0 0 0 0 0,0 0 0 0 0,0 0 0 0 0,-1 0 0 0 0,1 0 0 0 0,0 0 0 0 0,0 0 0 0 0,0 0 0 0 0,0 0 0 0 0,0 0 0 0 0,-1-1 0 0 0,1 1 0 0 0,0 0 0 0 0,0 0 0 0 0,0 0 0 0 0,0 0 0 0 0,-1 0 0 0 0,1 0 0 0 0,0 1 0 0 0,0-1 0 0 0,0 0 0 0 0,0 0-1 0 0,-1 0 1 0 0,1 0-8 0 0,0 0 0 0 0,0 0 0 0 0,0 0 0 0 0,0 0 0 0 0,1 0 0 0 0,-1 0 0 0 0,0-1 0 0 0,0 1 0 0 0,0 0-1 0 0,0 0 1 0 0,0 0 0 0 0,0 0 0 0 0,0 0 0 0 0,0 0 0 0 0,0 0 0 0 0,0 0 0 0 0,0 0 0 0 0,0 0 0 0 0,0 0-1 0 0,0 0 1 0 0,0 0 0 0 0,0 0 0 0 0,0 0 0 0 0,0-1 0 0 0,0 1 0 0 0,0 0 0 0 0,0 0 0 0 0,0 0 0 0 0,0 0-1 0 0,0 0 1 0 0,0 0 0 0 0,0 0 0 0 0,0 0 0 0 0,0 0 0 0 0,0 0 0 0 0,-1 0 0 0 0,1 0 0 0 0,0 0 0 0 0,0 0-1 0 0,0 0 1 0 0,5-4-817 0 0,-10 8-888 0 0,-23 18-3706 0 0,-64 40-7913 0 0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27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26 13126 0 0,'-29'8'10264'0'0,"26"-6"-10201"0"0,-1-1-1 0 0,1 0 1 0 0,-1 0 0 0 0,1 0-1 0 0,-1 0 1 0 0,1-1-1 0 0,-5 1 1 0 0,11-2 44 0 0,0 0-1 0 0,0 0 1 0 0,0 0 0 0 0,0 0 0 0 0,0-1-1 0 0,0 1 1 0 0,4-4 0 0 0,-7 5-99 0 0,0 0 1 0 0,0 0-1 0 0,0 0 1 0 0,0 0-1 0 0,-1 0 1 0 0,1 0-1 0 0,0 0 1 0 0,0 0-1 0 0,0 0 1 0 0,0 0-1 0 0,0 0 1 0 0,0 0 0 0 0,0 0-1 0 0,0 0 1 0 0,0 0-1 0 0,0 0 1 0 0,0 0-1 0 0,0 0 1 0 0,0 0-1 0 0,0 0 1 0 0,0 0-1 0 0,-1 0 1 0 0,1 0-1 0 0,0 0 1 0 0,0 0-1 0 0,0 0 1 0 0,0 0-1 0 0,0 0 1 0 0,0 1 0 0 0,0-1-1 0 0,0 0 1 0 0,0 0-1 0 0,0 0 1 0 0,0 0-1 0 0,0 0 1 0 0,0 0-1 0 0,0 0 1 0 0,0 0-1 0 0,0 0 1 0 0,0 0-1 0 0,0 0 1 0 0,0 0-1 0 0,0 0 1 0 0,0 0-1 0 0,0 1 1 0 0,0-1 0 0 0,0 0-1 0 0,0 0 1 0 0,0 0-1 0 0,0 0 1 0 0,0 0-1 0 0,-4-3 416 0 0,1 3-411 0 0,2 0 40 0 0,-1-1-26 0 0,2 1 26 0 0,0 1-26 0 0,0-1 120 0 0,-7 6-1028 0 0,5-6-86 0 0,1-1 0 0 0,-1 1 0 0 0,1-1-1 0 0,0 0 1 0 0,-1 1 0 0 0,1-1 0 0 0,0 0-1 0 0,0 0 1 0 0,0 0 0 0 0,-3-3-968 0 0,-3-2-491 0 0,-15-11-2109 0 0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27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1551 80 0 0,'0'3'7298'0'0,"-17"-4"-3020"0"0,11 1-3401 0 0,1-1-1 0 0,0 0 0 0 0,0 0 1 0 0,-1 0-1 0 0,-6-3 0 0 0,11 3-782 0 0,-1-2 429 0 0,13-4-99 0 0,160-70 739 0 0,-70 32-872 0 0,175-57 33 0 0,6 25 185 0 0,-20 5 1126 0 0,470-127-565 0 0,-124 36-1079 0 0,-208 40 362 0 0,-150 40-139 0 0,528-185 132 0 0,-500 146 1789 0 0,-97 40-1042 0 0,-126 62-1168 0 0,-40 16 43 0 0,-1-1 0 0 0,1-1 0 0 0,-1 0 0 0 0,0 0 0 0 0,16-12 0 0 0,-7-1 5 0 0,-16 13-1 0 0,0 0 0 0 0,1 0 1 0 0,8-5-1 0 0,-14 10 22 0 0,0 0 0 0 0,0 0 0 0 0,0 0 0 0 0,1 0 0 0 0,-1 0 0 0 0,0 1 0 0 0,1-1 0 0 0,-1 1 0 0 0,0-1 0 0 0,1 1 0 0 0,-1 0 0 0 0,0 0 0 0 0,1 0 0 0 0,-1 0 0 0 0,0 1 0 0 0,5 0 0 0 0,-7-1-52 0 0,1 0 0 0 0,-1 0 0 0 0,1 0-1 0 0,-1 0 1 0 0,0 0 0 0 0,1 0 0 0 0,-1 0-1 0 0,1 0 1 0 0,-1 0 0 0 0,0 0 0 0 0,1 0 0 0 0,-1 1-1 0 0,0-1 1 0 0,1 0 0 0 0,-1 0 0 0 0,1 0 0 0 0,-1 1-1 0 0,0-1 1 0 0,1 0 0 0 0,-1 0 0 0 0,0 1-1 0 0,0-1 1 0 0,1 0 0 0 0,-1 1 0 0 0,0-1 0 0 0,0 0-1 0 0,1 1 1 0 0,-1-1 0 0 0,0 0 0 0 0,0 1-1 0 0,0-1 1 0 0,0 0 0 0 0,0 1 0 0 0,1-1 0 0 0,-1 1-1 0 0,0-1 1 0 0,0 0 0 0 0,0 1 0 0 0,0-1 0 0 0,0 1-1 0 0,0-1 1 0 0,0 0 0 0 0,0 1 0 0 0,0-1-1 0 0,-1 1 1 0 0,1-1 0 0 0,0 0 0 0 0,0 1 0 0 0,0-1-1 0 0,0 0 1 0 0,0 1 0 0 0,-1-1 0 0 0,1 0 0 0 0,0 1-1 0 0,0-1 1 0 0,-1 0 0 0 0,1 1 0 0 0,-1-1-1 0 0,-22 18-7174 0 0,14-13 2988 0 0,-4 8-2585 0 0,-1-4 2161 0 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28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36 800 0 0,'-4'-4'509'0'0,"0"0"0"0"0,0 1-1 0 0,0 0 1 0 0,0 0 0 0 0,-1 0-1 0 0,1 1 1 0 0,-1-1 0 0 0,0 1-1 0 0,0 0 1 0 0,1 1 0 0 0,-1-1-1 0 0,0 1 1 0 0,-1 0 0 0 0,-5-1 0 0 0,22 9 1825 0 0,158 65 8553 0 0,-93-42-7714 0 0,-49-19-2289 0 0,-3-2-642 0 0,-1 0-1 0 0,0 2 1 0 0,0 1-1 0 0,-1 0 0 0 0,-1 2 1 0 0,32 25-1 0 0,-47-34-290 0 0,-1 1 0 0 0,1 0 0 0 0,-1 0 0 0 0,0 0 0 0 0,-1 1 0 0 0,1 0 0 0 0,-1 0 0 0 0,-1 0 0 0 0,1 0 0 0 0,-1 1 1 0 0,0 0-1 0 0,-1-1 0 0 0,0 1 0 0 0,0 0 0 0 0,-1 0 0 0 0,0 0 0 0 0,0 0 0 0 0,-1 0 0 0 0,0 0 0 0 0,-1 9 0 0 0,-2 2 64 0 0,-1 0 0 0 0,0 1 0 0 0,-2-1 0 0 0,0-1 1 0 0,-1 1-1 0 0,-1-1 0 0 0,-11 18 0 0 0,-11 17-218 0 0,-2-2 1 0 0,-59 70-1 0 0,40-61-1948 0 0,-86 77 1 0 0,114-117 707 0 0,-39 27 0 0 0,52-41 94 0 0,0 0-1 0 0,-1-1 1 0 0,-21 9-1 0 0,18-11-2602 0 0,-1 1-1 0 0,-22 1 0 0 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29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0 2081 0 0,'-38'262'2481'0'0,"12"3"4562"0"0,14-61 241 0 0,19-62-3283 0 0,17-44-3040 0 0,25-36-1761 0 0,25-42-1441 0 0,4-36-6083 0 0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29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412 102 480 0 0,'-28'14'1197'0'0,"0"1"-1"0"0,1 2 1 0 0,1 0-1 0 0,1 2 1 0 0,-44 42 0 0 0,-93 120 13331 0 0,152-168-13372 0 0,7-10-960 0 0,-2 2 22 0 0,0 1-1 0 0,1 0 1 0 0,-1 1 0 0 0,1-1 0 0 0,-3 8 0 0 0,6-13-235 0 0,1 1 0 0 0,-1 0 1 0 0,1 0-1 0 0,-1-1 0 0 0,1 1 0 0 0,0 0 1 0 0,0 0-1 0 0,0-1 0 0 0,0 1 0 0 0,0 0 1 0 0,0 0-1 0 0,0-1 0 0 0,1 1 0 0 0,-1 0 0 0 0,1 0 1 0 0,-1-1-1 0 0,1 1 0 0 0,-1 0 0 0 0,1-1 1 0 0,0 1-1 0 0,0-1 0 0 0,0 1 0 0 0,0-1 1 0 0,0 1-1 0 0,2 1 0 0 0,2 2 2 0 0,1 1 0 0 0,0-1-1 0 0,0-1 1 0 0,0 1 0 0 0,1-1-1 0 0,-1 0 1 0 0,1 0 0 0 0,0-1 0 0 0,0 0-1 0 0,0 0 1 0 0,1-1 0 0 0,-1 0-1 0 0,1 0 1 0 0,-1-1 0 0 0,11 1 0 0 0,-5-1 55 0 0,0-1 1 0 0,0 0-1 0 0,0-1 1 0 0,0 0-1 0 0,0-1 1 0 0,0-1-1 0 0,-1 0 1 0 0,24-10-1 0 0,-11 2-137 0 0,-1-1-1 0 0,-1-2 0 0 0,0 0 1 0 0,-1-1-1 0 0,0-2 0 0 0,-2 0 1 0 0,0-1-1 0 0,19-22 0 0 0,17-27-557 0 0,55-85-1 0 0,-56 75 645 0 0,-50 72-88 0 0,-9 14 54 0 0,-8 14 29 0 0,8-18-2 0 0,1 0 0 0 0,0 1 0 0 0,0-1 0 0 0,0 1-1 0 0,1 0 1 0 0,0-1 0 0 0,0 1 0 0 0,-1 9 0 0 0,2-13 4 0 0,1 0-1 0 0,-1 0 1 0 0,1 0 0 0 0,0 0 0 0 0,0 0 0 0 0,0 1-1 0 0,0-1 1 0 0,0 0 0 0 0,0 0 0 0 0,0 0-1 0 0,1 0 1 0 0,-1 1 0 0 0,1-1 0 0 0,-1 0 0 0 0,1 0-1 0 0,0 0 1 0 0,0 0 0 0 0,0 0 0 0 0,0-1 0 0 0,0 1-1 0 0,1 0 1 0 0,-1 0 0 0 0,0-1 0 0 0,1 1 0 0 0,-1 0-1 0 0,4 2 1 0 0,-3-4-94 0 0,0 1 0 0 0,0 0 0 0 0,0 0-1 0 0,0-1 1 0 0,0 1 0 0 0,0-1 0 0 0,1 0-1 0 0,-1 0 1 0 0,0 1 0 0 0,0-1 0 0 0,0-1-1 0 0,0 1 1 0 0,0 0 0 0 0,0 0 0 0 0,0-1-1 0 0,4-1 1 0 0,0 0-668 0 0,0 0-1 0 0,0-1 1 0 0,0 0-1 0 0,9-7 1 0 0,2-4-1452 0 0,0-1 1 0 0,-1 0 0 0 0,23-30 0 0 0,-19 21 1886 0 0,24-22 0 0 0,-20 24 594 0 0,33-23 0 0 0,-56 45-220 0 0,1-1-1 0 0,-1 0 0 0 0,0 0 0 0 0,0 1 0 0 0,0-1 1 0 0,0 1-1 0 0,1-1 0 0 0,-1 1 0 0 0,0-1 0 0 0,1 1 1 0 0,-1 0-1 0 0,0 0 0 0 0,1 0 0 0 0,0-1 0 0 0,-1 2 33 0 0,-1-1 0 0 0,1 0 0 0 0,-1 0-1 0 0,1 0 1 0 0,-1 1 0 0 0,1-1 0 0 0,-1 0-1 0 0,0 0 1 0 0,1 1 0 0 0,-1-1 0 0 0,1 0-1 0 0,-1 1 1 0 0,0-1 0 0 0,1 0 0 0 0,-1 1-1 0 0,0-1 1 0 0,0 1 0 0 0,1-1 0 0 0,-1 0-1 0 0,0 1 1 0 0,0-1 0 0 0,1 1 0 0 0,-1-1-1 0 0,0 1 1 0 0,0 0 0 0 0,1 5 683 0 0,-1-1 1 0 0,0 1-1 0 0,0 0 0 0 0,0-1 1 0 0,-2 9-1 0 0,1 7 893 0 0,-2 47-5 0 0,-3-1 0 0 0,-27 124 1 0 0,33-190-1631 0 0,0 0 0 0 0,0-1 0 0 0,-1 1 1 0 0,1-1-1 0 0,0 1 0 0 0,0 0 1 0 0,0-1-1 0 0,0 1 0 0 0,0 0 1 0 0,0-1-1 0 0,0 1 0 0 0,0 0 1 0 0,0-1-1 0 0,0 1 0 0 0,0 0 1 0 0,0-1-1 0 0,1 1 0 0 0,-1-1 1 0 0,0 1-1 0 0,0 0 0 0 0,1-1 1 0 0,-1 1-1 0 0,0-1 0 0 0,1 1 1 0 0,-1-1-1 0 0,1 2 0 0 0,0-2-14 0 0,0 0 0 0 0,0 0-1 0 0,0 0 1 0 0,-1 0 0 0 0,1 1 0 0 0,0-1-1 0 0,0-1 1 0 0,0 1 0 0 0,0 0 0 0 0,0 0-1 0 0,-1 0 1 0 0,1 0 0 0 0,0 0 0 0 0,0-1-1 0 0,0 1 1 0 0,-1 0 0 0 0,2-1 0 0 0,38-25-576 0 0,-37 23 532 0 0,85-66-356 0 0,-49 37 323 0 0,1 2 0 0 0,1 1 1 0 0,58-30-1 0 0,-96 58 40 0 0,26-11-124 0 0,-28 12 140 0 0,-1 0 1 0 0,1 0 0 0 0,-1 0 0 0 0,1-1-1 0 0,-1 1 1 0 0,1 0 0 0 0,-1 0-1 0 0,1 0 1 0 0,-1 0 0 0 0,1 0-1 0 0,0 0 1 0 0,-1 0 0 0 0,1 0 0 0 0,-1 0-1 0 0,1 1 1 0 0,-1-1 0 0 0,1 0-1 0 0,-1 0 1 0 0,1 0 0 0 0,-1 1-1 0 0,1-1 1 0 0,-1 0 0 0 0,1 1 0 0 0,-1-1-1 0 0,1 0 1 0 0,-1 1 0 0 0,0-1-1 0 0,1 0 1 0 0,-1 1 0 0 0,1-1 0 0 0,-1 1-1 0 0,0-1 1 0 0,0 1 0 0 0,1-1-1 0 0,-1 1 1 0 0,0-1 0 0 0,0 1-1 0 0,1-1 1 0 0,-1 1 0 0 0,0-1 0 0 0,0 1-1 0 0,0-1 1 0 0,0 1 0 0 0,0-1-1 0 0,0 1 1 0 0,0 0 0 0 0,0-1-1 0 0,0 2 1 0 0,-3 19-125 0 0,-1 1 0 0 0,-12 40 0 0 0,10-43-26 0 0,1 1 1 0 0,1 0-1 0 0,-3 30 0 0 0,7-49 26 0 0,-1 1 0 0 0,1-1-1 0 0,0 1 1 0 0,1-1 0 0 0,-1 1 0 0 0,0-1-1 0 0,0 1 1 0 0,1-1 0 0 0,-1 0-1 0 0,1 1 1 0 0,-1-1 0 0 0,1 1 0 0 0,0 1-1 0 0,0-3-61 0 0,0 1 0 0 0,-1 0 0 0 0,1-1-1 0 0,0 1 1 0 0,-1-1 0 0 0,1 1 0 0 0,0-1-1 0 0,0 0 1 0 0,0 1 0 0 0,-1-1 0 0 0,1 0-1 0 0,0 0 1 0 0,0 1 0 0 0,0-1 0 0 0,0 0-1 0 0,-1 0 1 0 0,1 0 0 0 0,0 0 0 0 0,0 0-1 0 0,0 0 1 0 0,0 0 0 0 0,1-1 0 0 0,23-4-7375 0 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30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1 560 0 0,'70'41'3949'0'0,"-72"-43"-3705"0"0,0 1 0 0 0,-1-1-1 0 0,1 1 1 0 0,-1 0 0 0 0,0 0 0 0 0,1 0 0 0 0,-1 0 0 0 0,0 1 0 0 0,1-1 0 0 0,-1 1 0 0 0,0 0 0 0 0,0-1 0 0 0,0 1 0 0 0,1 1 0 0 0,-1-1-1 0 0,0 0 1 0 0,0 1 0 0 0,0-1 0 0 0,1 1 0 0 0,-1 0 0 0 0,0 0 0 0 0,1 0 0 0 0,-1 0 0 0 0,1 0 0 0 0,-1 0 0 0 0,1 1 0 0 0,-3 1 0 0 0,-13 11 863 0 0,1 0 0 0 0,0 2 0 0 0,1 0 0 0 0,1 0 0 0 0,1 1 1 0 0,-22 34-1 0 0,-3 15 129 0 0,36-61-1273 0 0,1 0 0 0 0,-1 1 0 0 0,1-1 0 0 0,0 1 0 0 0,1 0 1 0 0,0 0-1 0 0,0 0 0 0 0,0 0 0 0 0,0 7 0 0 0,1-11 5 0 0,1 0 1 0 0,-1 0 0 0 0,0 0-1 0 0,1 0 1 0 0,-1 1 0 0 0,1-1 0 0 0,0 0-1 0 0,0 0 1 0 0,0-1 0 0 0,0 1-1 0 0,0 0 1 0 0,0 0 0 0 0,0 0-1 0 0,1-1 1 0 0,-1 1 0 0 0,1 0-1 0 0,-1-1 1 0 0,3 2 0 0 0,0 0 10 0 0,0-1 1 0 0,0 1-1 0 0,0-1 1 0 0,1 0-1 0 0,-1 0 1 0 0,0-1-1 0 0,1 0 1 0 0,5 2-1 0 0,2-1 29 0 0,1-1-1 0 0,-1 0 1 0 0,1 0 0 0 0,-1-1-1 0 0,22-4 1 0 0,-26 3 2 0 0,0-1 0 0 0,1-1 0 0 0,-1 0 0 0 0,-1 0 0 0 0,1 0 0 0 0,0-1 0 0 0,-1 0 0 0 0,0-1 0 0 0,1 0 0 0 0,-2 0 0 0 0,1 0 0 0 0,-1-1 0 0 0,0 0 0 0 0,7-8 0 0 0,6-10 20 0 0,-1-1 0 0 0,23-43 0 0 0,-21 34-16 0 0,-3 6 86 0 0,40-51 0 0 0,-48 71-98 0 0,-4 9-22 0 0,-1 17-35 0 0,-2-1 48 0 0,10 45 500 0 0,-2 0 1 0 0,-4 0-1 0 0,-1 1 1 0 0,-4 0-1 0 0,-10 103 1 0 0,4-134-299 0 0,-1 1 1 0 0,-1 0-1 0 0,-2-1 1 0 0,-2-1-1 0 0,-19 44 1 0 0,23-62-225 0 0,0 1 1 0 0,0-2-1 0 0,-1 1 1 0 0,-1-1-1 0 0,0 0 1 0 0,0-1-1 0 0,-1 0 1 0 0,-1 0-1 0 0,0-1 1 0 0,-1-1-1 0 0,1 1 1 0 0,-2-2-1 0 0,-23 13 1 0 0,31-19 14 0 0,0 0 0 0 0,0-1 0 0 0,0 1 1 0 0,0-1-1 0 0,0-1 0 0 0,0 1 0 0 0,0-1 1 0 0,0 0-1 0 0,0 0 0 0 0,0 0 0 0 0,0-1 1 0 0,0 1-1 0 0,0-1 0 0 0,0-1 0 0 0,0 1 0 0 0,0-1 1 0 0,0 1-1 0 0,1-1 0 0 0,-1-1 0 0 0,1 1 1 0 0,-1-1-1 0 0,1 0 0 0 0,0 1 0 0 0,0-2 1 0 0,0 1-1 0 0,-5-6 0 0 0,0-1 18 0 0,0 0 1 0 0,1 0-1 0 0,0-1 0 0 0,0 0 0 0 0,1 0 0 0 0,1-1 1 0 0,0 0-1 0 0,-7-21 0 0 0,10 27-7 0 0,1 0 0 0 0,0 0 0 0 0,1 0-1 0 0,0 0 1 0 0,0 0 0 0 0,0-1 0 0 0,1 1 0 0 0,-1 0 0 0 0,2-1-1 0 0,-1 1 1 0 0,1 0 0 0 0,0-1 0 0 0,0 1 0 0 0,0 0 0 0 0,1 0-1 0 0,0 0 1 0 0,1 0 0 0 0,-1 0 0 0 0,1 1 0 0 0,5-9 0 0 0,11-12-1465 0 0,2 1 1 0 0,25-24-1 0 0,11-8-8976 0 0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30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384 0 4322 0 0,'-43'8'3842'0'0,"-30"24"-1"0"0,-43 42 642 0 0,38-2-1282 0 0,35-4-2481 0 0,19-6-800 0 0,17 2 80 0 0,17-6 240 0 0,11-1 1 0 0,14-9-161 0 0,15-16-1201 0 0,5-24-1360 0 0,6-28 160 0 0,1-42-4162 0 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31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3 4402 0 0,'-2'-1'393'0'0,"0"1"1"0"0,0-1-1 0 0,0 1 1 0 0,0 0-1 0 0,1 0 1 0 0,-1 0-1 0 0,0 0 1 0 0,0 0-1 0 0,0 0 1 0 0,0 1-1 0 0,0-1 1 0 0,0 1-1 0 0,0-1 1 0 0,1 1-1 0 0,-1 0 0 0 0,0 0 1 0 0,0-1-1 0 0,-2 3 1 0 0,1 1 394 0 0,0 0 0 0 0,0 0-1 0 0,1 0 1 0 0,0 0 0 0 0,0 0 0 0 0,0 1 0 0 0,0-1 0 0 0,-1 6 0 0 0,-25 76 409 0 0,-20 104-1 0 0,-3 94-544 0 0,50-278-589 0 0,-4 27 227 0 0,1 0 0 0 0,1 0 0 0 0,4 58 0 0 0,3-79-159 0 0,3-15-69 0 0,12-25-38 0 0,-13 18-14 0 0,72-119-1 0 0,32-49-925 0 0,-100 162 286 0 0,1 1-1 0 0,14-15 1 0 0,-23 27 547 0 0,1 0 0 0 0,0 0 0 0 0,0 0 0 0 0,1 0 0 0 0,-1 1 0 0 0,0 0 0 0 0,1-1 0 0 0,0 1 1 0 0,-1 1-1 0 0,1-1 0 0 0,0 0 0 0 0,0 1 0 0 0,0 0 0 0 0,7-2 0 0 0,-10 3 89 0 0,0 0 0 0 0,-1 0 0 0 0,1 0-1 0 0,0 0 1 0 0,0 0 0 0 0,0 0 0 0 0,-1 1 0 0 0,1-1-1 0 0,0 0 1 0 0,0 0 0 0 0,-1 1 0 0 0,1-1 0 0 0,0 0 0 0 0,0 1-1 0 0,-1-1 1 0 0,1 0 0 0 0,0 1 0 0 0,-1-1 0 0 0,1 1-1 0 0,0-1 1 0 0,-1 1 0 0 0,1 0 0 0 0,-1-1 0 0 0,1 1-1 0 0,-1-1 1 0 0,1 1 0 0 0,-1 0 0 0 0,0 0 0 0 0,1-1-1 0 0,-1 2 1 0 0,5 27 223 0 0,-5-29-224 0 0,0 26 97 0 0,-1 0 1 0 0,-1 0-1 0 0,-2 0 1 0 0,-12 47-1 0 0,9-44-53 0 0,0 1 0 0 0,2 1-1 0 0,-1 37 1 0 0,6-65-197 0 0,0 1 1 0 0,0 0-1 0 0,0 0 1 0 0,1-1 0 0 0,-1 1-1 0 0,1 0 1 0 0,0-1-1 0 0,0 1 1 0 0,0 0-1 0 0,0-1 1 0 0,1 0 0 0 0,-1 1-1 0 0,1-1 1 0 0,0 0-1 0 0,0 1 1 0 0,0-1-1 0 0,0-1 1 0 0,5 6-1 0 0,-6-8-165 0 0,0 1-1 0 0,0 0 0 0 0,0 0 0 0 0,0-1 0 0 0,0 1 1 0 0,0 0-1 0 0,0-1 0 0 0,0 1 0 0 0,1-1 1 0 0,-1 0-1 0 0,0 1 0 0 0,0-1 0 0 0,1 0 0 0 0,-1 0 1 0 0,0 1-1 0 0,0-1 0 0 0,1 0 0 0 0,-1-1 0 0 0,0 1 1 0 0,2 0-1 0 0,35-15-9637 0 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31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59 640 0 0,'-19'7'621'0'0,"11"-5"-313"0"0,1 1-1 0 0,-1 0 0 0 0,1 0 1 0 0,0 0-1 0 0,0 1 1 0 0,0 1-1 0 0,1-1 1 0 0,0 1-1 0 0,-10 8 0 0 0,-26 30 4916 0 0,3 2-1 0 0,1 2 0 0 0,-34 55 1 0 0,70-100-5248 0 0,1 1 1 0 0,-1-1-1 0 0,1 0 0 0 0,0 0 1 0 0,0 1-1 0 0,0-1 0 0 0,0 1 1 0 0,0-1-1 0 0,0 1 0 0 0,0-1 1 0 0,1 1-1 0 0,0-1 0 0 0,-1 1 1 0 0,1 0-1 0 0,0-1 0 0 0,0 1 1 0 0,1 0-1 0 0,-1-1 0 0 0,0 1 1 0 0,1-1-1 0 0,-1 1 0 0 0,3 4 1 0 0,-2-6-15 0 0,0 1 1 0 0,1 0 0 0 0,-1 0 0 0 0,1 0 0 0 0,0-1 0 0 0,-1 1 0 0 0,1-1-1 0 0,0 0 1 0 0,0 1 0 0 0,0-1 0 0 0,0 0 0 0 0,0 0 0 0 0,0 0 0 0 0,0 0 0 0 0,1 0-1 0 0,-1-1 1 0 0,0 1 0 0 0,0-1 0 0 0,1 1 0 0 0,-1-1 0 0 0,0 0 0 0 0,1 0-1 0 0,-1 0 1 0 0,4-1 0 0 0,0 1 5 0 0,0-1 0 0 0,0 0 0 0 0,-1-1 0 0 0,1 0 0 0 0,0 1-1 0 0,-1-2 1 0 0,1 1 0 0 0,-1-1 0 0 0,0 0 0 0 0,0 0 0 0 0,0 0 0 0 0,0 0 0 0 0,0-1 0 0 0,4-5-1 0 0,4-5 4 0 0,0 0 0 0 0,22-33 0 0 0,124-200-2993 0 0,-137 211 2445 0 0,-4 7 604 0 0,-12 24 143 0 0,-4 8-72 0 0,-2 11 37 0 0,-4 17 72 0 0,2 0-1 0 0,1 0 0 0 0,4 42 0 0 0,-1-53-133 0 0,1 0-1 0 0,0-1 0 0 0,2 0 1 0 0,0 0-1 0 0,1 0 1 0 0,14 27-1 0 0,1-13-200 0 0,-20-31 43 0 0,0-1-1 0 0,-1 0 0 0 0,1 0 0 0 0,0 0 0 0 0,0 0 0 0 0,0 0 0 0 0,0 0 0 0 0,0-1 1 0 0,0 1-1 0 0,1 0 0 0 0,-1 0 0 0 0,0-1 0 0 0,0 1 0 0 0,1-1 0 0 0,-1 1 0 0 0,0-1 1 0 0,0 1-1 0 0,1-1 0 0 0,-1 0 0 0 0,0 0 0 0 0,1 0 0 0 0,-1 0 0 0 0,1 0 0 0 0,-1 0 1 0 0,0 0-1 0 0,1 0 0 0 0,1-1 0 0 0,1-1-755 0 0,0 0-1 0 0,-1-1 1 0 0,1 0 0 0 0,0 0-1 0 0,-1 0 1 0 0,5-5 0 0 0,31-38-10603 0 0</inkml:trace>
  <inkml:trace contextRef="#ctx0" brushRef="#br0" timeOffset="1">782 19 800 0 0,'-5'10'3842'0'0,"-2"6"400"0"0,-14 46 1921 0 0,-8 46 880 0 0,22-52-4482 0 0,19-32-3281 0 0,-5-6-3042 0 0,-5-12-880 0 0,1-26-5362 0 0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31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 1 1681 0 0,'-40'2'9124'0'0,"7"12"-4402"0"0,9-4-4162 0 0,12 0-560 0 0,3 0-80 0 0,4 0-160 0 0,17 6-320 0 0,52 36-6003 0 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32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75 193 3362 0 0,'-70'153'12632'0'0,"65"-142"-11085"0"0,17-24-1573 0 0,27-28-88 0 0,40-52 0 0 0,-50 55-10 0 0,2 2 0 0 0,59-53-1 0 0,-84 83 121 0 0,1 1-1 0 0,1 0 0 0 0,-1 0 0 0 0,1 0 0 0 0,0 1 0 0 0,0 0 0 0 0,0 1 0 0 0,13-5 1 0 0,-18 8 19 0 0,-1-1 0 0 0,0 1 0 0 0,1 0 1 0 0,-1 0-1 0 0,1 0 0 0 0,-1 0 1 0 0,0 0-1 0 0,1 1 0 0 0,-1-1 1 0 0,0 0-1 0 0,1 1 0 0 0,-1 0 0 0 0,0 0 1 0 0,0 0-1 0 0,1 0 0 0 0,-1 0 1 0 0,0 0-1 0 0,0 0 0 0 0,0 1 1 0 0,0-1-1 0 0,-1 1 0 0 0,1-1 0 0 0,0 1 1 0 0,0 0-1 0 0,-1 0 0 0 0,1 0 1 0 0,-1 0-1 0 0,0 0 0 0 0,0 0 1 0 0,0 0-1 0 0,0 0 0 0 0,0 0 0 0 0,0 0 1 0 0,0 1-1 0 0,0 3 0 0 0,4 15 362 0 0,-1 0 1 0 0,-1 0-1 0 0,0 1 0 0 0,-2 0 0 0 0,-1-1 0 0 0,-4 35 0 0 0,2-29-294 0 0,1-1 0 0 0,2 0 0 0 0,0 0 0 0 0,6 35 0 0 0,-3-42-293 0 0,-2-9-189 0 0,0-1 0 0 0,1 1 1 0 0,0-1-1 0 0,0 0 0 0 0,1 0 0 0 0,5 10 1 0 0,-1-2-4991 0 0,-10-4-2455 0 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33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0 800 0 0,'5'8'11526'0'0,"99"190"-3843"0"0,-49-28-4241 0 0,-53-44-2802 0 0,-21 12-1040 0 0,-16 5-160 0 0,-15-7 319 0 0,0-26 322 0 0,17-34 79 0 0,23-42-240 0 0,29-60-561 0 0,26-84-2640 0 0,-4-48-10726 0 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34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10 12326 0 0,'-3'5'6597'0'0,"6"-3"-3761"0"0,15-2-2159 0 0,-12-1-303 0 0,88-9-222 0 0,0 5-1 0 0,96 6 0 0 0,-170 1-131 0 0,0 0 1 0 0,0 2-1 0 0,0 0 1 0 0,28 10-1 0 0,-40-11-15 0 0,-1 1 0 0 0,1-1-1 0 0,-1 1 1 0 0,0 0 0 0 0,0 1 0 0 0,-1 0-1 0 0,1 0 1 0 0,-1 0 0 0 0,0 1 0 0 0,-1 0-1 0 0,1 0 1 0 0,-1 0 0 0 0,0 1 0 0 0,4 7-1 0 0,-3-3 1 0 0,-1 1-1 0 0,-1-1 0 0 0,0 1 0 0 0,0 0 1 0 0,-1-1-1 0 0,-1 1 0 0 0,2 13 0 0 0,-2 10 33 0 0,-1 42-1 0 0,-6 8 139 0 0,-32 165 0 0 0,-41 76-199 0 0,28-129-889 0 0,31-123-728 0 0,18-71 1377 0 0,1-1 0 0 0,-1 1-1 0 0,0-1 1 0 0,1 1 0 0 0,-1-1-1 0 0,0 0 1 0 0,-1 1 0 0 0,1-1-1 0 0,0 0 1 0 0,-4 4-1 0 0,5-6-5 0 0,-1 0 0 0 0,0 0 0 0 0,0 0 0 0 0,1-1 0 0 0,-1 1 0 0 0,0 0 0 0 0,1 0-1 0 0,-1-1 1 0 0,0 1 0 0 0,1-1 0 0 0,-1 1 0 0 0,1 0 0 0 0,-1-1 0 0 0,1 1 0 0 0,-1-1-1 0 0,1 0 1 0 0,-1 1 0 0 0,1-1 0 0 0,-1 1 0 0 0,1-1 0 0 0,0 0 0 0 0,-1 1 0 0 0,1-2-1 0 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34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271 112 7844 0 0,'-31'-4'10244'0'0,"3"4"-6882"0"0,20-2-2162 0 0,18-2-559 0 0,-3 0-321 0 0,10-2-160 0 0,111-38-240 0 0,19 2 160 0 0,-43 36-80 0 0,-52 28-320 0 0,-47 18-561 0 0,-22 12-1760 0 0,-30 4-10245 0 0</inkml:trace>
  <inkml:trace contextRef="#ctx0" brushRef="#br0" timeOffset="1">145 396 880 0 0,'-83'40'1681'0'0,"33"-10"240"0"0,39-18 240 0 0,25-16 960 0 0,21 6 5603 0 0,44 6-3201 0 0,32-4-5363 0 0,26-22-1200 0 0,13-20 639 0 0,-15-4 481 0 0,-33-2-320 0 0,-36 2-2721 0 0,-47-20-11846 0 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34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 3842 0 0,'-31'38'10885'0'0,"12"-14"-4642"0"0,5-5-3122 0 0,2 91-5362 0 0,0 36 320 0 0,12-4 2001 0 0,5-18 961 0 0,-3-24-1 0 0,-2-2-320 0 0,5-1-640 0 0,11-19-1440 0 0,13-32-401 0 0,23-34-5602 0 0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35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72 720 0 0,'-7'-10'2001'0'0,"0"0"-400"0"0,-3 2-400 0 0,8-2-721 0 0,2 2-720 0 0,2-2-481 0 0,15-6-799 0 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35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388 1 1841 0 0,'-3'2'3948'0'0,"-93"71"-526"0"0,-30 32-3784 0 0,111-92 557 0 0,-10 8-118 0 0,2-3 321 0 0,1 1-1 0 0,2 1 1 0 0,-29 35 0 0 0,41-40 688 0 0,8-15-1064 0 0,0 1 0 0 0,0-1 0 0 0,0 0 0 0 0,0 0 0 0 0,0 0 0 0 0,0 1 1 0 0,0-1-1 0 0,0 0 0 0 0,0 0 0 0 0,1 0 0 0 0,-1 1 0 0 0,0-1 0 0 0,0 0 1 0 0,0 0-1 0 0,0 0 0 0 0,0 0 0 0 0,0 1 0 0 0,1-1 0 0 0,-1 0 0 0 0,0 0 1 0 0,0 0-1 0 0,0 0 0 0 0,0 0 0 0 0,1 0 0 0 0,-1 0 0 0 0,0 1 0 0 0,0-1 1 0 0,0 0-1 0 0,1 0 0 0 0,-1 0 0 0 0,0 0 0 0 0,0 0 0 0 0,0 0 0 0 0,1 0 1 0 0,-1 0-1 0 0,0 0 0 0 0,0 0 0 0 0,1 0 0 0 0,29-8 1000 0 0,-18 4-885 0 0,40-13 347 0 0,-2-2 1 0 0,57-30 0 0 0,61-23 328 0 0,-165 71-787 0 0,0 0 0 0 0,0 1 0 0 0,0-1 0 0 0,-1 1 0 0 0,1-1 0 0 0,0 1 0 0 0,0 0 0 0 0,5 0 0 0 0,-7 0-12 0 0,0 0-1 0 0,0 1 1 0 0,0-1-1 0 0,0 0 1 0 0,0 1-1 0 0,0-1 1 0 0,0 0-1 0 0,0 1 0 0 0,-1-1 1 0 0,1 1-1 0 0,0 0 1 0 0,0-1-1 0 0,0 1 1 0 0,0 0-1 0 0,-1-1 1 0 0,1 1-1 0 0,1 1 1 0 0,-1 0 9 0 0,0 0-1 0 0,-1 1 1 0 0,1-1 0 0 0,0 0 0 0 0,-1 1 0 0 0,0-1 0 0 0,1 0 0 0 0,-1 1 0 0 0,0-1-1 0 0,0 1 1 0 0,0-1 0 0 0,-1 0 0 0 0,1 1 0 0 0,-1-1 0 0 0,1 0 0 0 0,-1 1 0 0 0,0-1-1 0 0,1 0 1 0 0,-3 3 0 0 0,0 3 0 0 0,-1-1-1 0 0,0 0 1 0 0,0 0 0 0 0,0 0-1 0 0,-1-1 1 0 0,0 0-1 0 0,-10 10 1 0 0,-3 0-70 0 0,-24 17 1 0 0,-7 7-215 0 0,-33 48-2020 0 0,43-56-2682 0 0</inkml:trace>
  <inkml:trace contextRef="#ctx0" brushRef="#br0" timeOffset="1">193 502 1121 0 0,'-2'100'6002'0'0,"-10"20"-559"0"0,2-14-1521 0 0,-1-6-3202 0 0,-4-13-1120 0 0,4-19 160 0 0,3-22 320 0 0,1-20-1201 0 0,10-20-2801 0 0,4-28-80 0 0,12-36-3521 0 0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35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1 102 6483 0 0,'28'-30'3762'0'0,"12"-2"-3282"0"0,8 8 1281 0 0,6 8-161 0 0,-2 20-559 0 0,-6 22 240 0 0,-9 22-801 0 0,-13 18-400 0 0,-19 32 0 0 0,-19 22 0 0 0,-10 16 160 0 0,5-34-160 0 0,2-22 80 0 0,3-17-80 0 0,-7-7-240 0 0,-12-18-1201 0 0,4-40-6482 0 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36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178 294 80 0 0,'-27'-42'2304'0'0,"16"26"-916"0"0,1 0 1 0 0,0-1-1 0 0,-8-19 0 0 0,18 35-1323 0 0,0 0-1 0 0,-1 0 1 0 0,1 1 0 0 0,0-1-1 0 0,0 0 1 0 0,0 0 0 0 0,0 1-1 0 0,-1-1 1 0 0,1 0 0 0 0,0 0-1 0 0,1 0 1 0 0,-1 1 0 0 0,0-1-1 0 0,0 0 1 0 0,0 0 0 0 0,0 1-1 0 0,0-1 1 0 0,1 0 0 0 0,-1 0-1 0 0,0 1 1 0 0,1-1 0 0 0,-1 0 0 0 0,1 1-1 0 0,-1-1 1 0 0,1 0 0 0 0,-1 1-1 0 0,1-1 1 0 0,-1 1 0 0 0,1-1-1 0 0,-1 1 1 0 0,1-1 0 0 0,1 0-1 0 0,7-5 563 0 0,1 0 0 0 0,1 0 0 0 0,-1 1 0 0 0,20-7 0 0 0,14-3 831 0 0,0 1 1 0 0,83-14-1 0 0,-88 26-2151 0 0,-39 2 640 0 0,0 0 1 0 0,0 0 0 0 0,1 0-1 0 0,-1 0 1 0 0,0 0 0 0 0,0 0-1 0 0,0 0 1 0 0,1 0 0 0 0,-1 0-1 0 0,0 0 1 0 0,0 0 0 0 0,1 0-1 0 0,-1 0 1 0 0,0 0 0 0 0,0 0-1 0 0,0 0 1 0 0,1 0-1 0 0,-1 1 1 0 0,0-1 0 0 0,0 0-1 0 0,0 0 1 0 0,0 0 0 0 0,1 0-1 0 0,-1 0 1 0 0,0 1 0 0 0,0-1-1 0 0,0 0 1 0 0,0 0 0 0 0,1 0-1 0 0,-1 0 1 0 0,0 1 0 0 0,0-1-1 0 0,0 0 1 0 0,0 0 0 0 0,0 1-1 0 0,0-1 1 0 0,0 0 0 0 0,0 0-1 0 0,0 0 1 0 0,0 1-1 0 0,0-1 1 0 0,0 0 0 0 0,0 0-1 0 0,0 1 1 0 0,0-1 0 0 0,0 0-1 0 0,0 0 1 0 0,0 1 0 0 0,-8 8-1611 0 0,8-8 1489 0 0,-3 2-139 0 0,-115 104-4913 0 0,98-91 5347 0 0,-1-2-1 0 0,0 0 1 0 0,-2-1 0 0 0,-31 14-1 0 0,-8-4 670 0 0,38-15-155 0 0,0 0 0 0 0,-26 15 0 0 0,39-14 1025 0 0,11-9-1634 0 0,0 0 0 0 0,0 0 1 0 0,0 0-1 0 0,0 0 0 0 0,0 0 0 0 0,0 0 1 0 0,0 1-1 0 0,0-1 0 0 0,0 0 0 0 0,0 0 1 0 0,0 0-1 0 0,0 0 0 0 0,0 0 0 0 0,0 0 1 0 0,0 0-1 0 0,0 0 0 0 0,0 1 1 0 0,0-1-1 0 0,0 0 0 0 0,1 0 0 0 0,-1 0 1 0 0,0 0-1 0 0,0 0 0 0 0,0 0 0 0 0,0 0 1 0 0,0 0-1 0 0,0 0 0 0 0,0 0 0 0 0,0 0 1 0 0,0 1-1 0 0,1-1 0 0 0,-1 0 0 0 0,0 0 1 0 0,0 0-1 0 0,0 0 0 0 0,0 0 0 0 0,0 0 1 0 0,0 0-1 0 0,0 0 0 0 0,1 0 0 0 0,-1 0 1 0 0,0 0-1 0 0,0 0 0 0 0,0 0 1 0 0,0 0-1 0 0,0 0 0 0 0,0 0 0 0 0,0 0 1 0 0,1-1-1 0 0,26-1 723 0 0,-21 1-1030 0 0,15-3 239 0 0,0-1-1 0 0,0-2 0 0 0,-1 0 0 0 0,38-18 1 0 0,-16 3-385 0 0,46-32 0 0 0,-79 47-392 0 0,1 0 0 0 0,-1-1 0 0 0,-1 0 0 0 0,15-16 0 0 0,-15 13-1891 0 0,0 0-1 0 0,9-20 1 0 0,-17 30 2477 0 0</inkml:trace>
  <inkml:trace contextRef="#ctx0" brushRef="#br0" timeOffset="1">264 0 2321 0 0,'-67'146'10005'0'0,"39"-48"-4163"0"0,26-32-5602 0 0,13-8-1440 0 0,18-16 480 0 0,2-20-241 0 0,-3-32-5602 0 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36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1 1361 0 0,'6'11'8059'0'0,"-1"-6"-7667"0"0,0 2 0 0 0,-1-1-1 0 0,0 0 1 0 0,6 14 0 0 0,-7-14-269 0 0,-1 1 0 0 0,-1 0 1 0 0,1-1-1 0 0,-1 1 0 0 0,0 0 1 0 0,-1 0-1 0 0,0 0 0 0 0,0 0 1 0 0,0 0-1 0 0,-1 0 0 0 0,0 0 0 0 0,0-1 1 0 0,-1 1-1 0 0,0 0 0 0 0,0-1 1 0 0,0 1-1 0 0,-1-1 0 0 0,-5 9 1 0 0,-1-1 1 0 0,0-1 1 0 0,0-1 0 0 0,-1 1-1 0 0,-1-2 1 0 0,0 1 0 0 0,-1-2-1 0 0,-18 14 1 0 0,-37 33 1848 0 0,74-61-1888 0 0,0 1 0 0 0,1 0-1 0 0,-1 0 1 0 0,1 1 0 0 0,14-3 0 0 0,0-1-1 0 0,-14 4-37 0 0,1-1 0 0 0,-1 1 0 0 0,1 0-1 0 0,14-2 1 0 0,-21 4-42 0 0,0 0 0 0 0,0 0 0 0 0,-1 0 0 0 0,1 0-1 0 0,0 0 1 0 0,0 0 0 0 0,0 1 0 0 0,-1-1 0 0 0,1 1 0 0 0,0-1 0 0 0,0 1 0 0 0,-1 0 0 0 0,1-1 0 0 0,0 1 0 0 0,-1 0 0 0 0,1 0 0 0 0,-1 0 0 0 0,1 0 0 0 0,-1 0-1 0 0,0 1 1 0 0,1-1 0 0 0,-1 0 0 0 0,0 1 0 0 0,1 1 0 0 0,0 0-1 0 0,0 0 1 0 0,-1 1-1 0 0,1 0 1 0 0,-1-1-1 0 0,0 1 0 0 0,0-1 1 0 0,-1 1-1 0 0,1 0 0 0 0,-1 0 1 0 0,1-1-1 0 0,-1 1 0 0 0,-1 7 1 0 0,0-3-3 0 0,-1 1 1 0 0,0-1-1 0 0,0 0 1 0 0,-1 0 0 0 0,-5 11-1 0 0,-6 6 52 0 0,-1 0 1 0 0,-25 33-1 0 0,38-56-45 0 0,-2 4 24 0 0,-5 6 58 0 0,0 0 0 0 0,1 1 0 0 0,-11 22-1 0 0,18-31-66 0 0,-1-1-1 0 0,1 0 0 0 0,0 1 0 0 0,0 0 0 0 0,1-1 0 0 0,-1 1 1 0 0,1-1-1 0 0,0 1 0 0 0,0 4 0 0 0,0-6-9 0 0,0 0-1 0 0,1-1 1 0 0,-1 1-1 0 0,1 0 1 0 0,-1 0-1 0 0,1-1 1 0 0,0 1-1 0 0,0 0 1 0 0,-1-1-1 0 0,1 1 1 0 0,0-1-1 0 0,1 1 1 0 0,-1-1-1 0 0,0 1 1 0 0,0-1 0 0 0,1 0-1 0 0,-1 0 1 0 0,0 0-1 0 0,3 2 1 0 0,-2-2-13 0 0,1 0 0 0 0,-1 0 0 0 0,1 0 0 0 0,0 0 1 0 0,-1 0-1 0 0,1-1 0 0 0,0 1 0 0 0,-1-1 1 0 0,1 1-1 0 0,0-1 0 0 0,0 0 0 0 0,0 0 0 0 0,-1-1 1 0 0,1 1-1 0 0,0 0 0 0 0,0-1 0 0 0,-1 0 0 0 0,1 1 1 0 0,3-3-1 0 0,3 0-38 0 0,-1-1 1 0 0,0-1-1 0 0,1 1 1 0 0,8-8-1 0 0,-7 5-362 0 0,0-1 0 0 0,-1-1-1 0 0,0 1 1 0 0,13-18 0 0 0,-16 19-350 0 0,-1-1 0 0 0,0 0 0 0 0,-1 0 1 0 0,0 0-1 0 0,0 0 0 0 0,-1-1 0 0 0,0 1 0 0 0,0-1 1 0 0,-1 0-1 0 0,0 0 0 0 0,1-13 0 0 0,-2-29-3760 0 0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36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2 1441 0 0,'-10'-2'1440'0'0,"3"4"-639"0"0,3 4 159 0 0,-15 32 2722 0 0,-22 84 2321 0 0,22-6-4003 0 0,24-22-2000 0 0,5-10 961 0 0,-3-4 1120 0 0,-2-12-1361 0 0,-3-20-880 0 0,0-14-160 0 0,3-21-80 0 0,16-21-1681 0 0,-2-21-9284 0 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37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1 240 0 0,'-2'0'222'0'0,"1"1"-1"0"0,-1 0 0 0 0,1-1 1 0 0,0 1-1 0 0,-1 0 1 0 0,1 0-1 0 0,0-1 0 0 0,-1 1 1 0 0,1 0-1 0 0,0 0 1 0 0,0 1-1 0 0,-2 1 0 0 0,-16 37 3570 0 0,18-38-3630 0 0,-32 77 5325 0 0,-25 58 1767 0 0,14-45-5946 0 0,39-84-1614 0 0,-1 1 0 0 0,1-1-1 0 0,-11 12 1 0 0,-3 4 136 0 0,55-35 64 0 0,115-22 174 0 0,-142 31-81 0 0,77-17 178 0 0,-77 17-156 0 0,0 1 0 0 0,0 1 0 0 0,1 0 0 0 0,-1 0-1 0 0,0 0 1 0 0,0 1 0 0 0,10 3 0 0 0,-18-4-31 0 0,0 0 0 0 0,-1 1 0 0 0,1-1 0 0 0,0 0 0 0 0,0 1 0 0 0,-1-1 1 0 0,1 1-1 0 0,0-1 0 0 0,-1 1 0 0 0,1 0 0 0 0,0-1 0 0 0,-1 1 0 0 0,1-1 0 0 0,-1 1 0 0 0,1 0 0 0 0,-1 0 0 0 0,1-1 0 0 0,-1 1 0 0 0,0 0 0 0 0,1 0 0 0 0,-1-1 1 0 0,0 1-1 0 0,1 0 0 0 0,-1 1 0 0 0,0 1-70 0 0,1 0 1 0 0,-1 1 0 0 0,0-1-1 0 0,0 0 1 0 0,0 1 0 0 0,-1 4-1 0 0,-1 2-232 0 0,0 0 0 0 0,-1 0-1 0 0,-7 15 1 0 0,-6 2 240 0 0,11-20-865 0 0,-1-1 0 0 0,1 1-1 0 0,-1-1 1 0 0,-8 6 0 0 0,9-9 442 0 0,1 1 1 0 0,-1-1-1 0 0,1-1 1 0 0,-1 1 0 0 0,0-1-1 0 0,0 0 1 0 0,-8 3-1 0 0,10-5 636 0 0,0 1-1 0 0,0-1 0 0 0,0 1 0 0 0,0-1 1 0 0,0 0-1 0 0,0 0 0 0 0,0 0 0 0 0,-4-1 1 0 0,-7 1 329 0 0,11-1-1139 0 0,4-8-1267 0 0,-1 6 1361 0 0,1-29-4320 0 0,-1 16 3360 0 0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37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1 108 400 0 0,'-1'-4'1259'0'0,"17"-1"777"0"0,239-48 12397 0 0,-189 37-10865 0 0,54-12 2215 0 0,-81 27-5836 0 0,-27 5-1141 0 0,-13 1-1748 0 0,-15 6-4461 0 0,-31 6 702 0 0,-29-1 6275 0 0,36-8 1470 0 0,35-7-826 0 0,0 0 0 0 0,0 1 0 0 0,0-1 0 0 0,0 1 0 0 0,0 0 0 0 0,1 1 0 0 0,-1-1 0 0 0,0 1-1 0 0,1-1 1 0 0,0 1 0 0 0,0 1 0 0 0,0-1 0 0 0,0 1 0 0 0,0-1 0 0 0,1 1 0 0 0,-1 0-1 0 0,1 0 1 0 0,0 1 0 0 0,0-1 0 0 0,1 1 0 0 0,-1-1 0 0 0,1 1 0 0 0,0 0 0 0 0,1 0-1 0 0,-1 0 1 0 0,1 0 0 0 0,0 0 0 0 0,0 0 0 0 0,0 0 0 0 0,1 0 0 0 0,-1 1 0 0 0,1-1-1 0 0,1 0 1 0 0,-1 0 0 0 0,3 9 0 0 0,15 70 295 0 0,2 18 802 0 0,-14-66-1177 0 0,-2 1 1 0 0,-2 0 0 0 0,-4 62-1 0 0,0-83-112 0 0,0 0 0 0 0,-1-1 0 0 0,-1 0 1 0 0,0 0-1 0 0,-1 0 0 0 0,-1 0 0 0 0,0-1 0 0 0,-1 0 0 0 0,-1 0 0 0 0,0 0 0 0 0,-15 18 0 0 0,16-25 24 0 0,0 0 0 0 0,-1 0 0 0 0,0-1 1 0 0,0 0-1 0 0,0-1 0 0 0,-1 1 1 0 0,0-2-1 0 0,0 1 0 0 0,0-1 0 0 0,0 0 1 0 0,-1-1-1 0 0,-18 4 0 0 0,60-12 1711 0 0,-3-2-1626 0 0,-1 0 1 0 0,0-2-1 0 0,0-2 0 0 0,-1 0 1 0 0,0-2-1 0 0,49-31 0 0 0,111-96-1565 0 0,-72 41-3369 0 0,-21 5-7394 0 0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38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1 720 0 0,'-16'20'1361'0'0,"-8"46"6803"0"0,3 64 4562 0 0,18-50-9285 0 0,22-47-4721 0 0,12-13-241 0 0,-7-12 800 0 0,-3-16-3200 0 0,-9-31-3843 0 0,-2-25-2561 0 0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38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25 2881 0 0,'-11'18'12588'0'0,"11"-17"-12187"0"0,11-1 5392 0 0,7-4-5299 0 0,218-33 960 0 0,-223 36-1457 0 0,1 0 0 0 0,-1 1 1 0 0,1 0-1 0 0,17 3 0 0 0,-30-3-2 0 0,1 0-1 0 0,-1 0 0 0 0,0 1 0 0 0,0-1 0 0 0,0 0 0 0 0,0 1 0 0 0,0-1 1 0 0,0 0-1 0 0,0 1 0 0 0,0-1 0 0 0,-1 1 0 0 0,1-1 0 0 0,0 1 0 0 0,0 0 1 0 0,0-1-1 0 0,0 1 0 0 0,-1 0 0 0 0,1 0 0 0 0,0-1 0 0 0,-1 1 0 0 0,1 0 1 0 0,0 0-1 0 0,-1 0 0 0 0,1 0 0 0 0,-1 0 0 0 0,1 2 0 0 0,-1-1-19 0 0,0 1-1 0 0,0-1 1 0 0,0 0-1 0 0,-1 1 1 0 0,1-1-1 0 0,-1 1 1 0 0,1-1-1 0 0,-3 5 1 0 0,2-5-1 0 0,-9 29-1000 0 0,-2 0 0 0 0,-24 46 1 0 0,26-62-307 0 0,1 0 0 0 0,-2-1 1 0 0,-19 22-1 0 0,27-33 876 0 0,0 0 0 0 0,-1 0 0 0 0,1 0 0 0 0,0-1-1 0 0,-1 1 1 0 0,0-1 0 0 0,0 0 0 0 0,1 0 0 0 0,-1 0 0 0 0,-1-1 0 0 0,1 0-1 0 0,-7 2 1 0 0,1-2-479 0 0,-1 0 0 0 0,0 0 1 0 0,-16-2-1 0 0,19 0 1262 0 0,0 0 0 0 0,0 1 1 0 0,1 0-1 0 0,-1 1 1 0 0,0-1-1 0 0,0 2 0 0 0,0-1 1 0 0,-7 6 7108 0 0,37-7-4527 0 0,183-6-895 0 0,-205 6-2020 0 0,0 0 0 0 0,0 0 0 0 0,1 0 0 0 0,-1 0-1 0 0,0 0 1 0 0,0-1 0 0 0,0 1 0 0 0,1 0 0 0 0,-1 0 0 0 0,0 0 0 0 0,0 0-1 0 0,1 0 1 0 0,-1 0 0 0 0,0 0 0 0 0,0 0 0 0 0,1 0 0 0 0,-1 1 0 0 0,0-1-1 0 0,0 0 1 0 0,1 0 0 0 0,-1 0 0 0 0,0 0 0 0 0,0 0 0 0 0,0 0 0 0 0,1 0-1 0 0,-1 0 1 0 0,0 1 0 0 0,0-1 0 0 0,0 0 0 0 0,1 0 0 0 0,-1 0 0 0 0,0 1-1 0 0,0-1 1 0 0,0 0 0 0 0,0 0 0 0 0,0 0 0 0 0,1 1 0 0 0,-1-1 0 0 0,0 0 0 0 0,0 0-1 0 0,0 0 1 0 0,0 1 0 0 0,0-1 0 0 0,0 0 0 0 0,0 0 0 0 0,0 1 0 0 0,0-1-1 0 0,0 0 1 0 0,0 0 0 0 0,0 1 0 0 0,-9 12-222 0 0,4-7 62 0 0,-88 110-2766 0 0,-61 45 2951 0 0,101-109-40 0 0,57-54 68 0 0,0 0 0 0 0,1 0 1 0 0,-1 0-1 0 0,0 1 1 0 0,1-1-1 0 0,-1 1 1 0 0,1 0-1 0 0,7-1 1 0 0,-3 1-9 0 0,15-6-44 0 0,-1 0-1 0 0,1-1 0 0 0,-2-2 0 0 0,37-20 0 0 0,7-3-205 0 0,-60 30 186 0 0,22-7-41 0 0,-27 10 56 0 0,0-1 1 0 0,0 1 0 0 0,0 0 0 0 0,1 0 0 0 0,-1-1-1 0 0,0 1 1 0 0,0 0 0 0 0,0 0 0 0 0,1 1-1 0 0,-1-1 1 0 0,0 0 0 0 0,0 0 0 0 0,1 0 0 0 0,-1 1-1 0 0,0-1 1 0 0,0 1 0 0 0,0-1 0 0 0,1 1 0 0 0,-2 0 4 0 0,1 0 0 0 0,-1-1 0 0 0,0 1 0 0 0,0 0 0 0 0,0 0 0 0 0,0-1 1 0 0,0 1-1 0 0,0 0 0 0 0,0-1 0 0 0,0 1 0 0 0,-1 0 0 0 0,1-1 1 0 0,0 1-1 0 0,0 0 0 0 0,-1-1 0 0 0,1 1 0 0 0,0-1 0 0 0,-1 1 1 0 0,1 0-1 0 0,0-1 0 0 0,-1 1 0 0 0,1-1 0 0 0,-1 1 0 0 0,1-1 1 0 0,-1 1-1 0 0,1-1 0 0 0,-1 0 0 0 0,0 1 0 0 0,-4 5 25 0 0,-102 172 3222 0 0,-6-13-2295 0 0,138-212-7990 0 0,-7 19 3214 0 0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38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1121 0 0,'17'20'4402'0'0,"58"52"6322"0"0,-1-10-5121 0 0,-24-32-5603 0 0,-17-12-1040 0 0,-5 8-241 0 0,-6-4-4482 0 0,-20-10-4321 0 0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42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12 858 160 0 0,'-12'5'4698'0'0,"18"-5"295"0"0,13-2-3492 0 0,88-6 1927 0 0,31-14-2607 0 0,-112 18-561 0 0,185-43 1024 0 0,-138 30 446 0 0,340-72-182 0 0,-23 12-880 0 0,-99 22-162 0 0,139-28 174 0 0,-56 36 303 0 0,-100 18-646 0 0,217-45-163 0 0,-52 29-429 0 0,-236 29 190 0 0,48-13 333 0 0,-11 0 24 0 0,-183 24-409 0 0,1-3 1 0 0,-1-3-1 0 0,87-27 0 0 0,-91 17 144 0 0,24-7 186 0 0,-76 28-186 0 0,-1 0-1 0 0,1 0 1 0 0,-1 0-1 0 0,1 0 1 0 0,-1-1 0 0 0,1 1-1 0 0,-1 0 1 0 0,1 0-1 0 0,-1 0 1 0 0,0-1-1 0 0,1 1 1 0 0,-1 0 0 0 0,1-1-1 0 0,-1 1 1 0 0,0 0-1 0 0,1-1 1 0 0,-1 1-1 0 0,0 0 1 0 0,0-1 0 0 0,1 1-1 0 0,-1-1 1 0 0,0 1-1 0 0,0-1 1 0 0,0 1-1 0 0,1-1 1 0 0,-1 0 0 0 0,0 1-8 0 0,0 0 0 0 0,0-1 0 0 0,0 1 0 0 0,0 0 1 0 0,0 0-1 0 0,0-1 0 0 0,0 1 0 0 0,1 0 0 0 0,-1 0 1 0 0,0 0-1 0 0,0-1 0 0 0,0 1 0 0 0,0 0 0 0 0,0 0 0 0 0,1 0 1 0 0,-1-1-1 0 0,0 1 0 0 0,0 0 0 0 0,0 0 0 0 0,0 0 1 0 0,1 0-1 0 0,-1-1 0 0 0,0 1 0 0 0,0 0 0 0 0,1 0 0 0 0,-1 0 1 0 0,0 0-1 0 0,0 0 0 0 0,0 0 0 0 0,1 0 0 0 0,-1 0 1 0 0,0 0-1 0 0,0 0 0 0 0,1 0 0 0 0,-1 0 0 0 0,1 0 1 0 0,5-1 174 0 0,1 1 1 0 0,0-1 0 0 0,0-1 0 0 0,12-3 0 0 0,-9 2 351 0 0,-10 3-593 0 0,0 0 0 0 0,0 0 0 0 0,0-1 0 0 0,1 1 0 0 0,-1 0 0 0 0,0 0 0 0 0,0 0 0 0 0,0-1 0 0 0,0 1 0 0 0,0 0 0 0 0,0 0 0 0 0,1-1 0 0 0,-1 1 0 0 0,0 0 0 0 0,0 0 0 0 0,0-1 0 0 0,0 1 0 0 0,0 0 0 0 0,0 0 0 0 0,0-1 0 0 0,0 1 0 0 0,0 0 0 0 0,0-1 0 0 0,0 1 0 0 0,0 0 0 0 0,-1 0 0 0 0,1-1 0 0 0,0 1 0 0 0,0 0 0 0 0,0 0 0 0 0,0-1 0 0 0,0 1 0 0 0,0 0 0 0 0,-1 0 0 0 0,1 0 0 0 0,0-1 0 0 0,0 1 0 0 0,-1 0 0 0 0,-8-14-4082 0 0,-14-15-3035 0 0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44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22 300 3121 0 0,'-16'9'4043'0'0,"16"-9"-3970"0"0,0 0 0 0 0,0 0 0 0 0,0-1 0 0 0,0 1 0 0 0,0 0 0 0 0,0 0 1 0 0,0 0-1 0 0,1 0 0 0 0,-1-1 0 0 0,0 1 0 0 0,0 0 0 0 0,0 0 0 0 0,0 0 0 0 0,0-1 1 0 0,0 1-1 0 0,0 0 0 0 0,0 0 0 0 0,0 0 0 0 0,0-1 0 0 0,-1 1 0 0 0,1 0 0 0 0,0 0 1 0 0,0 0-1 0 0,0-1 0 0 0,0 1 0 0 0,0 0 0 0 0,0 0 0 0 0,0 0 0 0 0,0 0 0 0 0,0 0 0 0 0,-1-1 1 0 0,1 1-1 0 0,0 0 0 0 0,0 0 0 0 0,0 0 0 0 0,0 0 0 0 0,-1 0 0 0 0,1 0 0 0 0,0-1 1 0 0,0 1-1 0 0,0 0 0 0 0,0 0 0 0 0,-1 0 0 0 0,1 0 0 0 0,0 0 0 0 0,0 0 0 0 0,0 0 1 0 0,-1 0-1 0 0,1 0 0 0 0,0 0 0 0 0,0 0 0 0 0,0 0 0 0 0,-1 0 0 0 0,1 0 0 0 0,0 0 0 0 0,0 0-29 0 0,0-1-1 0 0,1 0 0 0 0,-1 1 1 0 0,1-1-1 0 0,-1 1 0 0 0,1-1 1 0 0,-1 1-1 0 0,0-1 0 0 0,1 1 1 0 0,0 0-1 0 0,-1-1 0 0 0,1 1 1 0 0,-1-1-1 0 0,1 1 0 0 0,-1 0 1 0 0,1 0-1 0 0,0-1 0 0 0,27-4 245 0 0,19 1 61 0 0,0 2 1 0 0,1 2-1 0 0,-1 2 1 0 0,50 9-1 0 0,-20-2 2224 0 0,151-1 1 0 0,84-27-1305 0 0,611-104-642 0 0,154-26 200 0 0,-627 128 214 0 0,-269 22-453 0 0,-44-2 25 0 0,226 29 0 0 0,264 77 387 0 0,-543-96-635 0 0,1-3 0 0 0,139-8-1 0 0,-152 4-430 0 0,-46-1 219 0 0,29-1 0 0 0,-2-10-353 0 0,-58 10-536 0 0,0 0-371 0 0,0 1 1 0 0,-1-1-1 0 0,1 1 0 0 0,0 0 0 0 0,-9 2 1 0 0,-64 19-11647 0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45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22 800 0 0,'8'-13'3152'0'0,"-5"5"3848"0"0,-4 8-6962 0 0,1 1 0 0 0,-1-1 0 0 0,1 0 0 0 0,0 1 0 0 0,-1 0 0 0 0,1-1 1 0 0,-1 1-1 0 0,1-1 0 0 0,0 1 0 0 0,0-1 0 0 0,-1 1 0 0 0,1 0 0 0 0,0-1 1 0 0,0 1-1 0 0,0 0 0 0 0,0-1 0 0 0,0 1 0 0 0,0 0 0 0 0,0-1 0 0 0,0 1 1 0 0,0 0-1 0 0,0-1 0 0 0,0 1 0 0 0,0-1 0 0 0,0 1 0 0 0,0 0 0 0 0,1-1 0 0 0,-1 2 1 0 0,1 1 55 0 0,0 52 644 0 0,-1 0 0 0 0,-14 98 1 0 0,-3-37-53 0 0,-23 125 1189 0 0,22-152-1710 0 0,3 1 1 0 0,5 0-1 0 0,3 1 0 0 0,8 124 1 0 0,4-156 18 0 0,22 94 0 0 0,-10-66-152 0 0,-16-79-30 0 0,0 1 0 0 0,-1 0 0 0 0,0 0 0 0 0,0 0 0 0 0,0 0 0 0 0,-1-1 0 0 0,-1 1 0 0 0,0 0 0 0 0,0-1 1 0 0,0 1-1 0 0,-1-1 0 0 0,-6 11 0 0 0,7-13 20 0 0,1 1 0 0 0,-1-1 0 0 0,1 0 1 0 0,0 1-1 0 0,1-1 0 0 0,-1 9 0 0 0,-2 25-17 0 0,-15 33 93 0 0,-4 16 305 0 0,21-79-318 0 0,-1 1-1 0 0,2 0 1 0 0,0 0 0 0 0,0 0-1 0 0,1 0 1 0 0,3 16 0 0 0,-1-5 9 0 0,-1 0 0 0 0,0 0 0 0 0,-2 1 0 0 0,-1-1 0 0 0,-4 33 0 0 0,-1 37-378 0 0,6-82 220 0 0,-5-25-112 0 0,-6-13-2638 0 0,2-4-522 0 0,-33-91-8709 0 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45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496 64 480 0 0,'10'-14'1681'0'0,"-1"2"-160"0"0,-2 0 159 0 0,-4 0-79 0 0,-1 2 0 0 0,-2 6-160 0 0,-12 12 79 0 0,-123 124 2242 0 0,-3 10-80 0 0,48-40-2402 0 0,24-30-1520 0 0,14-6-240 0 0,23-14-160 0 0,25-20-1922 0 0,20-34-9443 0 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46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6 960 0 0,'22'-6'7684'0'0,"-25"16"-4483"0"0,25 10-1600 0 0,34 16-720 0 0,30 16-641 0 0,1 14-80 0 0,11 8 0 0 0,-15 14 80 0 0,-38 0-560 0 0,-31-3-3922 0 0,-33 25-2721 0 0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46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6483 0 0,'0'12'6003'0'0,"3"6"-2802"0"0,-1 6-2000 0 0,5 40-1521 0 0,7 56-161 0 0,-11-22 641 0 0,-1-8 81 0 0,0 10-1 0 0,-2 4-80 0 0,3-16 0 0 0,1-25-80 0 0,8-11 80 0 0,-2-10 0 0 0,-8-8-160 0 0,-2-10-720 0 0,0-12-321 0 0,-12-8-8083 0 0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47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80 0 0,'-4'6'880'0'0,"-1"64"2562"0"0,24 114 7043 0 0,35-29-4643 0 0,29-53-5601 0 0,-12-32-962 0 0,-2-12 321 0 0,12-10 240 0 0,9-14 240 0 0,0-16 80 0 0,26-22 80 0 0,-16-20-80 0 0,-13-32 80 0 0,-13-30 81 0 0,-5-22-161 0 0,-17 3-1281 0 0,-17 5-880 0 0,-2 8-7843 0 0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49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20 104 6963 0 0,'-19'-22'7844'0'0,"33"20"-3442"0"0,26-6-3122 0 0,36-12-479 0 0,28 2 639 0 0,13 4-879 0 0,6 4-721 0 0,-5 4 80 0 0,-16 2 240 0 0,-21 10-400 0 0,-22 10-2082 0 0,-19 14 402 0 0,-30 12-3923 0 0,-31 8-6083 0 0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50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22 160 80 0 0,'-7'-14'1521'0'0,"2"2"-321"0"0,-2 0-239 0 0,5-2-321 0 0,2 0-320 0 0,0-4-480 0 0,5 0-400 0 0,4-6-641 0 0,10-10-720 0 0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50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60 720 0 0,'5'17'3149'0'0,"-3"3"-1522"0"0,4 22 1224 0 0,15 151 4939 0 0,-16-128-7268 0 0,-4 75 0 0 0,-20 9-758 0 0,11-95 561 0 0,-3 79 0 0 0,11-126-266 0 0,0 0 0 0 0,0 0 0 0 0,1-1 0 0 0,0 1 0 0 0,0 0 1 0 0,1-1-1 0 0,0 1 0 0 0,0-1 0 0 0,0 0 0 0 0,1 0 0 0 0,0 1 0 0 0,0-2 0 0 0,1 1 1 0 0,-1 0-1 0 0,8 7 0 0 0,-7-9 17 0 0,0 0 1 0 0,1 0 0 0 0,0-1-1 0 0,-1 0 1 0 0,1 0-1 0 0,0 0 1 0 0,1-1-1 0 0,-1 1 1 0 0,0-1 0 0 0,1 0-1 0 0,0-1 1 0 0,-1 0-1 0 0,1 1 1 0 0,0-2-1 0 0,-1 1 1 0 0,1-1 0 0 0,0 0-1 0 0,8 0 1 0 0,8-3-61 0 0,-1-1-1 0 0,1 0 1 0 0,-1-1 0 0 0,0-2-1 0 0,0 0 1 0 0,0-1 0 0 0,-1-1 0 0 0,-1-1-1 0 0,28-18 1 0 0,-1-4-242 0 0,-1-2 0 0 0,62-59 1 0 0,-94 81-199 0 0,-1-1 1 0 0,0 0-1 0 0,13-19 0 0 0,-18 19-1108 0 0,0 1 0 0 0,-1-1-1 0 0,7-23 1 0 0,-13 35 1485 0 0</inkml:trace>
  <inkml:trace contextRef="#ctx0" brushRef="#br0" timeOffset="1">211 4 1841 0 0,'-30'-2'2081'0'0,"1"0"-320"0"0,3 4-321 0 0,5 0-319 0 0,4 2-241 0 0,5 4-400 0 0,5 4-1040 0 0,28 60-7684 0 0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50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36 1201 0 0,'12'-16'1600'0'0,"-2"6"1"0"0,-6 2-240 0 0,1 6 1120 0 0,-12 18-1361 0 0,-36 126 2162 0 0,-9-4-1281 0 0,12-50-1841 0 0,7-26-320 0 0,7-8-80 0 0,14-10-401 0 0,7-20-2240 0 0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51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72 304 1281 0 0,'-24'14'1440'0'0,"10"6"721"0"0,-12 92 6883 0 0,19-4-4001 0 0,19-42-4563 0 0,23-24-1120 0 0,10-2 560 0 0,7-12 640 0 0,12-16 80 0 0,12-16-800 0 0,5-18-1601 0 0,-1-20-8804 0 0</inkml:trace>
  <inkml:trace contextRef="#ctx0" brushRef="#br0" timeOffset="1">660 146 480 0 0,'-7'-16'2641'0'0,"9"-2"161"0"0,64-19 3441 0 0,88-17 1200 0 0,-45 34-5762 0 0,-49 20-2802 0 0,-32 14-800 0 0,-28 22-6643 0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51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48 209 2961 0 0,'-22'50'11178'0'0,"4"4"-9279"0"0,16-44-2042 0 0,0 0 0 0 0,0-1 0 0 0,1 1-1 0 0,0 0 1 0 0,1 0 0 0 0,0-1 0 0 0,1 1 0 0 0,0 0 0 0 0,2 11 0 0 0,-2-19 114 0 0,0 1 1 0 0,0-1-1 0 0,-1 1 1 0 0,2-1-1 0 0,-1 1 1 0 0,0-1-1 0 0,0 0 1 0 0,1 0-1 0 0,-1 0 1 0 0,1 0-1 0 0,0 0 1 0 0,-1 0-1 0 0,1 0 1 0 0,0 0-1 0 0,0-1 1 0 0,0 1 0 0 0,0-1-1 0 0,1 1 1 0 0,-1-1-1 0 0,0 0 1 0 0,1 0-1 0 0,-1 0 1 0 0,1 0-1 0 0,-1 0 1 0 0,1-1-1 0 0,-1 1 1 0 0,1-1-1 0 0,3 1 1 0 0,-1-1-115 0 0,-1 0 1 0 0,0-1 0 0 0,0 1-1 0 0,0-1 1 0 0,0 1 0 0 0,0-1-1 0 0,0-1 1 0 0,0 1 0 0 0,-1 0-1 0 0,1-1 1 0 0,0 0 0 0 0,-1 0-1 0 0,1 0 1 0 0,-1 0 0 0 0,1-1-1 0 0,-1 1 1 0 0,4-5-1 0 0,4-8-166 0 0,0 0-1 0 0,-1 0 1 0 0,-1 0-1 0 0,-1-1 1 0 0,0-1-1 0 0,7-21 1 0 0,-5 13 359 0 0,1 0 1 0 0,16-26 0 0 0,-17 36 208 0 0,-1 1 0 0 0,2-1 0 0 0,0 2-1 0 0,1-1 1 0 0,0 2 0 0 0,1-1 0 0 0,0 2-1 0 0,1 0 1 0 0,1 0 0 0 0,-1 2 0 0 0,2 0 0 0 0,-1 0-1 0 0,1 1 1 0 0,20-6 0 0 0,-26 11-97 0 0,16-6 264 0 0,34-5 0 0 0,-53 13-433 0 0,0 0-1 0 0,0 0 1 0 0,0 0 0 0 0,0 1-1 0 0,0 1 1 0 0,0-1 0 0 0,0 1 0 0 0,0 0-1 0 0,0 0 1 0 0,9 4 0 0 0,-15-4-1 0 0,1-1 1 0 0,-1 1-1 0 0,1 0 1 0 0,-1 0 0 0 0,1 0-1 0 0,-1-1 1 0 0,0 2-1 0 0,1-1 1 0 0,-1 0-1 0 0,0 0 1 0 0,0 0-1 0 0,0 0 1 0 0,0 1 0 0 0,0-1-1 0 0,0 1 1 0 0,0-1-1 0 0,0 0 1 0 0,-1 1-1 0 0,1 0 1 0 0,0 1-1 0 0,0 1 10 0 0,0 0-1 0 0,-1 1 1 0 0,0-1-1 0 0,0 0 0 0 0,0 1 1 0 0,-1 7-1 0 0,-3 9 46 0 0,0 0 1 0 0,-2-1-1 0 0,0 0 0 0 0,-10 22 0 0 0,-39 71 2 0 0,47-97-81 0 0,-5 9-621 0 0,-17 24-1 0 0,24-41-481 0 0,-1 1 0 0 0,-1-1 0 0 0,-11 9 0 0 0,19-16 1100 0 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52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3 4242 0 0,'-1'0'688'0'0,"0"-1"0"0"0,0 1 0 0 0,0 0 0 0 0,-1 0 0 0 0,1-1 0 0 0,0 1 0 0 0,0 0 0 0 0,0 0 0 0 0,0 0 0 0 0,0 0 0 0 0,0 0 0 0 0,-1 0 0 0 0,1 0 0 0 0,0 1 0 0 0,0-1 0 0 0,0 0 0 0 0,0 1 0 0 0,0-1 0 0 0,0 1 0 0 0,0-1 0 0 0,0 1 0 0 0,-2 0 0 0 0,2 14 2238 0 0,9 14-4415 0 0,19 36-927 0 0,-23-57 1972 0 0,0 0 1 0 0,1 0-1 0 0,-1 0 0 0 0,2-1 0 0 0,-1 1 0 0 0,12 11 1 0 0,-15-18 349 0 0,-1 0 0 0 0,0 0 0 0 0,1 0-1 0 0,-1-1 1 0 0,1 1 0 0 0,-1 0 0 0 0,1 0 0 0 0,-1-1 0 0 0,1 1 0 0 0,-1-1 0 0 0,1 0 0 0 0,0 1 0 0 0,-1-1 0 0 0,1 0 0 0 0,0 0 0 0 0,-1 0 0 0 0,1 0 0 0 0,2 0 0 0 0,26-11-983 0 0,-6 2 192 0 0,-22 9 823 0 0,0-1-1 0 0,0 1 0 0 0,0 0 1 0 0,0-1-1 0 0,0 1 0 0 0,0 0 0 0 0,0 0 1 0 0,0 0-1 0 0,0 0 0 0 0,0 1 1 0 0,0-1-1 0 0,-1 0 0 0 0,4 2 1 0 0,-4-1 62 0 0,-1 0 1 0 0,1 1-1 0 0,-1-1 1 0 0,0 0-1 0 0,1 1 1 0 0,-1-1-1 0 0,0 0 1 0 0,0 1-1 0 0,0-1 1 0 0,0 0-1 0 0,0 1 1 0 0,0-1-1 0 0,0 0 1 0 0,-1 1-1 0 0,1-1 1 0 0,0 0-1 0 0,-1 1 1 0 0,1-1-1 0 0,-1 0 1 0 0,-1 3-1 0 0,-5 13 63 0 0,-2 0 0 0 0,0 0 0 0 0,-1 0-1 0 0,0-1 1 0 0,-1-1 0 0 0,-23 24 0 0 0,-13 20 778 0 0,-26 53 746 0 0,66-103-1654 0 0,7-10 29 0 0,1 0 31 0 0,-1 0-1 0 0,1 0 0 0 0,0 0 0 0 0,0 0 1 0 0,0 0-1 0 0,0 0 0 0 0,0 0 0 0 0,0 1 1 0 0,0-1-1 0 0,0 1 0 0 0,1-1 0 0 0,-1 0 1 0 0,1 1-1 0 0,227-64 955 0 0,-218 60-906 0 0,-8 3-21 0 0,1-1 1 0 0,-1 1-1 0 0,1 0 0 0 0,0 0 1 0 0,-1 0-1 0 0,1 0 1 0 0,0 1-1 0 0,0 0 1 0 0,0-1-1 0 0,0 1 1 0 0,-1 1-1 0 0,6 0 1 0 0,-9-1-18 0 0,1 0 1 0 0,-1 0 0 0 0,0 1 0 0 0,1-1 0 0 0,-1 0 0 0 0,0 1-1 0 0,0-1 1 0 0,1 0 0 0 0,-1 1 0 0 0,0-1 0 0 0,0 1 0 0 0,0-1-1 0 0,1 0 1 0 0,-1 1 0 0 0,0-1 0 0 0,0 1 0 0 0,0-1 0 0 0,0 0-1 0 0,0 1 1 0 0,0-1 0 0 0,0 1 0 0 0,0-1 0 0 0,0 0 0 0 0,0 1-1 0 0,0-1 1 0 0,0 1 0 0 0,0-1 0 0 0,0 1 0 0 0,0-1 0 0 0,-1 0-1 0 0,1 1 1 0 0,0-1 0 0 0,0 0 0 0 0,0 1 0 0 0,-1-1 0 0 0,1 1-1 0 0,0-1 1 0 0,-1 1 0 0 0,-12 19 15 0 0,9-14-27 0 0,-75 102-72 0 0,68-87-422 0 0,10-20 469 0 0,1-1-1 0 0,0 1 1 0 0,0 0-1 0 0,-1-1 1 0 0,1 1-1 0 0,0-1 1 0 0,0 1-1 0 0,0 0 1 0 0,0-1-1 0 0,0 1 1 0 0,-1 0-1 0 0,1-1 1 0 0,0 1-1 0 0,1 0 1 0 0,-1-1-1 0 0,0 1 0 0 0,0 0 1 0 0,0-1-1 0 0,0 1 1 0 0,0-1-1 0 0,1 1 1 0 0,-1 0-1 0 0,0-1 1 0 0,1 1-1 0 0,-1-1 1 0 0,0 1-1 0 0,1-1 1 0 0,-1 1-1 0 0,0-1 1 0 0,1 1-1 0 0,0 0 1 0 0,0-1-77 0 0,-1 0 0 0 0,1 0 1 0 0,0 0-1 0 0,0 0 0 0 0,-1 1 1 0 0,1-1-1 0 0,0-1 1 0 0,0 1-1 0 0,-1 0 0 0 0,1 0 1 0 0,0 0-1 0 0,0 0 0 0 0,-1 0 1 0 0,1-1-1 0 0,0 1 1 0 0,-1 0-1 0 0,1-1 0 0 0,0 1 1 0 0,-1 0-1 0 0,1-1 0 0 0,0 1 1 0 0,-1-1-1 0 0,1 1 0 0 0,-1-1 1 0 0,1 1-1 0 0,-1-1 1 0 0,2-1-1 0 0,16-22-3984 0 0,10-25-1321 0 0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52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54 640 0 0,'-12'-8'2219'0'0,"-5"-4"29"0"0,14 8-589 0 0,6 3 699 0 0,1 2-1836 0 0,0-1 0 0 0,0 0 0 0 0,-1 0 0 0 0,1 0 0 0 0,0 0 0 0 0,0-1-1 0 0,6-1 1 0 0,16-3 1239 0 0,-1 2-379 0 0,100-13 2589 0 0,-100 15-3899 0 0,0 0 1 0 0,1 1-1 0 0,28 5 1 0 0,-49-5-132 0 0,0 1-1 0 0,-1 0 1 0 0,1 0 0 0 0,0 1 0 0 0,0-1 0 0 0,-1 1-1 0 0,1 0 1 0 0,-1 0 0 0 0,5 4 0 0 0,-8-5 3 0 0,1 0 0 0 0,-1 1 0 0 0,0-1 0 0 0,0 0 0 0 0,1 1-1 0 0,-1-1 1 0 0,0 1 0 0 0,0-1 0 0 0,-1 1 0 0 0,1 0 0 0 0,0-1 0 0 0,0 1 0 0 0,-1 0 0 0 0,1-1 0 0 0,-1 1 0 0 0,0 0 0 0 0,1 0 0 0 0,-1 0 0 0 0,0-1 0 0 0,0 1 0 0 0,0 0 0 0 0,0 0 0 0 0,-1 0 0 0 0,1-1 0 0 0,0 1 0 0 0,-1 0 0 0 0,0 2 0 0 0,-2 4-144 0 0,0 0-1 0 0,0-1 1 0 0,-1 1 0 0 0,0-1 0 0 0,-1 1-1 0 0,0-2 1 0 0,0 1 0 0 0,0 0 0 0 0,-1-1-1 0 0,-10 10 1 0 0,-11 6 220 0 0,-37 24 0 0 0,37-27-85 0 0,-163 128-148 0 0,184-143 229 0 0,-19 16 15 0 0,24-19-28 0 0,0 0 1 0 0,0-1 0 0 0,0 1 0 0 0,1 0-1 0 0,-1-1 1 0 0,0 1 0 0 0,1 0 0 0 0,-1 0-1 0 0,1-1 1 0 0,-1 1 0 0 0,1 0 0 0 0,-1 0-1 0 0,1 0 1 0 0,-1 0 0 0 0,1 0 0 0 0,0 0 0 0 0,0 0-1 0 0,-1 0 1 0 0,1 0 0 0 0,0 0 0 0 0,0 0-1 0 0,0 2 1 0 0,22 3-57 0 0,-20-6 51 0 0,4 2 7 0 0,0-1 0 0 0,-1 1 0 0 0,0 0 0 0 0,1 1 0 0 0,-1-1 0 0 0,5 4 0 0 0,-9-4 19 0 0,1-1 0 0 0,0 1 0 0 0,-1-1-1 0 0,0 1 1 0 0,1 0 0 0 0,-1-1 0 0 0,0 1 0 0 0,0 0 0 0 0,0 0-1 0 0,0 0 1 0 0,0 0 0 0 0,0 0 0 0 0,0 0 0 0 0,-1 0-1 0 0,1 0 1 0 0,-1 0 0 0 0,1 1 0 0 0,-1-1 0 0 0,0 0 0 0 0,0 3-1 0 0,-2 22 136 0 0,-1-1 1 0 0,-1 0-1 0 0,-9 34 0 0 0,6-38-74 0 0,2 1 0 0 0,1 0 0 0 0,0 1 0 0 0,2-1 0 0 0,1 37 1 0 0,2-46-5 0 0,1 0 1 0 0,1 0 0 0 0,0-1 0 0 0,0 1-1 0 0,11 25 1 0 0,-10-32-56 0 0,-1 0 0 0 0,1-1 0 0 0,0 1 0 0 0,1-1 0 0 0,-1 0 0 0 0,1-1 0 0 0,1 1 0 0 0,-1-1 0 0 0,1 0-1 0 0,-1 0 1 0 0,2-1 0 0 0,-1 1 0 0 0,9 3 0 0 0,-7-3-90 0 0,2-1-1 0 0,-1 0 0 0 0,0-1 1 0 0,1 0-1 0 0,-1 0 0 0 0,1-1 1 0 0,0-1-1 0 0,0 1 0 0 0,0-1 1 0 0,0-1-1 0 0,0 0 1 0 0,0 0-1 0 0,0-1 0 0 0,0-1 1 0 0,0 0-1 0 0,0 0 0 0 0,-1 0 1 0 0,1-1-1 0 0,-1-1 0 0 0,0 0 1 0 0,1 0-1 0 0,-2-1 0 0 0,1 0 1 0 0,0 0-1 0 0,8-8 0 0 0,1-3-1909 0 0,24-24 0 0 0,16-28-5670 0 0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0:54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28 880 0 0,'-37'-8'1369'0'0,"30"6"-793"0"0,14 1-39 0 0,92 3 556 0 0,113 3-492 0 0,0-17-804 0 0,-140 5 288 0 0,1 3 1 0 0,126 10-1 0 0,-143 1-72 0 0,-10-1 74 0 0,64 2 0 0 0,95 3-381 0 0,-182-8-1160 0 0,-16 3-1934 0 0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02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1 932 1761 0 0,'4'-3'767'0'0,"-1"1"-1"0"0,1-1 1 0 0,0 1 0 0 0,0-1 0 0 0,3-4-1 0 0,-5 5-648 0 0,0 0 0 0 0,0 0 0 0 0,1 0 0 0 0,-1 0 0 0 0,0 1 0 0 0,1-1 0 0 0,-1 1 0 0 0,1 0 0 0 0,0-1 0 0 0,-1 1 0 0 0,6-1 0 0 0,9-2 255 0 0,0 1 1 0 0,22 0-1 0 0,267-5 468 0 0,-129 15 537 0 0,72-1-635 0 0,15-19-341 0 0,278-6-111 0 0,-419 21-260 0 0,1 5 1 0 0,165 33-1 0 0,-258-34-39 0 0,0 0 1 0 0,0-2 0 0 0,0-1-1 0 0,0-2 1 0 0,0 0-1 0 0,0-3 1 0 0,1 0 0 0 0,41-10-1 0 0,275-66 8 0 0,-221 56 34 0 0,182-8 0 0 0,-82 11-35 0 0,-91 8 29 0 0,-53 5 45 0 0,81-16-1 0 0,715-91-72 0 0,-704 89 56 0 0,-88 11-45 0 0,85-18-11 0 0,64-9 0 0 0,174-29 0 0 0,-349 57 0 0 0,267-51 0 0 0,30-2 307 0 0,-196 32 182 0 0,178-61 1 0 0,-209 55-175 0 0,-35 14-79 0 0,48-15 168 0 0,-109 28-195 0 0,1 2 0 0 0,66-10 0 0 0,-97 19-204 0 0,-3 1 2 0 0,0 0-1 0 0,0 0 0 0 0,0-1 0 0 0,0 1 0 0 0,0-1 1 0 0,0 1-1 0 0,-1-1 0 0 0,1 1 0 0 0,0-1 1 0 0,0 0-1 0 0,2-2 0 0 0,-3 3-8 0 0,-1-1 0 0 0,1 1 1 0 0,0 0-1 0 0,0-1 0 0 0,-1 1 1 0 0,1 0-1 0 0,0 0 0 0 0,0-1 1 0 0,0 1-1 0 0,0 0 0 0 0,-1 0 0 0 0,1 0 1 0 0,0 0-1 0 0,2 0 0 0 0,7-1 28 0 0,-11 0 1058 0 0,0 1-1091 0 0,1 0-1 0 0,0-1 1 0 0,0 1-1 0 0,0 0 1 0 0,-1 0-1 0 0,1-1 1 0 0,0 1-1 0 0,0 0 1 0 0,-1 0-1 0 0,1 0 1 0 0,0 0-1 0 0,0-1 1 0 0,-1 1-1 0 0,1 0 1 0 0,0 0-1 0 0,-1 0 1 0 0,1 0-1 0 0,0 0 1 0 0,0 0-1 0 0,-1 0 1 0 0,1-1-1 0 0,0 1 1 0 0,-1 0-1 0 0,1 0 1 0 0,0 0-1 0 0,-1 0 1 0 0,1 1-1 0 0,-1-1 1 0 0,-43 2-4235 0 0,-115 10-8137 0 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04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51 298 3282 0 0,'-51'-12'4722'0'0,"57"1"-3308"0"0,7 4-1280 0 0,0 0 1 0 0,1 1 0 0 0,-1 0-1 0 0,1 1 1 0 0,0 1-1 0 0,17-4 1 0 0,-23 6-77 0 0,27-8 360 0 0,-1 3 0 0 0,1 0 0 0 0,1 2 0 0 0,-1 2 0 0 0,54 2 0 0 0,24 6 2 0 0,167-12 0 0 0,94-2-108 0 0,7 23-2 0 0,-287-9-291 0 0,75 4 131 0 0,262 5 713 0 0,20-48-271 0 0,43 0-290 0 0,-394 34-242 0 0,246-5 120 0 0,73-8-233 0 0,-262 9 44 0 0,-73 0-153 0 0,99 8-1 0 0,-171-6 383 0 0,-12 2-213 0 0,0 0 0 0 0,0 0 0 0 0,0 0 0 0 0,0 0 0 0 0,1 0 0 0 0,-1 0 0 0 0,0 0 0 0 0,0 0 0 0 0,0 0 0 0 0,0 0 0 0 0,0-1 0 0 0,1 1 0 0 0,-1 0 0 0 0,0 0 0 0 0,0 0 0 0 0,0 0 0 0 0,0 0 0 0 0,0 0 0 0 0,0-1 0 0 0,0 1 0 0 0,0 0 0 0 0,0 0 0 0 0,1 0 0 0 0,-1 0 0 0 0,0-1 0 0 0,0 1 0 0 0,0 0 0 0 0,0 0 0 0 0,0 0 0 0 0,0 0 0 0 0,0-1 0 0 0,0 1 0 0 0,0 0 0 0 0,0 0 0 0 0,0 0 0 0 0,0 0 0 0 0,0-1 0 0 0,0 1 0 0 0,-1 0 0 0 0,1 0 1 0 0,0 0-1 0 0,0 0 0 0 0,0-1 0 0 0,0 1 0 0 0,0 0 0 0 0,0 0 0 0 0,0 0 0 0 0,0 0 0 0 0,0 0 0 0 0,-1 0 0 0 0,1-1 0 0 0,0 1 0 0 0,0 0 0 0 0,0 0 0 0 0,0 0 0 0 0,0 0 0 0 0,-1 0 0 0 0,1 0 0 0 0,0 0 0 0 0,-12-29-1968 0 0,-28-71-8724 0 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05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3041 0 0,'-31'30'-720'0'0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05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30 560 0 0,'-2'-10'1761'0'0,"-6"0"-240"0"0,-1 2-321 0 0,2 6-559 0 0,-3 2-641 0 0,3 6-641 0 0,0 0-319 0 0,2 2-241 0 0,-2-2-79 0 0,3 0-81 0 0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06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65 192 160 0 0,'-12'-6'1361'0'0,"-2"-2"-1"0"0,-1 4-159 0 0,4 0-481 0 0,1 4-720 0 0,8 0-560 0 0,9-4-1761 0 0</inkml:trace>
  <inkml:trace contextRef="#ctx0" brushRef="#br0" timeOffset="1">150 68 1841 0 0,'-7'-8'1681'0'0,"2"-4"-401"0"0,0 2-640 0 0,3 2-800 0 0,2 0-480 0 0,2 2-400 0 0,1-2-241 0 0,-1 0-80 0 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06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72 1201 0 0,'-2'-20'1840'0'0,"-5"3"-159"0"0,-2 3-400 0 0,1 4-641 0 0,-1 4-800 0 0,-1 2-560 0 0,1 4-401 0 0,-3 4-239 0 0,-12 8-1122 0 0</inkml:trace>
  <inkml:trace contextRef="#ctx0" brushRef="#br0" timeOffset="1">105 46 160 0 0,'-5'-11'1681'0'0,"-9"9"-801"0"0,-10 11-1200 0 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07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74 320 0 0,'-14'-20'1681'0'0,"2"2"-160"0"0,0 2-161 0 0,0 2-159 0 0,1 8-241 0 0,-6 14-480 0 0,-11 118-5442 0 0</inkml:trace>
  <inkml:trace contextRef="#ctx0" brushRef="#br0" timeOffset="1">119 314 800 0 0,'-17'-18'2001'0'0,"-4"0"-160"0"0,0 2-320 0 0,2 2-321 0 0,0 4-399 0 0,7 4-561 0 0,5 8-1041 0 0,7 42-4001 0 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07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0 342 480 0 0,'10'26'1681'0'0,"-8"-42"-881"0"0,13-34-640 0 0,15-12-160 0 0,22-20 80 0 0,-11 23 161 0 0,-13 25-1 0 0,-11 12 80 0 0,-1 4-80 0 0,1 4-480 0 0,-15 4-1681 0 0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07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0 640 0 0,'54'4'5283'0'0,"-115"2"-2082"0"0,13-6-2080 0 0,22 2-481 0 0,12-2-320 0 0,2 0-240 0 0,7 0-80 0 0,8 2-160 0 0,13 44-1681 0 0,1 66-3361 0 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08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48 1761 0 0,'-28'14'1921'0'0,"1"-8"-801"0"0,1-20-1040 0 0,12-40-2241 0 0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08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0 400 0 0,'159'2'3602'0'0,"-287"30"-321"0"0,4 70-3361 0 0,29 70-5442 0 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08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6098 1521 0 0,'15'14'2561'0'0,"-30"-44"-1761"0"0,20-2-880 0 0,0 7 0 0 0,2 3-80 0 0,2-4 80 0 0,22-42-800 0 0</inkml:trace>
  <inkml:trace contextRef="#ctx0" brushRef="#br0" timeOffset="1">434 8 1121 0 0,'43'-8'80'0'0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09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1361 0 0,'99'-58'2561'0'0,"-139"96"-880"0"0,9-14-801 0 0,15-12-400 0 0,6-10-400 0 0,15-4-400 0 0,47-4-240 0 0,17 0-1041 0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09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4 4322 0 0,'-19'-4'3682'0'0,"14"8"-2162"0"0,8 2-1039 0 0,18 24-3043 0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10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75 3201 0 0,'-34'2'3682'0'0,"11"-6"-2161"0"0,13-10-2241 0 0,8-2-81 0 0,7-2 161 0 0,4-6-321 0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10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3 2241 0 0,'12'-2'5122'0'0,"-62"8"-2801"0"0,27 2-1440 0 0,6 0-401 0 0,5-2-320 0 0,7 2-240 0 0,5 6-160 0 0,29 46-2481 0 0,28 78-5043 0 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18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1 738 80 0 0,'7'0'957'0'0,"-1"0"1"0"0,1-1-1 0 0,0-1 1 0 0,8-1-1 0 0,-9 1-1026 0 0,0 0 1 0 0,1 1-1 0 0,-1 0 1 0 0,1 1-1 0 0,8-1 0 0 0,231 22 696 0 0,-63 4-498 0 0,2-9 0 0 0,-1-7 0 0 0,2-9 0 0 0,-2-8 0 0 0,191-33 0 0 0,129-43-61 0 0,1-2-135 0 0,1 25 133 0 0,708-10 974 0 0,-340 44-782 0 0,0-53-329 0 0,-553 29 218 0 0,331-97-1 0 0,-479 104-146 0 0,202-25 0 0 0,-305 61-6 0 0,-31 4-878 0 0,42-10 0 0 0,-101 17-3344 0 0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19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0 370 2721 0 0,'73'2'1020'0'0,"227"-3"481"0"0,138-25-83 0 0,219 11-1003 0 0,-152 5-220 0 0,46-1-74 0 0,555-28 91 0 0,-787 15-337 0 0,397-41-310 0 0,-461 26 432 0 0,-207 28-53 0 0,0-1 0 0 0,-1-3 0 0 0,55-24 0 0 0,-49 10-1197 0 0,-9-7-2789 0 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28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2 1201 0 0,'-1'0'245'0'0,"1"0"0"0"0,-1-1 1 0 0,0 1-1 0 0,1 0 0 0 0,-1 0 1 0 0,1 0-1 0 0,-1 0 0 0 0,0 0 1 0 0,1 0-1 0 0,-1 0 0 0 0,0 0 1 0 0,1 0-1 0 0,-1 0 0 0 0,0 0 1 0 0,1 0-1 0 0,-1 0 0 0 0,1 0 1 0 0,-1 0-1 0 0,0 1 0 0 0,1-1 1 0 0,-1 0-1 0 0,0 1 0 0 0,-5 3 354 0 0,9-3 963 0 0,1-1-1509 0 0,-1 0 0 0 0,0 0 0 0 0,1 0-1 0 0,-1 1 1 0 0,0-1 0 0 0,1 1 0 0 0,-1 0 0 0 0,0 0 0 0 0,0 0-1 0 0,0 1 1 0 0,0-1 0 0 0,4 3 0 0 0,24 9 661 0 0,387 116 362 0 0,-310-103-954 0 0,0-4-1 0 0,114 7 0 0 0,188-5-23 0 0,90 7 365 0 0,464 101 182 0 0,-572-71-797 0 0,540 95 28 0 0,-136-21 75 0 0,-473-94 50 0 0,493 2 1 0 0,325-108-19 0 0,-88-27-140 0 0,-1018 89 168 0 0,778-12 296 0 0,-10 49-454 0 0,-613-34 80 0 0,-172-2 184 0 0,-18 2-158 0 0,0 0 0 0 0,0 0 0 0 0,0 0 0 0 0,-1-1 0 0 0,1 1 0 0 0,0 0 0 0 0,0 0 0 0 0,0 0 1 0 0,0 0-1 0 0,0 0 0 0 0,0 0 0 0 0,0-1 0 0 0,0 1 0 0 0,0 0 0 0 0,0 0 0 0 0,0 0 0 0 0,-1 0 0 0 0,1-1 0 0 0,0 1 1 0 0,0 0-1 0 0,0 0 0 0 0,0 0 0 0 0,0 0 0 0 0,0-1 0 0 0,0 1 0 0 0,0 0 0 0 0,0 0 0 0 0,1 0 0 0 0,-1 0 0 0 0,0-1 1 0 0,0 1-1 0 0,0 0 0 0 0,0 0 0 0 0,0 0 0 0 0,0 0 0 0 0,0 0 0 0 0,0-1 0 0 0,0 1 0 0 0,0 0 0 0 0,1 0 0 0 0,-1 0 1 0 0,0 0-1 0 0,0 0 0 0 0,0 0 0 0 0,0 0 0 0 0,0 0 0 0 0,0-1 0 0 0,1 1 0 0 0,-1 0 0 0 0,0 0 0 0 0,0 0 0 0 0,0 0 1 0 0,0 0-1 0 0,1 0 0 0 0,-1 0 0 0 0,-11-3-4281 0 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29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31 516 6403 0 0,'-29'-19'3015'0'0,"28"14"-2076"0"0,8 4-614 0 0,12 3 55 0 0,-18-2-224 0 0,2 1-49 0 0,-1-1-17 0 0,1 0 1 0 0,0 0-1 0 0,-1 0 0 0 0,1-1 1 0 0,0 1-1 0 0,-1 0 0 0 0,1-1 0 0 0,0 0 1 0 0,-1 0-1 0 0,5-2 0 0 0,5 0 184 0 0,380-100 6474 0 0,38 29 604 0 0,72 31-7799 0 0,-24 3 707 0 0,-369 26 87 0 0,0-4 0 0 0,-2-6 0 0 0,153-53 0 0 0,-251 74-356 0 0,-2 1-390 0 0,0-1 1 0 0,0 0-1 0 0,0 0 0 0 0,11-7 1 0 0,-16 8-77 0 0,1 0 0 0 0,-1 0 0 0 0,0 0 1 0 0,0 0-1 0 0,0 0 0 0 0,0 0 0 0 0,-1-1 1 0 0,1 1-1 0 0,1-5 0 0 0,-1 2-1715 0 0,0 0 0 0 0,0-1 0 0 0,-1 0 0 0 0,0 1 1 0 0,0-9-1 0 0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30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1 640 0 0,'4'1'12363'0'0,"25"9"-9506"0"0,17 8-735 0 0,259 101 4107 0 0,-280-108-6271 0 0,-1 1-1 0 0,0 0 1 0 0,-1 2-1 0 0,0 1 1 0 0,26 22-1 0 0,-41-30 51 0 0,-1 0 1 0 0,-1 0-1 0 0,1 0 0 0 0,-1 1 0 0 0,0 0 1 0 0,-1 0-1 0 0,1 1 0 0 0,-2-1 0 0 0,1 1 0 0 0,-1 0 1 0 0,-1 1-1 0 0,0-1 0 0 0,0 1 0 0 0,-1-1 1 0 0,0 1-1 0 0,0 0 0 0 0,-1 11 0 0 0,-1-8 96 0 0,-1 0-1 0 0,0-1 0 0 0,-1 1 1 0 0,-1 0-1 0 0,0-1 0 0 0,-1 0 1 0 0,0 1-1 0 0,0-1 0 0 0,-12 20 1 0 0,-3-1 94 0 0,0 0 0 0 0,-30 33 0 0 0,17-23-113 0 0,-3-3 1 0 0,-64 56 0 0 0,72-72-156 0 0,-1-1 0 0 0,0-1 0 0 0,-2-2-1 0 0,-62 29 1 0 0,75-41-92 0 0,0 0 0 0 0,0-1 0 0 0,-28 5 0 0 0,38-9-186 0 0,1 0 1 0 0,-1 0 0 0 0,0-1 0 0 0,0 0-1 0 0,0 0 1 0 0,1-1 0 0 0,-1 0 0 0 0,0 0 0 0 0,0-1-1 0 0,1 1 1 0 0,-12-6 0 0 0,14 5-709 0 0,-1-2-1 0 0,1 1 1 0 0,0 0 0 0 0,0-1 0 0 0,1 0-1 0 0,-1 1 1 0 0,1-2 0 0 0,0 1 0 0 0,0 0-1 0 0,-5-9 1 0 0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31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 6243 0 0,'265'-38'7363'0'0,"-44"24"-5122"0"0,-145 20-2481 0 0,-67-2-1601 0 0,-25-12-7683 0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31.7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0 400 0 0,'-26'0'2161'0'0,"4"14"-160"0"0,-9 58 3922 0 0,3 84 3441 0 0,23-8-6162 0 0,15-15-3443 0 0,2-19-319 0 0,4 8 320 0 0,3 14 240 0 0,-7 4-800 0 0,0-16-2402 0 0,-12-26-3041 0 0,-17-39-2080 0 0</inkml:trace>
  <inkml:trace contextRef="#ctx0" brushRef="#br0" timeOffset="1">43 861 2641 0 0,'-16'-30'3122'0'0,"2"16"-1282"0"0,6 6-319 0 0,4 4 160 0 0,4 0 320 0 0,59-20 2321 0 0,100-50 880 0 0,-5 0-3921 0 0,-26 12-2002 0 0,-14 22-559 0 0,-17 3-7284 0 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32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9 1521 0 0,'-7'2'4162'0'0,"11"-2"-1201"0"0,11 0 0 0 0,49-4 641 0 0,57-2-160 0 0,-43 6-2802 0 0,-47 8-1040 0 0,11 22 160 0 0,-11 34 400 0 0,-29 20 0 0 0,-6 6 0 0 0,4-13-160 0 0,0-13-160 0 0,4-14-561 0 0,8-16-3280 0 0,-9-14-1122 0 0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32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449 1 2481 0 0,'-15'16'3122'0'0,"15"8"4881"0"0,8 31-1680 0 0,-8 45-3762 0 0,0 24-2481 0 0,-3 10-400 0 0,-13 2 400 0 0,-10-10 80 0 0,-12 11 80 0 0,-10-1 1 0 0,-2-22-81 0 0,1-36-320 0 0,11-44-481 0 0,7-62-7282 0 0</inkml:trace>
  <inkml:trace contextRef="#ctx0" brushRef="#br0" timeOffset="1">41 552 2641 0 0,'-21'6'11606'0'0,"6"4"-6004"0"0,11-2-3041 0 0,4-2-880 0 0,4 4-721 0 0,51 50-1680 0 0,80 52-881 0 0,-14-38 1201 0 0,-26-37 400 0 0,-10-15-5522 0 0,-7-16-6804 0 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32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21 480 0 0,'4'-5'339'0'0,"10"-8"36"0"0,-12 10 214 0 0,-7 7 723 0 0,-8 7 214 0 0,0 0 0 0 0,2 1 0 0 0,-12 14 0 0 0,-3 5 734 0 0,22-27-1994 0 0,-87 104 5836 0 0,26-22-5120 0 0,61-82-1221 0 0,-9 16-340 0 0,13-19 578 0 0,0-1 0 0 0,0 0 0 0 0,0 0 0 0 0,0 0-1 0 0,0 1 1 0 0,-1-1 0 0 0,1 0 0 0 0,0 0 0 0 0,0 1 0 0 0,0-1 0 0 0,0 0 0 0 0,0 0-1 0 0,0 1 1 0 0,0-1 0 0 0,0 0 0 0 0,0 0 0 0 0,0 1 0 0 0,0-1 0 0 0,0 0 0 0 0,0 0 0 0 0,0 1-1 0 0,0-1 1 0 0,0 0 0 0 0,0 0 0 0 0,0 1 0 0 0,0-1 0 0 0,0 0 0 0 0,1 0 0 0 0,-1 1-1 0 0,0-1 1 0 0,0 0 0 0 0,0 0 0 0 0,0 0 0 0 0,0 1 0 0 0,1-1 0 0 0,-1 0 0 0 0,0 0-1 0 0,0 0 1 0 0,0 0 0 0 0,1 0 0 0 0,-1 1 0 0 0,0-1 0 0 0,0 0 0 0 0,1 0 0 0 0,-1 0-1 0 0,0 0 1 0 0,0 0 0 0 0,1 0 0 0 0,-1 0 0 0 0,0 0 0 0 0,0 0 0 0 0,1 0 0 0 0,-1 0 0 0 0,0 0-1 0 0,0 0 1 0 0,1 0 0 0 0,-1 0 0 0 0,0 0 0 0 0,0 0 0 0 0,1 0 0 0 0,-1 0 0 0 0,0 0-1 0 0,0 0 1 0 0,1 0 0 0 0,-1-1 0 0 0,0 1 0 0 0,1 0 0 0 0,42-8-187 0 0,-21 4-372 0 0,39-11 1 0 0,-60 15 531 0 0,85-26-1682 0 0,-74 23 1631 0 0,1 0-1 0 0,0 1 1 0 0,-1 0 0 0 0,22 1-1 0 0,-33 1 81 0 0,1 0 0 0 0,-1 0 0 0 0,0 0 0 0 0,0 0 0 0 0,1 0-1 0 0,-1 1 1 0 0,0-1 0 0 0,0 0 0 0 0,0 1 0 0 0,1-1 0 0 0,-1 1 0 0 0,0-1-1 0 0,0 1 1 0 0,2 0 0 0 0,-3 0 0 0 0,0 0-1 0 0,0-1 1 0 0,0 1-1 0 0,0 0 0 0 0,0-1 1 0 0,0 1-1 0 0,-1 0 1 0 0,1-1-1 0 0,0 1 1 0 0,0-1-1 0 0,0 1 1 0 0,-1 0-1 0 0,1-1 1 0 0,0 1-1 0 0,0-1 1 0 0,-1 1-1 0 0,1 0 1 0 0,-1-1-1 0 0,1 1 1 0 0,0-1-1 0 0,-1 0 1 0 0,1 1-1 0 0,-1-1 1 0 0,1 1-1 0 0,-1-1 1 0 0,0 0-1 0 0,1 1 1 0 0,-2 0-1 0 0,-81 81 783 0 0,13-11 968 0 0,33-36-883 0 0,-60 51 52 0 0,116-103-1574 0 0,23-7-440 0 0,61-24 1 0 0,-67 39-1095 0 0,-33 9 1960 0 0,6 1-920 0 0,-9 0 1149 0 0,1-1 0 0 0,-1 1 0 0 0,0 0 0 0 0,0 0 0 0 0,0 0-1 0 0,0-1 1 0 0,0 1 0 0 0,0 0 0 0 0,0 0 0 0 0,0 0 0 0 0,0-1-1 0 0,0 1 1 0 0,0 0 0 0 0,0 0 0 0 0,-1 0 0 0 0,1-1 0 0 0,-1 2-1 0 0,-23 77 2311 0 0,8-28-1065 0 0,-10 54 0 0 0,-17 144 3743 0 0,42-246-5073 0 0,1 1 0 0 0,-1-1 0 0 0,1 0 0 0 0,-1 0 0 0 0,1 0 1 0 0,0 0-1 0 0,1 1 0 0 0,-1-1 0 0 0,0 0 0 0 0,1 0 0 0 0,0 0 1 0 0,-1 0-1 0 0,1 0 0 0 0,2 4 0 0 0,-2-6-133 0 0,0 0 1 0 0,0 0-1 0 0,0 0 0 0 0,0-1 1 0 0,0 1-1 0 0,0 0 0 0 0,0 0 1 0 0,1-1-1 0 0,-1 1 0 0 0,0 0 1 0 0,0-1-1 0 0,1 1 1 0 0,-1-1-1 0 0,0 0 0 0 0,0 1 1 0 0,1-1-1 0 0,-1 0 0 0 0,1 0 1 0 0,-1 0-1 0 0,0 0 0 0 0,1 0 1 0 0,-1 0-1 0 0,0 0 0 0 0,1-1 1 0 0,-1 1-1 0 0,0 0 0 0 0,1-1 1 0 0,-1 1-1 0 0,0-1 0 0 0,0 1 1 0 0,2-2-1 0 0,2 0-1193 0 0,0-1 0 0 0,-1 0 0 0 0,1 0-1 0 0,-1 0 1 0 0,1 0 0 0 0,3-6 0 0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33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1 137 2721 0 0,'26'-8'12566'0'0,"9"-20"-4402"0"0,44-4-7284 0 0,18-2-1760 0 0,-12 6 1920 0 0,-28 22-79 0 0,-24 14-1281 0 0,-14 8-2242 0 0,-26 14-10003 0 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33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0 5603 0 0,'-26'26'9391'0'0,"42"-14"-5456"0"0,-7-6-3697 0 0,-1 0 0 0 0,1 0 1 0 0,-2 1-1 0 0,1 0 0 0 0,-1 0 1 0 0,0 1-1 0 0,0 0 0 0 0,-1 0 1 0 0,0 0-1 0 0,0 1 0 0 0,-1 0 1 0 0,-1 0-1 0 0,1 1 0 0 0,3 12 1 0 0,4 26-110 0 0,-1-1 0 0 0,-3 2 1 0 0,-2-1-1 0 0,-2 1 1 0 0,-3 0-1 0 0,-1 0 0 0 0,-3 0 1 0 0,-1 0-1 0 0,-21 86 1 0 0,19-109 180 0 0,-2 4 378 0 0,-18 49-1 0 0,23-71-633 0 0,0 0 0 0 0,-1 0 1 0 0,-1-1-1 0 0,1 1 0 0 0,-1-1 0 0 0,0-1 0 0 0,-1 1 0 0 0,0-1 0 0 0,0 0 0 0 0,-12 10 1 0 0,17-16-102 0 0,0 1 0 0 0,0-1 0 0 0,0 0 0 0 0,0 0 0 0 0,1 0 0 0 0,-1 0 1 0 0,0 0-1 0 0,0 0 0 0 0,0 0 0 0 0,0-1 0 0 0,0 1 0 0 0,0 0 0 0 0,1 0 1 0 0,-1-1-1 0 0,0 1 0 0 0,0 0 0 0 0,0-1 0 0 0,0 1 0 0 0,1-1 0 0 0,-1 1 1 0 0,0-1-1 0 0,1 1 0 0 0,-1-1 0 0 0,0 0 0 0 0,1 1 0 0 0,-2-2 0 0 0,-2-2-288 0 0,-8-5-829 0 0,1-2-1 0 0,0 0 1 0 0,1 0 0 0 0,0-1-1 0 0,1 0 1 0 0,-11-17-1 0 0,-19-51-8919 0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33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7 129 1040 0 0,'-3'-10'4214'0'0,"3"15"-1876"0"0,6 37 246 0 0,5 37 179 0 0,1 53 157 0 0,-8 186 0 0 0,-33 128 1191 0 0,28-427-4062 0 0,-5 107 63 0 0,6-126-112 0 0,-1 1 1 0 0,1 0 0 0 0,0 0 0 0 0,0-1 0 0 0,0 1 0 0 0,0 0-1 0 0,0 0 1 0 0,0-1 0 0 0,0 1 0 0 0,0 0 0 0 0,1 0 0 0 0,-1-1 0 0 0,0 1-1 0 0,0 0 1 0 0,1 0 0 0 0,-1-1 0 0 0,0 1 0 0 0,1 0 0 0 0,-1-1-1 0 0,1 2 1 0 0,9-19 35 0 0,2-19-102 0 0,-2 0 1 0 0,8-45-1 0 0,-14 59 36 0 0,126-631-2291 0 0,-80 457 658 0 0,-40 169 1553 0 0,0 0 0 0 0,1 1 1 0 0,2 1-1 0 0,1 0 1 0 0,17-24-1 0 0,-25 41 149 0 0,0 0-1 0 0,0 1 1 0 0,1 0-1 0 0,0 0 1 0 0,0 1-1 0 0,0 0 1 0 0,1 0-1 0 0,16-9 1 0 0,-20 13 2 0 0,0 0 1 0 0,1 1-1 0 0,-1-1 1 0 0,1 1-1 0 0,-1 0 0 0 0,1 0 1 0 0,0 0-1 0 0,0 1 1 0 0,-1 0-1 0 0,1-1 1 0 0,0 2-1 0 0,0-1 0 0 0,-1 1 1 0 0,1-1-1 0 0,0 1 1 0 0,-1 1-1 0 0,1-1 0 0 0,5 3 1 0 0,-5-2 8 0 0,1 1 0 0 0,-1-1 0 0 0,0 1 0 0 0,-1 0 0 0 0,1 1 0 0 0,0-1 0 0 0,-1 1 0 0 0,0 0 0 0 0,0 0 0 0 0,0 1 0 0 0,0-1 0 0 0,-1 1 0 0 0,0-1 0 0 0,0 1 0 0 0,0 0 0 0 0,0 0 0 0 0,-1 1 0 0 0,0-1 0 0 0,0 1 0 0 0,2 10 0 0 0,-2-6 28 0 0,-1 0 0 0 0,0 0 1 0 0,-1 0-1 0 0,0 0 0 0 0,-1 0 0 0 0,0 0 0 0 0,0 0 0 0 0,-1-1 0 0 0,0 1 0 0 0,-1 0 0 0 0,-6 14 0 0 0,-6 9 107 0 0,-1-2-1 0 0,-1 0 1 0 0,-2 0-1 0 0,0-2 1 0 0,-30 33-1 0 0,29-40-60 0 0,0-1 0 0 0,-1-1 0 0 0,-1 0 0 0 0,-1-2 0 0 0,-1 0 0 0 0,-44 23 0 0 0,59-36-159 0 0,0-1 0 0 0,0 0 1 0 0,-1-1-1 0 0,1 1 0 0 0,-13 1 1 0 0,19-5-197 0 0,1 1 1 0 0,-1-1-1 0 0,1 0 0 0 0,-1 0 1 0 0,0 0-1 0 0,1 0 1 0 0,-1 0-1 0 0,0 0 1 0 0,1-1-1 0 0,-1 1 0 0 0,1-1 1 0 0,-1 0-1 0 0,1 0 1 0 0,-1 0-1 0 0,1 0 1 0 0,-1 0-1 0 0,1-1 0 0 0,0 1 1 0 0,0-1-1 0 0,0 1 1 0 0,0-1-1 0 0,0 0 1 0 0,0 0-1 0 0,0 0 0 0 0,-2-3 1 0 0,-18-41-6973 0 0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34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40 1921 0 0,'-9'25'1196'0'0,"1"0"-1"0"0,-8 50 1 0 0,15-66-906 0 0,0 0 1 0 0,0 1-1 0 0,2-1 0 0 0,-1 0 0 0 0,1 1 0 0 0,0-1 1 0 0,1 0-1 0 0,0 0 0 0 0,0 0 0 0 0,1 0 1 0 0,6 14-1 0 0,-5-16-83 0 0,0 0 0 0 0,0 0 1 0 0,0 0-1 0 0,1-1 0 0 0,0 1 1 0 0,0-1-1 0 0,1 0 0 0 0,0-1 1 0 0,0 1-1 0 0,0-1 0 0 0,0 0 1 0 0,1-1-1 0 0,0 1 0 0 0,0-1 1 0 0,8 3-1 0 0,-6-4-9 0 0,0 0 1 0 0,0-1-1 0 0,1 0 1 0 0,-1-1-1 0 0,0 1 1 0 0,1-2-1 0 0,-1 0 1 0 0,1 0-1 0 0,-1 0 1 0 0,1-1-1 0 0,-1-1 1 0 0,0 1-1 0 0,11-5 1 0 0,-8 3 162 0 0,1-2 0 0 0,-1 1 0 0 0,0-2 0 0 0,0 0 0 0 0,-1 0 0 0 0,1-1-1 0 0,-2 0 1 0 0,1-1 0 0 0,-1 0 0 0 0,18-19 0 0 0,-14 10 690 0 0,-1 0 0 0 0,0 0-1 0 0,-2-2 1 0 0,0 1 0 0 0,-1-1-1 0 0,8-21 1 0 0,-5 7-515 0 0,-7 16-617 0 0,1 1 1 0 0,0 0-1 0 0,1 0 1 0 0,14-19-1 0 0,-21 33 50 0 0,0 0 0 0 0,1 1-1 0 0,-1-1 1 0 0,1 0 0 0 0,0 1-1 0 0,0 0 1 0 0,-1-1-1 0 0,1 1 1 0 0,3-2 0 0 0,-4 3 20 0 0,0 0 1 0 0,0-1-1 0 0,-1 1 1 0 0,1 0 0 0 0,0 0-1 0 0,0 0 1 0 0,0 0 0 0 0,-1 0-1 0 0,1 0 1 0 0,0 0 0 0 0,0 0-1 0 0,0 0 1 0 0,-1 0-1 0 0,1 0 1 0 0,0 0 0 0 0,0 1-1 0 0,-1-1 1 0 0,1 0 0 0 0,1 1-1 0 0,0 1 5 0 0,0 0 0 0 0,0 0 0 0 0,0 0 0 0 0,-1 0-1 0 0,1 0 1 0 0,0 0 0 0 0,-1 0 0 0 0,0 1 0 0 0,1-1 0 0 0,-1 1-1 0 0,0-1 1 0 0,0 1 0 0 0,-1-1 0 0 0,2 6 0 0 0,3 16 24 0 0,0 0 1 0 0,-2 1-1 0 0,0 41 0 0 0,-9 75 229 0 0,2-94-99 0 0,-2-1 0 0 0,-1 0 1 0 0,-3 0-1 0 0,-28 82 0 0 0,29-105-92 0 0,-1 0 1 0 0,-2-1-1 0 0,0 0 0 0 0,-1 0 1 0 0,-1-2-1 0 0,-1 0 0 0 0,-1 0 1 0 0,0-1-1 0 0,-2-1 0 0 0,-32 26 1 0 0,38-35-55 0 0,0-1 1 0 0,0 0-1 0 0,0 0 1 0 0,-1-2-1 0 0,0 1 1 0 0,-1-2 0 0 0,1 0-1 0 0,-1 0 1 0 0,0-1-1 0 0,0-1 1 0 0,-1 0-1 0 0,1-1 1 0 0,-1-1 0 0 0,1 0-1 0 0,-1-1 1 0 0,1-1-1 0 0,-1 0 1 0 0,1-1-1 0 0,0 0 1 0 0,0-1-1 0 0,-1-1 1 0 0,2 0 0 0 0,-1-1-1 0 0,0 0 1 0 0,-15-10-1 0 0,24 12-58 0 0,-1 0-354 0 0,8 3-243 0 0,12-2-495 0 0,14-14-1442 0 0,-8 2 1445 0 0,169-105-6899 0 0,-76 56-2628 0 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34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24 194 2561 0 0,'-12'2'4722'0'0,"0"2"2962"0"0,22-4-4403 0 0,61-6 881 0 0,92-14-320 0 0,-39-2-3042 0 0,-56 8-1440 0 0,-20 0-2641 0 0,16-10-3122 0 0,-31-22 1761 0 0,-28-8-5763 0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35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0 5603 0 0,'-38'4'6322'0'0,"10"4"-2880"0"0,4 12-1521 0 0,-28 126 1841 0 0,12 46-1761 0 0,21-44-1761 0 0,9-54-240 0 0,6-32 80 0 0,13-12-240 0 0,10-7-1281 0 0,31-35-3921 0 0,16-50-241 0 0,-16-55-800 0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35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25 3762 0 0,'16'-25'8631'0'0,"-17"40"-4603"0"0,1-8-3841 0 0,0 13 360 0 0,4 37 0 0 0,0 15-81 0 0,-10 35 1028 0 0,-33 164 0 0 0,26-211-853 0 0,-3 0-1 0 0,-2-1 0 0 0,-39 85 1 0 0,49-121-268 0 0,7-14 708 0 0,68-123 98 0 0,3-2-1387 0 0,-57 96 42 0 0,2 1 0 0 0,0 1-1 0 0,32-30 1 0 0,-38 41-79 0 0,-1 0 1 0 0,1 1-1 0 0,0 0 0 0 0,0 0 0 0 0,1 1 0 0 0,-1 0 0 0 0,1 1 0 0 0,1 0 0 0 0,-1 1 1 0 0,0 0-1 0 0,1 0 0 0 0,-1 1 0 0 0,20-1 0 0 0,-29 3 253 0 0,1 0 0 0 0,-1 0 0 0 0,1 0 1 0 0,0 0-1 0 0,-1 0 0 0 0,1 0 0 0 0,0 0 0 0 0,-1 1 0 0 0,1-1 0 0 0,-1 1 0 0 0,1-1 1 0 0,0 1-1 0 0,-1-1 0 0 0,1 1 0 0 0,-1 0 0 0 0,0 0 0 0 0,1 0 0 0 0,-1 0 0 0 0,0 0 0 0 0,1 0 1 0 0,-1 0-1 0 0,0 0 0 0 0,0 1 0 0 0,0-1 0 0 0,0 0 0 0 0,0 1 0 0 0,0-1 0 0 0,-1 0 1 0 0,1 1-1 0 0,0-1 0 0 0,-1 1 0 0 0,1 0 0 0 0,0 2 0 0 0,0 2 51 0 0,-1 1 0 0 0,0-1 0 0 0,0 0 0 0 0,0 1 0 0 0,-1-1-1 0 0,0 1 1 0 0,-3 10 0 0 0,-3 6 107 0 0,-11 25-1 0 0,11-31-42 0 0,0 0 0 0 0,2 0 1 0 0,0 0-1 0 0,-5 28 0 0 0,10-43-108 0 0,0-1-1 0 0,0 1 1 0 0,0 0 0 0 0,0 0-1 0 0,0 0 1 0 0,0 0-1 0 0,0-1 1 0 0,1 1 0 0 0,-1 0-1 0 0,0 0 1 0 0,1-1-1 0 0,0 1 1 0 0,-1 0-1 0 0,1-1 1 0 0,0 1 0 0 0,0 0-1 0 0,1 1 1 0 0,-1-2-164 0 0,0 0 0 0 0,0 0 1 0 0,1 0-1 0 0,-1-1 0 0 0,0 1 1 0 0,0 0-1 0 0,0-1 0 0 0,0 1 0 0 0,1-1 1 0 0,-1 1-1 0 0,0-1 0 0 0,1 0 1 0 0,-1 1-1 0 0,0-1 0 0 0,1 0 0 0 0,-1 0 1 0 0,0 0-1 0 0,3 0 0 0 0,-1 0-401 0 0,1-1-1 0 0,-1 0 1 0 0,0 1-1 0 0,1-2 1 0 0,-1 1-1 0 0,0 0 1 0 0,1 0-1 0 0,-1-1 1 0 0,0 0-1 0 0,0 0 1 0 0,0 0-1 0 0,0 0 0 0 0,-1 0 1 0 0,1 0-1 0 0,0-1 1 0 0,-1 1-1 0 0,4-5 1 0 0,24-49-5039 0 0</inkml:trace>
  <inkml:trace contextRef="#ctx0" brushRef="#br0" timeOffset="1">579 601 880 0 0,'10'-16'6096'0'0,"-26"50"-3921"0"0,5-8-1273 0 0,2 0-1 0 0,1 0 1 0 0,0 1 0 0 0,-5 50 0 0 0,13-74-796 0 0,-1 0 1 0 0,1 0 0 0 0,1 0-1 0 0,-1 0 1 0 0,0 0 0 0 0,1 0 0 0 0,-1 0-1 0 0,1 0 1 0 0,0 0 0 0 0,0 0 0 0 0,0-1-1 0 0,0 1 1 0 0,1 0 0 0 0,-1 0-1 0 0,1-1 1 0 0,2 4 0 0 0,-2-5-32 0 0,-1 1 1 0 0,1-1-1 0 0,0 0 1 0 0,-1 0-1 0 0,1 0 1 0 0,0 0-1 0 0,0 0 0 0 0,0 0 1 0 0,0 0-1 0 0,0-1 1 0 0,0 1-1 0 0,0-1 1 0 0,1 1-1 0 0,-1-1 1 0 0,0 0-1 0 0,0 0 0 0 0,4 0 1 0 0,1-1 86 0 0,0 0 1 0 0,0-1-1 0 0,0 0 1 0 0,0 0-1 0 0,0-1 1 0 0,0 1-1 0 0,-1-2 1 0 0,0 1-1 0 0,1-1 1 0 0,-1 0-1 0 0,11-9 1 0 0,-6 3 7 0 0,-1-1 1 0 0,0 0 0 0 0,0-1-1 0 0,-1 0 1 0 0,0 0-1 0 0,-1-1 1 0 0,-1 0-1 0 0,0-1 1 0 0,7-16-1 0 0,-11 21-94 0 0,0 0 0 0 0,-1 0 0 0 0,0-1 0 0 0,0 1 0 0 0,-1-1 0 0 0,0 1 0 0 0,0-1 0 0 0,-1 1 0 0 0,-1-1 0 0 0,1 1 0 0 0,-2-1 0 0 0,1 1 0 0 0,-1 0 0 0 0,-1-1 0 0 0,-6-16 0 0 0,7 22-38 0 0,0 0-1 0 0,0 0 0 0 0,-1 0 1 0 0,0 0-1 0 0,1 0 0 0 0,-1 1 0 0 0,-1-1 1 0 0,1 1-1 0 0,0 0 0 0 0,-1 0 1 0 0,0 0-1 0 0,1 1 0 0 0,-1-1 1 0 0,0 1-1 0 0,0 0 0 0 0,-1 0 1 0 0,1 0-1 0 0,-7-1 0 0 0,7 2-11 0 0,1 0-1 0 0,-1 1 1 0 0,0-1-1 0 0,1 1 1 0 0,-1 0-1 0 0,0 0 1 0 0,1 1-1 0 0,-1-1 1 0 0,1 1 0 0 0,-1-1-1 0 0,0 1 1 0 0,1 0-1 0 0,-1 1 1 0 0,1-1-1 0 0,0 1 1 0 0,0-1-1 0 0,-1 1 1 0 0,1 0-1 0 0,0 0 1 0 0,0 0-1 0 0,1 1 1 0 0,-1-1-1 0 0,0 1 1 0 0,-2 3 0 0 0,1-2-135 0 0,0 1 0 0 0,0-1 0 0 0,0 1 0 0 0,1 0 1 0 0,0 0-1 0 0,0 0 0 0 0,0 0 0 0 0,1 1 1 0 0,0-1-1 0 0,0 1 0 0 0,0 0 0 0 0,-1 6 1 0 0,3-11-114 0 0,0 0 1 0 0,0 0 0 0 0,0 0-1 0 0,0-1 1 0 0,0 1 0 0 0,0 0-1 0 0,0 0 1 0 0,0-1 0 0 0,0 1-1 0 0,0 0 1 0 0,0 0 0 0 0,0-1-1 0 0,1 1 1 0 0,-1 0 0 0 0,0 0-1 0 0,0-1 1 0 0,1 1 0 0 0,-1 0-1 0 0,1-1 1 0 0,-1 1 0 0 0,1 0-1 0 0,-1-1 1 0 0,1 1 0 0 0,-1-1-1 0 0,1 1 1 0 0,-1-1 0 0 0,1 1-1 0 0,0-1 1 0 0,-1 1 0 0 0,1-1-1 0 0,0 0 1 0 0,-1 1 0 0 0,1-1 0 0 0,0 0-1 0 0,0 0 1 0 0,-1 1 0 0 0,1-1-1 0 0,0 0 1 0 0,0 0 0 0 0,-1 0-1 0 0,1 0 1 0 0,0 0 0 0 0,0 0-1 0 0,-1 0 1 0 0,1 0 0 0 0,0 0-1 0 0,0-1 1 0 0,1 1 0 0 0,44-12-8170 0 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35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11 160 0 0,'17'-11'13753'0'0,"-18"12"-13620"0"0,1 0 0 0 0,-1-1 0 0 0,1 1 0 0 0,-1 0 0 0 0,1-1 0 0 0,0 1 0 0 0,-1 0 0 0 0,1-1 0 0 0,0 1 0 0 0,-1 0 0 0 0,1 0 0 0 0,0-1 0 0 0,0 1 1 0 0,0 0-1 0 0,0 0 0 0 0,0 1 0 0 0,-3 15 580 0 0,-61 238 3876 0 0,57-236-4438 0 0,5-16-90 0 0,1 0 1 0 0,0 0 0 0 0,0 1 0 0 0,0-1-1 0 0,0 0 1 0 0,0 1 0 0 0,1-1 0 0 0,0 4-1 0 0,24-28 1033 0 0,54-57-635 0 0,2-2-277 0 0,-70 71-182 0 0,1 0 0 0 0,1 1 0 0 0,-1 0 0 0 0,1 1 0 0 0,22-10 0 0 0,-31 16-28 0 0,-1 0 1 0 0,0 0-1 0 0,1 0 1 0 0,0 0-1 0 0,-1 0 1 0 0,1 1 0 0 0,0-1-1 0 0,-1 1 1 0 0,1 0-1 0 0,0 0 1 0 0,-1 0-1 0 0,1 0 1 0 0,0 0-1 0 0,-1 1 1 0 0,1-1 0 0 0,-1 1-1 0 0,1 0 1 0 0,0 0-1 0 0,-1 0 1 0 0,1 0-1 0 0,3 2 1 0 0,-3 0-20 0 0,0-1 0 0 0,-1 1 0 0 0,1 0 0 0 0,-1 0 1 0 0,0 0-1 0 0,0 0 0 0 0,0 0 0 0 0,0 1 0 0 0,0-1 0 0 0,-1 0 0 0 0,0 1 0 0 0,1-1 0 0 0,-1 1 1 0 0,-1 0-1 0 0,1-1 0 0 0,0 5 0 0 0,0 11 157 0 0,0 1 1 0 0,-1 0-1 0 0,-1 0 1 0 0,-7 33-1 0 0,4-27 513 0 0,1 1-1 0 0,0 31 1 0 0,4-50-542 0 0,-1 1-1 0 0,1-1 1 0 0,1 0 0 0 0,-1 0-1 0 0,1 0 1 0 0,1 0 0 0 0,0 0-1 0 0,0 0 1 0 0,0 0 0 0 0,1-1 0 0 0,5 9-1 0 0,5 3-982 0 0,-13-19 819 0 0,-1 1 0 0 0,0-1 1 0 0,0 0-1 0 0,0 1 1 0 0,1-1-1 0 0,-1 1 0 0 0,0-1 1 0 0,1 1-1 0 0,-1-1 1 0 0,0 0-1 0 0,1 1 0 0 0,-1-1 1 0 0,0 0-1 0 0,1 1 1 0 0,-1-1-1 0 0,1 0 0 0 0,-1 0 1 0 0,1 1-1 0 0,-1-1 1 0 0,1 0-1 0 0,-1 0 0 0 0,1 0 1 0 0,-1 0-1 0 0,1 1 1 0 0,-1-1-1 0 0,1 0 0 0 0,-1 0 1 0 0,1 0-1 0 0,-1 0 1 0 0,1 0-1 0 0,-1 0 0 0 0,1-1 1 0 0,9-28-5121 0 0,2 3-7789 0 0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38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257 101 1281 0 0,'-7'0'1422'0'0,"22"-6"-123"0"0,90-25 1502 0 0,-72 15 93 0 0,-32 16-2774 0 0,-1 0 0 0 0,0 0 1 0 0,1 0-1 0 0,-1 0 0 0 0,1-1 0 0 0,-1 1 0 0 0,0 0 0 0 0,1-1 0 0 0,-1 1 1 0 0,0 0-1 0 0,0 0 0 0 0,1-1 0 0 0,-1 1 0 0 0,0 0 0 0 0,0-1 0 0 0,1 1 1 0 0,-1-1-1 0 0,0 1 0 0 0,0 0 0 0 0,0-1 0 0 0,0 1 0 0 0,0-1 0 0 0,0 1 1 0 0,1 0-1 0 0,-1-1 0 0 0,0 1 0 0 0,0-1 0 0 0,0 1 0 0 0,0-1 1 0 0,0 1-1 0 0,-1-1 0 0 0,-1-1 262 0 0,0 0-1 0 0,0 0 1 0 0,-1 1 0 0 0,1-1-1 0 0,0 1 1 0 0,-1-1 0 0 0,1 1 0 0 0,-1 0-1 0 0,0 0 1 0 0,1 0 0 0 0,-4 0-1 0 0,-14-7-2602 0 0,16 6 2117 0 0,-1 0 0 0 0,0 0 0 0 0,0 1 0 0 0,-1 0 0 0 0,1 0 0 0 0,0 0 0 0 0,0 0 0 0 0,-1 1 0 0 0,1 0 0 0 0,0 0 0 0 0,0 0 0 0 0,-1 1 0 0 0,1-1 0 0 0,0 1 0 0 0,0 1 0 0 0,0-1 1 0 0,0 1-1 0 0,0 0 0 0 0,0 0 0 0 0,0 0 0 0 0,0 1 0 0 0,-6 4 0 0 0,0 1 392 0 0,0 1 0 0 0,0 0 0 0 0,1 0 1 0 0,1 1-1 0 0,-1 0 0 0 0,-13 21 0 0 0,19-25-173 0 0,0 0-1 0 0,1 0 1 0 0,0 0-1 0 0,0 0 1 0 0,1 0-1 0 0,0 0 1 0 0,0 1-1 0 0,0-1 1 0 0,0 1 0 0 0,1 0-1 0 0,1-1 1 0 0,-1 1-1 0 0,1 0 1 0 0,0 0-1 0 0,1 7 1 0 0,2 4 353 0 0,1 0 0 0 0,1 0 1 0 0,1 0-1 0 0,8 16 0 0 0,-9-22-133 0 0,57 128 1426 0 0,-57-130-1780 0 0,-1 1 0 0 0,0 1 0 0 0,-1-1 0 0 0,0 0 0 0 0,-1 1 0 0 0,0 0 0 0 0,-1-1 0 0 0,0 1 0 0 0,-1 0 0 0 0,0 0 0 0 0,-1-1 0 0 0,0 1 0 0 0,-1 0 0 0 0,0-1 0 0 0,-1 1 0 0 0,0-1 0 0 0,-1 0 0 0 0,0 0 0 0 0,-9 16-1 0 0,6-14 28 0 0,-1-1 0 0 0,1 0 0 0 0,-2 0 0 0 0,0-1 0 0 0,0-1 0 0 0,-1 1 0 0 0,0-1 0 0 0,-1-1 0 0 0,0 0 0 0 0,-1-1 0 0 0,0 0 0 0 0,0 0-1 0 0,0-1 1 0 0,-1-1 0 0 0,-21 8 0 0 0,8-9 166 0 0,40-13 741 0 0,17-7-750 0 0,132-51-578 0 0,159-90-1 0 0,-297 142-109 0 0,-1-2 0 0 0,33-27 0 0 0,-42 30-808 0 0,-1-1 0 0 0,15-18 0 0 0,24-46-10820 0 0,-52 77 11896 0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38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0 4962 0 0,'-33'32'8404'0'0,"14"-6"-3041"0"0,7 90-3763 0 0,10 28-1600 0 0,11-32 160 0 0,8-32 321 0 0,11-22-401 0 0,-6-26-2241 0 0,4-32-2642 0 0,5-58-2720 0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38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73 1681 0 0,'-36'6'31086'0'0,"46"-12"-31086"0"0,65-18-1313 0 0,113-14-3329 0 0,-44 28 3362 0 0,-65 24 1600 0 0,-49 16 80 0 0,-18 10-400 0 0,-9 8-960 0 0,-20 11-3923 0 0,-14-7-1760 0 0,-16-32-400 0 0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39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0 2401 0 0,'-31'6'3017'0'0,"7"-2"-576"0"0,1 1-1 0 0,0 1 1 0 0,-23 9-1 0 0,39-10 258 0 0,30-2-1287 0 0,243-7 310 0 0,-170-5-93 0 0,-64 4-48 0 0,60 1 0 0 0,-89 4-1547 0 0,-1 0-1 0 0,0 0 0 0 0,0 0 0 0 0,0 1 1 0 0,1-1-1 0 0,-1 1 0 0 0,0-1 0 0 0,0 1 0 0 0,0 0 1 0 0,2 1-1 0 0,-3-2-61 0 0,0 1 0 0 0,-1-1 0 0 0,1 1 0 0 0,0 0 1 0 0,-1-1-1 0 0,1 1 0 0 0,-1-1 0 0 0,1 1 0 0 0,-1 0 0 0 0,0-1 1 0 0,1 1-1 0 0,-1 0 0 0 0,1 0 0 0 0,-1-1 0 0 0,0 1 1 0 0,0 0-1 0 0,0 0 0 0 0,1-1 0 0 0,-1 2 0 0 0,0 3-324 0 0,-1-1 0 0 0,0 1-1 0 0,0-1 1 0 0,0 0 0 0 0,0 1 0 0 0,-1-1-1 0 0,1 0 1 0 0,-4 5 0 0 0,-4 10-1017 0 0,-1 0 0 0 0,-13 20 0 0 0,9-19 1217 0 0,-1-2 0 0 0,-1 1 0 0 0,-30 26 0 0 0,-9 3 224 0 0,-2-2 0 0 0,-111 68 0 0 0,122-88 165 0 0,1 1 0 0 0,-77 63-1 0 0,111-77 195 0 0,23-15-15 0 0,-1-2-339 0 0,220-65 501 0 0,-35 9 353 0 0,-175 54-640 0 0,-1-1 0 0 0,1 0 0 0 0,22-13 0 0 0,-42 20-294 0 0,-1-1 0 0 0,1 1 0 0 0,0-1-1 0 0,-1 1 1 0 0,1-1 0 0 0,0 1-1 0 0,-1 0 1 0 0,1-1 0 0 0,0 1 0 0 0,0 0-1 0 0,-1-1 1 0 0,1 1 0 0 0,0 0-1 0 0,0 0 1 0 0,0 0 0 0 0,-1 0-1 0 0,1 0 1 0 0,0 0 0 0 0,1 0 0 0 0,-7 12 113 0 0,-23 21 290 0 0,26-32-368 0 0,-16 20 154 0 0,-14 12 296 0 0,-40 56 0 0 0,66-81-78 0 0,4-10 730 0 0,10-23-1482 0 0,6-31-4279 0 0,10-63-6591 0 0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39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400 32 1601 0 0,'-11'7'1330'0'0,"-51"30"5484"0"0,-92 70-1 0 0,135-91-5171 0 0,0 2-1 0 0,1 0 1 0 0,1 0 0 0 0,-17 26 0 0 0,25-30-1321 0 0,0 0 0 0 0,1 0 0 0 0,1 1 0 0 0,-7 19 0 0 0,10-22-308 0 0,0 1 0 0 0,1-1 0 0 0,0 1 1 0 0,1-1-1 0 0,1 1 0 0 0,0 0 0 0 0,1-1 0 0 0,0 1 0 0 0,2 14 0 0 0,-1-20-38 0 0,1 1 0 0 0,0-1 0 0 0,0 0 0 0 0,0 0-1 0 0,1 0 1 0 0,0-1 0 0 0,0 1 0 0 0,1-1 0 0 0,0 1 0 0 0,0-1-1 0 0,0 0 1 0 0,1-1 0 0 0,0 1 0 0 0,0-1 0 0 0,1 0 0 0 0,-1 0 0 0 0,1 0-1 0 0,11 6 1 0 0,-3-3-1 0 0,2 0 0 0 0,-1-1 0 0 0,1-1-1 0 0,0 0 1 0 0,1-1 0 0 0,-1-1 0 0 0,1 0-1 0 0,19 1 1 0 0,-13-3 8 0 0,0-2 0 0 0,0 0 0 0 0,1-1 0 0 0,-1-2 0 0 0,36-7 0 0 0,-26 1-7 0 0,0-2-1 0 0,-1-1 1 0 0,0-1-1 0 0,-1-2 1 0 0,0 0-1 0 0,-2-3 1 0 0,0 0-1 0 0,39-33 1 0 0,-27 15-39 0 0,-1-2 0 0 0,38-46 0 0 0,-55 56-11 0 0,-1-1-1 0 0,-2-1 1 0 0,31-61-1 0 0,-48 85 48 0 0,0 0-1 0 0,0-1 1 0 0,-1 0-1 0 0,0 1 1 0 0,0-1-1 0 0,-1 0 1 0 0,1 0-1 0 0,-2 0 0 0 0,1 0 1 0 0,-1 0-1 0 0,0-8 1 0 0,-1 11 2 0 0,0 0 1 0 0,0 0-1 0 0,-1 0 1 0 0,1 0-1 0 0,-1 0 1 0 0,0 0-1 0 0,0 0 1 0 0,0 0-1 0 0,-1 1 1 0 0,1-1-1 0 0,-1 1 1 0 0,0 0-1 0 0,0-1 1 0 0,0 1-1 0 0,0 1 1 0 0,0-1-1 0 0,-1 0 1 0 0,-4-2-1 0 0,-2 0-18 0 0,1 0-1 0 0,-1 0 1 0 0,0 1-1 0 0,0 0 1 0 0,0 1-1 0 0,0 0 1 0 0,-1 1-1 0 0,1 0 1 0 0,-1 1-1 0 0,-15-1 1 0 0,0 2-91 0 0,0 2 1 0 0,0 0-1 0 0,-32 7 1 0 0,27-1 31 0 0,-1 0-1 0 0,1 2 1 0 0,0 1 0 0 0,1 1 0 0 0,1 2-1 0 0,0 1 1 0 0,-45 32 0 0 0,51-30 145 0 0,1 1 1 0 0,0 1 0 0 0,2 0-1 0 0,0 2 1 0 0,1 0-1 0 0,2 2 1 0 0,0 0 0 0 0,1 0-1 0 0,-12 27 1 0 0,22-40-49 0 0,2 1 0 0 0,-1-1 0 0 0,1 1 0 0 0,1 0 0 0 0,-3 15 1 0 0,5-23-78 0 0,1 1 0 0 0,0-1 0 0 0,-1 0 0 0 0,1 1 0 0 0,1-1 1 0 0,-1 0-1 0 0,0 1 0 0 0,1-1 0 0 0,-1 0 0 0 0,1 1 1 0 0,0-1-1 0 0,0 0 0 0 0,1 0 0 0 0,-1 0 0 0 0,1 0 1 0 0,-1 0-1 0 0,1 0 0 0 0,0 0 0 0 0,0-1 0 0 0,5 6 1 0 0,-5-6-134 0 0,1 0 1 0 0,0 1 0 0 0,0-2 0 0 0,1 1-1 0 0,-1 0 1 0 0,0 0 0 0 0,1-1 0 0 0,-1 0 0 0 0,1 0-1 0 0,-1 0 1 0 0,1 0 0 0 0,-1 0 0 0 0,1-1 0 0 0,0 1-1 0 0,-1-1 1 0 0,1 0 0 0 0,0 0 0 0 0,-1-1-1 0 0,1 1 1 0 0,6-2 0 0 0,7-3-903 0 0,0-1 0 0 0,0 0-1 0 0,20-11 1 0 0,-11 5-428 0 0,131-54-8285 0 0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39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435 1 1681 0 0,'-28'3'8443'0'0,"-6"10"-4141"0"0,9-5-1934 0 0,30-8-1856 0 0,0 0-1 0 0,0 1 1 0 0,0 0-1 0 0,0 0 1 0 0,0 0-1 0 0,0 1 1 0 0,0-1-1 0 0,4 3 1 0 0,-2-1-327 0 0,-1 1-1 0 0,0-1 1 0 0,-1 1 0 0 0,1 0 0 0 0,8 9-1 0 0,-9-8-217 0 0,0 1-1 0 0,0 0 1 0 0,0 0-1 0 0,-1 0 1 0 0,1 1-1 0 0,-2-1 0 0 0,1 1 1 0 0,-1 0-1 0 0,0 0 1 0 0,0 1-1 0 0,3 14 0 0 0,-5-1 7 0 0,0 0 0 0 0,-1 0 0 0 0,-1 0 0 0 0,-1 0 0 0 0,-5 24 0 0 0,-4 39 123 0 0,9-35-56 0 0,2 1 0 0 0,2-1 0 0 0,3 0 0 0 0,1-1 0 0 0,3 1 0 0 0,26 86 0 0 0,-23-102-62 0 0,16 47 16 0 0,-4 1 0 0 0,20 115 0 0 0,-28-42 166 0 0,-16-150-232 0 0,0 1 1 0 0,1-1-1 0 0,0 0 0 0 0,0 0 0 0 0,0 0 1 0 0,0-1-1 0 0,3 5 0 0 0,1-2-1941 0 0,-5-12 161 0 0,-1 2 1191 0 0,0 1-1 0 0,0-1 0 0 0,-1 1 0 0 0,1-1 1 0 0,-1 1-1 0 0,-3-5 0 0 0,-43-55-9503 0 0</inkml:trace>
  <inkml:trace contextRef="#ctx0" brushRef="#br0" timeOffset="1">115 566 160 0 0,'-15'2'3220'0'0,"1"1"0"0"0,-1 1 0 0 0,1 0 1 0 0,-18 8-1 0 0,17-3 6958 0 0,40 2-9138 0 0,-13-7-1132 0 0,13 6-228 0 0,0 0-1 0 0,-1 2 1 0 0,25 16-1 0 0,-48-27 310 0 0,1 0 0 0 0,-1 0 0 0 0,1 1-1 0 0,-1-1 1 0 0,0 1 0 0 0,1-1 0 0 0,-1 1-1 0 0,0 0 1 0 0,0-1 0 0 0,0 1-1 0 0,0 0 1 0 0,-1 0 0 0 0,1-1 0 0 0,0 1-1 0 0,-1 0 1 0 0,1 0 0 0 0,-1 0 0 0 0,0 0-1 0 0,1 0 1 0 0,-1 0 0 0 0,0 0 0 0 0,0 0-1 0 0,-1 0 1 0 0,1 0 0 0 0,0 0 0 0 0,-1 0-1 0 0,1 0 1 0 0,-2 3 0 0 0,-1 3-22 0 0,-1 0 1 0 0,0 0 0 0 0,0 0-1 0 0,-11 13 1 0 0,7-8-53 0 0,-8 12-44 0 0,-32 47-101 0 0,41-63 183 0 0,1-1 0 0 0,-1 0 0 0 0,-1 0 0 0 0,0-1 0 0 0,-14 11 0 0 0,8-12-567 0 0,14-5 548 0 0,-1-1 0 0 0,1 0 0 0 0,0 0 1 0 0,0 0-1 0 0,0 0 0 0 0,-1 1 0 0 0,1-1 1 0 0,0 0-1 0 0,0 0 0 0 0,-1 0 0 0 0,1 0 0 0 0,0 0 1 0 0,0 0-1 0 0,-1 0 0 0 0,1 0 0 0 0,0 0 0 0 0,0 0 1 0 0,-1 0-1 0 0,1 0 0 0 0,0 0 0 0 0,-1 0 1 0 0,1 0-1 0 0,0 0 0 0 0,0 0 0 0 0,-1 0 0 0 0,1-1 1 0 0,0 1-1 0 0,0 0 0 0 0,0 0 0 0 0,-1 0 0 0 0,1 0 1 0 0,0 0-1 0 0,0-1 0 0 0,0 1 0 0 0,-1 0 1 0 0,1 0-1 0 0,0 0 0 0 0,0-1 0 0 0,0 1 0 0 0,0 0 1 0 0,-1 0-1 0 0,1 0 0 0 0,0-1 0 0 0,0 1 0 0 0,0-1-22 0 0,0 1-1 0 0,1-1 1 0 0,-1 1-1 0 0,0 0 0 0 0,0-1 1 0 0,1 1-1 0 0,-1 0 1 0 0,0 0-1 0 0,0-1 0 0 0,1 1 1 0 0,-1 0-1 0 0,0 0 0 0 0,1-1 1 0 0,-1 1-1 0 0,1 0 1 0 0,-1 0-1 0 0,0 0 0 0 0,1 0 1 0 0,-1-1-1 0 0,0 1 1 0 0,1 0-1 0 0,-1 0 0 0 0,1 0 1 0 0,-1 0-1 0 0,1 0 1 0 0,-1 0-1 0 0,1 0 0 0 0,4-1-201 0 0,7 0-836 0 0,1-2 1 0 0,0 0-1 0 0,-1 0 1 0 0,0-2 0 0 0,21-8-1 0 0,-9-2-2449 0 0,22-17 0 0 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40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510 0 6723 0 0,'-10'20'7443'0'0,"-44"16"-6002"0"0,-34 20 560 0 0,-14 20 2081 0 0,-9 10-2081 0 0,19-6-240 0 0,46-24-801 0 0,39-30-960 0 0,7-10-80 0 0,12 10-80 0 0,17 0 160 0 0,20-20-80 0 0,13-14-80 0 0,4-8-240 0 0,-4-2-481 0 0,-31 0-399 0 0,-57 4-7284 0 0,-17 12-5363 0 0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40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176 992 9764 0 0,'-99'83'3282'0'0,"44"9"-3362"0"0,36 0 240 0 0,17-18 3202 0 0,21-8 1840 0 0,19-2-3521 0 0,28-12-1841 0 0,22-20-80 0 0,23-28 320 0 0,34-38-80 0 0,28-42-481 0 0,-50-14-1279 0 0,-21-24-7285 0 0,-12-20-1519 0 0</inkml:trace>
  <inkml:trace contextRef="#ctx0" brushRef="#br0" timeOffset="1">1191 1 13686 0 0,'-81'58'7604'0'0,"29"-4"-5683"0"0,38-14-2081 0 0,7-12-81 0 0,42-2 1 0 0,81 0 0 0 0,3-28-480 0 0,-5-28-3122 0 0,-17-18 881 0 0,-16-12-3922 0 0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41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613 260 5202 0 0,'-71'37'6784'0'0,"-20"22"-4793"0"0,74-47-1455 0 0,-155 121 1158 0 0,110-80-1627 0 0,49-47 384 0 0,14-7-429 0 0,1 0 0 0 0,0 0 0 0 0,-1 0 0 0 0,1 0 0 0 0,0 1 0 0 0,0-1 0 0 0,0 0 0 0 0,0 1 1 0 0,0-1-1 0 0,2 1 0 0 0,11-3 17 0 0,0 0 0 0 0,-1-1 0 0 0,1-1 0 0 0,-1 0 0 0 0,0-1 1 0 0,-1-1-1 0 0,0 0 0 0 0,0-1 0 0 0,0 0 0 0 0,16-14 0 0 0,-4 0-1040 0 0,0-2 0 0 0,-2-1-1 0 0,31-41 1 0 0,-51 63 950 0 0,-1 0 0 0 0,1-1 1 0 0,-1 1-1 0 0,0-1 0 0 0,0 1 1 0 0,0-1-1 0 0,0 0 0 0 0,-1 1 1 0 0,1-1-1 0 0,-1 0 0 0 0,0 0 1 0 0,0 0-1 0 0,0 0 0 0 0,-1 0 0 0 0,1-1 1 0 0,-1 1-1 0 0,0 0 0 0 0,-1 0 1 0 0,0-7-1 0 0,1 10 52 0 0,0 1 1 0 0,0 0-1 0 0,-1-1 1 0 0,1 1-1 0 0,0-1 1 0 0,0 1-1 0 0,0 0 1 0 0,-1-1-1 0 0,1 1 1 0 0,0 0-1 0 0,-1-1 1 0 0,1 1-1 0 0,0 0 1 0 0,-1 0-1 0 0,1-1 1 0 0,0 1-1 0 0,-1 0 1 0 0,1 0-1 0 0,0-1 1 0 0,-1 1-1 0 0,1 0 1 0 0,-1 0-1 0 0,1 0 1 0 0,0 0-1 0 0,-1 0 1 0 0,1 0-1 0 0,-1 0 1 0 0,1 0-1 0 0,0 0 1 0 0,-1 0-1 0 0,1 0 0 0 0,-1 0 1 0 0,1 0-1 0 0,-1 0 1 0 0,1 0-1 0 0,0 0 1 0 0,-1 0-1 0 0,1 0 1 0 0,-1 0-1 0 0,1 1 1 0 0,0-1-1 0 0,-1 0 1 0 0,1 0-1 0 0,0 1 1 0 0,-1-1-1 0 0,0 0 1 0 0,-1 2 60 0 0,-1 0 1 0 0,0 0-1 0 0,1 1 1 0 0,-1-1-1 0 0,1 0 0 0 0,-4 6 1 0 0,-6 11 476 0 0,1 0 0 0 0,1 1 0 0 0,0 1 0 0 0,-8 27-1 0 0,8-17-301 0 0,1 1 0 0 0,2 0-1 0 0,1 1 1 0 0,1-1 0 0 0,2 1-1 0 0,1 43 1 0 0,26 198 807 0 0,-23-261-983 0 0,36 202 622 0 0,-26-174-520 0 0,1 0-1 0 0,2-1 1 0 0,21 41 0 0 0,-29-68-110 0 0,0-1 1 0 0,1-1 0 0 0,1 1-1 0 0,13 16 1 0 0,-19-26-58 0 0,0 1 0 0 0,1-1 0 0 0,-1 0 0 0 0,0 0 0 0 0,1 0 0 0 0,0 0 0 0 0,-1 0 0 0 0,1 0 0 0 0,0-1 0 0 0,0 0 0 0 0,0 1 1 0 0,0-1-1 0 0,0 0 0 0 0,0 0 0 0 0,0 0 0 0 0,0-1 0 0 0,0 1 0 0 0,0-1 0 0 0,0 0 0 0 0,1 0 0 0 0,-1 0 0 0 0,0 0 0 0 0,5-1 0 0 0,-5 0-53 0 0,-1 0-1 0 0,0 0 1 0 0,1 0-1 0 0,-1 0 1 0 0,0 0-1 0 0,0 0 1 0 0,0-1 0 0 0,0 1-1 0 0,0-1 1 0 0,0 1-1 0 0,0-1 1 0 0,0 0-1 0 0,-1 0 1 0 0,1 0-1 0 0,-1 0 1 0 0,1 0 0 0 0,-1 0-1 0 0,0 0 1 0 0,0 0-1 0 0,0-1 1 0 0,0 1-1 0 0,0 0 1 0 0,0-1-1 0 0,-1 1 1 0 0,1-1 0 0 0,-1 1-1 0 0,0-1 1 0 0,1-4-1 0 0,-1-1-656 0 0,0 0 1 0 0,-1 0-1 0 0,0 0 0 0 0,0 0 0 0 0,-1 0 0 0 0,0 0 0 0 0,-5-13 0 0 0,2 11-417 0 0,0 0 0 0 0,0 1-1 0 0,0 0 1 0 0,-1 0-1 0 0,-1 1 1 0 0,1-1-1 0 0,-16-14 1 0 0,8 12 703 0 0,0 0 0 0 0,0 0-1 0 0,-1 1 1 0 0,-19-9 0 0 0,-14-3 1756 0 0,-1 2 1 0 0,-62-16 0 0 0,92 30-1059 0 0,-9-2 594 0 0,1 1-1 0 0,-45-5 1 0 0,61 11-400 0 0,0 0 0 0 0,1 1 0 0 0,-1 0 0 0 0,0 1 0 0 0,1 0-1 0 0,-1 1 1 0 0,1 0 0 0 0,-1 0 0 0 0,-14 7 0 0 0,21-7-68 0 0,0 0 0 0 0,1 0 0 0 0,-1 0 0 0 0,0 1 0 0 0,1 0 0 0 0,0-1 0 0 0,0 1 0 0 0,-5 5-1 0 0,8-7-315 0 0,-1 0 0 0 0,0-1 0 0 0,1 1 0 0 0,-1 0 0 0 0,1-1 0 0 0,-1 1 0 0 0,1 0 0 0 0,-1 0 0 0 0,1 0 0 0 0,-1-1 0 0 0,1 1 0 0 0,0 0 0 0 0,-1 0 0 0 0,1 0 0 0 0,0 0 0 0 0,0 0 0 0 0,0 0 0 0 0,0 0 0 0 0,0 0 0 0 0,0 0 0 0 0,0 0 0 0 0,0 0 0 0 0,0-1 0 0 0,0 1 0 0 0,1 0 0 0 0,-1 0 0 0 0,0 0 0 0 0,0 0 0 0 0,1 0 0 0 0,-1 0 0 0 0,1-1 0 0 0,-1 1 0 0 0,1 0 0 0 0,-1 0 0 0 0,1-1 0 0 0,-1 1 0 0 0,1 0 0 0 0,0-1 0 0 0,0 1 0 0 0,-1 0 0 0 0,2 0 0 0 0,7 3-68 0 0,1 0 0 0 0,-1 0 0 0 0,1-1-1 0 0,0-1 1 0 0,0 1 0 0 0,0-2 0 0 0,0 1 0 0 0,13-1 0 0 0,-5-1-18 0 0,-1 0 1 0 0,1-1-1 0 0,-1-1 1 0 0,0-1-1 0 0,0 0 1 0 0,0-1-1 0 0,0-1 1 0 0,0-1-1 0 0,-1 0 1 0 0,0-1-1 0 0,-1-1 1 0 0,1 0-1 0 0,23-18 1 0 0,10-11-149 0 0,-3-2 1 0 0,63-67 0 0 0,-104 100 129 0 0,103-109-1673 0 0,-5-6 0 0 0,-6-3-1 0 0,146-247 1 0 0,-226 343 1638 0 0,-5 9 132 0 0,-1-1 0 0 0,-1 0 0 0 0,0-1 0 0 0,11-38 1 0 0,-21 46 194 0 0,0 13-255 0 0,-1 0 0 0 0,1 0-1 0 0,0-1 1 0 0,-1 1 0 0 0,1 0 0 0 0,0 0 0 0 0,-1 0-1 0 0,1-1 1 0 0,0 1 0 0 0,-1 0 0 0 0,1 0 0 0 0,-1 0-1 0 0,1 0 1 0 0,0 0 0 0 0,-1 0 0 0 0,1 0 0 0 0,0 0-1 0 0,-1 0 1 0 0,1 0 0 0 0,-1 0 0 0 0,1 0 0 0 0,0 0-1 0 0,-1 1 1 0 0,1-1 0 0 0,0 0 0 0 0,-1 0 0 0 0,0 1-1 0 0,-9 3 201 0 0,-1 1 0 0 0,1 1 0 0 0,1 0-1 0 0,-13 9 1 0 0,-44 39 595 0 0,56-46-692 0 0,-40 35 758 0 0,1 2 0 0 0,3 2-1 0 0,-63 83 1 0 0,108-128-817 0 0,-1-1 0 0 0,1 0 0 0 0,0 1 1 0 0,0-1-1 0 0,0 1 0 0 0,1-1 0 0 0,-1 1 0 0 0,0-1 1 0 0,0 1-1 0 0,1 0 0 0 0,-1 0 0 0 0,0 2 0 0 0,2-4-10 0 0,-1 1 0 0 0,1 0 0 0 0,-1-1 0 0 0,1 1 1 0 0,0-1-1 0 0,-1 1 0 0 0,1-1 0 0 0,0 1 0 0 0,-1-1 0 0 0,1 1 0 0 0,0-1 0 0 0,-1 0 0 0 0,1 1 0 0 0,0-1 0 0 0,0 0 0 0 0,-1 0 0 0 0,1 1 0 0 0,0-1 1 0 0,1 0-1 0 0,8 3 162 0 0,13 5 111 0 0,0-2 0 0 0,1 0 1 0 0,-1-1-1 0 0,2-2 0 0 0,45 2 0 0 0,-29-5-338 0 0,83 4-156 0 0,-108-3 150 0 0,0 1 1 0 0,0 1-1 0 0,0 1 1 0 0,0 0-1 0 0,19 8 1 0 0,-29-9 24 0 0,0-1 1 0 0,-1 1 0 0 0,0 1-1 0 0,1-1 1 0 0,-1 1 0 0 0,0 0-1 0 0,-1 0 1 0 0,1 1 0 0 0,-1-1-1 0 0,1 1 1 0 0,-2 0 0 0 0,6 8-1 0 0,-4-5 12 0 0,-1 0-1 0 0,-1 1 1 0 0,0-1-1 0 0,0 1 0 0 0,0-1 1 0 0,-1 1-1 0 0,2 17 0 0 0,-3-3 112 0 0,-1-1 0 0 0,-1 0 0 0 0,-1 0-1 0 0,0 0 1 0 0,-2 0 0 0 0,-8 27 0 0 0,-19 44 1503 0 0,-82 167 1 0 0,102-236-1587 0 0,-59 112-2 0 0,58-117-127 0 0,0 0 0 0 0,-1 0-1 0 0,-1-2 1 0 0,-27 28 0 0 0,39-43 45 0 0,0 0 0 0 0,0 0 0 0 0,0 0-1 0 0,0-1 1 0 0,0 1 0 0 0,0-1-1 0 0,0 1 1 0 0,-1-1 0 0 0,1 0 0 0 0,0 0-1 0 0,-1 0 1 0 0,1 0 0 0 0,-1 0 0 0 0,1-1-1 0 0,-1 1 1 0 0,0-1 0 0 0,1 0-1 0 0,-1 1 1 0 0,0-1 0 0 0,1 0 0 0 0,-5-1-1 0 0,3-1-191 0 0,1 1 0 0 0,-1-1-1 0 0,1 0 1 0 0,-1 0 0 0 0,1 0-1 0 0,0-1 1 0 0,0 1 0 0 0,0-1-1 0 0,0 1 1 0 0,0-1 0 0 0,1 0-1 0 0,-1 0 1 0 0,1-1 0 0 0,-3-4-1 0 0,-8-16-4466 0 0,-21-50 0 0 0,32 70 4208 0 0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41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5442 0 0,'4'10'3202'0'0,"-1"4"-2722"0"0,4-6-160 0 0,2-2 321 0 0,8 4 879 0 0,123 32 4083 0 0,21-4-2802 0 0,-19-26-3841 0 0,0-18-5203 0 0,8-14-2961 0 0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42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18 2641 0 0,'-18'-3'2020'0'0,"14"2"-1612"0"0,-1 0-1 0 0,0 0 1 0 0,1 1-1 0 0,-1-1 1 0 0,0 1-1 0 0,0 0 1 0 0,0 0 0 0 0,1 1-1 0 0,-1-1 1 0 0,0 1-1 0 0,1 0 1 0 0,-1 1-1 0 0,0-1 1 0 0,1 1-1 0 0,-1-1 1 0 0,1 2-1 0 0,0-1 1 0 0,0 0-1 0 0,0 1 1 0 0,-7 5-1 0 0,-8 9 696 0 0,1 0-1 0 0,1 2 1 0 0,0 0-1 0 0,2 1 1 0 0,0 0-1 0 0,1 1 1 0 0,-16 33-1 0 0,20-33-839 0 0,0 0-1 0 0,2 1 1 0 0,0 0-1 0 0,1 0 1 0 0,2 1-1 0 0,0-1 1 0 0,1 1 0 0 0,2 0-1 0 0,-1 26 1 0 0,3-41-138 0 0,1-1 0 0 0,0 0 0 0 0,0 0 0 0 0,0 0 1 0 0,0 0-1 0 0,1 0 0 0 0,1 0 0 0 0,-1 0 0 0 0,1-1 0 0 0,0 1 1 0 0,0-1-1 0 0,1 0 0 0 0,0 0 0 0 0,6 7 0 0 0,-7-9-126 0 0,1-1-1 0 0,-1 0 0 0 0,1 0 1 0 0,0-1-1 0 0,0 1 1 0 0,0-1-1 0 0,0 1 0 0 0,0-1 1 0 0,1-1-1 0 0,-1 1 1 0 0,1 0-1 0 0,-1-1 0 0 0,1 0 1 0 0,0 0-1 0 0,-1-1 1 0 0,1 1-1 0 0,0-1 0 0 0,0 0 1 0 0,-1 0-1 0 0,1-1 1 0 0,0 1-1 0 0,5-2 0 0 0,2-2-8 0 0,0 1-1 0 0,0-1 1 0 0,-1-1-1 0 0,0 0 1 0 0,0 0-1 0 0,0-1 1 0 0,0-1-1 0 0,-1 0 0 0 0,0 0 1 0 0,-1-1-1 0 0,10-10 1 0 0,12-15 20 0 0,46-60 0 0 0,23-51-68 0 0,-60 82-273 0 0,74-85-1 0 0,-106 138-25 0 0,0 1-1 0 0,1 0 1 0 0,0 0-1 0 0,11-7 1 0 0,-19 14 318 0 0,-1 1 1 0 0,1-1-1 0 0,-1 1 1 0 0,1 0-1 0 0,-1-1 0 0 0,1 1 1 0 0,-1-1-1 0 0,1 1 0 0 0,0 0 1 0 0,-1-1-1 0 0,1 1 1 0 0,0 0-1 0 0,-1 0 0 0 0,1 0 1 0 0,0-1-1 0 0,-1 1 1 0 0,1 0-1 0 0,0 0 0 0 0,-1 0 1 0 0,1 0-1 0 0,0 0 1 0 0,-1 0-1 0 0,1 0 0 0 0,0 0 1 0 0,0 1-1 0 0,-1-1 1 0 0,1 0-1 0 0,0 0 0 0 0,-1 0 1 0 0,1 1-1 0 0,-1-1 0 0 0,1 0 1 0 0,0 1-1 0 0,-1-1 1 0 0,1 1-1 0 0,-1-1 0 0 0,1 1 1 0 0,0 0-1 0 0,0 2 35 0 0,0-1 0 0 0,0 1 0 0 0,0 0 0 0 0,0 0 0 0 0,-1 0 0 0 0,1 0 0 0 0,-1 5 0 0 0,2 5 35 0 0,34 295 3797 0 0,-35-275-3723 0 0,3-1 1 0 0,1 0-1 0 0,9 34 0 0 0,-11-56-273 0 0,0 1 1 0 0,1-1-1 0 0,0 0 0 0 0,1 0 0 0 0,0-1 0 0 0,1 1 0 0 0,-1-1 0 0 0,2 0 1 0 0,0-1-1 0 0,0 1 0 0 0,0-2 0 0 0,14 13 0 0 0,-19-19-66 0 0,0 1-1 0 0,-1-1 0 0 0,1 0 1 0 0,0 0-1 0 0,0 0 1 0 0,0 0-1 0 0,0 0 0 0 0,0 0 1 0 0,0-1-1 0 0,0 1 0 0 0,0-1 1 0 0,0 1-1 0 0,0-1 1 0 0,0 0-1 0 0,1 0 0 0 0,-1 0 1 0 0,0 0-1 0 0,0 0 1 0 0,3-1-1 0 0,-2 1-165 0 0,-1-2-1 0 0,1 1 1 0 0,0 0-1 0 0,-1 0 1 0 0,0-1 0 0 0,1 1-1 0 0,-1-1 1 0 0,0 0-1 0 0,0 0 1 0 0,1 0 0 0 0,-2 0-1 0 0,1 0 1 0 0,0 0-1 0 0,2-4 1 0 0,4-9-2898 0 0,0 1 0 0 0,9-29 0 0 0,-17 43 3281 0 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42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446 47 4402 0 0,'2'-47'11101'0'0,"-4"52"-9119"0"0,-7 18-709 0 0,8-19-595 0 0,-51 178 5572 0 0,18 2-4719 0 0,-7 193-2029 0 0,41-373 525 0 0,-5 45 3 0 0,1-14 39 0 0,1 1-1 0 0,1-1 1 0 0,2 0-1 0 0,7 46 1 0 0,0-56 52 0 0,-1-17-134 0 0,-6-8 8 0 0,0 0 0 0 0,0 0 1 0 0,0 0-1 0 0,0 0 0 0 0,0 0 1 0 0,1 0-1 0 0,-1 0 0 0 0,0 0 1 0 0,0 0-1 0 0,0 0 0 0 0,1 0 1 0 0,-1 0-1 0 0,0 0 0 0 0,0 0 0 0 0,0 0 1 0 0,0 0-1 0 0,1 0 0 0 0,-1 0 1 0 0,0 0-1 0 0,0 0 0 0 0,0 0 1 0 0,0 0-1 0 0,0 0 0 0 0,1 0 1 0 0,-1-1-1 0 0,0 1 0 0 0,0 0 0 0 0,0 0 1 0 0,0 0-1 0 0,0 0 0 0 0,0 0 1 0 0,1 0-1 0 0,-1-1 0 0 0,0 1 1 0 0,0 0-1 0 0,0 0 0 0 0,0 0 0 0 0,0 0 1 0 0,0-1-1 0 0,0 0-41 0 0,0 0 0 0 0,0 0-1 0 0,1 0 1 0 0,-2 0 0 0 0,1 0 0 0 0,0-1 0 0 0,0 1-1 0 0,0 0 1 0 0,0 0 0 0 0,-1 0 0 0 0,1 0 0 0 0,-1 0-1 0 0,1 0 1 0 0,-1 0 0 0 0,1 0 0 0 0,-1 0-1 0 0,1 0 1 0 0,-2-1 0 0 0,-4-9-130 0 0,5 8 171 0 0,-10-21-703 0 0,-22-37 0 0 0,27 52 422 0 0,0 1 0 0 0,-1 0 0 0 0,0 0 1 0 0,0 1-1 0 0,-1 0 0 0 0,0 0 0 0 0,-13-8 0 0 0,20 13 285 0 0,0 1 0 0 0,-1 0 0 0 0,1 0 1 0 0,-1 0-1 0 0,0 0 0 0 0,1 0 0 0 0,-1 0 1 0 0,0 1-1 0 0,0-1 0 0 0,1 1 0 0 0,-1-1 0 0 0,0 1 1 0 0,0-1-1 0 0,0 1 0 0 0,1 0 0 0 0,-1 0 1 0 0,0 0-1 0 0,0 0 0 0 0,0 0 0 0 0,0 0 0 0 0,0 1 1 0 0,1-1-1 0 0,-1 1 0 0 0,0-1 0 0 0,0 1 0 0 0,1 0 1 0 0,-1-1-1 0 0,0 1 0 0 0,1 0 0 0 0,-1 0 1 0 0,1 0-1 0 0,-1 0 0 0 0,-1 2 0 0 0,-10 9 264 0 0,1 1-1 0 0,0 1 0 0 0,1-1 1 0 0,0 2-1 0 0,1-1 0 0 0,0 2 1 0 0,2-1-1 0 0,0 1 0 0 0,0 0 1 0 0,2 1-1 0 0,0 0 0 0 0,1 0 1 0 0,0 0-1 0 0,-2 25 0 0 0,6-34-192 0 0,1 0 1 0 0,0 0-1 0 0,0 0 0 0 0,0 1 0 0 0,1-1 0 0 0,0 0 1 0 0,1 0-1 0 0,0 0 0 0 0,0-1 0 0 0,6 15 0 0 0,-6-19-91 0 0,0 0 0 0 0,-1 0 0 0 0,1-1 0 0 0,0 1 0 0 0,0 0 0 0 0,1-1 0 0 0,-1 0-1 0 0,0 1 1 0 0,1-1 0 0 0,0 0 0 0 0,-1 0 0 0 0,1-1 0 0 0,0 1 0 0 0,0 0 0 0 0,0-1 0 0 0,0 0 0 0 0,0 0-1 0 0,0 0 1 0 0,0 0 0 0 0,1 0 0 0 0,-1 0 0 0 0,0-1 0 0 0,1 0 0 0 0,-1 0 0 0 0,0 0 0 0 0,1 0 0 0 0,-1 0 0 0 0,6-2-1 0 0,-1 1 24 0 0,-1-1 0 0 0,0 0 0 0 0,0-1 0 0 0,0 0 1 0 0,0 0-1 0 0,0 0 0 0 0,0-1 0 0 0,-1 0 0 0 0,0 0 0 0 0,0-1 0 0 0,0 0 0 0 0,7-6 0 0 0,6-10 55 0 0,33-46 0 0 0,-22 28-78 0 0,2 0-85 0 0,45-41-1 0 0,-73 76 92 0 0,0 0 0 0 0,0 0 0 0 0,1 1 0 0 0,-1 0 0 0 0,1-1 0 0 0,0 1 0 0 0,5-2 0 0 0,-9 5-2 0 0,1-1 0 0 0,-1 1 0 0 0,1 0 1 0 0,-1 0-1 0 0,1 0 0 0 0,-1 0 0 0 0,1 0 0 0 0,-1 0 1 0 0,1 0-1 0 0,-1 1 0 0 0,1-1 0 0 0,-1 0 1 0 0,0 1-1 0 0,1-1 0 0 0,-1 1 0 0 0,1-1 1 0 0,-1 1-1 0 0,0 0 0 0 0,0 0 0 0 0,1 0 0 0 0,-1 0 1 0 0,0 0-1 0 0,0 0 0 0 0,0 0 0 0 0,0 0 1 0 0,0 0-1 0 0,0 0 0 0 0,0 0 0 0 0,0 1 1 0 0,0 0-1 0 0,7 11-422 0 0,-1-1 0 0 0,-1 1 1 0 0,0 0-1 0 0,-1 1 0 0 0,7 22 0 0 0,-8-19 134 0 0,2-1-1 0 0,0 1 0 0 0,13 22 1 0 0,-17-36-70 0 0,0 1 1 0 0,1-1 0 0 0,-1 1 0 0 0,1-1 0 0 0,0 0 0 0 0,0 0 0 0 0,6 4-1 0 0,-8-6-36 0 0,1 0-1 0 0,-1 0 0 0 0,1 0 0 0 0,-1 0 0 0 0,1-1 0 0 0,-1 1 0 0 0,1-1 0 0 0,0 1 0 0 0,-1-1 0 0 0,1 1 0 0 0,0-1 0 0 0,-1 0 0 0 0,1 0 0 0 0,0 0 0 0 0,0 0 1 0 0,-1 0-1 0 0,1 0 0 0 0,0 0 0 0 0,2-1 0 0 0,7-8-7712 0 0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42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382 1 6323 0 0,'-12'34'10048'0'0,"2"-1"-5506"0"0,-9 65-4101 0 0,14-67 148 0 0,-44 461 118 0 0,48-468-661 0 0,-2 4 70 0 0,2 0 0 0 0,1-1 1 0 0,2 1-1 0 0,5 36 0 0 0,-4-54-45 0 0,-3-15-295 0 0,-3-16-343 0 0,-2 5 515 0 0,-1 1 0 0 0,-1-1 0 0 0,0 1 0 0 0,-12-18 0 0 0,15 27 54 0 0,1 1 1 0 0,-2-1-1 0 0,1 1 1 0 0,-1-1-1 0 0,1 1 0 0 0,-1 1 1 0 0,-1-1-1 0 0,1 1 0 0 0,-1 0 1 0 0,0 0-1 0 0,0 0 1 0 0,0 1-1 0 0,-8-3 0 0 0,13 5-1 0 0,0 1-1 0 0,0 0 1 0 0,0 0-1 0 0,0 0 1 0 0,0 0-1 0 0,0 0 0 0 0,0 0 1 0 0,-1 0-1 0 0,1 0 1 0 0,0 0-1 0 0,0 1 1 0 0,0-1-1 0 0,0 0 1 0 0,0 1-1 0 0,0-1 1 0 0,0 1-1 0 0,0-1 0 0 0,0 1 1 0 0,0-1-1 0 0,0 1 1 0 0,0 0-1 0 0,0-1 1 0 0,0 1-1 0 0,1 0 1 0 0,-1 0-1 0 0,0 0 1 0 0,1 0-1 0 0,-2 1 1 0 0,-11 13 28 0 0,0 1 1 0 0,1 1 0 0 0,1 0 0 0 0,0 0 0 0 0,-12 30 0 0 0,11-21 78 0 0,2 0 1 0 0,0 2 0 0 0,-10 49-1 0 0,19-68-57 0 0,0 0 0 0 0,0 1-1 0 0,1-1 1 0 0,0 10 0 0 0,1-17-28 0 0,-1 1 0 0 0,1-1 0 0 0,-1 0 0 0 0,1 0 0 0 0,0 0 0 0 0,0 1 0 0 0,0-1 0 0 0,0 0 0 0 0,0 0 0 0 0,0 0 0 0 0,0 0 0 0 0,1 0 0 0 0,-1-1 0 0 0,1 1 0 0 0,-1 0 0 0 0,4 1 0 0 0,29 17 192 0 0,-28-16-181 0 0,-1-3-13 0 0,0 1 1 0 0,0 0-1 0 0,1-1 0 0 0,-1 0 1 0 0,0 0-1 0 0,1-1 1 0 0,-1 1-1 0 0,0-1 0 0 0,1 0 1 0 0,-1-1-1 0 0,1 1 0 0 0,-1-1 1 0 0,0 0-1 0 0,0-1 0 0 0,1 1 1 0 0,-1-1-1 0 0,0 0 1 0 0,0 0-1 0 0,-1-1 0 0 0,7-3 1 0 0,11-7 9 0 0,-2-1 1 0 0,38-33-1 0 0,-52 43-41 0 0,36-36-220 0 0,-30 27-546 0 0,1 1 1 0 0,0 0 0 0 0,2 1 0 0 0,-1 0-1 0 0,24-13 1 0 0,-36 23 698 0 0,0 0 0 0 0,0 0 0 0 0,0 1 0 0 0,0-1 0 0 0,0 1 0 0 0,0-1 0 0 0,0 1 0 0 0,0-1 0 0 0,0 1 0 0 0,1 0 1 0 0,-1 0-1 0 0,0 0 0 0 0,0 0 0 0 0,0 1 0 0 0,0-1 0 0 0,0 1 0 0 0,0-1 0 0 0,0 1 0 0 0,0 0 0 0 0,0-1 0 0 0,0 1 0 0 0,0 0 0 0 0,0 0 0 0 0,3 3 0 0 0,-1-1-271 0 0,-1 1 0 0 0,1-1 0 0 0,-1 1 0 0 0,1 0 0 0 0,-1 0 0 0 0,0 1 0 0 0,-1-1 1 0 0,4 7-1 0 0,4 21-8576 0 0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43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371 1 2481 0 0,'-131'192'1841'0'0,"46"-9"-320"0"0,35-25 239 0 0,12-6 642 0 0,3-4 3920 0 0,11-8 1 0 0,17-20-2961 0 0,26-31-2482 0 0,28-31-1200 0 0,41-30-400 0 0,35-26-321 0 0,38-34-7523 0 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44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394 1 3201 0 0,'-29'8'6128'0'0,"-37"17"0"0"0,46-16-4177 0 0,0 1 0 0 0,-28 19 0 0 0,35-19-1747 0 0,1-1-1 0 0,0 1 0 0 0,0 1 0 0 0,1 0 0 0 0,1 1 0 0 0,0 0 0 0 0,0 1 0 0 0,1 0 0 0 0,1 0 0 0 0,-13 28 0 0 0,3 8 268 0 0,2 2 1 0 0,3 0-1 0 0,2 0 0 0 0,2 1 1 0 0,-4 72-1 0 0,11-89-454 0 0,2-1 0 0 0,1 1 1 0 0,1-1-1 0 0,2 1 0 0 0,2-1 0 0 0,18 62 0 0 0,-22-86-15 0 0,2-1-1 0 0,-1-1 1 0 0,1 1-1 0 0,1 0 1 0 0,0-1-1 0 0,0 0 1 0 0,0 0-1 0 0,12 12 1 0 0,-15-17-22 0 0,1-1 0 0 0,-1 0 0 0 0,1 0 0 0 0,0 1 0 0 0,0-2 0 0 0,0 1 0 0 0,0 0 0 0 0,1-1 0 0 0,-1 1 0 0 0,0-1 0 0 0,1 0 0 0 0,-1 0 0 0 0,0 0 0 0 0,1-1 0 0 0,-1 1 0 0 0,1-1-1 0 0,-1 0 1 0 0,1 0 0 0 0,-1 0 0 0 0,1 0 0 0 0,0-1 0 0 0,-1 1 0 0 0,0-1 0 0 0,1 0 0 0 0,5-2 0 0 0,-3 0 3 0 0,0 0-1 0 0,-1 0 1 0 0,1 0-1 0 0,-1-1 1 0 0,0 0-1 0 0,0 0 1 0 0,0 0-1 0 0,0-1 1 0 0,-1 1-1 0 0,1-1 1 0 0,-1 0-1 0 0,4-8 1 0 0,2-3 40 0 0,-1 0 1 0 0,0-1-1 0 0,6-20 1 0 0,-7 17-20 0 0,-1-1 1 0 0,-1 0-1 0 0,0-1 0 0 0,-2 0 1 0 0,4-40-1 0 0,-8 56-16 0 0,0-1 1 0 0,0 1-1 0 0,0-1 0 0 0,-1 1 1 0 0,0 0-1 0 0,0-1 0 0 0,0 1 0 0 0,-1 0 1 0 0,0 0-1 0 0,0 0 0 0 0,-1 0 0 0 0,0 0 1 0 0,0 0-1 0 0,0 1 0 0 0,-1 0 1 0 0,1-1-1 0 0,-1 1 0 0 0,-1 0 0 0 0,1 1 1 0 0,-1-1-1 0 0,1 1 0 0 0,-1 0 0 0 0,0 0 1 0 0,-9-4-1 0 0,7 4-6 0 0,0 1-1 0 0,0 0 1 0 0,0 1 0 0 0,0 0-1 0 0,-1 0 1 0 0,1 1 0 0 0,-1 0-1 0 0,0 0 1 0 0,1 0 0 0 0,-1 1-1 0 0,1 1 1 0 0,-1-1 0 0 0,0 1-1 0 0,1 0 1 0 0,-1 1 0 0 0,1 0-1 0 0,0 0 1 0 0,-1 0 0 0 0,1 1-1 0 0,0 0 1 0 0,0 1 0 0 0,1-1-1 0 0,-1 1 1 0 0,1 1 0 0 0,0-1-1 0 0,0 1 1 0 0,0 0-1 0 0,1 0 1 0 0,-1 1 0 0 0,2 0-1 0 0,-10 12 1 0 0,11-14-220 0 0,1 1-1 0 0,-1-1 0 0 0,1 1 1 0 0,0-1-1 0 0,1 1 1 0 0,-1 0-1 0 0,1-1 0 0 0,-2 10 1 0 0,3-11-200 0 0,-1 0 0 0 0,1 0 1 0 0,0 0-1 0 0,1 0 0 0 0,-1-1 0 0 0,0 1 1 0 0,1 0-1 0 0,-1 0 0 0 0,1-1 1 0 0,0 1-1 0 0,0 0 0 0 0,0-1 0 0 0,1 1 1 0 0,-1-1-1 0 0,2 4 0 0 0,0-4-546 0 0,-1 1-1 0 0,1-1 1 0 0,0 1-1 0 0,-1-1 1 0 0,1 0 0 0 0,0 0-1 0 0,0 0 1 0 0,1 0-1 0 0,2 1 1 0 0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44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0 1841 0 0,'14'18'8084'0'0,"-17"20"-3122"0"0,-8 6-1120 0 0,-8 14-2562 0 0,-24 14-1120 0 0,-14 0 641 0 0,5-4 2400 0 0,5-22-1120 0 0,30-35-3201 0 0,7-24-3843 0 0,6-27-1280 0 0,6-28-4482 0 0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45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27 8084 0 0,'-7'-4'2715'0'0,"-1"0"1"0"0,0 0 0 0 0,0 1 0 0 0,-12-4 0 0 0,17 6-2500 0 0,0 1-1 0 0,0-1 1 0 0,0 1 0 0 0,0 0 0 0 0,0 0 0 0 0,0 0-1 0 0,0 0 1 0 0,0 0 0 0 0,0 1 0 0 0,0-1 0 0 0,0 1-1 0 0,0 0 1 0 0,0 0 0 0 0,1 0 0 0 0,-1 0 0 0 0,-4 2 0 0 0,5-1-347 0 0,0-1-44 0 0,3 0 142 0 0,20-4 599 0 0,-17 3-447 0 0,175-12 3727 0 0,-146 12-3567 0 0,0 1 0 0 0,0 2 1 0 0,56 12-1 0 0,-84-14-308 0 0,1 0 1 0 0,-1 1 0 0 0,0-1 0 0 0,0 1 0 0 0,0 1-1 0 0,0-1 1 0 0,-1 1 0 0 0,1 0 0 0 0,0 0-1 0 0,-1 0 1 0 0,0 0 0 0 0,0 1 0 0 0,0 0 0 0 0,0 0-1 0 0,3 5 1 0 0,-4-5-2 0 0,-1 1 0 0 0,0-1 0 0 0,0 1 0 0 0,-1 0-1 0 0,1-1 1 0 0,-1 1 0 0 0,0 0 0 0 0,0 0 0 0 0,-1 0 0 0 0,1 0 0 0 0,-1 0-1 0 0,0 0 1 0 0,-1 0 0 0 0,1 0 0 0 0,-2 7 0 0 0,-1 2-5 0 0,-1-1 0 0 0,0 0 0 0 0,0-1 1 0 0,-1 1-1 0 0,-1-1 0 0 0,0 0 0 0 0,-1 0 0 0 0,-8 12 0 0 0,-1-4 24 0 0,-1 1-1 0 0,0-2 0 0 0,-24 20 1 0 0,19-17 291 0 0,22-21-265 0 0,0 0 0 0 0,0-1 0 0 0,0 1 1 0 0,0 0-1 0 0,-1 0 0 0 0,1-1 0 0 0,0 1 0 0 0,1 0 1 0 0,-1 0-1 0 0,0-1 0 0 0,0 1 0 0 0,0 0 0 0 0,0 0 1 0 0,0-1-1 0 0,1 1 0 0 0,-1 0 0 0 0,0-1 0 0 0,1 1 1 0 0,-1 0-1 0 0,0-1 0 0 0,1 1 0 0 0,-1-1 0 0 0,1 1 1 0 0,-1 0-1 0 0,1-1 0 0 0,0 1 0 0 0,-1-1 0 0 0,1 1 0 0 0,-1-1 1 0 0,2 1-1 0 0,25 19-115 0 0,-22-16 116 0 0,10 6-53 0 0,1-2 1 0 0,-1 0-1 0 0,1-1 0 0 0,0-1 1 0 0,1 0-1 0 0,23 5 1 0 0,-18-6-37 0 0,-1 2 0 0 0,-1 0 0 0 0,31 15 1 0 0,-49-21 62 0 0,1 1-1 0 0,-1-1 1 0 0,1 1 0 0 0,-1 0 0 0 0,0 0-1 0 0,0 0 1 0 0,0 0 0 0 0,0 0 0 0 0,0 0-1 0 0,0 1 1 0 0,-1-1 0 0 0,1 0 0 0 0,-1 1-1 0 0,1 0 1 0 0,-1-1 0 0 0,0 1 0 0 0,0 0-1 0 0,0-1 1 0 0,-1 1 0 0 0,1 0 0 0 0,0 0-1 0 0,-1 0 1 0 0,0 0 0 0 0,0 0 0 0 0,0-1-1 0 0,0 1 1 0 0,0 0 0 0 0,-1 0 0 0 0,1 0-1 0 0,-3 5 1 0 0,0 4-4 0 0,-2 0 1 0 0,0 0-1 0 0,0-1 0 0 0,-1 0 0 0 0,-14 20 1 0 0,9-15 2 0 0,0-1 1 0 0,-2 1 0 0 0,0-2-1 0 0,-1 0 1 0 0,0-1-1 0 0,-1 0 1 0 0,0-1 0 0 0,-23 13-1 0 0,37-24-97 0 0,-1 0-1 0 0,1 0 0 0 0,-1 0 0 0 0,1-1 1 0 0,-1 1-1 0 0,0 0 0 0 0,1-1 1 0 0,-1 1-1 0 0,0-1 0 0 0,0 0 0 0 0,1 0 1 0 0,-1 1-1 0 0,0-1 0 0 0,0 0 1 0 0,1 0-1 0 0,-1-1 0 0 0,0 1 0 0 0,0 0 1 0 0,-2-1-1 0 0,2-1-528 0 0,0 1-1 0 0,0-1 1 0 0,0 1 0 0 0,0-1 0 0 0,0 0 0 0 0,0 0-1 0 0,1 0 1 0 0,-1 0 0 0 0,1 0 0 0 0,-1 0 0 0 0,1 0-1 0 0,-2-4 1 0 0,-19-44-16197 0 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45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408 0 1761 0 0,'24'12'14807'0'0,"19"34"-3762"0"0,11 22-9605 0 0,1 38-2720 0 0,-6 34 880 0 0,-23 2 800 0 0,-23-16 0 0 0,-22 19-80 0 0,-22 25-80 0 0,-15 10 0 0 0,-20-6-160 0 0,-21-16-240 0 0,-17-23-1280 0 0,-21-35-8165 0 0,11-18-3521 0 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47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124 366 2641 0 0,'-27'-24'3028'0'0,"-35"-41"0"0"0,62 64-2813 0 0,-1 0-1 0 0,0 0 0 0 0,1 0 1 0 0,-1 0-1 0 0,0 0 1 0 0,0 0-1 0 0,0 1 0 0 0,0-1 1 0 0,0 0-1 0 0,0 1 0 0 0,0-1 1 0 0,0 0-1 0 0,0 1 0 0 0,0-1 1 0 0,0 1-1 0 0,0 0 1 0 0,-1-1-1 0 0,1 1 0 0 0,0 0 1 0 0,0 0-1 0 0,0 0 0 0 0,0 0 1 0 0,-1 0-1 0 0,1 0 0 0 0,0 0 1 0 0,0 0-1 0 0,0 0 1 0 0,-1 0-1 0 0,-1 1 0 0 0,2 0 772 0 0,133-5 2326 0 0,287-21 7102 0 0,219-90-10506 0 0,-285 45 38 0 0,-323 65 42 0 0,-15 3-78 0 0,-1 0-1 0 0,0-2 1 0 0,19-6-1 0 0,-35 11-160 0 0,0 0 0 0 0,0 0 1 0 0,0-1-1 0 0,0 1 0 0 0,0-1 0 0 0,-1 0 0 0 0,1 1 1 0 0,0-1-1 0 0,0 0 0 0 0,0 0 0 0 0,-4-1 1 0 0,3 0-957 0 0,1 1 1 0 0,-1-1 0 0 0,1 0 0 0 0,0 0 0 0 0,-1 0-1 0 0,1-1 1 0 0,-4-2 0 0 0,-21-18-15375 0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47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 8244 0 0,'-33'10'10946'0'0,"33"-10"-10821"0"0,0 0 1 0 0,0 0-1 0 0,-1 0 0 0 0,1 0 0 0 0,0 0 0 0 0,0 0 0 0 0,0 0 0 0 0,-1 0 0 0 0,1 0 0 0 0,0 0 0 0 0,0 0 0 0 0,0 0 0 0 0,0 1 0 0 0,-1-1 0 0 0,1 0 1 0 0,0 0-1 0 0,0 0 0 0 0,0 0 0 0 0,0 0 0 0 0,-1 1 375 0 0,1-1-375 0 0,0 0 0 0 0,0 0 0 0 0,-1 0 0 0 0,1 1 1 0 0,0-1-1 0 0,0 0 0 0 0,0 0 0 0 0,0 0 0 0 0,0 0 0 0 0,0 1 0 0 0,0-1 0 0 0,0 0 0 0 0,0 0 0 0 0,0 0 0 0 0,0 1 0 0 0,0-1 0 0 0,0 0 0 0 0,0 0 1 0 0,0 0-1 0 0,0 1 0 0 0,0-1 0 0 0,0 0 0 0 0,0 0 0 0 0,0 0 0 0 0,0 0 0 0 0,0 1 0 0 0,0-1 0 0 0,0 0 0 0 0,1 0 0 0 0,-1 0 0 0 0,0 1 0 0 0,9 2 801 0 0,0-1-1 0 0,0 1 0 0 0,0-1 0 0 0,11 0 0 0 0,18 5-1651 0 0,79 14 619 0 0,154 50 0 0 0,-248-63 56 0 0,1 2-1 0 0,-2 0 1 0 0,1 1-1 0 0,-1 2 0 0 0,-1 0 1 0 0,33 27-1 0 0,-45-33 38 0 0,0 2 0 0 0,-1-1 0 0 0,0 1 0 0 0,-1 1 0 0 0,0-1-1 0 0,0 1 1 0 0,-1 0 0 0 0,-1 1 0 0 0,1 0 0 0 0,-2-1 0 0 0,1 2 0 0 0,-2-1 0 0 0,1 0 0 0 0,-2 1 0 0 0,3 19-1 0 0,-4-17 8 0 0,0 1 0 0 0,-2 0 0 0 0,0 0-1 0 0,0-1 1 0 0,-2 1 0 0 0,-4 18 0 0 0,-3-2 32 0 0,-25 55 0 0 0,9-31 11 0 0,-3-1 0 0 0,-2-2 0 0 0,-42 54 0 0 0,48-74-60 0 0,-1-2 0 0 0,-1-1 0 0 0,-2-1 0 0 0,0-1 0 0 0,-60 41 0 0 0,69-55-21 0 0,0-2 0 0 0,-25 11 0 0 0,36-19 16 0 0,0 1-1 0 0,0-1 0 0 0,0-1 0 0 0,0 0 0 0 0,0 0 1 0 0,-1-1-1 0 0,-16 0 0 0 0,23-1-11 0 0,0 0 0 0 0,0 0-1 0 0,0 0 1 0 0,0-1 0 0 0,0 0 0 0 0,0 1 0 0 0,0-1 0 0 0,0 0-1 0 0,0 0 1 0 0,0 0 0 0 0,0-1 0 0 0,0 1 0 0 0,1-1-1 0 0,-1 0 1 0 0,1 1 0 0 0,-1-1 0 0 0,1 0 0 0 0,-4-4 0 0 0,4 2-264 0 0,0 0 1 0 0,0 0-1 0 0,0 0 1 0 0,1 0-1 0 0,-1 0 1 0 0,1-1-1 0 0,0 1 1 0 0,0 0 0 0 0,0-1-1 0 0,1 1 1 0 0,-1-1-1 0 0,1 1 1 0 0,0-1-1 0 0,1-5 1 0 0,19-110-13274 0 0,-20 119 13430 0 0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1:49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726 76 320 0 0,'0'-1'373'0'0,"0"0"0"0"0,0 0 0 0 0,0 1 0 0 0,-1-1-1 0 0,1 0 1 0 0,0 1 0 0 0,0-1 0 0 0,-1 0 0 0 0,1 1 0 0 0,-1-1 0 0 0,1 1 0 0 0,0-1-1 0 0,-1 0 1 0 0,1 1 0 0 0,-1-1 0 0 0,1 1 0 0 0,-1-1 0 0 0,0 1 0 0 0,1 0-1 0 0,-1-1 1 0 0,1 1 0 0 0,-1 0 0 0 0,0-1 0 0 0,1 1 0 0 0,-1 0 0 0 0,0 0-1 0 0,0-1 1 0 0,1 1 0 0 0,-1 0 0 0 0,-1 0 0 0 0,-29-3 6044 0 0,16 2-4610 0 0,-5-1-696 0 0,1 0 1 0 0,-29 1 0 0 0,5 1-379 0 0,18 0-408 0 0,-22-2 114 0 0,-1 3 0 0 0,1 2 0 0 0,-51 10 0 0 0,80-8-114 0 0,0 2-1 0 0,0-1 1 0 0,1 2-1 0 0,0 0 1 0 0,0 1 0 0 0,1 1-1 0 0,0 1 1 0 0,-17 14-1 0 0,25-18-324 0 0,-1 0 0 0 0,1 0 0 0 0,1 1 0 0 0,-1 1 0 0 0,2-1 0 0 0,-1 1 0 0 0,1 0-1 0 0,0 1 1 0 0,1-1 0 0 0,0 1 0 0 0,0 0 0 0 0,1 0 0 0 0,1 1 0 0 0,-1-1 0 0 0,-1 16-1 0 0,4-18-3 0 0,0 1-1 0 0,0-1 0 0 0,1 0 0 0 0,1 0 1 0 0,-1 0-1 0 0,1 0 0 0 0,1 0 0 0 0,-1 0 1 0 0,1 0-1 0 0,1 0 0 0 0,-1-1 0 0 0,2 1 1 0 0,-1-1-1 0 0,1 1 0 0 0,0-1 0 0 0,0 0 0 0 0,0-1 1 0 0,1 1-1 0 0,1-1 0 0 0,-1 0 0 0 0,9 8 1 0 0,-3-6 7 0 0,-1 0 0 0 0,1-1-1 0 0,0 0 1 0 0,0-1 0 0 0,1 0 0 0 0,24 8 0 0 0,-15-7-8 0 0,1-1 0 0 0,-1-2 0 0 0,29 3 0 0 0,-34-6 6 0 0,0-1 1 0 0,0 0-1 0 0,0-2 1 0 0,0 1-1 0 0,0-2 1 0 0,0 0-1 0 0,0-1 1 0 0,-1-1-1 0 0,0 0 1 0 0,0-1-1 0 0,0-1 1 0 0,-1 0-1 0 0,0-1 1 0 0,0-1-1 0 0,13-11 1 0 0,16-15-1 0 0,-1-2 0 0 0,70-83 0 0 0,-93 98 25 0 0,184-203-26 0 0,-168 191-60 0 0,-21 21 69 0 0,-11 10 50 0 0,-4 5 53 0 0,-1 1-69 0 0,0 0 0 0 0,0 1 0 0 0,0 0 0 0 0,0-1 0 0 0,1 1 0 0 0,-1 0 0 0 0,1 0 0 0 0,0 0 0 0 0,1 0 0 0 0,-1 0 0 0 0,1 0 0 0 0,-1 0 0 0 0,1 5 0 0 0,0-7-31 0 0,-100 555 1151 0 0,51-317-886 0 0,-68 386 724 0 0,44-212-529 0 0,32-133-1498 0 0,36-219-310 0 0,2 0 0 0 0,8 84 0 0 0,16 35-14632 0 0,-9-108 8445 0 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2:36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15595 1971 3282 0 0,'-10'-16'4553'0'0,"-5"-11"-847"0"0,13 21-3829 0 0,0 0 0 0 0,1 0-1 0 0,-1 0 1 0 0,0-12 0 0 0,1-4-477 0 0,0-3 16 0 0,-2-1 0 0 0,0 1 1 0 0,-8-26-1 0 0,10 48 616 0 0,1 0-1 0 0,-2 1 1 0 0,1-1-1 0 0,0 0 1 0 0,-1 1-1 0 0,1-1 1 0 0,-1 0 0 0 0,0 1-1 0 0,1 0 1 0 0,-1-1-1 0 0,-1 1 1 0 0,1 0-1 0 0,-5-4 1 0 0,-5-5 167 0 0,-10-12 122 0 0,7 5 114 0 0,-1 1 1 0 0,-26-19-1 0 0,-23-10-35 0 0,59 42-375 0 0,-16-11 60 0 0,0-1 0 0 0,1-1 0 0 0,1-1-1 0 0,0-1 1 0 0,-19-25 0 0 0,12 11 10 0 0,0 1 0 0 0,-2 1 0 0 0,-40-32 0 0 0,-105-71 123 0 0,148 115-176 0 0,-11-8 138 0 0,-1 1 0 0 0,-2 2 0 0 0,-55-25 0 0 0,82 42-160 0 0,-1 0-1 0 0,2-1 0 0 0,-1 0 0 0 0,-16-15 0 0 0,-27-18-35 0 0,-45-11-49 0 0,23 14 77 0 0,16 9 88 0 0,-1 3 0 0 0,-1 2 0 0 0,-86-19 0 0 0,46 11-1 0 0,68 19-47 0 0,0 2 0 0 0,-1 1 0 0 0,-73-9 0 0 0,-267-20 215 0 0,150 9 266 0 0,-120-12 50 0 0,43 8-41 0 0,215 19 43 0 0,-119-34 0 0 0,182 41-551 0 0,-195-63 359 0 0,149 47-427 0 0,-2 3 1 0 0,0 3 0 0 0,-1 3-1 0 0,-1 3 1 0 0,0 4 0 0 0,0 3-1 0 0,-110 7 1 0 0,-170 8 168 0 0,164-7 170 0 0,135-1-202 0 0,-205 1 479 0 0,88-16-240 0 0,144 11-205 0 0,-60 4 0 0 0,62-1-42 0 0,1 0 1 0 0,-45-6-1 0 0,58 3-67 0 0,-10-2 70 0 0,0 2-1 0 0,-41-1 1 0 0,8 2 29 0 0,0-2 1 0 0,-70-13 0 0 0,65 7-120 0 0,-102-3 1 0 0,85 13 311 0 0,-1-3 0 0 0,-99-16 0 0 0,76 0-1 0 0,-176-26 496 0 0,189 33-533 0 0,-33-5 811 0 0,-168-1 0 0 0,-26 9-786 0 0,300 7-254 0 0,-56-6 327 0 0,-82 3 0 0 0,137 5-272 0 0,0 2 0 0 0,0 0 0 0 0,0 1 0 0 0,1 0 0 0 0,-24 11 0 0 0,-83 42 337 0 0,25-10-124 0 0,-131 54 205 0 0,-223 81 736 0 0,-215 42-1195 0 0,63 21-23 0 0,596-241-35 0 0,-514 198-313 0 0,42-16 8 0 0,291-106 189 0 0,-258 100-93 0 0,290-125 174 0 0,-291 116-108 0 0,438-166 178 0 0,0 0 0 0 0,0 1 0 0 0,1 1-1 0 0,0-1 1 0 0,-10 10 0 0 0,15-11-23 0 0,0 0-1 0 0,1 0 0 0 0,-1 0 1 0 0,1 1-1 0 0,0 0 0 0 0,1 0 1 0 0,0 0-1 0 0,-1 0 0 0 0,-3 14 1 0 0,-9 21-82 0 0,-1 0 1 0 0,-3-1 0 0 0,-30 47 0 0 0,-82 104-249 0 0,119-173 298 0 0,12-17 9 0 0,-26 38-41 0 0,-2-1 0 0 0,-1-2 1 0 0,-57 53-1 0 0,58-63-18 0 0,-27 34 1 0 0,-12 10 48 0 0,-166 117-120 0 0,181-148-1230 0 0,17-14 1025 0 0,-1-2-1 0 0,-61 28 1 0 0,42-22 468 0 0,-1 3-314 0 0,-79 63 0 0 0,60-40-24 0 0,-32 16 136 0 0,38-26 286 0 0,-72 61 1 0 0,-10 20-105 0 0,-101 92-449 0 0,118-98 593 0 0,-27 28 530 0 0,24-26-385 0 0,-10 9-93 0 0,134-116-296 0 0,7-7 16 0 0,0 0 0 0 0,0-1 0 0 0,0 0 0 0 0,-1 0 0 0 0,0-1 0 0 0,-1 0 0 0 0,1-1 0 0 0,-10 5 0 0 0,21-18 135 0 0,-3 8-169 0 0,0 0-1 0 0,0 1 1 0 0,0-1-1 0 0,0 0 1 0 0,0 0-1 0 0,0 0 0 0 0,0 0 1 0 0,0 0-1 0 0,0 1 1 0 0,0-1-1 0 0,0 0 1 0 0,0 0-1 0 0,0 0 0 0 0,0 0 1 0 0,0 0-1 0 0,0 0 1 0 0,0 1-1 0 0,0-1 1 0 0,0 0-1 0 0,1 0 0 0 0,-1 0 1 0 0,0 0-1 0 0,0 0 1 0 0,0 0-1 0 0,0 0 1 0 0,0 0-1 0 0,0 0 1 0 0,0 1-1 0 0,1-1 0 0 0,-1 0 1 0 0,0 0-1 0 0,0 0 1 0 0,0 0-1 0 0,0 0 1 0 0,0 0-1 0 0,1 0 0 0 0,-1 0 1 0 0,0 0-1 0 0,0 0 1 0 0,0 0-1 0 0,0 0 1 0 0,0 0-1 0 0,1 0 0 0 0,-1 0 1 0 0,0 0-1 0 0,0 0 1 0 0,0 0-1 0 0,0 0 1 0 0,0 0-1 0 0,1-1 0 0 0,-1 1 1 0 0,0 0-1 0 0,0 0 1 0 0,0 0-1 0 0,0 0 1 0 0,0 0-1 0 0,0 0 0 0 0,0 0 1 0 0,1 0-1 0 0,-1-1 1 0 0,0 1-1 0 0,0 6-792 0 0,0-1-1 0 0,0 0 1 0 0,0 1 0 0 0,-1-1-1 0 0,0 0 1 0 0,0 1 0 0 0,0-1-1 0 0,-1 0 1 0 0,1 0-1 0 0,-1 0 1 0 0,-5 9 0 0 0,3-6-1782 0 0,-1 0 0 0 0,0 0 0 0 0,-7 9 0 0 0,12-17 2572 0 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4:17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3201 0 0,'7'20'12486'0'0,"14"197"-8324"0"0,8-57-3922 0 0,-3-14-1040 0 0,0 10 320 0 0,-5 11 560 0 0,-2 5 880 0 0,0-8 801 0 0,-2-24-481 0 0,-8-38-719 0 0,1-36-561 0 0,-3-34-721 0 0,-5-28-1039 0 0,3-44-3443 0 0,-3-60-5762 0 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4:18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49 377 9444 0 0,'-15'-1'3148'0'0,"-19"3"3055"0"0,36-1-6771 0 0,-1 0 601 0 0,0-1 0 0 0,0 0 0 0 0,0 1 0 0 0,0-1 0 0 0,0 0 0 0 0,0 1 1 0 0,0-1-1 0 0,0 0 0 0 0,0 0 0 0 0,1 0 0 0 0,-1 0 0 0 0,0 0 0 0 0,0 0 0 0 0,0 0 0 0 0,0 0 0 0 0,0-1 0 0 0,2 0 0 0 0,358-57 5381 0 0,200-19-5155 0 0,-472 65-89 0 0,624-59 485 0 0,-63 8-70 0 0,-404 31-486 0 0,208-23 362 0 0,-429 52-413 0 0,6-1 22 0 0,1 1 1 0 0,-1 1 0 0 0,1 2-1 0 0,45 6 1 0 0,-73-5-75 0 0,0 0 0 0 0,0 0 0 0 0,0 0 0 0 0,0 0 0 0 0,0 1 0 0 0,0 0 0 0 0,-1 0 0 0 0,1 0 0 0 0,0 0 0 0 0,-1 0 0 0 0,0 1 1 0 0,1 0-1 0 0,-1 0 0 0 0,0-1 0 0 0,-1 2 0 0 0,1-1 0 0 0,0 0 0 0 0,-1 1 0 0 0,0-1 0 0 0,1 1 0 0 0,-2-1 0 0 0,1 1 0 0 0,0 0 0 0 0,-1 0 1 0 0,1 0-1 0 0,-1 0 0 0 0,0 0 0 0 0,0 5 0 0 0,1 11-40 0 0,-1-1-1 0 0,-1 1 1 0 0,0 0 0 0 0,-6 33 0 0 0,3-30 18 0 0,-58 338 20 0 0,16-115 386 0 0,-10 151-167 0 0,-38 221-279 0 0,68-490-1635 0 0,-43 127 0 0 0,63-240 841 0 0,-1 1-1 0 0,-1-1 0 0 0,-12 20 1 0 0,14-27 140 0 0,0-2-1 0 0,0 1 1 0 0,0-1 0 0 0,-1 1 0 0 0,0-1-1 0 0,-1-1 1 0 0,1 1 0 0 0,-12 6 0 0 0,-3-1-3489 0 0,-37 15 0 0 0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4:18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1 302 1441 0 0,'6'3'532'0'0,"1"0"1"0"0,-1-1-1 0 0,1 0 1 0 0,0-1-1 0 0,0 1 1 0 0,0-1-1 0 0,0-1 1 0 0,0 1-1 0 0,0-1 1 0 0,7-1-1 0 0,32 2 1508 0 0,171 6 7275 0 0,15-7-4384 0 0,476-33-3944 0 0,678-89 881 0 0,-1346 119-1659 0 0,-15 2-195 0 0,-1-1 1 0 0,0-2-1 0 0,29-7 1 0 0,-50 11-118 0 0,0-1 1 0 0,-1 0 0 0 0,1 0 0 0 0,0 0 0 0 0,0-1 0 0 0,-1 1 0 0 0,1-1-1 0 0,-1 1 1 0 0,1-1 0 0 0,-1 0 0 0 0,0 0 0 0 0,0 0 0 0 0,3-3 0 0 0,-4 3-218 0 0,0 0 0 0 0,0 0 0 0 0,0 0 0 0 0,-1 0 0 0 0,1 0 0 0 0,-1-1-1 0 0,1 1 1 0 0,-1 0 0 0 0,0 0 0 0 0,1 0 0 0 0,-1 0 0 0 0,0-1 0 0 0,0 1 0 0 0,-1 0 0 0 0,1 0 0 0 0,0 0 0 0 0,-1 0 0 0 0,0-1 0 0 0,1 1 0 0 0,-2-2 0 0 0,-7-15-5065 0 0,0 1 1 0 0,-15-22-1 0 0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4:18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1 1040 0 0,'0'0'484'0'0,"0"1"-1"0"0,1 0 0 0 0,-1 0 0 0 0,0 0 1 0 0,1 1-1 0 0,-1-1 0 0 0,0 0 0 0 0,0 0 0 0 0,0 0 1 0 0,0 0-1 0 0,0 0 0 0 0,0 0 0 0 0,0 0 0 0 0,-1 2 1 0 0,-1 24 2299 0 0,-2 42 1412 0 0,-11 132 1234 0 0,8-138-4738 0 0,-19 78-1 0 0,-1-52-332 0 0,-4-1 0 0 0,-55 109 0 0 0,57-132-192 0 0,26-60-123 0 0,0 3 80 0 0,0 0 1 0 0,0-1-1 0 0,-1 0 1 0 0,0 0-1 0 0,-1 0 1 0 0,-8 9-1 0 0,16-17-48 0 0,-1 0 0 0 0,1 1 0 0 0,-1-1 0 0 0,1 0-1 0 0,-1 1 1 0 0,1 0 0 0 0,-1-1 0 0 0,1 1 0 0 0,0 0-1 0 0,-1 0 1 0 0,1 1 0 0 0,-1-1 0 0 0,5 2 0 0 0,-4-2 11 0 0,1 0 27 0 0,35 6 223 0 0,1-3-1 0 0,-1-1 0 0 0,56-4 0 0 0,-29-6-379 0 0,104-27 0 0 0,-130 24-134 0 0,0-2 0 0 0,-1-2 0 0 0,63-33 0 0 0,-57 18-2183 0 0,-12 3-6323 0 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4:19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458 1 1681 0 0,'-24'27'8960'0'0,"13"-14"-1865"0"0,-18 25 1 0 0,4 12-6036 0 0,-56 185-3404 0 0,-19 48 2420 0 0,14-101 497 0 0,6-14-265 0 0,76-160-271 0 0,1 1 0 0 0,0 0 0 0 0,0-1 0 0 0,0 1 0 0 0,1 0 0 0 0,1 0 0 0 0,-2 13 0 0 0,3-19 9 0 0,1 0 0 0 0,-1 0 0 0 0,0 0 0 0 0,1 0 0 0 0,0 0 0 0 0,-1 0 0 0 0,1 0 0 0 0,0 0 0 0 0,1 0 0 0 0,-1 0 0 0 0,0 0 0 0 0,1 0 0 0 0,0-1 0 0 0,0 1 0 0 0,0-1 0 0 0,0 1 0 0 0,0-1 0 0 0,0 0 0 0 0,0 0 0 0 0,1 1 0 0 0,-1-2 0 0 0,1 1 0 0 0,5 3 0 0 0,14 6 78 0 0,1 0 0 0 0,0-2-1 0 0,1 0 1 0 0,0-2 0 0 0,0-1 0 0 0,1 0 0 0 0,-1-2-1 0 0,1-1 1 0 0,0-1 0 0 0,1-1 0 0 0,32-3-1 0 0,-13-3-326 0 0,-1-1 0 0 0,0-3 0 0 0,-1-1 0 0 0,0-2 0 0 0,65-29 0 0 0,-102 39-279 0 0,-1 0 1 0 0,1-1-1 0 0,-1 0 0 0 0,1 0 0 0 0,-1 0 1 0 0,0-1-1 0 0,0 1 0 0 0,4-6 1 0 0,-5 4-658 0 0,-1 0 0 0 0,1-1 0 0 0,-1 0 0 0 0,0 1 0 0 0,-1-1 1 0 0,0 0-1 0 0,2-8 0 0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4:19.8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95 1121 0 0,'-1'2'195'0'0,"0"0"1"0"0,-1-1-1 0 0,1 1 1 0 0,0 0 0 0 0,0 0-1 0 0,0-1 1 0 0,0 1-1 0 0,0 0 1 0 0,1 0 0 0 0,-2 3-1 0 0,-9 27 1322 0 0,-104 266 8194 0 0,39-82-6109 0 0,74-209-3423 0 0,-15 51 2400 0 0,16-54-2159 0 0,0 0 0 0 0,0 1-1 0 0,1-1 1 0 0,0 0 0 0 0,-1 1 0 0 0,2-1 0 0 0,-1 0 0 0 0,0 1 0 0 0,1-1-1 0 0,1 6 1 0 0,4-1 220 0 0,0-12-2008 0 0,1-20-3853 0 0,77-281-6188 0 0,13 4 10012 0 0,-94 293 1738 0 0,30-78 3541 0 0,-30 79-3210 0 0,0 0-1 0 0,1-1 1 0 0,0 2-1 0 0,0-1 1 0 0,0 0-1 0 0,0 1 1 0 0,1-1-1 0 0,0 1 1 0 0,11-8-1 0 0,-16 13-557 0 0,1-1 0 0 0,-1 1 0 0 0,0 0 0 0 0,1 0-1 0 0,-1-1 1 0 0,0 1 0 0 0,1 0 0 0 0,-1 0 0 0 0,0-1-1 0 0,1 1 1 0 0,-1 0 0 0 0,1 0 0 0 0,-1 0 0 0 0,0 0-1 0 0,1 0 1 0 0,-1-1 0 0 0,1 1 0 0 0,-1 0 0 0 0,1 0-1 0 0,-1 0 1 0 0,1 0 0 0 0,-1 0 0 0 0,0 0 0 0 0,1 1-1 0 0,-1-1 1 0 0,1 0 0 0 0,-1 0 0 0 0,1 0 0 0 0,-1 0 0 0 0,0 0-1 0 0,1 1 1 0 0,-1-1 0 0 0,0 0 0 0 0,1 0 0 0 0,-1 1-1 0 0,0-1 1 0 0,1 0 0 0 0,-1 1 0 0 0,1-1 0 0 0,4 19 1489 0 0,-4-12-1262 0 0,67 283 2874 0 0,-58-239-3068 0 0,34 147 186 0 0,-40-185-297 0 0,0 0 1 0 0,0 0 0 0 0,1 0-1 0 0,1 0 1 0 0,0-1 0 0 0,13 19-1 0 0,-16-28-24 0 0,-1 0 0 0 0,0 0-1 0 0,1 0 1 0 0,-1 0 0 0 0,1 0-1 0 0,0-1 1 0 0,0 1 0 0 0,0-1 0 0 0,1 0-1 0 0,-1 0 1 0 0,0 0 0 0 0,1 0-1 0 0,-1 0 1 0 0,1-1 0 0 0,0 0-1 0 0,-1 1 1 0 0,1-1 0 0 0,0-1-1 0 0,0 1 1 0 0,0-1 0 0 0,0 1-1 0 0,-1-1 1 0 0,1 0 0 0 0,0 0-1 0 0,7-2 1 0 0,-7 1-3 0 0,0 0-1 0 0,-1 0 1 0 0,1-1 0 0 0,0 0-1 0 0,-1 1 1 0 0,0-1-1 0 0,1 0 1 0 0,-1-1 0 0 0,0 1-1 0 0,5-6 1 0 0,0 0 13 0 0,0-1-1 0 0,11-18 1 0 0,7-18-22 0 0,-2-2 0 0 0,35-95 0 0 0,34-123-1200 0 0,-86 246 1057 0 0,1 1 1 0 0,11-20 0 0 0,-17 36 133 0 0,-1 0 0 0 0,0 0-1 0 0,0 0 1 0 0,1 0 0 0 0,-1 0 0 0 0,1 0 0 0 0,0 1 0 0 0,-1-1 0 0 0,1 0 0 0 0,0 1 0 0 0,4-3 0 0 0,-5 4 8 0 0,-1 0 1 0 0,1 0 0 0 0,0 0-1 0 0,-1-1 1 0 0,1 1-1 0 0,-1 0 1 0 0,1 0 0 0 0,0 0-1 0 0,-1 0 1 0 0,1 0 0 0 0,0 0-1 0 0,-1 1 1 0 0,1-1-1 0 0,0 0 1 0 0,-1 0 0 0 0,1 0-1 0 0,-1 1 1 0 0,1-1 0 0 0,0 0-1 0 0,-1 1 1 0 0,1-1-1 0 0,-1 0 1 0 0,1 1 0 0 0,-1-1-1 0 0,1 1 1 0 0,-1-1 0 0 0,0 0-1 0 0,1 2 1 0 0,3 3 25 0 0,-1 1-1 0 0,0 0 1 0 0,0 1 0 0 0,0-1 0 0 0,-1 0-1 0 0,3 14 1 0 0,109 508 895 0 0,-28-110-439 0 0,-83-404-549 0 0,30 111 430 0 0,-27-108-639 0 0,0 0-1 0 0,1-1 0 0 0,0 0 1 0 0,18 28-1 0 0,-23-42-688 0 0,-32-7-22973 0 0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4:23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 14086 0 0,'232'56'11286'0'0,"112"-32"-9125"0"0,-81-34-2642 0 0,-14-20-239 0 0,-5-6 560 0 0,-14 6 720 0 0,-29 2 161 0 0,-37 8 79 0 0,-43 6-240 0 0,-41 6-240 0 0,-27 6-800 0 0,-18 0-4562 0 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4:23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902 1 960 0 0,'106'52'14793'0'0,"33"3"-3302"0"0,116 24-6114 0 0,-159-50-5356 0 0,-63-20-250 0 0,0 2 1 0 0,0 2-1 0 0,-2 0 0 0 0,56 34 1 0 0,-76-40 213 0 0,-1 1 0 0 0,0 0-1 0 0,-1 0 1 0 0,0 0 0 0 0,0 1 0 0 0,0 1 0 0 0,-2 0 0 0 0,1 0-1 0 0,-1 0 1 0 0,-1 1 0 0 0,1 0 0 0 0,-2 0 0 0 0,0 0-1 0 0,0 1 1 0 0,-1 0 0 0 0,3 16 0 0 0,-4-9 50 0 0,0 1 0 0 0,-2-1-1 0 0,-1 0 1 0 0,0 1 0 0 0,-1-1 0 0 0,-1 0 0 0 0,-1 1 0 0 0,-1-1-1 0 0,-1 0 1 0 0,-9 26 0 0 0,-3-4 36 0 0,-1 0 0 0 0,-2-1 0 0 0,-38 56 0 0 0,26-51-50 0 0,-2-1-1 0 0,-3-1 1 0 0,0-3-1 0 0,-3-1 1 0 0,-1-1-1 0 0,-2-3 1 0 0,-1-1 0 0 0,-67 37-1 0 0,41-32-175 0 0,-1-3-1 0 0,-1-4 1 0 0,-2-3 0 0 0,-1-3-1 0 0,-103 22 1 0 0,117-36-1053 0 0,0-3 0 0 0,-62 1-1 0 0,45-9-4095 0 0,-93-10 0 0 0,-83-25-8182 0 0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3:26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0 0 80 0 0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3:27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227 286 1281 0 0,'-22'-8'1227'0'0,"-39"-14"3528"0"0,-67-34 1 0 0,126 55-4466 0 0,-11-6 582 0 0,14 1 143 0 0,14-1 996 0 0,23-2 797 0 0,40-3 0 0 0,37 4-804 0 0,139 8 0 0 0,121-7-3184 0 0,-354 5 677 0 0,0 0 0 0 0,0-2 0 0 0,0 0 0 0 0,0-1 0 0 0,-1-1 0 0 0,21-10 0 0 0,-37 15 276 0 0,-1-1 0 0 0,1-1 0 0 0,0 1 1 0 0,-1 0-1 0 0,0-1 0 0 0,1 0 0 0 0,-1 0 1 0 0,0 0-1 0 0,0 0 0 0 0,-1 0 0 0 0,1-1 0 0 0,-1 1 1 0 0,3-5-1 0 0,-3 2-631 0 0,0 0 1 0 0,-1 0-1 0 0,0 0 1 0 0,0-1-1 0 0,0 1 1 0 0,0 0 0 0 0,-2-11-1 0 0,1 16 808 0 0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3:27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9 2241 0 0,'-64'-8'8564'0'0,"26"16"-4322"0"0,19 18-4002 0 0,9 20-480 0 0,3 74 480 0 0,3 37 400 0 0,13-5 81 0 0,5-30 799 0 0,3-2-79 0 0,-3 4-641 0 0,-4-12-880 0 0,-6-27-3441 0 0,-16-27-5363 0 0</inkml:trace>
  <inkml:trace contextRef="#ctx0" brushRef="#br0" timeOffset="1">0 652 560 0 0,'10'-4'2081'0'0,"6"14"881"0"0,96 56 6162 0 0,39-42-4402 0 0,8-46-4562 0 0,2-12-1441 0 0,-33 0-2000 0 0,-30 0-961 0 0,-18-6-2321 0 0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3:27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5 8884 0 0,'-50'6'4242'0'0,"17"-2"-2801"0"0,16-2-641 0 0,8-2-400 0 0,4 2-160 0 0,10-4-160 0 0,4 2-80 0 0,93-12-960 0 0,-31 8 80 0 0,-52 12 479 0 0,-7 6-79 0 0,-7 0-2081 0 0,-8-6 80 0 0,-8 0-881 0 0,-11 4 81 0 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3:28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36 480 0 0,'-26'13'772'0'0,"3"-1"291"0"0,19-9-359 0 0,5-2 113 0 0,70-18 3561 0 0,-66 16-4188 0 0,148-32 4938 0 0,-116 27-4223 0 0,-1 2 0 0 0,63 0 0 0 0,-90 5-928 0 0,1 0 0 0 0,-1 0 0 0 0,0 0-1 0 0,0 1 1 0 0,0 1 0 0 0,0 0 0 0 0,0 0 0 0 0,0 0-1 0 0,-1 1 1 0 0,0 0 0 0 0,1 1 0 0 0,-2 0-1 0 0,1 0 1 0 0,0 1 0 0 0,-1 0 0 0 0,0 0-1 0 0,-1 1 1 0 0,1 0 0 0 0,-1 0 0 0 0,-1 0-1 0 0,1 1 1 0 0,-1 0 0 0 0,-1 0 0 0 0,1 0 0 0 0,-1 1-1 0 0,-1-1 1 0 0,1 1 0 0 0,-2 0 0 0 0,1 0-1 0 0,2 15 1 0 0,-4 1 101 0 0,0-1 0 0 0,-1 0-1 0 0,-2 0 1 0 0,-5 31 0 0 0,-27 104 667 0 0,22-108-385 0 0,0-4-101 0 0,3 0 0 0 0,1 0-1 0 0,3 1 1 0 0,0 63 0 0 0,6-102-234 0 0,0 0 0 0 0,0 0 0 0 0,1-1-1 0 0,0 1 1 0 0,1-1 0 0 0,0 1 0 0 0,0-1 0 0 0,0 0-1 0 0,1 0 1 0 0,5 7 0 0 0,-7-12-98 0 0,-1-1 0 0 0,1 0 1 0 0,0 0-1 0 0,-1 1 0 0 0,1-1 0 0 0,0 0 0 0 0,0-1 1 0 0,0 1-1 0 0,1 0 0 0 0,-1-1 0 0 0,0 1 0 0 0,1-1 1 0 0,-1 0-1 0 0,1 1 0 0 0,-1-1 0 0 0,1 0 0 0 0,-1-1 1 0 0,1 1-1 0 0,0 0 0 0 0,0-1 0 0 0,-1 0 0 0 0,1 1 1 0 0,0-1-1 0 0,0 0 0 0 0,-1 0 0 0 0,1-1 1 0 0,0 1-1 0 0,0-1 0 0 0,-1 1 0 0 0,1-1 0 0 0,0 0 1 0 0,-1 0-1 0 0,1 0 0 0 0,-1 0 0 0 0,4-2 0 0 0,-2 0-193 0 0,0 1-1 0 0,0-1 0 0 0,-1 0 0 0 0,1-1 0 0 0,0 1 1 0 0,-1-1-1 0 0,0 1 0 0 0,0-1 0 0 0,0 0 0 0 0,0 0 1 0 0,2-5-1 0 0,5-14-2875 0 0,15-41 1 0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3:28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636 0 1040 0 0,'-21'16'10405'0'0,"9"24"-5282"0"0,0 32-3763 0 0,-19 52-1280 0 0,-11 38-240 0 0,13 1 240 0 0,10-29 80 0 0,-7 0 80 0 0,-12 4-80 0 0,-7-6-400 0 0,3-38-320 0 0,4-54-1041 0 0,-7-66-7363 0 0</inkml:trace>
  <inkml:trace contextRef="#ctx0" brushRef="#br0" timeOffset="1">1 575 2561 0 0,'0'20'9284'0'0,"2"-4"-5042"0"0,1-4-2721 0 0,6-4-801 0 0,43 32-560 0 0,76 52-160 0 0,-7-12 81 0 0,-21-20 159 0 0,-8-4-400 0 0,-2-2-2802 0 0,-16-14-2480 0 0,-6-2-2722 0 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3:28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443 0 4722 0 0,'-73'14'10098'0'0,"71"-14"-9890"0"0,0 4 5 0 0,-2 18-380 0 0,-9 23 187 0 0,-2-1 0 0 0,-2-1 0 0 0,-1 0 0 0 0,-3-2 0 0 0,-1 0 0 0 0,-2-1 0 0 0,-2-1 0 0 0,-1-2 0 0 0,-38 40 0 0 0,-36 37 46 0 0,100-113-109 0 0,0 0 0 0 0,0 0-1 0 0,-1 0 1 0 0,1 0 0 0 0,0 1-1 0 0,1-1 1 0 0,-1 0 0 0 0,0 1-1 0 0,0-1 1 0 0,0 1 0 0 0,1-1-1 0 0,-1 1 1 0 0,0 2 0 0 0,18-8-1543 0 0,0-2 990 0 0,111-35-1567 0 0,-58 16 1439 0 0,2 4 0 0 0,90-15 0 0 0,-137 36 664 0 0,-25 0 75 0 0,0 0 0 0 0,0 0 0 0 0,1 0 0 0 0,-1 0 0 0 0,0 0 1 0 0,0 0-1 0 0,1 0 0 0 0,-1 0 0 0 0,0 0 0 0 0,0 1 0 0 0,0-1 0 0 0,1 0 1 0 0,-1 0-1 0 0,0 0 0 0 0,0 0 0 0 0,0 1 0 0 0,1-1 0 0 0,-1 0 0 0 0,0 0 1 0 0,0 0-1 0 0,0 1 0 0 0,0-1 0 0 0,0 0 0 0 0,0 0 0 0 0,1 1 0 0 0,-1-1 1 0 0,0 0-1 0 0,0 0 0 0 0,0 1 0 0 0,0-1 0 0 0,0 0 0 0 0,0 0 0 0 0,0 1 1 0 0,0-1-1 0 0,0 0 0 0 0,0 0 0 0 0,0 1 0 0 0,0-1 0 0 0,-3 4 195 0 0,1 0-1 0 0,0 0 1 0 0,-1-1 0 0 0,0 1-1 0 0,0-1 1 0 0,-5 5-1 0 0,3-3-125 0 0,-227 242 5212 0 0,171-183-5443 0 0,50-58-301 0 0,10-8-164 0 0,6-5-409 0 0,26-32-44 0 0,47-46 0 0 0,-69 76 933 0 0,0 1-1 0 0,1 0 1 0 0,-1 0-1 0 0,1 1 0 0 0,1 0 1 0 0,-1 1-1 0 0,1 0 1 0 0,0 1-1 0 0,1 0 0 0 0,23-6 1 0 0,-35 11 106 0 0,0 0 0 0 0,1-1 1 0 0,-1 1-1 0 0,0 0 0 0 0,0 0 0 0 0,1 0 1 0 0,-1 0-1 0 0,0 0 0 0 0,1 0 1 0 0,-1 0-1 0 0,0-1 0 0 0,1 1 0 0 0,-1 0 1 0 0,0 0-1 0 0,0 0 0 0 0,1 0 0 0 0,-1 0 1 0 0,0 0-1 0 0,1 1 0 0 0,-1-1 1 0 0,0 0-1 0 0,1 0 0 0 0,-1 0 0 0 0,0 0 1 0 0,0 0-1 0 0,1 0 0 0 0,-1 0 0 0 0,0 1 1 0 0,0-1-1 0 0,1 0 0 0 0,-1 0 1 0 0,0 0-1 0 0,0 1 0 0 0,1-1 0 0 0,-1 0 1 0 0,0 0-1 0 0,0 1 0 0 0,0-1 1 0 0,0 0-1 0 0,1 0 0 0 0,-1 1 0 0 0,0-1 1 0 0,0 0-1 0 0,0 0 0 0 0,0 1 0 0 0,0-1 1 0 0,0 0-1 0 0,0 1 0 0 0,0-1 1 0 0,0 0-1 0 0,0 1 0 0 0,0-1 0 0 0,0 0 1 0 0,0 0-1 0 0,0 1 0 0 0,-3 57-1300 0 0,-19 183 7694 0 0,4-148-4734 0 0,-6 34-881 0 0,21-107-771 0 0,1 0-1 0 0,1 0 1 0 0,1 0-1 0 0,3 22 1 0 0,-3-41-15 0 0,0 1 1 0 0,0 0-1 0 0,0 0 0 0 0,1-1 1 0 0,-1 1-1 0 0,1 0 0 0 0,-1-1 1 0 0,1 1-1 0 0,0 0 0 0 0,0-1 1 0 0,0 1-1 0 0,0-1 0 0 0,0 0 1 0 0,0 1-1 0 0,2 1 0 0 0,-3-3-73 0 0,1 1 1 0 0,0-1-1 0 0,0 0 0 0 0,0 0 0 0 0,-1 1 0 0 0,1-1 1 0 0,0 0-1 0 0,0 0 0 0 0,0 0 0 0 0,0 0 0 0 0,0 0 1 0 0,-1 0-1 0 0,1-1 0 0 0,0 1 0 0 0,0 0 0 0 0,0 0 0 0 0,-1 0 1 0 0,1-1-1 0 0,0 1 0 0 0,0 0 0 0 0,0-1 0 0 0,-1 1 1 0 0,1-1-1 0 0,0 1 0 0 0,-1-1 0 0 0,1 1 0 0 0,-1-1 1 0 0,1 0-1 0 0,0 1 0 0 0,-1-1 0 0 0,1-1 0 0 0,5-6-1814 0 0,0 1-1 0 0,-1-2 0 0 0,7-11 0 0 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3:29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10 132 3682 0 0,'-9'2'2881'0'0,"18"4"-1360"0"0,3-4-241 0 0,2-12 161 0 0,36-12 160 0 0,36-10-241 0 0,23-6-79 0 0,0 12-241 0 0,-22 12-159 0 0,-32 14-641 0 0,-24 22-640 0 0,-34 20-5203 0 0,-13 6-5442 0 0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3:29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1 2161 0 0,'-8'9'406'0'0,"0"1"0"0"0,1 1 0 0 0,0-1 0 0 0,1 1 0 0 0,0 0 1 0 0,1 1-1 0 0,0-1 0 0 0,1 1 0 0 0,0 0 0 0 0,1 0 0 0 0,0 1 0 0 0,1-1 0 0 0,0 0 0 0 0,1 1 0 0 0,1 24 1 0 0,4 9 1998 0 0,2-1 1 0 0,1-1 0 0 0,16 50 0 0 0,-2-6-319 0 0,-13-53-1713 0 0,22 137 992 0 0,-29-154-1263 0 0,0 0 0 0 0,-1 0-1 0 0,0 0 1 0 0,-2-1 0 0 0,0 1-1 0 0,-1 0 1 0 0,-8 25 0 0 0,9-35 52 0 0,-1-1 0 0 0,0 1 0 0 0,-1 0 1 0 0,0-1-1 0 0,0 0 0 0 0,-1 0 1 0 0,1-1-1 0 0,-1 1 0 0 0,-10 9 1 0 0,12-13-65 0 0,-1-1 0 0 0,1 1 0 0 0,-1 0 0 0 0,0-1 1 0 0,1 0-1 0 0,-1 0 0 0 0,0 0 0 0 0,0-1 0 0 0,-1 1 1 0 0,1-1-1 0 0,0 0 0 0 0,0 0 0 0 0,-1 0 0 0 0,1-1 1 0 0,0 0-1 0 0,-1 0 0 0 0,1 0 0 0 0,0 0 0 0 0,-1 0 1 0 0,-4-2-1 0 0,-2 0-360 0 0,0 0 0 0 0,0-1 0 0 0,1-1 0 0 0,-1 0 0 0 0,1 0 0 0 0,-1-1 0 0 0,2 0 0 0 0,-14-9 0 0 0,16 8-445 0 0,1 0 0 0 0,-1 0-1 0 0,1 0 1 0 0,0 0 0 0 0,1-1 0 0 0,0 0-1 0 0,0 0 1 0 0,0-1 0 0 0,1 1 0 0 0,0-1-1 0 0,-4-13 1 0 0,-19-65-6849 0 0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3:30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152 120 7283 0 0,'-4'-9'1813'0'0,"-16"-30"2348"0"0,19 37-4109 0 0,1 0 1 0 0,-1 0 0 0 0,1 0 0 0 0,-1 0-1 0 0,1 0 1 0 0,-1 0 0 0 0,1 0 0 0 0,0 0 0 0 0,0 0-1 0 0,0 0 1 0 0,0 0 0 0 0,1 0 0 0 0,-1 0-1 0 0,0 0 1 0 0,1 0 0 0 0,0 0 0 0 0,1-4-1 0 0,-2 6 81 0 0,0 0-117 0 0,0 0 0 0 0,0 0 0 0 0,0 0 0 0 0,0 0 0 0 0,0 0 0 0 0,0 0 0 0 0,0 0 0 0 0,0 0 0 0 0,0 1-1 0 0,0-1 1 0 0,0 0 0 0 0,0 0 0 0 0,0 0 0 0 0,0 0 0 0 0,1 0 0 0 0,-1 0 0 0 0,0 0 0 0 0,0 0 0 0 0,0 0 0 0 0,0 0 0 0 0,0 0 0 0 0,0 0 0 0 0,0 0 0 0 0,0 0 0 0 0,0 0 0 0 0,0 0 0 0 0,0 0 0 0 0,0 0 0 0 0,0 0 0 0 0,0 0 0 0 0,0 0 0 0 0,0 0 0 0 0,0 0-1 0 0,1 0 1 0 0,-1 0 0 0 0,0 0 0 0 0,0 0 0 0 0,0 0 0 0 0,0 0 0 0 0,0 0 0 0 0,0 0 0 0 0,0 0 0 0 0,0 0 0 0 0,0 0 0 0 0,0 0 0 0 0,0 0 0 0 0,0 0 0 0 0,0 0 0 0 0,0 0 0 0 0,0 0 0 0 0,0 0 0 0 0,0 0 0 0 0,0 0 0 0 0,0-1 0 0 0,0 1 0 0 0,0 0 0 0 0,1 0-1 0 0,2 26 875 0 0,7 105 1044 0 0,-5-36-811 0 0,-11 148-1 0 0,2-204-887 0 0,-1-1 0 0 0,-2 0-1 0 0,-2 0 1 0 0,-1 0-1 0 0,-2-1 1 0 0,-1-1 0 0 0,-22 41-1 0 0,6-31-207 0 0,28-45-33 0 0,0 0 1 0 0,0 1 0 0 0,0-1-1 0 0,0 0 1 0 0,0 1-1 0 0,0-1 1 0 0,0 0 0 0 0,0 0-1 0 0,0 0 1 0 0,-1 0-1 0 0,-1 1 1 0 0,2-3-13 0 0,0 0 1 0 0,1 0-1 0 0,-1-1 0 0 0,1 1 1 0 0,-1 0-1 0 0,1 0 0 0 0,0-1 1 0 0,0 1-1 0 0,-1 0 1 0 0,1 0-1 0 0,0-1 0 0 0,0 1 1 0 0,0 0-1 0 0,0-1 0 0 0,1 1 1 0 0,-1 0-1 0 0,0 0 0 0 0,1-2 1 0 0,7-96-1752 0 0,35-162 1 0 0,-29 204 1654 0 0,2 0-1 0 0,3 1 1 0 0,3 1-1 0 0,35-67 1 0 0,-47 103-114 0 0,2 1 1 0 0,0 0-1 0 0,0 1 0 0 0,21-22 0 0 0,-24 31 109 0 0,0-1-1 0 0,1 2 1 0 0,-1-1-1 0 0,2 1 1 0 0,-1 1-1 0 0,1 0 1 0 0,0 0-1 0 0,22-8 1 0 0,-22 11 91 0 0,1-1 0 0 0,0 2 0 0 0,0 0 1 0 0,0 0-1 0 0,0 1 0 0 0,0 0 0 0 0,21 2 0 0 0,-28-1 36 0 0,0 1 0 0 0,-1 0 0 0 0,1 0 0 0 0,-1 0 0 0 0,1 0-1 0 0,-1 1 1 0 0,0-1 0 0 0,1 1 0 0 0,-1 0 0 0 0,0 1-1 0 0,0-1 1 0 0,0 1 0 0 0,-1-1 0 0 0,1 1 0 0 0,-1 0 0 0 0,1 1-1 0 0,-1-1 1 0 0,0 0 0 0 0,0 1 0 0 0,-1 0 0 0 0,1 0 0 0 0,-1 0-1 0 0,0 0 1 0 0,3 5 0 0 0,-3-2 65 0 0,0 1-1 0 0,0 0 1 0 0,-1-1-1 0 0,0 1 1 0 0,0 0 0 0 0,-1-1-1 0 0,1 1 1 0 0,-2 0-1 0 0,-1 13 1 0 0,-2-2 236 0 0,0-1-1 0 0,-1 1 1 0 0,-8 17 0 0 0,-10 15-13 0 0,-2-2-1 0 0,-2-1 1 0 0,-2-1 0 0 0,-2-1-1 0 0,-58 65 1 0 0,76-96-254 0 0,-2 0 0 0 0,1-1 0 0 0,-2-1 0 0 0,0 0 0 0 0,0-1 0 0 0,-32 17 0 0 0,42-26-96 0 0,0 0 1 0 0,0 0 0 0 0,0-1-1 0 0,0 0 1 0 0,-8 2-1 0 0,14-4 15 0 0,0 0-1 0 0,-1 0 1 0 0,1 0-1 0 0,-1 0 1 0 0,1 0-1 0 0,0 0 1 0 0,-1 0-1 0 0,1 0 1 0 0,-1 0-1 0 0,1 0 1 0 0,0 0-1 0 0,-1 0 1 0 0,1 0-1 0 0,-1 0 0 0 0,1-1 1 0 0,0 1-1 0 0,-1 0 1 0 0,1 0-1 0 0,0 0 1 0 0,-1-1-1 0 0,1 1 1 0 0,0 0-1 0 0,-1-1 1 0 0,-1-12-1881 0 0,12-46-4883 0 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3:30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32 240 0 0,'-18'65'7948'0'0,"2"25"-5051"0"0,15-80-2736 0 0,0 0 1 0 0,1-1-1 0 0,0 1 1 0 0,1 0-1 0 0,0-1 0 0 0,1 1 1 0 0,0-1-1 0 0,1 1 1 0 0,-1-1-1 0 0,2 0 0 0 0,7 16 1 0 0,-8-18-144 0 0,1-1 1 0 0,1 1-1 0 0,-1-1 1 0 0,1 0-1 0 0,0 0 1 0 0,0 0-1 0 0,1-1 1 0 0,-1 0-1 0 0,1 0 1 0 0,1 0-1 0 0,-1-1 1 0 0,0 0-1 0 0,1 0 1 0 0,13 5-1 0 0,-14-7 9 0 0,-1 0-1 0 0,1-1 1 0 0,0 0-1 0 0,-1 0 1 0 0,1 0-1 0 0,0-1 1 0 0,-1 0-1 0 0,1 0 1 0 0,0 0-1 0 0,-1-1 0 0 0,1 0 1 0 0,0 0-1 0 0,-1 0 1 0 0,1-1-1 0 0,-1 0 1 0 0,1 0-1 0 0,-1 0 1 0 0,0 0-1 0 0,0-1 1 0 0,9-7-1 0 0,-3 2 110 0 0,0-2-1 0 0,-1 1 1 0 0,0-1 0 0 0,-1-1-1 0 0,0 0 1 0 0,0 0 0 0 0,9-18-1 0 0,41-82 735 0 0,19-29-553 0 0,-56 111-90 0 0,-21 29-206 0 0,-1 0-1 0 0,0 0 1 0 0,1-1-1 0 0,-1 1 1 0 0,0 0 0 0 0,1-1-1 0 0,-1 1 1 0 0,0 0-1 0 0,1 0 1 0 0,-1 0-1 0 0,1 0 1 0 0,-1-1-1 0 0,0 1 1 0 0,1 0 0 0 0,-1 0-1 0 0,1 0 1 0 0,-1 0-1 0 0,0 0 1 0 0,1 0-1 0 0,-1 0 1 0 0,1 0 0 0 0,-1 0-1 0 0,1 0 1 0 0,-1 0-1 0 0,0 0 1 0 0,1 0-1 0 0,-1 0 1 0 0,1 1 0 0 0,-1-1-1 0 0,0 0 1 0 0,2 1-1 0 0,8 12 804 0 0,-7-9-612 0 0,8 14 204 0 0,-1 1 0 0 0,-1 0-1 0 0,0 1 1 0 0,-1 0 0 0 0,8 33 0 0 0,12 104 1171 0 0,-21-107-1437 0 0,-3 1 0 0 0,-2-1 0 0 0,-2 1 0 0 0,-2 0 1 0 0,-3-1-1 0 0,-14 67 0 0 0,13-92 41 0 0,-1 1 1 0 0,-1-2 0 0 0,-1 1 0 0 0,-1-1-1 0 0,-1 0 1 0 0,-1-1 0 0 0,-2-1 0 0 0,0 0-1 0 0,-1-1 1 0 0,-1 0 0 0 0,-1-1 0 0 0,-1-1-1 0 0,-37 31 1 0 0,43-41-125 0 0,-2 0 0 0 0,1-2 1 0 0,-1 1-1 0 0,0-2 0 0 0,0 1 0 0 0,-1-2 0 0 0,0 0 0 0 0,0-1 0 0 0,0-1 1 0 0,-1 0-1 0 0,-16 1 0 0 0,6-3-362 0 0,1-1 1 0 0,-1 0 0 0 0,1-2-1 0 0,0-1 1 0 0,-41-11 0 0 0,58 12-104 0 0,0 0 1 0 0,1 0-1 0 0,-1-1 1 0 0,-10-6-1 0 0,17 9 365 0 0,1-1 0 0 0,-1 1 0 0 0,1 0-1 0 0,-1-1 1 0 0,0 1 0 0 0,1 0 0 0 0,-1-1-1 0 0,1 1 1 0 0,-1-1 0 0 0,1 1 0 0 0,-1-1 0 0 0,1 1-1 0 0,0-1 1 0 0,-1 1 0 0 0,1-1 0 0 0,0 0 0 0 0,-1 1-1 0 0,1-1 1 0 0,0 1 0 0 0,0-1 0 0 0,0 0-1 0 0,-1 1 1 0 0,1-1 0 0 0,0 0 0 0 0,0 1 0 0 0,0-1-1 0 0,0-1 1 0 0,9-13 76 0 0,-8 13-50 0 0,15-15-947 0 0,0 0 0 0 0,0 1-1 0 0,37-26 1 0 0,-13 10-965 0 0,59-50-2149 0 0,26-26-1428 0 0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3:30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0 110 1281 0 0,'3'-8'2641'0'0,"4"-2"80"0"0,59-8 2882 0 0,98-12 1440 0 0,-39 20-4802 0 0,-42 12-2481 0 0,-33 6-160 0 0,-5-8-1 0 0,-5-10-1760 0 0,-44-24-9444 0 0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3:31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0 5362 0 0,'-55'146'12086'0'0,"5"18"-6003"0"0,10-20-5203 0 0,21-30-1360 0 0,7-6-160 0 0,10-17 320 0 0,11-25 159 0 0,22-42-319 0 0,52-54-560 0 0,5-82-6484 0 0,-15-51-6082 0 0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3:31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11 2641 0 0,'1'-2'890'0'0,"0"2"-582"0"0,-1-1 1 0 0,1 0-1 0 0,-1 1 1 0 0,1-1-1 0 0,0 1 1 0 0,-1-1-1 0 0,1 1 0 0 0,0-1 1 0 0,-1 1-1 0 0,1-1 1 0 0,0 1-1 0 0,-1-1 1 0 0,1 1-1 0 0,0 0 0 0 0,0-1 1 0 0,0 1-1 0 0,1 0 1 0 0,-2 1 23 0 0,1-1 0 0 0,0 1 0 0 0,0 0 0 0 0,0 0 0 0 0,0 0 0 0 0,-1 0 0 0 0,1 0 0 0 0,-1 0 1 0 0,1 0-1 0 0,0 0 0 0 0,-1 0 0 0 0,0 1 0 0 0,1-1 0 0 0,-1 0 0 0 0,0 0 0 0 0,1 0 0 0 0,-1 2 0 0 0,8 35 602 0 0,-1 0 0 0 0,-2 1 0 0 0,-1-1-1 0 0,-4 74 1 0 0,-6-27 840 0 0,-21 97 0 0 0,8-101-1687 0 0,-3 0 0 0 0,-4-2-1 0 0,-36 76 1 0 0,56-143-433 0 0,14-30-122 0 0,17-28-563 0 0,2 2-1 0 0,54-69 1 0 0,-77 108 945 0 0,4-6-31 0 0,0 1-1 0 0,1 0 1 0 0,0 0 0 0 0,1 1-1 0 0,0 0 1 0 0,17-12 0 0 0,-26 20 115 0 0,-1 0 0 0 0,1 1 1 0 0,0-1-1 0 0,0 1 1 0 0,0-1-1 0 0,0 1 1 0 0,-1-1-1 0 0,1 1 0 0 0,0-1 1 0 0,0 1-1 0 0,0 0 1 0 0,0-1-1 0 0,0 1 1 0 0,0 0-1 0 0,0 0 0 0 0,0 0 1 0 0,0 0-1 0 0,0 0 1 0 0,0 0-1 0 0,0 0 0 0 0,0 0 1 0 0,0 0-1 0 0,0 1 1 0 0,0-1-1 0 0,0 0 1 0 0,0 1-1 0 0,0-1 0 0 0,0 0 1 0 0,0 1-1 0 0,-1-1 1 0 0,1 1-1 0 0,1 0 1 0 0,0 1 1 0 0,-1 0 1 0 0,-1 0 0 0 0,1 0 0 0 0,0 0 0 0 0,0 0-1 0 0,-1 0 1 0 0,1 0 0 0 0,-1 1 0 0 0,0-1 0 0 0,1 0-1 0 0,-1 0 1 0 0,0 0 0 0 0,0 0 0 0 0,-1 4 0 0 0,-4 29 253 0 0,-16 60 1 0 0,14-70-213 0 0,1 1 0 0 0,1 0 1 0 0,1 0-1 0 0,-1 50 0 0 0,4-75-102 0 0,1 1 0 0 0,0-1 0 0 0,0 0 0 0 0,1 1 0 0 0,-1-1 0 0 0,0 1 0 0 0,0-1 0 0 0,1 0 1 0 0,-1 0-1 0 0,0 1 0 0 0,1-1 0 0 0,-1 0 0 0 0,1 0 0 0 0,0 1 0 0 0,0-1 0 0 0,-1 0 0 0 0,1 0 0 0 0,0 0 0 0 0,0 0 0 0 0,0 0 0 0 0,0 0 0 0 0,0 0 0 0 0,0 0 0 0 0,0 0 1 0 0,0-1-1 0 0,0 1 0 0 0,1 0 0 0 0,-1-1 0 0 0,0 1 0 0 0,0-1 0 0 0,1 1 0 0 0,-1-1 0 0 0,0 0 0 0 0,3 1 0 0 0,-1-1-241 0 0,0 0 0 0 0,0-1-1 0 0,0 1 1 0 0,0-1 0 0 0,0 0 0 0 0,0 1-1 0 0,0-1 1 0 0,0-1 0 0 0,0 1 0 0 0,-1 0 0 0 0,1-1-1 0 0,0 1 1 0 0,-1-1 0 0 0,4-2 0 0 0,4-5-1563 0 0,-1-1 1 0 0,15-19 0 0 0</inkml:trace>
  <inkml:trace contextRef="#ctx0" brushRef="#br0" timeOffset="1">536 698 1441 0 0,'25'-28'3855'0'0,"-34"40"908"0"0,0 0-4387 0 0,1 0 0 0 0,0 1 0 0 0,1-1 0 0 0,-9 24 0 0 0,9-17 186 0 0,1 1 1 0 0,1-1-1 0 0,1 1 1 0 0,1 0-1 0 0,-1 22 1 0 0,4-41-534 0 0,0 0 0 0 0,0 0 1 0 0,0-1-1 0 0,0 1 1 0 0,0 0-1 0 0,0 0 0 0 0,0-1 1 0 0,0 1-1 0 0,1 0 0 0 0,-1-1 1 0 0,0 1-1 0 0,0 0 1 0 0,1-1-1 0 0,-1 1 0 0 0,0 0 1 0 0,1-1-1 0 0,-1 1 0 0 0,1-1 1 0 0,-1 1-1 0 0,1 0 0 0 0,-1-1 1 0 0,1 1-1 0 0,-1-1 1 0 0,1 1-1 0 0,-1-1 0 0 0,1 0 1 0 0,-1 1-1 0 0,1-1 0 0 0,0 0 1 0 0,-1 1-1 0 0,1-1 1 0 0,0 0-1 0 0,-1 0 0 0 0,1 1 1 0 0,0-1-1 0 0,1 0 0 0 0,1 0 22 0 0,-1-1 0 0 0,1 1-1 0 0,0-1 1 0 0,0 1-1 0 0,-1-1 1 0 0,1 0 0 0 0,3-2-1 0 0,-3 2 19 0 0,4-3 17 0 0,0 1-1 0 0,0-2 0 0 0,0 1 1 0 0,0-1-1 0 0,-1 0 0 0 0,0-1 0 0 0,0 1 1 0 0,0-1-1 0 0,-1-1 0 0 0,0 1 1 0 0,0-1-1 0 0,0 1 0 0 0,-1-1 1 0 0,6-14-1 0 0,-6 14-30 0 0,-1 0 0 0 0,-1 0 0 0 0,1 0 0 0 0,-1 0 0 0 0,0-1 0 0 0,-1 1 0 0 0,0-1 0 0 0,0 1 0 0 0,-1-1 0 0 0,0 1 0 0 0,0-1 0 0 0,0 1 0 0 0,-1-1 0 0 0,0 1 0 0 0,-1-1 0 0 0,-3-10 0 0 0,3 15-30 0 0,0-1 1 0 0,0 1 0 0 0,0 0 0 0 0,0 0-1 0 0,-1 0 1 0 0,1 0 0 0 0,-1 0 0 0 0,0 0 0 0 0,1 1-1 0 0,-1-1 1 0 0,-1 1 0 0 0,1 0 0 0 0,0 0-1 0 0,-1 0 1 0 0,1 0 0 0 0,-1 1 0 0 0,1-1-1 0 0,-7-1 1 0 0,8 3-164 0 0,-1-1 0 0 0,1 1 0 0 0,0-1 0 0 0,-1 1 0 0 0,1 0 0 0 0,-1 0 0 0 0,1 0 0 0 0,-1 0 0 0 0,1 0 0 0 0,0 1 0 0 0,-1-1 0 0 0,1 1 0 0 0,0 0 0 0 0,-1-1 0 0 0,1 1 0 0 0,0 0 0 0 0,0 0 0 0 0,0 1 0 0 0,-1-1 0 0 0,1 0 0 0 0,0 1 0 0 0,1-1 0 0 0,-1 1 0 0 0,0 0 0 0 0,0-1 0 0 0,1 1 0 0 0,-1 0 0 0 0,1 0 0 0 0,0 0 0 0 0,-3 4 0 0 0,4-5-377 0 0,-1 1 1 0 0,0 0-1 0 0,1 0 0 0 0,-1 0 0 0 0,1-1 0 0 0,-1 1 0 0 0,1 0 0 0 0,0 0 0 0 0,0 3 0 0 0,5 11-4754 0 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3:31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0 240 0 0,'6'1'1839'0'0,"-4"-1"-1346"0"0,1 0 1 0 0,0 0-1 0 0,-1 0 1 0 0,1 1-1 0 0,-1-1 1 0 0,1 1-1 0 0,-1 0 1 0 0,4 2-1 0 0,-5-3-321 0 0,0 1 0 0 0,0 0 0 0 0,0 0 0 0 0,0 0 0 0 0,-1 0 0 0 0,1 0-1 0 0,0 0 1 0 0,-1 0 0 0 0,1 0 0 0 0,0 0 0 0 0,-1 0 0 0 0,0 0-1 0 0,1 0 1 0 0,-1 1 0 0 0,1-1 0 0 0,-1 0 0 0 0,0 0 0 0 0,0 0 0 0 0,0 1-1 0 0,0-1 1 0 0,0 0 0 0 0,0 0 0 0 0,0 2 0 0 0,-2 16 650 0 0,-1 1-1 0 0,-1-1 1 0 0,-9 28 0 0 0,7-26-307 0 0,-44 139 1750 0 0,-2 6-693 0 0,26-56 2314 0 0,21-86-2725 0 0,5-24-1162 0 0,0 1 1 0 0,0-1 0 0 0,0 0-1 0 0,0 0 1 0 0,0 0 0 0 0,0 0-1 0 0,0 0 1 0 0,0 1 0 0 0,0-1-1 0 0,0 0 1 0 0,0 0 0 0 0,0 0-1 0 0,0 0 1 0 0,0 0 0 0 0,0 1-1 0 0,0-1 1 0 0,0 0-1 0 0,0 0 1 0 0,0 0 0 0 0,0 0-1 0 0,1 0 1 0 0,-1 1 0 0 0,0-1-1 0 0,0 0 1 0 0,0 0 0 0 0,0 0-1 0 0,0 0 1 0 0,0 0 0 0 0,0 0-1 0 0,0 0 1 0 0,1 1 0 0 0,-1-1-1 0 0,0 0 1 0 0,0 0 0 0 0,0 0-1 0 0,0 0 1 0 0,0 0 0 0 0,1 0-1 0 0,-1 0 1 0 0,0 0 0 0 0,0 0-1 0 0,0 0 1 0 0,0 0-1 0 0,0 0 1 0 0,1 0 0 0 0,-1 0-1 0 0,0 0 1 0 0,0 0 0 0 0,0 0-1 0 0,0 0 1 0 0,0 0 0 0 0,1 0-1 0 0,-1 0 1 0 0,0 0 0 0 0,10-5-127 0 0,-6 3 99 0 0,5-4 15 0 0,-1 0 0 0 0,1 0-1 0 0,-1-1 1 0 0,0 0 0 0 0,0 0-1 0 0,-1-1 1 0 0,10-13 0 0 0,3-3-2 0 0,66-75-15 0 0,-71 83-95 0 0,1 1-1 0 0,0 0 0 0 0,33-21 1 0 0,-46 34 35 0 0,1 0 0 0 0,-1 0 0 0 0,0 0 0 0 0,0 1 0 0 0,1 0 0 0 0,-1-1 0 0 0,8 0 0 0 0,-10 2 31 0 0,-1 0 0 0 0,1 0 0 0 0,0 0 0 0 0,0 0 0 0 0,0 0 1 0 0,0 0-1 0 0,0 0 0 0 0,0 0 0 0 0,0 0 0 0 0,0 1 0 0 0,0-1 0 0 0,-1 0 1 0 0,1 1-1 0 0,0-1 0 0 0,0 1 0 0 0,0-1 0 0 0,-1 1 0 0 0,1-1 0 0 0,0 1 1 0 0,0-1-1 0 0,0 2 0 0 0,1 2-72 0 0,1 1 1 0 0,-1 0-1 0 0,0-1 0 0 0,-1 1 1 0 0,1 0-1 0 0,-1 0 0 0 0,0 0 0 0 0,0 0 1 0 0,0 9-1 0 0,3 41 302 0 0,-3 78 0 0 0,0 15-131 0 0,1-123-57 0 0,1-1-1 0 0,1 0 0 0 0,1 0 0 0 0,8 23 1 0 0,-7-31-171 0 0,1-1 0 0 0,0 0 1 0 0,1 0-1 0 0,18 23 1 0 0,-4-5-4851 0 0,-10-9-5341 0 0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3:34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 1681 0 0,'-7'6'13719'0'0,"0"7"-12946"0"0,-3 4-6447 0 0,3-8 2085 0 0,-5 2-520 0 0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3:34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385 0 7443 0 0,'-226'164'6003'0'0,"205"-147"-5082"0"0,1 1-1 0 0,0 1 0 0 0,1 0 1 0 0,-27 37-1 0 0,42-50-790 0 0,0 0-1 0 0,0 1 1 0 0,1 0-1 0 0,0 0 1 0 0,0 0-1 0 0,0 0 1 0 0,1 0-1 0 0,0 1 1 0 0,1-1-1 0 0,-1 1 1 0 0,1-1-1 0 0,1 1 1 0 0,0 0-1 0 0,0-1 1 0 0,0 1-1 0 0,1-1 1 0 0,0 1-1 0 0,0-1 1 0 0,1 1-1 0 0,0-1 1 0 0,4 9 0 0 0,-2-7-157 0 0,0-1 1 0 0,1 0-1 0 0,0 0 1 0 0,0 0 0 0 0,1 0-1 0 0,0-1 1 0 0,0 0 0 0 0,1 0-1 0 0,0-1 1 0 0,0 0 0 0 0,0 0-1 0 0,1-1 1 0 0,0 0 0 0 0,0 0-1 0 0,15 6 1 0 0,-12-7 29 0 0,0 0 0 0 0,0-1 1 0 0,0 0-1 0 0,0-1 0 0 0,0 0 0 0 0,1-1 1 0 0,-1 0-1 0 0,0-1 0 0 0,1 0 0 0 0,-1-1 1 0 0,12-2-1 0 0,-4-1 14 0 0,0-1 0 0 0,0-1-1 0 0,-1-1 1 0 0,1 0 0 0 0,30-18 0 0 0,-1-6 255 0 0,0-2 0 0 0,-3-2-1 0 0,51-49 1 0 0,55-68 1289 0 0,-148 149-1544 0 0,-1 0-36 0 0,0 1 0 0 0,-1 0 0 0 0,1 0-1 0 0,0 0 1 0 0,0 1 0 0 0,0-1 0 0 0,0 0-1 0 0,5-2 1 0 0,-7 6 3 0 0,0 0 1 0 0,0 0-1 0 0,0 0 0 0 0,1-1 0 0 0,-2 1 1 0 0,1 0-1 0 0,0 0 0 0 0,0 0 0 0 0,0 0 1 0 0,-1-1-1 0 0,1 1 0 0 0,-2 2 0 0 0,1 4 43 0 0,-36 227 576 0 0,29-163-364 0 0,2 93 0 0 0,6-148-181 0 0,1 1 1 0 0,1-1-1 0 0,1 0 0 0 0,7 28 1 0 0,-8-39-80 0 0,0 0-1 0 0,0-1 1 0 0,1 1 0 0 0,0 0 0 0 0,0-1-1 0 0,0 1 1 0 0,1-1 0 0 0,-1 0 0 0 0,1 0-1 0 0,0-1 1 0 0,1 1 0 0 0,-1-1 0 0 0,1 0 0 0 0,9 6-1 0 0,-11-8-31 0 0,0 0 0 0 0,0-1-1 0 0,1 1 1 0 0,-1-1-1 0 0,0 0 1 0 0,1 0 0 0 0,-1 0-1 0 0,1 0 1 0 0,-1-1-1 0 0,1 1 1 0 0,-1-1 0 0 0,1 0-1 0 0,0 0 1 0 0,-1 0 0 0 0,1-1-1 0 0,-1 1 1 0 0,7-2-1 0 0,-4-1-138 0 0,1 1 0 0 0,-1-1 0 0 0,0-1 0 0 0,0 1 0 0 0,0-1 0 0 0,0 0 0 0 0,-1 0 0 0 0,1-1 0 0 0,5-5 0 0 0,7-10-1585 0 0,-1-1-1 0 0,-1 0 1 0 0,17-29-1 0 0,56-109-10854 0 0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3:35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623 1 1201 0 0,'-2'1'420'0'0,"0"-1"1"0"0,0 1-1 0 0,0 0 1 0 0,1 0-1 0 0,-1 0 1 0 0,0 0-1 0 0,1 0 1 0 0,-1 1-1 0 0,0-1 1 0 0,1 0-1 0 0,0 1 1 0 0,-1-1 0 0 0,1 1-1 0 0,0 0 1 0 0,0-1-1 0 0,0 1 1 0 0,-1 3-1 0 0,-13 39 11166 0 0,-15 91-2977 0 0,0 78-9955 0 0,13-89 1193 0 0,-33 272-87 0 0,48-358 200 0 0,2-38 38 0 0,0 0-1 0 0,1 0 1 0 0,-1 0 0 0 0,0 0 0 0 0,0 0 0 0 0,0-1 0 0 0,0 1 0 0 0,0 0-1 0 0,0 0 1 0 0,1 0 0 0 0,-1 0 0 0 0,0 0 0 0 0,0 0 0 0 0,0 0-1 0 0,0 0 1 0 0,1 0 0 0 0,-1 0 0 0 0,0 0 0 0 0,0 0 0 0 0,0 0-1 0 0,0 0 1 0 0,1 0 0 0 0,-1 0 0 0 0,0 0 0 0 0,0 0 0 0 0,0 0 0 0 0,0 0-1 0 0,1 0 1 0 0,-1 0 0 0 0,0 0 0 0 0,0 0 0 0 0,0 0 0 0 0,0 0-1 0 0,1 0 1 0 0,-1 0 0 0 0,0 0 0 0 0,0 0 0 0 0,0 1 0 0 0,0-1-1 0 0,0 0 1 0 0,0 0 0 0 0,1 0 0 0 0,-1 0 0 0 0,0 0 0 0 0,0 1 0 0 0,0-1-1 0 0,0 0 1 0 0,0 0 0 0 0,0 0 0 0 0,0 0 0 0 0,0 0 0 0 0,0 1-1 0 0,0-1 1 0 0,0 0 0 0 0,0 0 0 0 0,0 0 0 0 0,0 0 0 0 0,0 1-1 0 0,0-1 1 0 0,0 0 0 0 0,0 0 0 0 0,0 0 0 0 0,0 0 0 0 0,0 1-1 0 0,0-1 1 0 0,0 0 0 0 0,0 0 0 0 0,2-2-25 0 0,-1 0 1 0 0,1 0-1 0 0,-1 0 1 0 0,0 0-1 0 0,0-1 0 0 0,0 1 1 0 0,0-1-1 0 0,0 1 1 0 0,0-1-1 0 0,0 1 1 0 0,0-6-1 0 0,1-34-248 0 0,-1 35 229 0 0,-1-17-202 0 0,-1 1 1 0 0,-8-44-1 0 0,8 57 165 0 0,-2-1 0 0 0,0 1 0 0 0,0 0 0 0 0,-1 0 0 0 0,0 1-1 0 0,0-1 1 0 0,-1 1 0 0 0,-1 0 0 0 0,-6-9 0 0 0,9 15 58 0 0,1 0 0 0 0,-1 0 0 0 0,0 0 1 0 0,0 0-1 0 0,0 1 0 0 0,0-1 1 0 0,-1 1-1 0 0,1 0 0 0 0,-1 0 0 0 0,1 0 1 0 0,-1 1-1 0 0,1-1 0 0 0,-1 1 0 0 0,0 0 1 0 0,0 0-1 0 0,0 0 0 0 0,0 0 0 0 0,0 1 1 0 0,0-1-1 0 0,0 1 0 0 0,0 0 0 0 0,0 0 1 0 0,0 1-1 0 0,0-1 0 0 0,0 1 0 0 0,0 0 1 0 0,1 0-1 0 0,-1 0 0 0 0,0 1 0 0 0,0-1 1 0 0,1 1-1 0 0,-7 3 0 0 0,-4 4-24 0 0,0 1 0 0 0,0 0 0 0 0,0 1 0 0 0,1 1-1 0 0,1 0 1 0 0,-15 18 0 0 0,0 2 56 0 0,1 1 0 0 0,1 1-1 0 0,2 1 1 0 0,2 1 0 0 0,-26 57-1 0 0,43-83 67 0 0,1 0 0 0 0,0 0-1 0 0,1 0 1 0 0,0 1-1 0 0,-1 13 1 0 0,2-20-44 0 0,1-1 0 0 0,0 1 0 0 0,1-1 0 0 0,-1 1 0 0 0,0-1-1 0 0,1 1 1 0 0,0-1 0 0 0,0 0 0 0 0,0 1 0 0 0,0-1 0 0 0,1 0 0 0 0,-1 0 0 0 0,1 1 0 0 0,0-1 0 0 0,0-1-1 0 0,0 1 1 0 0,0 0 0 0 0,0 0 0 0 0,3 2 0 0 0,-1-2-3 0 0,-1 0-1 0 0,1 0 1 0 0,0 0 0 0 0,0-1 0 0 0,0 0 0 0 0,1 1-1 0 0,-1-1 1 0 0,0-1 0 0 0,1 1 0 0 0,-1-1-1 0 0,1 1 1 0 0,0-1 0 0 0,-1-1 0 0 0,1 1-1 0 0,9-1 1 0 0,-7 0-4 0 0,0-1 0 0 0,-1 0 0 0 0,1-1 1 0 0,0 0-1 0 0,-1 0 0 0 0,1 0 0 0 0,-1-1 0 0 0,0 0 0 0 0,12-7 0 0 0,0-3 11 0 0,-1 0-1 0 0,0-2 0 0 0,-1 0 0 0 0,-1-1 1 0 0,23-29-1 0 0,6-16-97 0 0,36-69 0 0 0,-58 93-432 0 0,-22 35 419 0 0,1 1 0 0 0,-1-1 0 0 0,1 1-1 0 0,0-1 1 0 0,0 1 0 0 0,0 0 0 0 0,-1-1 0 0 0,1 1 0 0 0,1 0 0 0 0,-1-1-1 0 0,0 1 1 0 0,0 0 0 0 0,0 0 0 0 0,1 0 0 0 0,2-1 0 0 0,-4 3 32 0 0,1 1 0 0 0,-1 0 0 0 0,0-1 0 0 0,1 1 0 0 0,-1 0 0 0 0,0 0 0 0 0,0 0 0 0 0,0-1 0 0 0,0 1 0 0 0,-1 3 0 0 0,1 12 268 0 0,2 31-25 0 0,2-1 0 0 0,2 1-1 0 0,13 46 1 0 0,-16-80-149 0 0,1 0 0 0 0,1-1 0 0 0,0 0 0 0 0,10 20 0 0 0,-12-27-166 0 0,1-1 1 0 0,0 1-1 0 0,0 0 0 0 0,0-1 1 0 0,1 0-1 0 0,-1 0 1 0 0,1 0-1 0 0,1-1 0 0 0,-1 1 1 0 0,10 5-1 0 0,-13-9-140 0 0,0 0 0 0 0,0 0 1 0 0,1 0-1 0 0,-1 0 0 0 0,0-1 0 0 0,0 1 0 0 0,0-1 0 0 0,0 1 0 0 0,1-1 0 0 0,-1 0 0 0 0,0 0 0 0 0,0 0 1 0 0,1 0-1 0 0,-1 0 0 0 0,0 0 0 0 0,0-1 0 0 0,4 0 0 0 0,7-5-2485 0 0,1 1-1 0 0,21-15 1 0 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3:35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838 12 6803 0 0,'-1'-1'620'0'0,"-1"0"1"0"0,0 0-1 0 0,1-1 0 0 0,-1 1 1 0 0,0 0-1 0 0,0 0 0 0 0,0 1 0 0 0,0-1 1 0 0,0 0-1 0 0,0 1 0 0 0,0-1 1 0 0,0 1-1 0 0,-4-1 0 0 0,4 2-199 0 0,-1-1 1 0 0,0 1-1 0 0,0-1 0 0 0,0 1 1 0 0,0 0-1 0 0,1 0 0 0 0,-1 1 1 0 0,0-1-1 0 0,1 1 0 0 0,-1-1 0 0 0,-2 3 1 0 0,-4 3 311 0 0,-1 0 0 0 0,1 1-1 0 0,1 0 1 0 0,0 0 0 0 0,0 1 0 0 0,0 0 0 0 0,-6 11 0 0 0,4-3-264 0 0,1 0 0 0 0,0 1 0 0 0,-11 31 0 0 0,5 5-514 0 0,1 2-1 0 0,-6 57 1 0 0,12-61 38 0 0,-50 301 441 0 0,54-331-386 0 0,-4 17 38 0 0,1 1 1 0 0,2 0-1 0 0,2 0 1 0 0,2 52-1 0 0,1-90-114 0 0,0 1 0 0 0,0-1 0 0 0,1 0 1 0 0,-1 1-1 0 0,1-1 0 0 0,-1 0 0 0 0,1 1 0 0 0,0-1 0 0 0,2 4 0 0 0,-3-6 12 0 0,0 0 0 0 0,0 0-1 0 0,0 0 1 0 0,1 0 0 0 0,-1 0 0 0 0,0 0 0 0 0,0 1 0 0 0,1-1-1 0 0,-1 0 1 0 0,0 0 0 0 0,0 0 0 0 0,1 0 0 0 0,-1 0 0 0 0,0 0-1 0 0,0 0 1 0 0,1 0 0 0 0,-1 0 0 0 0,0 0 0 0 0,0 0-1 0 0,1 0 1 0 0,-1 0 0 0 0,0 0 0 0 0,0 0 0 0 0,1-1 0 0 0,-1 1-1 0 0,0 0 1 0 0,0 0 0 0 0,1 0 0 0 0,-1 0 0 0 0,0 0 0 0 0,0-1-1 0 0,0 1 1 0 0,1 0 0 0 0,-1 0 0 0 0,0 0 0 0 0,0 0 0 0 0,0-1-1 0 0,0 1 1 0 0,0 0 0 0 0,1 0 0 0 0,-1-1 0 0 0,0 1 0 0 0,0 0-1 0 0,0 0 1 0 0,0-1 0 0 0,4-6-161 0 0,-1 1 0 0 0,0-1 0 0 0,-1 0 1 0 0,4-13-1 0 0,-4 11 170 0 0,0 0 0 0 0,0-1 0 0 0,-1 1 0 0 0,0-1 0 0 0,-1 0 0 0 0,0 1 0 0 0,-1-1 0 0 0,-2-15 0 0 0,2 20 6 0 0,-1-1 0 0 0,0 1 0 0 0,0-1 0 0 0,0 1 0 0 0,-1 0 0 0 0,0 0 0 0 0,0 0 0 0 0,0 0 0 0 0,0 1 0 0 0,-1-1 0 0 0,0 1 0 0 0,0 0 0 0 0,0 0 0 0 0,0 0 0 0 0,0 0 0 0 0,-6-2 0 0 0,4 2 2 0 0,-1 0-1 0 0,0 0 1 0 0,0 1 0 0 0,0 0 0 0 0,0 0 0 0 0,0 0 0 0 0,0 1 0 0 0,-1 1 0 0 0,1-1-1 0 0,-1 1 1 0 0,0 0 0 0 0,1 1 0 0 0,-1 0 0 0 0,0 0 0 0 0,1 1 0 0 0,-1 0-1 0 0,1 0 1 0 0,-1 0 0 0 0,1 1 0 0 0,-1 0 0 0 0,1 1 0 0 0,-13 6 0 0 0,3 0 19 0 0,2 1 0 0 0,-1 0 0 0 0,1 1 0 0 0,1 1 0 0 0,0 0 0 0 0,1 1 0 0 0,0 0 0 0 0,-17 25 0 0 0,6-7 14 0 0,3 0 0 0 0,0 2 1 0 0,2 1-1 0 0,2 0 0 0 0,1 1 1 0 0,-20 64-1 0 0,35-94-37 0 0,-1 0 0 0 0,1-1 1 0 0,0 1-1 0 0,1 0 0 0 0,-1 0 0 0 0,1 0 1 0 0,0 0-1 0 0,0 0 0 0 0,2 7 0 0 0,-2-11-2 0 0,0 0-1 0 0,1 0 0 0 0,-1 0 1 0 0,1 0-1 0 0,-1 0 1 0 0,1 0-1 0 0,-1-1 1 0 0,1 1-1 0 0,-1 0 0 0 0,1 0 1 0 0,0 0-1 0 0,-1-1 1 0 0,1 1-1 0 0,0 0 0 0 0,0 0 1 0 0,0-1-1 0 0,0 1 1 0 0,-1-1-1 0 0,2 1 0 0 0,0 0-2 0 0,0-1 0 0 0,0 1 0 0 0,0-1 0 0 0,0 0 0 0 0,0 0 0 0 0,0 0-1 0 0,0 0 1 0 0,0 0 0 0 0,0 0 0 0 0,0 0 0 0 0,0-1 0 0 0,0 1 0 0 0,3-2-1 0 0,11-4 41 0 0,-1 0-1 0 0,1-1 0 0 0,-1-1 1 0 0,-1 0-1 0 0,0-1 0 0 0,23-18 1 0 0,69-73 67 0 0,-97 91-111 0 0,57-60-81 0 0,56-54-67 0 0,-114 116 154 0 0,1 0 1 0 0,-1 0 0 0 0,1 1-1 0 0,18-9 1 0 0,-26 14 2 0 0,1 0-1 0 0,-1 0 0 0 0,0 1 1 0 0,0-1-1 0 0,1 1 1 0 0,-1-1-1 0 0,0 1 0 0 0,1 0 1 0 0,-1-1-1 0 0,0 1 1 0 0,1 0-1 0 0,-1 0 0 0 0,0 0 1 0 0,1 0-1 0 0,-1 0 1 0 0,1 0-1 0 0,-1 1 0 0 0,0-1 1 0 0,1 0-1 0 0,-1 1 1 0 0,0-1-1 0 0,1 1 0 0 0,-1-1 1 0 0,0 1-1 0 0,0-1 1 0 0,0 1-1 0 0,1 0 0 0 0,-1 0 1 0 0,0 0-1 0 0,0 0 1 0 0,0-1-1 0 0,0 1 0 0 0,0 1 1 0 0,-1-1-1 0 0,1 0 1 0 0,0 0-1 0 0,1 2 0 0 0,0 3-16 0 0,0 1 0 0 0,0 0 0 0 0,0 0 0 0 0,-1 0 0 0 0,1 0 0 0 0,-1 8 0 0 0,0-8 17 0 0,4 47 23 0 0,12 79 127 0 0,-13-113-127 0 0,0 0 0 0 0,2 0 0 0 0,1-1 0 0 0,14 31 0 0 0,-18-45-30 0 0,0 1 1 0 0,0-1-1 0 0,1 0 1 0 0,-1 0-1 0 0,1 0 1 0 0,0-1-1 0 0,0 0 1 0 0,1 1-1 0 0,0-1 1 0 0,7 5 0 0 0,-9-7-35 0 0,0-1 0 0 0,0 0 0 0 0,-1 0 0 0 0,1 0 0 0 0,0 0 0 0 0,0 0 1 0 0,0 0-1 0 0,0-1 0 0 0,0 1 0 0 0,0-1 0 0 0,0 0 0 0 0,0 0 0 0 0,0 0 1 0 0,0-1-1 0 0,0 1 0 0 0,0-1 0 0 0,0 1 0 0 0,0-1 0 0 0,0 0 1 0 0,-1 0-1 0 0,1 0 0 0 0,0-1 0 0 0,0 1 0 0 0,2-2 0 0 0,2-2-498 0 0,0 0 0 0 0,0-1 1 0 0,-1 0-1 0 0,0 0 0 0 0,0 0 0 0 0,0-1 0 0 0,5-8 0 0 0,6-11-5038 0 0,14-31-1 0 0,-26 48 4216 0 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3:36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389 174 2801 0 0,'7'-26'1355'0'0,"9"-41"1616"0"0,-15 60-2456 0 0,0 0 0 0 0,0 0-1 0 0,-1 0 1 0 0,0 0 0 0 0,0 0 0 0 0,-1 0-1 0 0,-1-7 1 0 0,2 13-413 0 0,0 0 0 0 0,0 0-1 0 0,-1 0 1 0 0,1 0 0 0 0,0 1 0 0 0,0-1-1 0 0,-1 0 1 0 0,1 0 0 0 0,0 1 0 0 0,-1-1-1 0 0,1 0 1 0 0,-1 1 0 0 0,1-1 0 0 0,-1 0-1 0 0,1 1 1 0 0,-1-1 0 0 0,0 0-1 0 0,1 1 1 0 0,-1-1 0 0 0,0 1 0 0 0,1-1-1 0 0,-1 1 1 0 0,0 0 0 0 0,0-1 0 0 0,1 1-1 0 0,-1 0 1 0 0,-1-1 0 0 0,1 1 3 0 0,-1 0 1 0 0,0 0 0 0 0,1 1-1 0 0,-1-1 1 0 0,1 0-1 0 0,-1 1 1 0 0,1-1 0 0 0,-1 1-1 0 0,1-1 1 0 0,-1 1-1 0 0,1 0 1 0 0,0 0-1 0 0,-2 1 1 0 0,-5 4 243 0 0,0 0 0 0 0,1 1 0 0 0,-11 11 0 0 0,5-1 469 0 0,1 0 0 0 0,1 0 0 0 0,1 1 0 0 0,0 1 1 0 0,-13 35-1 0 0,-47 144 4604 0 0,13 15-4045 0 0,-29 214-1747 0 0,48-127 652 0 0,35-248-169 0 0,2 0 0 0 0,3-1 0 0 0,14 92 0 0 0,-11-122-65 0 0,0-1 0 0 0,0 1 0 0 0,2-1-1 0 0,1 0 1 0 0,0 0 0 0 0,2-1 0 0 0,0 0 0 0 0,17 23 0 0 0,-20-33-28 0 0,-1-1 1 0 0,1-1 0 0 0,0 1 0 0 0,1-1 0 0 0,0 0 0 0 0,0-1 0 0 0,0 0 0 0 0,1 0-1 0 0,0-1 1 0 0,0 0 0 0 0,0 0 0 0 0,1-1 0 0 0,0-1 0 0 0,-1 0 0 0 0,1 0-1 0 0,0 0 1 0 0,1-1 0 0 0,16 1 0 0 0,-16-3-204 0 0,1-1 1 0 0,-1 0-1 0 0,0 0 1 0 0,0-1-1 0 0,1 0 1 0 0,-1-1-1 0 0,0 0 0 0 0,-1-1 1 0 0,1 0-1 0 0,-1-1 1 0 0,1 0-1 0 0,-2 0 0 0 0,1-1 1 0 0,0-1-1 0 0,11-10 1 0 0,5-5-1658 0 0,-1-2 0 0 0,40-49 1 0 0,-34 32-2598 0 0,38-62-1 0 0,9-51-5873 0 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3:36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1 4562 0 0,'-32'36'3006'0'0,"2"1"0"0"0,2 2 1 0 0,-27 48-1 0 0,41-59-1334 0 0,1 0 0 0 0,2 1 1 0 0,0 0-1 0 0,2 0 0 0 0,2 1 1 0 0,-6 37-1 0 0,5 3-1725 0 0,2 0-1 0 0,4 0 1 0 0,2 1 0 0 0,11 75-1 0 0,-8-121-146 0 0,1 0 0 0 0,1-1 0 0 0,12 36 0 0 0,-14-54 196 0 0,-1 0-1 0 0,1 0 1 0 0,0 0-1 0 0,0 0 1 0 0,1 0-1 0 0,-1 0 1 0 0,1-1-1 0 0,0 0 1 0 0,1 0 0 0 0,0 0-1 0 0,-1 0 1 0 0,1-1-1 0 0,1 0 1 0 0,-1 0-1 0 0,1 0 1 0 0,-1-1-1 0 0,12 6 1 0 0,-12-8 14 0 0,-1 1-1 0 0,0-1 1 0 0,1-1 0 0 0,-1 1 0 0 0,1 0 0 0 0,-1-1 0 0 0,1 0-1 0 0,0 0 1 0 0,-1 0 0 0 0,1-1 0 0 0,-1 1 0 0 0,1-1-1 0 0,-1 0 1 0 0,1-1 0 0 0,-1 1 0 0 0,0-1 0 0 0,7-3 0 0 0,-1-1 7 0 0,0-1 0 0 0,0 0 0 0 0,0 0 0 0 0,-1-1 1 0 0,14-15-1 0 0,-6 3-21 0 0,-1-1 1 0 0,-1 0-1 0 0,0 0 1 0 0,-2-2 0 0 0,-1 1-1 0 0,-1-2 1 0 0,-1 0-1 0 0,10-33 1 0 0,-14 38-25 0 0,-1 0 1 0 0,-1 0-1 0 0,-1-1 1 0 0,-1 0 0 0 0,0 0-1 0 0,-1 1 1 0 0,-2-1-1 0 0,0 0 1 0 0,-1 0 0 0 0,0 0-1 0 0,-10-31 1 0 0,8 40 14 0 0,-1 1-1 0 0,0 0 1 0 0,0 0 0 0 0,-1 0 0 0 0,0 1 0 0 0,-1 0 0 0 0,0 0 0 0 0,-1 1 0 0 0,0 0 0 0 0,0 0-1 0 0,0 0 1 0 0,-1 1 0 0 0,0 1 0 0 0,-1 0 0 0 0,1 0 0 0 0,-1 0 0 0 0,0 1 0 0 0,-1 1 0 0 0,1 0-1 0 0,-1 0 1 0 0,-17-3 0 0 0,17 5 10 0 0,-1-1 0 0 0,1 2-1 0 0,0 0 1 0 0,-1 0 0 0 0,1 1 0 0 0,0 0-1 0 0,-1 1 1 0 0,1 0 0 0 0,0 1 0 0 0,0 1-1 0 0,0-1 1 0 0,0 2 0 0 0,0-1 0 0 0,0 2-1 0 0,1-1 1 0 0,0 1 0 0 0,0 1 0 0 0,0 0-1 0 0,1 0 1 0 0,0 1 0 0 0,-10 10 0 0 0,15-13-22 0 0,0 0 0 0 0,1 0 0 0 0,-1 0 1 0 0,1 1-1 0 0,0-1 0 0 0,1 1 0 0 0,-1 0 1 0 0,1 0-1 0 0,0 0 0 0 0,0 0 0 0 0,1 0 1 0 0,-1 1-1 0 0,0 9 0 0 0,1-11-284 0 0,1 0 1 0 0,1 0-1 0 0,-1 0 0 0 0,0 0 0 0 0,1 0 0 0 0,0 0 0 0 0,0 0 1 0 0,0 0-1 0 0,1 0 0 0 0,-1 0 0 0 0,1 0 0 0 0,0-1 0 0 0,0 1 1 0 0,0-1-1 0 0,0 1 0 0 0,1-1 0 0 0,-1 0 0 0 0,1 0 0 0 0,3 3 1 0 0,44 31-13872 0 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3:36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367 1 5923 0 0,'-23'34'12325'0'0,"-1"4"-8163"0"0,-2 14-4642 0 0,-12 4 0 0 0,0-6 880 0 0,3-2 320 0 0,6-4 1201 0 0,5-6 480 0 0,-9-15-1920 0 0,0-15-2162 0 0,-3-27-6243 0 0,8-29-2561 0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3:37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0 480 0 0,'-24'3'1698'0'0,"-35"6"1272"0"0,34-7 3794 0 0,138 0 1100 0 0,45 5-1295 0 0,-11 8-3647 0 0,-139-14-2999 0 0,-1 0-1 0 0,0 1 1 0 0,0-1 0 0 0,0 2 0 0 0,0-1-1 0 0,0 1 1 0 0,0 0 0 0 0,-1 0 0 0 0,1 1 0 0 0,-1 0-1 0 0,0 0 1 0 0,10 9 0 0 0,-14-11 17 0 0,0 1-1 0 0,0-1 1 0 0,-1 0-1 0 0,1 1 1 0 0,-1-1 0 0 0,0 1-1 0 0,0 0 1 0 0,0-1 0 0 0,0 1-1 0 0,0 0 1 0 0,0 0 0 0 0,-1-1-1 0 0,1 5 1 0 0,-1-2 26 0 0,0-1 0 0 0,-1 1 0 0 0,1 0 0 0 0,-1-1 1 0 0,0 1-1 0 0,0-1 0 0 0,0 1 0 0 0,-1-1 0 0 0,-3 8 0 0 0,-2 1-9 0 0,-1-1 0 0 0,0 0 1 0 0,0-1-1 0 0,-1 1 0 0 0,-1-1 0 0 0,0-1 0 0 0,-12 10 0 0 0,3-4 76 0 0,0-2-1 0 0,-1 0 0 0 0,-31 16 1 0 0,22-16 119 0 0,22-12-106 0 0,1 1 0 0 0,-1 0 0 0 0,1 0 0 0 0,0 0 0 0 0,0 1 1 0 0,1 0-1 0 0,-1 0 0 0 0,1 1 0 0 0,-7 6 0 0 0,12-11-47 0 0,0 0-1 0 0,-1 1 0 0 0,1-1 1 0 0,0 1-1 0 0,-1-1 0 0 0,1 1 0 0 0,0-1 1 0 0,0 1-1 0 0,0-1 0 0 0,-1 1 1 0 0,1-1-1 0 0,0 1 0 0 0,0-1 1 0 0,0 1-1 0 0,0 0 0 0 0,0-1 1 0 0,0 1-1 0 0,0-1 0 0 0,0 1 1 0 0,0-1-1 0 0,0 1 0 0 0,0-1 1 0 0,0 1-1 0 0,0-1 0 0 0,1 1 1 0 0,-1 0-1 0 0,0-1 0 0 0,0 1 0 0 0,1-1 1 0 0,-1 1-1 0 0,0-1 0 0 0,0 0 1 0 0,1 1-1 0 0,-1-1 0 0 0,1 1 1 0 0,-1-1-1 0 0,0 0 0 0 0,1 1 1 0 0,-1-1-1 0 0,1 1 0 0 0,26 12-39 0 0,-14-8 58 0 0,134 55 2 0 0,12 6-212 0 0,-151-62 186 0 0,-1 0 0 0 0,1 0-1 0 0,-1 1 1 0 0,0 0 0 0 0,-1 0-1 0 0,1 1 1 0 0,-1-1 0 0 0,0 2-1 0 0,6 6 1 0 0,-10-9 11 0 0,0 0 0 0 0,0-1 0 0 0,0 1 0 0 0,-1 0 1 0 0,1 0-1 0 0,-1 0 0 0 0,0 0 0 0 0,0 0 0 0 0,0 0 0 0 0,0 0 0 0 0,-1 0 0 0 0,0 0 1 0 0,0 1-1 0 0,0-1 0 0 0,0 0 0 0 0,-1 0 0 0 0,0 0 0 0 0,0 0 0 0 0,0 0 1 0 0,-3 8-1 0 0,-2 4 32 0 0,-2-1 0 0 0,0 1 0 0 0,-1-1 0 0 0,-11 16 0 0 0,-51 56 157 0 0,32-42-43 0 0,-76 68-1 0 0,99-99-118 0 0,-1-1-1 0 0,-1 0 1 0 0,0-2-1 0 0,0 0 1 0 0,-1-1-1 0 0,-1 0 1 0 0,0-2-1 0 0,-23 7 1 0 0,35-12-72 0 0,0-2 0 0 0,0 1 0 0 0,0-1 0 0 0,0 0 0 0 0,-1-1 0 0 0,-14 0 0 0 0,20 0-167 0 0,1-1 0 0 0,-1 1-1 0 0,1-1 1 0 0,0 0 0 0 0,-1 0 0 0 0,1 0-1 0 0,0 0 1 0 0,0 0 0 0 0,-1 0 0 0 0,1-1-1 0 0,0 1 1 0 0,0-1 0 0 0,0 1 0 0 0,1-1-1 0 0,-1 0 1 0 0,0 1 0 0 0,0-1 0 0 0,1 0-1 0 0,0 0 1 0 0,-1-1 0 0 0,1 1 0 0 0,0 0-1 0 0,0 0 1 0 0,0-1 0 0 0,0 1 0 0 0,-1-5 0 0 0,-7-53-9170 0 0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3:37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601 0 1521 0 0,'7'1'1272'0'0,"0"0"1"0"0,0 0-1 0 0,1 0 1 0 0,-1 1-1 0 0,10 3 1 0 0,4 3 198 0 0,37 21 1 0 0,-36-15-1058 0 0,0 1 1 0 0,-1 0-1 0 0,-1 2 0 0 0,0 0 0 0 0,-1 1 1 0 0,-2 1-1 0 0,1 1 0 0 0,-2 0 1 0 0,-1 1-1 0 0,-1 1 0 0 0,0 0 1 0 0,-2 1-1 0 0,0 1 0 0 0,8 27 1 0 0,-7-13 274 0 0,-1 1 0 0 0,-3-1 1 0 0,-1 2-1 0 0,-2-1 0 0 0,-2 1 1 0 0,-1 0-1 0 0,-2 0 1 0 0,-8 70-1 0 0,-3-34-130 0 0,-4 0 0 0 0,-4-1-1 0 0,-2-1 1 0 0,-4-1 0 0 0,-3-1 0 0 0,-3-1 0 0 0,-59 103 0 0 0,57-123-633 0 0,-1 0-1 0 0,-3-2 1 0 0,-1-2 0 0 0,-3-1 0 0 0,-2-2 0 0 0,-1-2 0 0 0,-3-2-1 0 0,-1-2 1 0 0,-2-2 0 0 0,-58 33 0 0 0,95-62-199 0 0,-1-1 1 0 0,1 0 0 0 0,-2-1-1 0 0,1 0 1 0 0,0-1-1 0 0,-1 0 1 0 0,-19 2 0 0 0,20-5-891 0 0,-1-1 1 0 0,0 0 0 0 0,0 0 0 0 0,-17-4 0 0 0,-58-12-10377 0 0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3:38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 1441 0 0,'197'-6'3681'0'0,"130"-20"-319"0"0,-19 4-481 0 0,-83 6-480 0 0,-71 18 561 0 0,-61 20 319 0 0,-58 18-7523 0 0,-70 36-6723 0 0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3:38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21 312 1601 0 0,'-21'14'3601'0'0,"38"-20"161"0"0,47-4-1121 0 0,54-6-640 0 0,48-14-160 0 0,28-16-160 0 0,-11 4-160 0 0,-29 16-561 0 0,19 12-400 0 0,10-18-2961 0 0,-3-8-6243 0 0,-21-24 160 0 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3:38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805 1 2641 0 0,'-189'50'4235'0'0,"153"-38"-2139"0"0,2 2 0 0 0,-1 0 0 0 0,-41 26 0 0 0,45-19 892 0 0,0 0 0 0 0,-36 34 1 0 0,34-24-534 0 0,-48 60-1 0 0,53-56-2354 0 0,2 2 0 0 0,2 2 0 0 0,1 0 0 0 0,2 1 0 0 0,-19 53 0 0 0,34-76-241 0 0,0-1-1 0 0,2 1 1 0 0,0 0 0 0 0,0 0 0 0 0,2 0 0 0 0,-1 26 0 0 0,3-35 137 0 0,0-1-1 0 0,1 0 1 0 0,0 1-1 0 0,1-1 1 0 0,-1 0-1 0 0,1 0 1 0 0,1 0 0 0 0,-1 0-1 0 0,1 0 1 0 0,0 0-1 0 0,1-1 1 0 0,0 0 0 0 0,0 0-1 0 0,0 0 1 0 0,1 0-1 0 0,0 0 1 0 0,8 7-1 0 0,-7-8 25 0 0,1 0 0 0 0,0 0 0 0 0,0-1 0 0 0,1 0-1 0 0,-1 0 1 0 0,1 0 0 0 0,-1-1 0 0 0,1-1-1 0 0,0 1 1 0 0,1-1 0 0 0,-1-1 0 0 0,0 1-1 0 0,16-1 1 0 0,-1-1 24 0 0,1-1 1 0 0,0-1-1 0 0,38-9 0 0 0,-23 1-17 0 0,1-1 0 0 0,-2-3 0 0 0,0-1-1 0 0,-1-2 1 0 0,0-1 0 0 0,-1-2 0 0 0,48-36 0 0 0,-5-4-148 0 0,-3-4 1 0 0,68-73-1 0 0,149-136-933 0 0,-271 257 1054 0 0,0 0 0 0 0,28-13 0 0 0,-48 27 24 0 0,0 1 0 0 0,0 0 0 0 0,0 0 0 0 0,1 1 0 0 0,-1-1 0 0 0,0 0 1 0 0,1 1-1 0 0,-1-1 0 0 0,0 1 0 0 0,5 0 0 0 0,-7 0-12 0 0,1 0 1 0 0,0 0 0 0 0,-1 0 0 0 0,1 1 0 0 0,0-1 0 0 0,-1 0 0 0 0,1 0 0 0 0,-1 1 0 0 0,1-1 0 0 0,0 0 0 0 0,-1 1-1 0 0,1-1 1 0 0,-1 1 0 0 0,1-1 0 0 0,-1 1 0 0 0,1-1 0 0 0,-1 1 0 0 0,1-1 0 0 0,-1 1 0 0 0,0-1 0 0 0,1 1-1 0 0,-1-1 1 0 0,0 1 0 0 0,1 1 0 0 0,0 4 93 0 0,0 0-1 0 0,-1 0 1 0 0,0 0-1 0 0,0 0 1 0 0,0 0-1 0 0,-1 0 1 0 0,0 7-1 0 0,-1 3 159 0 0,-86 604 2790 0 0,48-272-3023 0 0,22 4 33 0 0,8-155-199 0 0,6-86-2090 0 0,7-40-4367 0 0,2-8-5200 0 0,-9-17 333 0 0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3:39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515 363 80 0 0,'0'0'45'0'0,"0"0"0"0"0,1 0 0 0 0,-1 0 0 0 0,0 0 0 0 0,0 0 0 0 0,0 0 0 0 0,1-1 0 0 0,-1 1 1 0 0,0 0-1 0 0,0 0 0 0 0,0 0 0 0 0,0 0 0 0 0,1 0 0 0 0,-1-1 0 0 0,0 1 0 0 0,0 0 0 0 0,0 0 0 0 0,0 0 0 0 0,0-1 0 0 0,0 1 0 0 0,1 0 0 0 0,-1 0 0 0 0,0-1 0 0 0,0 1 0 0 0,0 0 0 0 0,0 0 1 0 0,0 0-1 0 0,0-1 0 0 0,0 1 0 0 0,0 0 0 0 0,0 0 0 0 0,0-1 0 0 0,0 1 0 0 0,0 0 0 0 0,0 0 0 0 0,0-1 0 0 0,-1 1 0 0 0,1 0 0 0 0,0 0 0 0 0,0 0 0 0 0,0-1 0 0 0,0 1 0 0 0,0 0 0 0 0,0 0 0 0 0,0 0 1 0 0,-1-1-1 0 0,1 1 0 0 0,0 0 0 0 0,0 0 0 0 0,0 0 0 0 0,-1 0 0 0 0,1 0 0 0 0,0-1 0 0 0,0 1 0 0 0,0 0 0 0 0,-1 0 0 0 0,1 0 0 0 0,-24-4 1193 0 0,15 4-667 0 0,0 0 1 0 0,0 0 0 0 0,-1 1 0 0 0,-11 3 0 0 0,13-1-79 0 0,-1 0 1 0 0,1 0-1 0 0,0 1 1 0 0,1 0 0 0 0,-1 1-1 0 0,1 0 1 0 0,-10 7-1 0 0,-14 11 848 0 0,1 1-1 0 0,0 1 1 0 0,2 2 0 0 0,2 1-1 0 0,-35 46 1 0 0,40-40-807 0 0,1 2 1 0 0,2 1-1 0 0,2 0 1 0 0,1 1-1 0 0,2 0 1 0 0,1 1 0 0 0,3 1-1 0 0,-7 57 1 0 0,8-21-464 0 0,3 0 0 0 0,3 1 0 0 0,14 123 1 0 0,0-114 25 0 0,4-1 0 0 0,4 0 0 0 0,3-2 0 0 0,4 0 0 0 0,3-1 0 0 0,4-2 0 0 0,4-2 0 0 0,2-1 0 0 0,4-2 0 0 0,67 85 0 0 0,-79-119-52 0 0,2-1-1 0 0,1-2 1 0 0,2-2 0 0 0,2-1 0 0 0,1-2 0 0 0,2-1 0 0 0,49 27-1 0 0,-60-42-5 0 0,1-1 0 0 0,0-1 0 0 0,1-2 0 0 0,1-1 0 0 0,0-2 0 0 0,1-1 0 0 0,0-1 0 0 0,0-3 0 0 0,1-1 0 0 0,66 0 0 0 0,-70-6 39 0 0,-1-1 1 0 0,-1-2-1 0 0,1-1 1 0 0,0-1-1 0 0,-1-2 1 0 0,-1-1-1 0 0,0-1 1 0 0,30-16-1 0 0,-21 6 2 0 0,0-2 0 0 0,-2-2 0 0 0,-1-1-1 0 0,0-1 1 0 0,33-37 0 0 0,-18 11 11 0 0,-2-2 0 0 0,57-86 0 0 0,52-127-2 0 0,-108 173-86 0 0,-4-3-1 0 0,-5-1 0 0 0,-4-2 1 0 0,39-179-1 0 0,-64 216-1 0 0,-3-1-1 0 0,-2 0 1 0 0,-6-95-1 0 0,-3 107 5 0 0,-3 2 1 0 0,-3-1-1 0 0,-1 1 0 0 0,-34-94 0 0 0,26 98 33 0 0,-2 1-1 0 0,-2 2 1 0 0,-2 0-1 0 0,-2 1 0 0 0,-2 2 1 0 0,-1 0-1 0 0,-41-41 1 0 0,45 56 1 0 0,-2 0 1 0 0,-1 2-1 0 0,-1 1 1 0 0,0 1-1 0 0,-2 2 1 0 0,-1 1-1 0 0,0 1 0 0 0,-1 2 1 0 0,-1 1-1 0 0,-48-14 1 0 0,44 19-46 0 0,1 2 1 0 0,-1 2-1 0 0,0 2 1 0 0,-1 1-1 0 0,-69 4 1 0 0,57 3-41 0 0,1 3 1 0 0,0 2-1 0 0,1 2 1 0 0,-48 18-1 0 0,29-3-199 0 0,2 2 1 0 0,2 3-1 0 0,0 3 0 0 0,2 2 0 0 0,2 4 0 0 0,-81 68 1 0 0,96-69-289 0 0,2 3 1 0 0,1 2 0 0 0,2 1 0 0 0,-59 88-1 0 0,70-86-1336 0 0,2 2-1 0 0,-39 99 0 0 0,40-72-1221 0 0,3 1-1 0 0,4 1 1 0 0,-16 142-1 0 0,17 27-1630 0 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3:41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8566 2923 640 0 0,'-4'-3'4177'0'0,"6"9"-2101"0"0,17 18-1125 0 0,-10-14-736 0 0,-1 0 0 0 0,0 0 0 0 0,0 1 0 0 0,9 16 0 0 0,-15-21-16 0 0,1 0 1 0 0,-1 0-1 0 0,0-1 1 0 0,-1 1-1 0 0,0 1 1 0 0,1-1 0 0 0,-2 0-1 0 0,1 0 1 0 0,-1 0-1 0 0,0 0 1 0 0,0 1-1 0 0,-1-1 1 0 0,1 0 0 0 0,-3 7-1 0 0,-20 95 1394 0 0,-14 61 403 0 0,26-131-1622 0 0,-1-1-1 0 0,-23 51 0 0 0,-138 230 2319 0 0,158-293-2463 0 0,-19 34 155 0 0,-3-1 1 0 0,-2-2-1 0 0,-3-1 0 0 0,-2-3 0 0 0,-3-1 0 0 0,-1-3 1 0 0,-3-1-1 0 0,-1-3 0 0 0,-98 62 0 0 0,86-69 187 0 0,-1-4-1 0 0,-1-2 1 0 0,-128 40-1 0 0,99-45-71 0 0,-1-4 0 0 0,-129 12-1 0 0,-202-17 250 0 0,3-39-712 0 0,149-3 297 0 0,-447-97-1 0 0,586 88-216 0 0,2-6 0 0 0,2-6 0 0 0,2-6 0 0 0,2-5 0 0 0,-142-88 0 0 0,-369-308 2294 0 0,516 359-2593 0 0,-5 1 74 0 0,-87-69 379 0 0,25-9 182 0 0,159 139-385 0 0,2-1 0 0 0,1-2 0 0 0,-45-73 0 0 0,43 49 50 0 0,3-2 1 0 0,-38-125-1 0 0,59 163-117 0 0,1 0 0 0 0,1 0 0 0 0,1 0 0 0 0,1-1 0 0 0,2-33 0 0 0,17-115 0 0 0,-2 56 0 0 0,-14 99 0 0 0,0-1 0 0 0,0 0 0 0 0,-2 1 0 0 0,0-1 0 0 0,-7-30 0 0 0,6 39 0 0 0,-1 0 0 0 0,0 1 0 0 0,-1-1 0 0 0,0 1 0 0 0,0-1 0 0 0,-1 1 0 0 0,0 1 0 0 0,0-1 0 0 0,-1 1 0 0 0,0 0 0 0 0,0 0 0 0 0,-1 0 0 0 0,-9-6 0 0 0,-13-8 0 0 0,-1 3 0 0 0,-1 0 0 0 0,-1 2 0 0 0,0 1 0 0 0,-66-20 0 0 0,-192-40 0 0 0,109 36 0 0 0,-366-93 0 0 0,493 116 0 0 0,-338-105 0 0 0,15-23 0 0 0,329 122 0 0 0,-80-49 0 0 0,121 67 0 0 0,1-1 0 0 0,0 1 0 0 0,0-1 0 0 0,1 0 0 0 0,-1-1 0 0 0,1 1 0 0 0,0-1 0 0 0,1 0 0 0 0,0 0 0 0 0,-1 0 0 0 0,2-1 0 0 0,-1 0 0 0 0,1 0 0 0 0,0 0 0 0 0,0 0 0 0 0,1 0 0 0 0,-2-9 0 0 0,3 5 0 0 0,0 0 0 0 0,1 0 0 0 0,0 1 0 0 0,1-1 0 0 0,0 0 0 0 0,1 1 0 0 0,0-1 0 0 0,0 1 0 0 0,1-1 0 0 0,1 1 0 0 0,5-11 0 0 0,48-93 0 0 0,-37 79 0 0 0,-2-2 0 0 0,16-43 0 0 0,-33 76 0 0 0,9-26 0 0 0,-1-1 0 0 0,6-36 0 0 0,-14 56 0 0 0,0 0 0 0 0,0 0 0 0 0,-1 0 0 0 0,0-1 0 0 0,-1 1 0 0 0,-1 0 0 0 0,0 0 0 0 0,0 0 0 0 0,-8-21 0 0 0,10 31 0 0 0,-13-35 0 0 0,-2 1 0 0 0,-1 0 0 0 0,-2 1 0 0 0,-22-32 0 0 0,-96-133 0 0 0,127 185 10 0 0,-16-24 8 0 0,24 37-25 0 0,0-1-1 0 0,0 1 1 0 0,-1 0 0 0 0,1-1-1 0 0,0 1 1 0 0,-1 0 0 0 0,1 0-1 0 0,-1 0 1 0 0,1 0 0 0 0,-1 0 0 0 0,1 0-1 0 0,-1 1 1 0 0,0-1 0 0 0,0 0-1 0 0,1 1 1 0 0,-1 0 0 0 0,0-1 0 0 0,0 1-1 0 0,0 0 1 0 0,-2 0 0 0 0,3 0-194 0 0,0 0 1 0 0,0 1 0 0 0,0-1-1 0 0,0 1 1 0 0,0-1 0 0 0,0 1-1 0 0,0 0 1 0 0,0-1-1 0 0,1 1 1 0 0,-1 0 0 0 0,0 0-1 0 0,0 0 1 0 0,1-1 0 0 0,-1 1-1 0 0,0 0 1 0 0,1 0 0 0 0,-1 0-1 0 0,1 0 1 0 0,-1 2 0 0 0,-10 27-6592 0 0,2-6-178 0 0,-8-6 354 0 0,-6-3 1240 0 0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3:41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546 14 400 0 0,'7'-8'2321'0'0,"-14"4"-160"0"0,-5 2 0 0 0,-7 6-80 0 0,-68 50 3922 0 0,-86 80 2081 0 0,75-2-5923 0 0,46-10-2802 0 0,12-14 81 0 0,9-24 400 0 0,10 1-160 0 0,9-7-801 0 0,24-28-7523 0 0,16-54-4081 0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3:41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1040 0 0,'43'32'2722'0'0,"2"26"-241"0"0,23 17-160 0 0,34 23-320 0 0,22 26-240 0 0,6 20-161 0 0,0 2-239 0 0,8-4-481 0 0,-5-13-2800 0 0,-13-7-5284 0 0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5:45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0 560 0 0,'27'17'2081'0'0,"-97"-17"-160"0"0,77-2-80 0 0,20 28 0 0 0,9 71-240 0 0,1 64-81 0 0,-10 8-239 0 0,-10-23-321 0 0,-17 8 1 0 0,-20 0 1120 0 0,-2-7 1280 0 0,5-30-960 0 0,3-39-1600 0 0,6-49-2002 0 0,13-74-4241 0 0,10-110-4243 0 0,-13-46 3522 0 0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5:45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1012 400 0 0,'-13'-156'182'0'0,"6"-1"1"0"0,24-275-1 0 0,0 248 1726 0 0,-16 174-1503 0 0,-2 9-332 0 0,1 1 0 0 0,0-1-1 0 0,0 0 1 0 0,0 0 0 0 0,0 1 0 0 0,0-1-1 0 0,0 0 1 0 0,0 0 0 0 0,0 1 0 0 0,0-1 0 0 0,0 0-1 0 0,1 0 1 0 0,-1 1 0 0 0,0-1 0 0 0,0 0-1 0 0,1 0 1 0 0,-1 1 0 0 0,0-1 0 0 0,1 0 0 0 0,-1 1-1 0 0,1-1 1 0 0,-1 1 0 0 0,1-1 0 0 0,-1 0 0 0 0,1 1-1 0 0,0-1 1 0 0,-1 1 0 0 0,1-1 0 0 0,-1 1-1 0 0,1 0 1 0 0,0-1 0 0 0,-1 1 0 0 0,1 0 0 0 0,0-1-1 0 0,0 1 1 0 0,-1 0 0 0 0,1 0 0 0 0,0 0-1 0 0,0 0 1 0 0,0 0 0 0 0,-1-1 0 0 0,2 2 0 0 0,138-22 3301 0 0,-63 9-1920 0 0,119-5 0 0 0,-168 16-1222 0 0,-1 2 0 0 0,1 2 0 0 0,-1 0-1 0 0,0 1 1 0 0,0 2 0 0 0,0 1 0 0 0,48 19 0 0 0,-62-20-153 0 0,-1 1 0 0 0,1 1-1 0 0,-1 0 1 0 0,0 0 0 0 0,-1 1 0 0 0,0 0 0 0 0,0 1 0 0 0,-1 1 0 0 0,-1-1 0 0 0,1 2 0 0 0,-2-1 0 0 0,14 25 0 0 0,-4-2 115 0 0,-2 2-1 0 0,-2-1 1 0 0,15 59-1 0 0,-11-18 25 0 0,-3 1-1 0 0,-3 0 0 0 0,-4 0 0 0 0,-3 1 1 0 0,-4 0-1 0 0,-12 116 0 0 0,-7-56 183 0 0,-6 0 1 0 0,-71 232-1 0 0,90-355-406 0 0,-6 23-826 0 0,-1-2-1 0 0,-2 1 1 0 0,-24 43 0 0 0,24-64-1758 0 0,14-16 2484 0 0,0 0 0 0 0,-1 1 0 0 0,1-1 0 0 0,0 0-1 0 0,-1 0 1 0 0,1 0 0 0 0,-1 1 0 0 0,1-1 0 0 0,0 0-1 0 0,-1 0 1 0 0,1 0 0 0 0,-1 0 0 0 0,1 0 0 0 0,0 0-1 0 0,-1 0 1 0 0,1 0 0 0 0,-1 0 0 0 0,1 0 0 0 0,0 0-1 0 0,-1 0 1 0 0,1 0 0 0 0,-1-1 0 0 0,1 1 0 0 0,0 0-1 0 0,-1 0 1 0 0,1 0 0 0 0,-1 0 0 0 0,1-1 0 0 0,-3-3-698 0 0,0 1 1 0 0,0-1-1 0 0,1 0 1 0 0,0 0-1 0 0,0 0 1 0 0,0-1-1 0 0,-2-5 1 0 0,4 9 788 0 0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5:45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717 46 880 0 0,'-8'-46'5523'0'0,"-28"69"1440"0"0,-25 61-2161 0 0,-5 26-3121 0 0,-15 19-1761 0 0,0 24-160 0 0,8-11 400 0 0,24-48 0 0 0,13-24-80 0 0,-3-27-2641 0 0,-18-61-6083 0 0,1-42 1041 0 0</inkml:trace>
  <inkml:trace contextRef="#ctx0" brushRef="#br0" timeOffset="1">1 519 240 0 0,'12'-148'560'0'0,"30"61"-320"0"0,-8 52 81 0 0,-12 46 879 0 0,-22 11 641 0 0,0 1 0 0 0,19 16-320 0 0,23 15-241 0 0,16 5-79 0 0,28-7-81 0 0,19-21-239 0 0,5-13-321 0 0,2-32-2641 0 0,-24-58-4882 0 0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5:46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503 4 1681 0 0,'-1'0'244'0'0,"-1"-1"1"0"0,1 0-1 0 0,-1 1 0 0 0,1 0 1 0 0,-1-1-1 0 0,0 1 1 0 0,1 0-1 0 0,-1 0 1 0 0,1 0-1 0 0,-1 0 0 0 0,0 0 1 0 0,1 0-1 0 0,-1 0 1 0 0,1 1-1 0 0,-1-1 1 0 0,0 1-1 0 0,1-1 0 0 0,-1 1 1 0 0,-2 1-1 0 0,-25 22 1376 0 0,21-17-858 0 0,-20 21 1351 0 0,1 2 0 0 0,-28 37 0 0 0,-40 73-110 0 0,10-14-1408 0 0,-51 54 672 0 0,131-175-1728 0 0,4-8 191 0 0,7-13-613 0 0,20-52-3943 0 0,18-39 208 0 0,-41 101 4631 0 0,0 0 1 0 0,1 1-1 0 0,0-1 0 0 0,4-5 1 0 0,-7 10 14 0 0,-1 1 0 0 0,1-1 0 0 0,0 0 0 0 0,-1 1 1 0 0,1-1-1 0 0,0 0 0 0 0,-1 1 0 0 0,1-1 0 0 0,0 1 0 0 0,0 0 1 0 0,-1-1-1 0 0,1 1 0 0 0,0-1 0 0 0,0 1 0 0 0,0 0 0 0 0,0 0 1 0 0,0-1-1 0 0,-1 1 0 0 0,1 0 0 0 0,0 0 0 0 0,0 0 0 0 0,0 0 1 0 0,0 0-1 0 0,0 0 0 0 0,0 0 0 0 0,0 1 0 0 0,-1-1 0 0 0,3 1 1 0 0,20 16 718 0 0,-12-9-497 0 0,0 1-18 0 0,0-1 0 0 0,1 0 0 0 0,0-1 0 0 0,0 0 0 0 0,1-1 0 0 0,23 8 0 0 0,-26-11-171 0 0,1-1 0 0 0,-1 0 0 0 0,0-1 0 0 0,0 0 0 0 0,1 0 0 0 0,-1-1 0 0 0,0 0 0 0 0,1-1-1 0 0,-1-1 1 0 0,19-4 0 0 0,-13 1-80 0 0,0-1 0 0 0,0 0 0 0 0,-1-1 0 0 0,0-1 0 0 0,-1 0-1 0 0,16-13 1 0 0,-2 0-652 0 0,-1-2 0 0 0,25-27 0 0 0,60-76-5554 0 0,-111 125 6167 0 0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5:46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363 51 880 0 0,'4'-7'1144'0'0,"-1"0"0"0"0,-1-1 0 0 0,4-13 0 0 0,-6 20-1074 0 0,0 1 0 0 0,0 0 0 0 0,0 0 0 0 0,1-1 0 0 0,-1 1 0 0 0,0 0 0 0 0,-1 0 0 0 0,1-1 0 0 0,0 1 0 0 0,0 0 0 0 0,0 0 0 0 0,0-1 0 0 0,0 1 0 0 0,0 0 0 0 0,0-1 0 0 0,0 1 0 0 0,0 0 0 0 0,0 0 0 0 0,-1 0 0 0 0,1-1 1 0 0,0 1-1 0 0,0 0 0 0 0,0 0 0 0 0,0 0 0 0 0,-1-1 0 0 0,1 1 0 0 0,0 0 0 0 0,0 0 0 0 0,-1 0 0 0 0,1 0 0 0 0,0 0 0 0 0,0-1 0 0 0,-1 1 0 0 0,-12 3 2031 0 0,5 2-1605 0 0,-1 0 0 0 0,1 0 0 0 0,0 1 0 0 0,0 0 1 0 0,1 1-1 0 0,0-1 0 0 0,-8 11 0 0 0,-44 61 1326 0 0,40-52-1410 0 0,-30 38 23 0 0,30-42-295 0 0,1 1-1 0 0,1 0 1 0 0,2 2 0 0 0,-20 37 0 0 0,35-62-132 0 0,0 1 0 0 0,-1-1 1 0 0,1 1-1 0 0,0-1 0 0 0,-1 1 1 0 0,1-1-1 0 0,0 1 1 0 0,0-1-1 0 0,0 1 0 0 0,-1-1 1 0 0,1 1-1 0 0,0-1 0 0 0,0 1 1 0 0,0-1-1 0 0,0 1 1 0 0,0-1-1 0 0,0 1 0 0 0,0-1 1 0 0,0 1-1 0 0,0-1 0 0 0,0 1 1 0 0,0-1-1 0 0,0 1 1 0 0,0-1-1 0 0,1 1 0 0 0,-1-1 1 0 0,0 1-1 0 0,0-1 0 0 0,1 1 1 0 0,-1-1-1 0 0,0 1 1 0 0,0-1-1 0 0,1 1 0 0 0,-1-1 1 0 0,1 0-1 0 0,-1 1 1 0 0,0-1-1 0 0,1 0 0 0 0,-1 1 1 0 0,1-1-1 0 0,-1 0 0 0 0,1 0 1 0 0,0 1-1 0 0,23-3 175 0 0,-18 1-161 0 0,10-2 14 0 0,0-1 0 0 0,-1-1 0 0 0,0-1 0 0 0,0 0 0 0 0,17-10 0 0 0,72-47-173 0 0,-37 20-115 0 0,-48 32 137 0 0,31-17-468 0 0,-45 26 327 0 0,-1 0 0 0 0,1 0 0 0 0,0 0 0 0 0,-1 1 0 0 0,1 0 0 0 0,0 0 0 0 0,0 0 0 0 0,7 0 0 0 0,-11 1 154 0 0,-1 0 0 0 0,1 0 0 0 0,0 0 0 0 0,0 0-1 0 0,0 0 1 0 0,0 0 0 0 0,0 1 0 0 0,0-1 0 0 0,0 0 0 0 0,0 1-1 0 0,0-1 1 0 0,0 0 0 0 0,0 1 0 0 0,0-1 0 0 0,0 1-1 0 0,-1-1 1 0 0,1 1 0 0 0,0 0 0 0 0,0-1 0 0 0,-1 1 0 0 0,1 0-1 0 0,0-1 1 0 0,-1 1 0 0 0,1 0 0 0 0,-1 0 0 0 0,1 0-1 0 0,-1 0 1 0 0,1-1 0 0 0,-1 1 0 0 0,1 1 0 0 0,-1 0 23 0 0,0 0 0 0 0,0 0 0 0 0,0 1 1 0 0,0-1-1 0 0,0 0 0 0 0,0 0 1 0 0,0 0-1 0 0,-1 0 0 0 0,1 0 0 0 0,-1 0 1 0 0,0 0-1 0 0,0 0 0 0 0,1 0 0 0 0,-3 2 1 0 0,-8 14 196 0 0,-1 0 0 0 0,-1-1 0 0 0,-17 18 1 0 0,2-3 248 0 0,-73 90 1047 0 0,-92 146 0 0 0,173-236-1101 0 0,3-7 46 0 0,1 1 0 0 0,1 1 0 0 0,1 0 0 0 0,-19 54 0 0 0,33-80-359 0 0,-2 5-12 0 0,0 1 1 0 0,1 0-1 0 0,0 0 0 0 0,0 7 1 0 0,1-13 4 0 0,0 0 0 0 0,0 0 0 0 0,0 0 0 0 0,0 0 0 0 0,0 1 0 0 0,0-1 0 0 0,1 0 0 0 0,-1 0 0 0 0,0 0 1 0 0,0 0-1 0 0,1 0 0 0 0,-1 0 0 0 0,1 0 0 0 0,-1 0 0 0 0,1 0 0 0 0,-1 0 0 0 0,1 0 0 0 0,0-1 0 0 0,-1 1 0 0 0,1 0 0 0 0,0 0 0 0 0,0 0 0 0 0,0-1 1 0 0,0 1-1 0 0,-1-1 0 0 0,1 1 0 0 0,0 0 0 0 0,0-1 0 0 0,0 1 0 0 0,0-1 0 0 0,0 0 0 0 0,0 1 0 0 0,3-1 0 0 0,5 0 4 0 0,1-1 0 0 0,0 0-1 0 0,0-1 1 0 0,0 0 0 0 0,-1-1-1 0 0,1 0 1 0 0,17-8 0 0 0,43-21-108 0 0,84-53 1 0 0,-55 29-3058 0 0,-73 44-247 0 0,-27 11 3028 0 0,-1 0-1 0 0,1 0 1 0 0,0 0-1 0 0,-1 0 1 0 0,1 0-1 0 0,0 0 1 0 0,-1 0-1 0 0,1 0 1 0 0,0-1-1 0 0,0 1 0 0 0,0 0 1 0 0,0-1-1 0 0,0 1 1 0 0,0-1-1 0 0,1 1 1 0 0,-1-1-1 0 0,0 1 1 0 0,0-3-1 0 0,-4-13-746 0 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5:46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142 258 1281 0 0,'-47'35'4562'0'0,"-4"-4"-1041"0"0,17-11-2560 0 0,24-9-241 0 0,17-15-320 0 0,20-13-320 0 0,12-3-320 0 0,8-34-880 0 0,31-78-3603 0 0,3 5-399 0 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5:47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548 1 4082 0 0,'-146'107'7897'0'0,"95"-64"-7804"0"0,2 2 1 0 0,-44 53-1 0 0,26-20 661 0 0,-69 106-1 0 0,131-172-471 0 0,17-22-341 0 0,4-4-57 0 0,9-2 99 0 0,-1 0 0 0 0,2 2 0 0 0,0 1 0 0 0,1 1 1 0 0,36-11-1 0 0,-43 17-200 0 0,-1 2 0 0 0,1 0 0 0 0,0 1 0 0 0,0 1 0 0 0,0 1 0 0 0,0 0 0 0 0,0 2 0 0 0,38 5 0 0 0,-52-5 167 0 0,0 0 1 0 0,0 1 0 0 0,0 0-1 0 0,0-1 1 0 0,0 2-1 0 0,0-1 1 0 0,0 1-1 0 0,-1 0 1 0 0,1 0 0 0 0,4 5-1 0 0,-7-6 59 0 0,-1 1-1 0 0,0-1 0 0 0,0 1 1 0 0,0 0-1 0 0,0-1 0 0 0,0 1 1 0 0,-1 0-1 0 0,1 1 0 0 0,-1-1 1 0 0,0 0-1 0 0,0 0 0 0 0,0 0 1 0 0,0 1-1 0 0,0-1 0 0 0,-1 0 1 0 0,1 1-1 0 0,-1-1 0 0 0,0 1 1 0 0,0-1-1 0 0,-1 0 0 0 0,0 4 1 0 0,-2 12 154 0 0,0-1 0 0 0,-2-1 0 0 0,0 1 0 0 0,-1-1 0 0 0,-1 1 0 0 0,-1-2 0 0 0,0 1 0 0 0,-1-1 0 0 0,0-1 0 0 0,-2 1 0 0 0,-18 20 0 0 0,-11 8 128 0 0,-2-1-1 0 0,-54 40 1 0 0,79-68-431 0 0,7-5 134 0 0,-1-1 0 0 0,1-1-1 0 0,-2 0 1 0 0,-13 8 0 0 0,23-15-102 0 0,0 0 0 0 0,-1 1 0 0 0,0-1 0 0 0,1 0 0 0 0,-1-1 1 0 0,0 1-1 0 0,1 0 0 0 0,-1-1 0 0 0,0 0 0 0 0,0 1 0 0 0,1-1 1 0 0,-1 0-1 0 0,0 0 0 0 0,0-1 0 0 0,1 1 0 0 0,-1 0 0 0 0,0-1 1 0 0,0 0-1 0 0,1 0 0 0 0,-1 0 0 0 0,1 0 0 0 0,-1 0 0 0 0,1 0 1 0 0,-1-1-1 0 0,-3-2 0 0 0,-4-5-1540 0 0,1-1 1 0 0,1 1 0 0 0,-12-18-1 0 0</inkml:trace>
  <inkml:trace contextRef="#ctx0" brushRef="#br0" timeOffset="1">242 313 2161 0 0,'8'15'7603'0'0,"9"1"-2720"0"0,27 11-4163 0 0,12 10-80 0 0,-2 8 81 0 0,-1 1-481 0 0,1 22-240 0 0,-17 24-721 0 0,-23 7-4321 0 0,-26 2-2962 0 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5:47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139 131 2321 0 0,'-29'16'3373'0'0,"18"-8"-2392"0"0,-1-1 1 0 0,-1 0 0 0 0,1-1 0 0 0,-1-1-1 0 0,0 0 1 0 0,-17 4 0 0 0,30-9-963 0 0,0 0 0 0 0,0 0 0 0 0,0 0 0 0 0,0 1 1 0 0,0-1-1 0 0,-1 0 0 0 0,1 0 0 0 0,0 0 0 0 0,0 0 0 0 0,0 0 0 0 0,0 0 1 0 0,-1 0-1 0 0,1 0 0 0 0,0 0 0 0 0,0 0 0 0 0,0 0 0 0 0,0 0 0 0 0,0 0 1 0 0,-1 0-1 0 0,1 0 0 0 0,0 0 0 0 0,0-1 0 0 0,0 1 0 0 0,0 0 1 0 0,0 0-1 0 0,-1 0 0 0 0,1 0 0 0 0,0 0 0 0 0,0 0 0 0 0,0 0 0 0 0,0 0 1 0 0,0 0-1 0 0,0-1 0 0 0,0 1 0 0 0,-1 0 0 0 0,1 0 0 0 0,0 0 0 0 0,0 0 1 0 0,0 0-1 0 0,0-1 0 0 0,0 1 0 0 0,0 0 0 0 0,0 0 0 0 0,0 0 1 0 0,0 0-1 0 0,0 0 0 0 0,0-1 0 0 0,0 1 0 0 0,0 0 0 0 0,0 0 0 0 0,5-11 556 0 0,12-11-139 0 0,-10 16-432 0 0,0 1-1 0 0,0-1 0 0 0,13-7 1 0 0,24-14-118 0 0,1 2 1 0 0,2 2 0 0 0,62-22-1 0 0,-104 43 109 0 0,0 0-1 0 0,-1 1 1 0 0,1 0-1 0 0,0 0 1 0 0,0 1-1 0 0,0-1 1 0 0,-1 1 0 0 0,1 0-1 0 0,0 1 1 0 0,0-1-1 0 0,0 1 1 0 0,0 0-1 0 0,-1 0 1 0 0,1 0-1 0 0,0 1 1 0 0,-1-1 0 0 0,1 1-1 0 0,-1 0 1 0 0,0 1-1 0 0,1-1 1 0 0,6 6-1 0 0,-7-4-8 0 0,-1 0-1 0 0,0 0 0 0 0,1 0 0 0 0,-2 1 1 0 0,1-1-1 0 0,0 1 0 0 0,-1 0 0 0 0,0 0 1 0 0,0 0-1 0 0,0 0 0 0 0,-1 0 0 0 0,0 0 0 0 0,0 0 1 0 0,0 1-1 0 0,0-1 0 0 0,-1 0 0 0 0,0 0 1 0 0,-1 9-1 0 0,0 2 36 0 0,-2 1-1 0 0,0-1 1 0 0,-1 0-1 0 0,0 0 1 0 0,-1-1 0 0 0,-1 1-1 0 0,-1-1 1 0 0,-12 21-1 0 0,0-6 96 0 0,0-2 0 0 0,-47 52 1 0 0,55-67 49 0 0,-2 0 1 0 0,1-1 0 0 0,-2-1-1 0 0,0 0 1 0 0,0-1 0 0 0,0-1 0 0 0,-2 0-1 0 0,1-1 1 0 0,-1 0 0 0 0,0-1 0 0 0,0-1-1 0 0,-1-1 1 0 0,0 0 0 0 0,0-2 0 0 0,-30 4-1 0 0,36-8 128 0 0,10-2-248 0 0,14-5-319 0 0,40-17-148 0 0,78-51-1 0 0,-94 51-2478 0 0,34-31 0 0 0,-57 43 468 0 0,-2 0 0 0 0,14-18-1 0 0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5:48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0 379 80 0 0,'47'21'2721'0'0,"-64"-27"-320"0"0,2 1-160 0 0,5 1-160 0 0,5-2-160 0 0,15-2-240 0 0,139-46 1761 0 0,10 13-1842 0 0,-22 12-1600 0 0,-50 9-1120 0 0,-40 5-4963 0 0,-37-3-2481 0 0</inkml:trace>
  <inkml:trace contextRef="#ctx0" brushRef="#br0" timeOffset="1">428 0 240 0 0,'-20'70'4642'0'0,"-7"109"2241"0"0,10-36-4962 0 0,12-30-2561 0 0,15-8 160 0 0,19-4 400 0 0,8 18 80 0 0,-3 15-320 0 0,-19-11-1201 0 0,-25-22-3121 0 0,-17-25 240 0 0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5:48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0 573 160 0 0,'5'-27'1761'0'0,"12"-39"1520"0"0,25-57 561 0 0,6 24-2961 0 0,9 25-1282 0 0,1 8 1 0 0,-2 4-1601 0 0,-19 7-3441 0 0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5:48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1 560 0 0,'-1'0'99'0'0,"1"0"0"0"0,0 0 0 0 0,0 1 0 0 0,-1-1-1 0 0,1 0 1 0 0,0 0 0 0 0,0 1 0 0 0,0-1 0 0 0,0 0 0 0 0,-1 0-1 0 0,1 1 1 0 0,0-1 0 0 0,0 0 0 0 0,0 1 0 0 0,0-1 0 0 0,0 0 0 0 0,0 1-1 0 0,0-1 1 0 0,0 0 0 0 0,0 1 0 0 0,0-1 0 0 0,0 0 0 0 0,0 1-1 0 0,0-1 1 0 0,0 0 0 0 0,0 0 0 0 0,0 1 0 0 0,0-1 0 0 0,0 0-1 0 0,0 1 1 0 0,1-1 0 0 0,-1 0 0 0 0,0 1 0 0 0,0-1 0 0 0,0 0-1 0 0,1 0 1 0 0,-1 1 0 0 0,0-1 0 0 0,1 0 0 0 0,16 3 1598 0 0,-1-1-1278 0 0,19 5 221 0 0,-1 0 0 0 0,0 3 1 0 0,38 15-1 0 0,-68-24-641 0 0,0 1 1 0 0,0 1-1 0 0,0-1 1 0 0,0 0-1 0 0,-1 1 1 0 0,1 0-1 0 0,-1 0 1 0 0,1 0-1 0 0,-1 0 1 0 0,3 5-1 0 0,-5-6-40 0 0,1 0-1 0 0,-1 0 0 0 0,0 0 1 0 0,0 0-1 0 0,0 1 0 0 0,0-1 0 0 0,-1 0 1 0 0,1 1-1 0 0,-1-1 0 0 0,1 1 1 0 0,-1-1-1 0 0,0 0 0 0 0,0 1 1 0 0,0 3-1 0 0,-2 2-27 0 0,0 0 0 0 0,0-1 0 0 0,-1 1 0 0 0,0 0 0 0 0,-1-1 0 0 0,0 0 0 0 0,0 0 0 0 0,0 0 0 0 0,-8 9 0 0 0,-8 9 670 0 0,0-1-1 0 0,-2-1 0 0 0,0-1 0 0 0,-43 33 1 0 0,60-52-472 0 0,0 2 0 0 0,0-1 1 0 0,1 1-1 0 0,-1-1 0 0 0,1 1 1 0 0,0 0-1 0 0,1 1 0 0 0,-1-1 0 0 0,-3 9 1 0 0,5-11-125 0 0,1 1 0 0 0,0-1 0 0 0,0 1 0 0 0,0-1 0 0 0,1 1 0 0 0,-1-1-1 0 0,1 1 1 0 0,0 0 0 0 0,0-1 0 0 0,0 1 0 0 0,0-1 0 0 0,1 1 0 0 0,-1-1 0 0 0,1 1 0 0 0,0-1 0 0 0,0 1 0 0 0,1-1 0 0 0,1 6 0 0 0,2-1 3 0 0,0 0-1 0 0,0 0 1 0 0,1 0-1 0 0,0-1 1 0 0,0 0 0 0 0,14 12-1 0 0,-18-17-8 0 0,0 0-1 0 0,-1 0 0 0 0,1 0 0 0 0,-1 0 1 0 0,0 0-1 0 0,1 0 0 0 0,-1 0 1 0 0,0 1-1 0 0,0-1 0 0 0,0 0 1 0 0,-1 1-1 0 0,1-1 0 0 0,-1 0 0 0 0,1 1 1 0 0,-1 4-1 0 0,-1 43-20 0 0,-1-25 85 0 0,1 169 491 0 0,3-143-311 0 0,15 91 0 0 0,-15-129-197 0 0,1-1 1 0 0,1 0-1 0 0,0 0 0 0 0,1-1 1 0 0,0 1-1 0 0,8 11 0 0 0,-11-19-173 0 0,0-1 0 0 0,0 1 1 0 0,1-1-1 0 0,-1 0 0 0 0,1 1 0 0 0,0-1 0 0 0,0-1 0 0 0,0 1 0 0 0,0 0 0 0 0,0-1 0 0 0,1 1 0 0 0,-1-1 0 0 0,1 0 1 0 0,-1 0-1 0 0,1-1 0 0 0,0 1 0 0 0,0-1 0 0 0,0 0 0 0 0,0 0 0 0 0,0 0 0 0 0,7 0 0 0 0,-11 0 11 0 0,1-1 0 0 0,-1 0 0 0 0,1 0-1 0 0,0 0 1 0 0,-1-1 0 0 0,1 1 0 0 0,-1 0-1 0 0,1 0 1 0 0,-1 0 0 0 0,1 0 0 0 0,-1 0-1 0 0,1-1 1 0 0,-1 1 0 0 0,1 0 0 0 0,-1 0-1 0 0,1-1 1 0 0,-1 1 0 0 0,1 0 0 0 0,-1-1-1 0 0,1 1 1 0 0,-1-1 0 0 0,1 1 0 0 0,-1 0-1 0 0,0-1 1 0 0,1 1 0 0 0,-1-1 0 0 0,1 0-1 0 0,-3-18-5445 0 0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5:49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120 952 800 0 0,'-68'30'5523'0'0,"26"-1"2401"0"0,32-6-5123 0 0,15-5-1921 0 0,0-3-320 0 0,7-7-319 0 0,18-2-161 0 0,163-41-561 0 0,19-43-399 0 0,-48-27-2722 0 0,-59 6-800 0 0,-27-16-1120 0 0,-10-17 1680 0 0</inkml:trace>
  <inkml:trace contextRef="#ctx0" brushRef="#br0" timeOffset="1">1085 1 3842 0 0,'-32'12'8083'0'0,"8"8"-5281"0"0,2 7-2962 0 0,2 10-241 0 0,3-6 241 0 0,-10 68 961 0 0,3 2-81 0 0,17-39-480 0 0,7-15 0 0 0,-3 2-160 0 0,-4-7-640 0 0,-1-24 0 0 0,13-20-1521 0 0,-7-25-2641 0 0,2-30-641 0 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5:49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2 205 1761 0 0,'3'-10'1862'0'0,"-2"9"-1547"0"0,0-1-1 0 0,0 1 0 0 0,0-1 1 0 0,0 0-1 0 0,-1 1 1 0 0,1-1-1 0 0,-1 0 0 0 0,0 0 1 0 0,1 0-1 0 0,-1 1 1 0 0,0-1-1 0 0,0 0 0 0 0,0 0 1 0 0,0 0-1 0 0,0 0 1 0 0,0 1-1 0 0,-1-1 0 0 0,1 0 1 0 0,-2-3-1 0 0,-5-1 1482 0 0,5 3-411 0 0,12-3-445 0 0,-3 1-752 0 0,24-15 110 0 0,1 1 0 0 0,1 2 0 0 0,0 1-1 0 0,1 2 1 0 0,1 1 0 0 0,0 2 0 0 0,1 1 0 0 0,40-5 0 0 0,-70 14-271 0 0,1 1-1 0 0,-1-1 1 0 0,1 1-1 0 0,-1 1 1 0 0,1-1-1 0 0,-1 1 1 0 0,1 0-1 0 0,-1 1 1 0 0,9 2-1 0 0,-12-3-12 0 0,0 1-1 0 0,0-1 0 0 0,0 1 1 0 0,0 0-1 0 0,0 0 1 0 0,-1 0-1 0 0,1 0 1 0 0,-1 1-1 0 0,1-1 0 0 0,-1 1 1 0 0,0-1-1 0 0,0 1 1 0 0,0 0-1 0 0,0 0 1 0 0,0 0-1 0 0,-1 0 0 0 0,1 0 1 0 0,-1 0-1 0 0,1 4 1 0 0,1 6-6 0 0,0-1 1 0 0,-1 1-1 0 0,-1 0 0 0 0,0-1 1 0 0,-1 1-1 0 0,-2 22 1 0 0,-2-6 1 0 0,-13 52 1 0 0,13-67-225 0 0,0 0 1 0 0,-1 0-1 0 0,0-1 1 0 0,-1 0 0 0 0,-1 0-1 0 0,0 0 1 0 0,0-1-1 0 0,-2 0 1 0 0,-17 20-1 0 0,-5 6 243 0 0,27-31-188 0 0,-1 0 0 0 0,-1 0 1 0 0,0-1-1 0 0,0 0 0 0 0,0 0 0 0 0,0 0 0 0 0,-1 0 1 0 0,-9 5-1 0 0,-119 70-948 0 0,123-73 1128 0 0,0-1 0 0 0,-23 9 1 0 0,31-15 2 0 0,0 1 1 0 0,-1-1 0 0 0,1 0 0 0 0,0 0 0 0 0,-1 0 0 0 0,1 0-1 0 0,0-1 1 0 0,-1 0 0 0 0,1 0 0 0 0,-1 0 0 0 0,1 0 0 0 0,-8-3-1 0 0,12 4 21 0 0,-1-1 0 0 0,1 0 0 0 0,0 0-1 0 0,-1 0 1 0 0,1 0 0 0 0,0-1 0 0 0,0 1-1 0 0,-1 0 1 0 0,1 0 0 0 0,0 0 0 0 0,0 0-1 0 0,-1 0 1 0 0,1 0 0 0 0,0 0 0 0 0,0 0-1 0 0,-1-1 1 0 0,1 1 0 0 0,0 0 0 0 0,0 0-1 0 0,-1 0 1 0 0,1 0 0 0 0,0-1 0 0 0,0 1-1 0 0,0 0 1 0 0,0 0 0 0 0,-1-1 0 0 0,1 1-1 0 0,0 0 1 0 0,0 0 0 0 0,0-1 0 0 0,0 1-1 0 0,0 0 1 0 0,0 0 0 0 0,0-1 0 0 0,0 1-1 0 0,-1 0 1 0 0,1 0 0 0 0,0-1-1 0 0,0 1 1 0 0,0 0 0 0 0,0-1 0 0 0,1 1-1 0 0,-1 0 1 0 0,0 0 0 0 0,0-1 0 0 0,0 1-1 0 0,0 0 1 0 0,0 0 0 0 0,0-1 0 0 0,0 1-1 0 0,15-13 1079 0 0,-9 8-1099 0 0,35-23 603 0 0,172-89 1080 0 0,-182 102-1617 0 0,1 2 0 0 0,36-10 0 0 0,-51 18-57 0 0,1 2 0 0 0,-1 0 0 0 0,0 1-1 0 0,1 0 1 0 0,27 2 0 0 0,-17 5-1100 0 0,-28-5 951 0 0,0 0 1 0 0,1 0-1 0 0,-1 0 0 0 0,0 0 1 0 0,0 0-1 0 0,1 0 1 0 0,-1 0-1 0 0,0 0 0 0 0,0 0 1 0 0,1 0-1 0 0,-1 1 0 0 0,0-1 1 0 0,0 0-1 0 0,1 0 1 0 0,-1 0-1 0 0,0 0 0 0 0,0 1 1 0 0,0-1-1 0 0,1 0 1 0 0,-1 0-1 0 0,0 1 0 0 0,0-1 1 0 0,0 0-1 0 0,0 0 1 0 0,0 1-1 0 0,0-1 0 0 0,1 0 1 0 0,-1 0-1 0 0,0 1 1 0 0,0-1-1 0 0,0 0 0 0 0,0 0 1 0 0,0 1-1 0 0,0-1 0 0 0,0 0 1 0 0,0 1-1 0 0,0-1 1 0 0,0 0-1 0 0,0 0 0 0 0,0 1 1 0 0,-1-1-1 0 0,1 0 1 0 0,0 0-1 0 0,0 1 0 0 0,0-1 1 0 0,0 0-1 0 0,0 0 1 0 0,0 1-1 0 0,-1-1 0 0 0,1 1 1 0 0,-22 17-10730 0 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9:46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12 1281 0 0,'92'-12'1200'0'0,"-122"18"-720"0"0,-13 0-960 0 0,-7 4-560 0 0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9:47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0 172 640 0 0,'5'60'3282'0'0,"-3"-84"-321"0"0,3 2-400 0 0,52-32 1041 0 0,90-28 560 0 0,12 42-2481 0 0,9 30-1201 0 0,22 14 80 0 0,-1 10 160 0 0,-30-2-159 0 0,-3 2-1 0 0,-13 2 560 0 0,-32-4 1 0 0,-30-2-1841 0 0,-27-4-3442 0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9:47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26 141 4322 0 0,'-26'-6'13446'0'0,"81"-6"-5042"0"0,49-2-7764 0 0,41 0-2080 0 0,51-6 879 0 0,15-4 721 0 0,-9 0 81 0 0,30 4-81 0 0,-9 14-1921 0 0,-34 30-4802 0 0,-49 14-3362 0 0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9:47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0 2721 0 0,'-9'6'1601'0'0,"-1"1"0"0"0,1-1-1 0 0,1 2 1 0 0,-1-1 0 0 0,-12 15 0 0 0,21-21-1361 0 0,-1 0 0 0 0,1 0 0 0 0,-1 0 0 0 0,1 0 0 0 0,-1 0 0 0 0,1 0 0 0 0,0 0 1 0 0,0 0-1 0 0,-1 0 0 0 0,1 0 0 0 0,0 0 0 0 0,0 0 0 0 0,0 0 0 0 0,0 0 0 0 0,0 0 0 0 0,0 1 1 0 0,0-1-1 0 0,1 0 0 0 0,-1 0 0 0 0,0 0 0 0 0,1 1 0 0 0,0 1 216 0 0,1-1 0 0 0,-1 0 1 0 0,1 0-1 0 0,0 1 0 0 0,0-1 0 0 0,0 0 1 0 0,0 0-1 0 0,0-1 0 0 0,5 4 0 0 0,23 13 1548 0 0,45 20 1 0 0,-68-35-1945 0 0,423 226-1130 0 0,-313-157 1158 0 0,176 144 0 0 0,-252-181-62 0 0,-1 1-1 0 0,-2 3 1 0 0,51 64 0 0 0,-76-86-52 0 0,-1 1 1 0 0,-1 0 0 0 0,-1 1-1 0 0,0 0 1 0 0,-2 0 0 0 0,0 1-1 0 0,-1 0 1 0 0,-1 1 0 0 0,-1 0-1 0 0,0 0 1 0 0,-2 0 0 0 0,1 23-1 0 0,-4-21-19 0 0,-2 0-1 0 0,0 0 1 0 0,-1 0-1 0 0,-2-1 1 0 0,0 0 0 0 0,-2 0-1 0 0,-9 24 1 0 0,-1-7-7 0 0,-2 0-1 0 0,-45 67 1 0 0,32-61 59 0 0,-1-2 0 0 0,-3-1 0 0 0,-1-2-1 0 0,-1-1 1 0 0,-50 37 0 0 0,61-55 24 0 0,-1-1-1 0 0,0-2 1 0 0,-2 0-1 0 0,0-2 1 0 0,0-2 0 0 0,-2 0-1 0 0,0-3 1 0 0,0 0-1 0 0,-49 8 1 0 0,69-16-43 0 0,-1-2 0 0 0,0 0 0 0 0,1 0 0 0 0,-1-1 1 0 0,0-1-1 0 0,0 0 0 0 0,1-1 0 0 0,-1 0 0 0 0,0-1 1 0 0,1 0-1 0 0,0-1 0 0 0,0 0 0 0 0,-21-12 0 0 0,21 9-219 0 0,1-1-1 0 0,0 0 1 0 0,1-1-1 0 0,0 0 1 0 0,0-1-1 0 0,1 0 1 0 0,0 0-1 0 0,1-1 1 0 0,0 0-1 0 0,1 0 1 0 0,0-1-1 0 0,-9-23 1 0 0,5 7-1743 0 0,1-1-1 0 0,1-1 1 0 0,-8-53 0 0 0,1-104-7977 0 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9:48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0 5683 0 0,'-6'3'12599'0'0,"-13"6"-8884"0"0,19-9-3624 0 0,-1 1 1 0 0,0-1-1 0 0,1 0 1 0 0,-1 0-1 0 0,1 1 1 0 0,-1-1-1 0 0,1 1 1 0 0,0-1 0 0 0,-1 0-1 0 0,1 1 1 0 0,-1-1-1 0 0,1 1 1 0 0,0-1-1 0 0,-1 1 1 0 0,1-1-1 0 0,0 1 1 0 0,-1-1-1 0 0,1 2 1 0 0,0 0-40 0 0,0 0-1 0 0,0 0 1 0 0,0 0 0 0 0,0-1-1 0 0,0 1 1 0 0,1 0 0 0 0,-1 0-1 0 0,1 0 1 0 0,-1 0 0 0 0,2 2-1 0 0,51 122-1985 0 0,-29-54 1545 0 0,-4 0 0 0 0,19 124 0 0 0,2 176 2317 0 0,-7 53-497 0 0,25 261-942 0 0,-46-559-502 0 0,7-1 0 0 0,5-1-1 0 0,55 165 1 0 0,-72-266-360 0 0,22 43-1 0 0,-12-43-861 0 0,-18-24 1160 0 0,1 1 1 0 0,-1-1-1 0 0,0 0 0 0 0,1 1 1 0 0,-1-1-1 0 0,1 0 0 0 0,-1 1 1 0 0,1-1-1 0 0,-1 0 1 0 0,1 0-1 0 0,-1 1 0 0 0,1-1 1 0 0,-1 0-1 0 0,1 0 1 0 0,-1 0-1 0 0,1 0 0 0 0,0 0 1 0 0,-1 0-1 0 0,1 0 0 0 0,-1 0 1 0 0,1 0-1 0 0,-1 0 1 0 0,1 0-1 0 0,-1 0 0 0 0,1 0 1 0 0,0-1-1 0 0,0 1-86 0 0,0-1 0 0 0,-1 0 0 0 0,1 1 0 0 0,0-1 0 0 0,0 0 0 0 0,-1 0 0 0 0,1 0 0 0 0,-1 0-1 0 0,1 1 1 0 0,-1-1 0 0 0,1 0 0 0 0,-1 0 0 0 0,1 0 0 0 0,-1 0 0 0 0,1-2 0 0 0,3-30-2763 0 0,-5-1-190 0 0,-10-61-1 0 0,-29-110-1967 0 0,-22-64 1293 0 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9:48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0 271 1681 0 0,'4'-35'1826'0'0,"-2"15"174"0"0,8-41-1 0 0,-8 55-1612 0 0,0 0 0 0 0,0 0 0 0 0,0 1 1 0 0,0-1-1 0 0,1 1 0 0 0,0 0 0 0 0,0 0 0 0 0,1 0 1 0 0,-1 0-1 0 0,1 0 0 0 0,7-6 0 0 0,-4 5-52 0 0,-1 2 0 0 0,1-1 0 0 0,0 1-1 0 0,1 0 1 0 0,-1 0 0 0 0,1 1 0 0 0,11-4-1 0 0,0 2 174 0 0,1 0 0 0 0,24-1 0 0 0,10 1 189 0 0,0 2 0 0 0,61 5 0 0 0,110 20 392 0 0,-134-12-721 0 0,1221 62 2460 0 0,-273-137-1149 0 0,-354 13 127 0 0,-2 40-48 0 0,-453 24-1479 0 0,-165-5-238 0 0,90 22-1 0 0,-140-26-41 0 0,-8-2 0 0 0,0 1 0 0 0,-1-1 0 0 0,1 1-1 0 0,0 0 1 0 0,-1 1 0 0 0,1-1 0 0 0,-1 2 0 0 0,0-1 0 0 0,0 0 0 0 0,8 7 0 0 0,-13-9-3 0 0,0 0 0 0 0,0 1 0 0 0,0-1 0 0 0,0 1 1 0 0,0-1-1 0 0,0 0 0 0 0,-1 1 0 0 0,1 0 0 0 0,0-1 1 0 0,-1 1-1 0 0,1-1 0 0 0,-1 1 0 0 0,0 0 0 0 0,1-1 0 0 0,-1 1 1 0 0,0 0-1 0 0,0-1 0 0 0,0 1 0 0 0,0 0 0 0 0,-1 2 1 0 0,-4 21-61 0 0,-1 0 0 0 0,-1-1 0 0 0,-1 0 0 0 0,-21 41 1 0 0,15-33 8 0 0,-227 625-124 0 0,46 11 347 0 0,184-628-170 0 0,-57 210 68 0 0,-47 291-1973 0 0,111-518 1990 0 0,-1 12-1616 0 0,-1-1 0 0 0,-20 63 1 0 0,22-86 742 0 0,-1-1 1 0 0,0 1-1 0 0,0-1 1 0 0,-1 0-1 0 0,0-1 1 0 0,-1 0 0 0 0,0 0-1 0 0,0 0 1 0 0,-1 0-1 0 0,0-1 1 0 0,-1-1 0 0 0,0 0-1 0 0,-10 7 1 0 0,1-3-555 0 0,-1-1 0 0 0,0-1 0 0 0,-37 11 0 0 0,-97 20-2765 0 0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9:49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223 392 1761 0 0,'-57'-4'1023'0'0,"-83"-9"2423"0"0,116 7-1832 0 0,24 6-1590 0 0,0-1-1 0 0,0 1 1 0 0,-1 0 0 0 0,1 0 0 0 0,0 0 0 0 0,0 0-1 0 0,0 0 1 0 0,0 0 0 0 0,0-1 0 0 0,0 1-1 0 0,0 0 1 0 0,0 0 0 0 0,0 0 0 0 0,0 0 0 0 0,0 0-1 0 0,0-1 1 0 0,0 1 0 0 0,0 0 0 0 0,0 0 0 0 0,0 0-1 0 0,0 0 1 0 0,0-1 0 0 0,0 1 0 0 0,0 0 0 0 0,0 0-1 0 0,0 0 1 0 0,0 0 0 0 0,0-1 0 0 0,0 1 0 0 0,0 0-1 0 0,0 0 1 0 0,0 0 0 0 0,0 0 0 0 0,0 0 0 0 0,0-1-1 0 0,0 1 1 0 0,1 0 0 0 0,-1 0 0 0 0,0 0 0 0 0,0 0-1 0 0,0 0 1 0 0,0 0 0 0 0,0 0 0 0 0,0-1 0 0 0,1 1-1 0 0,-1 0 1 0 0,0 0 0 0 0,0 0 0 0 0,0 0 0 0 0,0 0-1 0 0,0 0 1 0 0,1 0 0 0 0,-1 0 0 0 0,0 0 0 0 0,0 0-1 0 0,0 0 1 0 0,0 0 0 0 0,1 0 0 0 0,-1 0 0 0 0,12-4 1083 0 0,0 1-1 0 0,23-3 1 0 0,332-38 9961 0 0,-209 28-8196 0 0,265-32 552 0 0,431-41-3830 0 0,-7 52-798 0 0,-653 41 1193 0 0,372-15-84 0 0,-551 9 6 0 0,2 1-750 0 0,1-1 0 0 0,0-1 0 0 0,-1 0 0 0 0,0-2 0 0 0,27-9 0 0 0,-43 14 605 0 0,0 0 0 0 0,0-1 1 0 0,0 1-1 0 0,0-1 0 0 0,0 0 0 0 0,0 1 0 0 0,0-1 0 0 0,0 0 0 0 0,0 1 0 0 0,0-1 1 0 0,0 0-1 0 0,0 0 0 0 0,0 0 0 0 0,0 0 0 0 0,-1 0 0 0 0,1 0 0 0 0,0 0 0 0 0,-1 0 0 0 0,1 0 1 0 0,-1 0-1 0 0,1 0 0 0 0,-1-1 0 0 0,1 1 0 0 0,-1 0 0 0 0,0 0 0 0 0,0 0 0 0 0,0-1 0 0 0,0 1 1 0 0,0-2-1 0 0,-2-3-1152 0 0,0 0 1 0 0,-1 0 0 0 0,0 0-1 0 0,0 1 1 0 0,0-1-1 0 0,-8-8 1 0 0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9:50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375 24 2961 0 0,'31'1'2377'0'0,"-31"-1"-2338"0"0,1 0 1 0 0,-1 0-1 0 0,0 0 0 0 0,0 0 0 0 0,0 0 0 0 0,1 0 0 0 0,-1 0 0 0 0,0 0 1 0 0,0 0-1 0 0,0 0 0 0 0,1 0 0 0 0,-1 0 0 0 0,0 0 0 0 0,0 0 0 0 0,0 0 1 0 0,1 0-1 0 0,-1 0 0 0 0,0 0 0 0 0,0 0 0 0 0,0 0 0 0 0,1 0 0 0 0,-1-1 1 0 0,0 1-1 0 0,0 0 0 0 0,0 0 0 0 0,0 0 0 0 0,1 0 0 0 0,-1 0 0 0 0,0-1 1 0 0,0 1-1 0 0,0 0 0 0 0,0 0 0 0 0,0 0 0 0 0,0 0 0 0 0,1-1 0 0 0,-1 1 1 0 0,0 0-1 0 0,0 0 0 0 0,0 0 0 0 0,0-1 0 0 0,0 1 0 0 0,0 0 0 0 0,0 0 1 0 0,0 0-1 0 0,0-1 0 0 0,-3-1 213 0 0,0 0-1 0 0,0 0 1 0 0,0 0 0 0 0,-1 0-1 0 0,1 1 1 0 0,-1 0 0 0 0,1-1 0 0 0,-8 0-1 0 0,9 1-177 0 0,-1 0-1 0 0,1 1 0 0 0,0-1 0 0 0,-1 1 1 0 0,1 0-1 0 0,0-1 0 0 0,-1 1 0 0 0,-2 1 1 0 0,4-1-38 0 0,1 0 0 0 0,-1 0 0 0 0,1 0 0 0 0,-1 0 0 0 0,1 0 0 0 0,-1 1 0 0 0,1-1 0 0 0,-1 0 0 0 0,1 0 0 0 0,0 1 0 0 0,-1-1 0 0 0,1 0 0 0 0,-1 1 0 0 0,1-1 0 0 0,0 0 0 0 0,-1 1 0 0 0,1-1 0 0 0,0 0 0 0 0,-1 1 0 0 0,1-1 0 0 0,0 1 0 0 0,0-1 1 0 0,0 1-1 0 0,-1 0 0 0 0,1 2 227 0 0,0 1 0 0 0,0-1 0 0 0,0 1 0 0 0,0-1 0 0 0,1 1 0 0 0,0-1 0 0 0,0 1 0 0 0,2 5 0 0 0,5 27 1999 0 0,-8-8-1488 0 0,-1 1 0 0 0,-1-1 0 0 0,-10 48 0 0 0,-28 85 282 0 0,30-125-619 0 0,-29 84 397 0 0,-61 130-1 0 0,-30 90-273 0 0,125-324-513 0 0,-10 42 121 0 0,14-53-152 0 0,1-1 1 0 0,-1 0 0 0 0,1 1 0 0 0,0-1 0 0 0,0 0 0 0 0,1 1 0 0 0,-1-1 0 0 0,1 0 0 0 0,0 0 0 0 0,2 7-1 0 0,-2-9-6 0 0,0 0-1 0 0,0 0 0 0 0,1 0 0 0 0,-1 0 0 0 0,1 0 0 0 0,-1 0 1 0 0,1-1-1 0 0,-1 1 0 0 0,1 0 0 0 0,0-1 0 0 0,0 0 1 0 0,0 1-1 0 0,0-1 0 0 0,0 0 0 0 0,0 0 0 0 0,0 0 0 0 0,0 0 1 0 0,1-1-1 0 0,-1 1 0 0 0,0 0 0 0 0,0-1 0 0 0,4 1 0 0 0,6 0 28 0 0,0-1 0 0 0,0 0 0 0 0,16-2-1 0 0,-21 1-20 0 0,37-4 30 0 0,-2-3 1 0 0,1-1-1 0 0,-1-2 1 0 0,61-25-1 0 0,158-84 95 0 0,-31 11-2488 0 0,-194 94 1596 0 0,135-63-6342 0 0,-91 27-590 0 0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9:50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430 1 9684 0 0,'-36'23'6982'0'0,"24"-12"-5961"0"0,1-1 0 0 0,-17 23 0 0 0,-6 11-839 0 0,2 2 1 0 0,2 1-1 0 0,1 1 0 0 0,3 2 1 0 0,-30 82-1 0 0,15-2 451 0 0,-42 230 1 0 0,79-338-569 0 0,1 0 0 0 0,0 1 1 0 0,2 41-1 0 0,1-57-44 0 0,1 0 0 0 0,0 0 0 0 0,1 0 0 0 0,0 0 0 0 0,0-1 0 0 0,0 1 0 0 0,0 0 0 0 0,1-1 1 0 0,1 0-1 0 0,-1 0 0 0 0,1 0 0 0 0,0 0 0 0 0,0 0 0 0 0,0-1 0 0 0,1 1 0 0 0,0-1 0 0 0,6 4 0 0 0,3 2 18 0 0,1-2 0 0 0,0 1 0 0 0,1-2 0 0 0,0 0 0 0 0,0-1 0 0 0,1-1 0 0 0,0 0 0 0 0,0-1 0 0 0,27 3 0 0 0,24 2 73 0 0,80 0 0 0 0,-103-8-125 0 0,-5-1-436 0 0,1-1 0 0 0,56-9 0 0 0,-63 4-3286 0 0,46-15-1 0 0,5-10-8856 0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9:50.8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550 0 6163 0 0,'-43'8'10405'0'0,"10"22"-5923"0"0,-7 20-3602 0 0,-38 88-2801 0 0,-15 24 1521 0 0,8-10 1040 0 0,21-29 481 0 0,9 5 640 0 0,17 0-561 0 0,17-22-1040 0 0,23-42-2881 0 0,17-60-4322 0 0,36-110-5523 0 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9:51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1 136 1441 0 0,'67'-136'7016'0'0,"-69"172"-1804"0"0,1 12-1566 0 0,-7 65 1670 0 0,-7 92-2135 0 0,12-122-3109 0 0,6 87-1 0 0,-1-145-130 0 0,1 0-1 0 0,1 1 0 0 0,1-1 1 0 0,2-1-1 0 0,0 1 1 0 0,2-1-1 0 0,17 34 0 0 0,-22-50 76 0 0,0-1-1 0 0,1 1 1 0 0,0-1 0 0 0,0 0-1 0 0,11 10 1 0 0,-14-15-7 0 0,1 1 1 0 0,0-1 0 0 0,0 0-1 0 0,0-1 1 0 0,-1 1 0 0 0,2 0-1 0 0,-1-1 1 0 0,0 0-1 0 0,0 1 1 0 0,0-1 0 0 0,1-1-1 0 0,-1 1 1 0 0,0 0 0 0 0,1-1-1 0 0,-1 1 1 0 0,1-1-1 0 0,5-1 1 0 0,-1 0-2 0 0,-1-1 0 0 0,0 0-1 0 0,1 0 1 0 0,-1-1 0 0 0,0 0 0 0 0,0 0 0 0 0,-1 0-1 0 0,1-1 1 0 0,-1 0 0 0 0,0-1 0 0 0,0 1-1 0 0,7-7 1 0 0,4-7-15 0 0,0 0 0 0 0,25-33 0 0 0,-11 6-69 0 0,-3-1 0 0 0,34-71 1 0 0,34-109-212 0 0,-35 77 121 0 0,-49 122 119 0 0,26-43 0 0 0,-34 65 36 0 0,-1-1 0 0 0,1 1 0 0 0,0 1 0 0 0,0-1 0 0 0,0 1 0 0 0,8-7 0 0 0,-11 10 7 0 0,-1 1 0 0 0,1 0 1 0 0,0-1-1 0 0,0 1 0 0 0,-1-1 1 0 0,1 1-1 0 0,0 0 0 0 0,0 0 1 0 0,-1-1-1 0 0,1 1 0 0 0,0 0 0 0 0,0 0 1 0 0,-1 0-1 0 0,1 0 0 0 0,0 0 1 0 0,0 0-1 0 0,0 0 0 0 0,-1 0 1 0 0,1 0-1 0 0,0 0 0 0 0,1 1 1 0 0,-1 0-5 0 0,1 0 0 0 0,-1 0 0 0 0,0 0 0 0 0,0 0 0 0 0,0 0 0 0 0,0 0 0 0 0,0 0 0 0 0,-1 0 0 0 0,1 1 0 0 0,0-1 0 0 0,0 0 1 0 0,-1 1-1 0 0,1-1 0 0 0,-1 0 0 0 0,1 1 0 0 0,0 1 0 0 0,2 17-23 0 0,1 1 0 0 0,-1 27 0 0 0,29 434 391 0 0,-20-368-520 0 0,43 182 0 0 0,-45-256-613 0 0,29 73 0 0 0,-26-86-1509 0 0,23 39 0 0 0,28 25-7589 0 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9:52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10885 0 0,'183'-10'8404'0'0,"144"10"-6964"0"0,-45 0-1920 0 0,-69-8 400 0 0,-4-6 480 0 0,6-4 241 0 0,-8 10-1 0 0,-49 8 240 0 0,-51 4 81 0 0,-45 12-481 0 0,-43 6-880 0 0,-60 18-7284 0 0,-75 48-7683 0 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9:52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363 272 4722 0 0,'-166'30'7203'0'0,"36"-22"-1520"0"0,64-10-801 0 0,78-4-2401 0 0,82-6-2080 0 0,44-8-561 0 0,40-10 480 0 0,37-14 1200 0 0,8-2-559 0 0,47-4-561 0 0,31 4-320 0 0,-4 10-160 0 0,-44 18 0 0 0,-49 22-560 0 0,-40 24-3122 0 0,-44 8-3761 0 0,-51 2-2882 0 0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9:52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486 64 4482 0 0,'-80'-48'12646'0'0,"50"32"-4851"0"0,58 28-6146 0 0,33 14-1889 0 0,-2 2 0 0 0,-1 2 0 0 0,-1 3 0 0 0,53 42 0 0 0,-37-19 504 0 0,125 127 1 0 0,-155-136-177 0 0,-2 1 0 0 0,-2 2-1 0 0,55 94 1 0 0,-83-123-56 0 0,0 1-1 0 0,-1 0 1 0 0,-2 1-1 0 0,9 31 1 0 0,-14-38-12 0 0,0 1 1 0 0,-1-1-1 0 0,-1 0 0 0 0,0 1 0 0 0,-1-1 1 0 0,-1 1-1 0 0,-4 21 0 0 0,0-13 6 0 0,-1-1 0 0 0,-2 0 0 0 0,0 0 0 0 0,-2 0-1 0 0,-18 33 1 0 0,3-15 3 0 0,-2-1-1 0 0,-32 38 0 0 0,1-10-39 0 0,-3-3-1 0 0,-3-2 1 0 0,-3-4 0 0 0,-2-2-1 0 0,-3-3 1 0 0,-122 70-1 0 0,154-104-50 0 0,-1-1-1 0 0,-52 17 1 0 0,67-29-42 0 0,0-1 0 0 0,0-1 0 0 0,-1-1 0 0 0,-42 3 0 0 0,56-8-70 0 0,0 0 0 0 0,0-1 0 0 0,0 0 0 0 0,0 0 0 0 0,0-2 0 0 0,-13-3 0 0 0,21 4-170 0 0,1 1 0 0 0,-1-1 0 0 0,1 0 1 0 0,-1 0-1 0 0,1-1 0 0 0,0 1 0 0 0,0-1 1 0 0,0 0-1 0 0,0 0 0 0 0,1 0 0 0 0,-1-1 0 0 0,1 1 1 0 0,0-1-1 0 0,0 0 0 0 0,0 0 0 0 0,0 0 1 0 0,1 0-1 0 0,-3-5 0 0 0,2-3-1409 0 0,0 1 0 0 0,1-1-1 0 0,0 1 1 0 0,0-1 0 0 0,2 0 0 0 0,-1-13 0 0 0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9:53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1 125 6003 0 0,'47'-20'7683'0'0,"76"-4"-5442"0"0,43 4-1760 0 0,-12-4 239 0 0,-23-2 400 0 0,-29 16-79 0 0,-19 12-241 0 0,-15 6-400 0 0,-16-2-3681 0 0,-23-14-7204 0 0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9:53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508 0 5442 0 0,'-57'42'10325'0'0,"-21"44"-6723"0"0,-1 36-3442 0 0,-1 22 1921 0 0,14-2-240 0 0,-3 23-881 0 0,21 9-560 0 0,22 8-320 0 0,22-6-80 0 0,25-14-320 0 0,31-27-240 0 0,29-41-561 0 0,16-58-4561 0 0,7-72-3282 0 0,-7-62 1600 0 0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9:54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411 378 2721 0 0,'-2'-8'396'0'0,"1"2"-51"0"0,0-1 0 0 0,-1 1 0 0 0,0-1 0 0 0,0 1 0 0 0,-4-8 0 0 0,5 13-257 0 0,0-1-1 0 0,0 1 1 0 0,0 0-1 0 0,0-1 1 0 0,0 1-1 0 0,0 0 1 0 0,0 0-1 0 0,-1 0 1 0 0,1 0-1 0 0,0 0 1 0 0,-1 0-1 0 0,1 0 1 0 0,-1 0 0 0 0,1 1-1 0 0,-1-1 1 0 0,1 0-1 0 0,-1 1 1 0 0,1-1-1 0 0,-1 1 1 0 0,1 0-1 0 0,-1-1 1 0 0,0 1-1 0 0,1 0 1 0 0,-1 0-1 0 0,0 0 1 0 0,-2 1-1 0 0,-3 0 393 0 0,1 0-1 0 0,0 1 1 0 0,0-1 0 0 0,0 1-1 0 0,-5 4 1 0 0,-55 31 9040 0 0,35-19-4537 0 0,23-13-3797 0 0,1-2-268 0 0,0 1 0 0 0,1 0 0 0 0,0 0 0 0 0,-7 7 0 0 0,12-11-906 0 0,1 1-1 0 0,-1-1 0 0 0,1 0 0 0 0,-1 1 1 0 0,1-1-1 0 0,0 1 0 0 0,-1-1 0 0 0,1 1 1 0 0,-1-1-1 0 0,1 1 0 0 0,0-1 0 0 0,0 1 1 0 0,-1-1-1 0 0,1 1 0 0 0,0-1 0 0 0,0 1 1 0 0,0 0-1 0 0,0-1 0 0 0,0 1 0 0 0,0-1 1 0 0,-1 1-1 0 0,1 0 0 0 0,1-1 0 0 0,-1 1 1 0 0,0-1-1 0 0,0 2 0 0 0,1-1-118 0 0,0 0-1 0 0,0 1 1 0 0,0-1-1 0 0,0 0 1 0 0,1 1-1 0 0,-1-1 1 0 0,0 0-1 0 0,1 0 1 0 0,-1 0-1 0 0,1 0 1 0 0,-1 0-1 0 0,4 1 1 0 0,3 2-168 0 0,0-1 0 0 0,0 1 1 0 0,1-1-1 0 0,-1-1 0 0 0,1 0 1 0 0,0 0-1 0 0,0 0 0 0 0,-1-1 1 0 0,1-1-1 0 0,0 1 1 0 0,0-2-1 0 0,0 1 0 0 0,0-1 1 0 0,0 0-1 0 0,0-1 0 0 0,12-4 1 0 0,-10 1 263 0 0,0-1 1 0 0,-1 0-1 0 0,0-1 1 0 0,0 0-1 0 0,0 0 1 0 0,-1-1-1 0 0,13-14 1 0 0,53-69 306 0 0,-74 90-295 0 0,8-12 23 0 0,50-71 76 0 0,-54 75-109 0 0,0 0 0 0 0,0 1 0 0 0,-1-1 1 0 0,0-1-1 0 0,-1 1 0 0 0,0 0 0 0 0,3-17 1 0 0,-6 23-17 0 0,0 0 1 0 0,0 0-1 0 0,0 0 1 0 0,0 0 0 0 0,0 0-1 0 0,-1 0 1 0 0,1 0-1 0 0,-1 0 1 0 0,0 0 0 0 0,0 1-1 0 0,0-1 1 0 0,0 0 0 0 0,0 1-1 0 0,-1-1 1 0 0,1 1-1 0 0,-1-1 1 0 0,0 1 0 0 0,1-1-1 0 0,-1 1 1 0 0,-4-3-1 0 0,1 1-41 0 0,0 0 0 0 0,-1 1 0 0 0,1-1 0 0 0,-1 1 0 0 0,0 0 0 0 0,0 1 0 0 0,0-1-1 0 0,-7-1 1 0 0,0 1 36 0 0,1 0-1 0 0,-1 1 0 0 0,0 0 0 0 0,0 1 1 0 0,0 1-1 0 0,0 0 0 0 0,0 1 0 0 0,-21 3 1 0 0,15 0 48 0 0,0 1 0 0 0,1 0 0 0 0,0 2 0 0 0,0 0 0 0 0,-23 13 1 0 0,14-3 39 0 0,1 0 0 0 0,0 2 0 0 0,1 0 1 0 0,1 2-1 0 0,1 1 0 0 0,-39 48 0 0 0,55-62-37 0 0,1 0-1 0 0,0 0 0 0 0,1 1 1 0 0,0-1-1 0 0,0 1 0 0 0,1 1 1 0 0,0-1-1 0 0,-2 11 0 0 0,5-17-53 0 0,1 0 0 0 0,-1 1 0 0 0,1-1 0 0 0,0 0 0 0 0,0 0 0 0 0,0 0 0 0 0,0 1 0 0 0,1-1 0 0 0,-1 0 0 0 0,1 0 0 0 0,0 0 1 0 0,0 0-1 0 0,0 0 0 0 0,0 0 0 0 0,0 0 0 0 0,1 0 0 0 0,-1 0 0 0 0,1 0 0 0 0,0-1 0 0 0,0 1 0 0 0,0-1 0 0 0,0 1 0 0 0,1-1 0 0 0,-1 0 0 0 0,0 0 0 0 0,1 0 0 0 0,0 0 0 0 0,4 2 0 0 0,2 1-221 0 0,-1-1 0 0 0,1 0 0 0 0,0 0 0 0 0,0-1 0 0 0,1 0 0 0 0,-1-1 1 0 0,1 0-1 0 0,10 1 0 0 0,1-2-372 0 0,0 0 0 0 0,0-1 0 0 0,24-4 0 0 0,-9-1-1571 0 0,-1-2 1 0 0,49-16-1 0 0,86-41-8874 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9:54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378 116 5282 0 0,'-60'26'6167'0'0,"-81"49"-1"0"0,120-61-5208 0 0,1 0-1 0 0,0 1 1 0 0,1 1-1 0 0,0 1 1 0 0,2 0-1 0 0,-29 37 1 0 0,44-51-944 0 0,0 0 1 0 0,0 0 0 0 0,1 0-1 0 0,-1 0 1 0 0,1 0-1 0 0,-3 7 1 0 0,4-9-14 0 0,0 0 1 0 0,0 0-1 0 0,-1 0 1 0 0,1 0-1 0 0,0 0 1 0 0,0 0-1 0 0,0 1 1 0 0,0-1-1 0 0,1 0 1 0 0,-1 0-1 0 0,0 0 1 0 0,0 0-1 0 0,1 0 1 0 0,-1 0-1 0 0,1 0 1 0 0,0 1-1 0 0,1 1 11 0 0,1 0 0 0 0,0 0-1 0 0,0-1 1 0 0,0 1-1 0 0,0-1 1 0 0,0 0 0 0 0,1 0-1 0 0,-1 0 1 0 0,0 0-1 0 0,1-1 1 0 0,6 3 0 0 0,5 1 26 0 0,1 0 1 0 0,1-1 0 0 0,-1 0-1 0 0,0-2 1 0 0,1 0 0 0 0,0-1 0 0 0,-1 0-1 0 0,1-1 1 0 0,0-1 0 0 0,-1-1-1 0 0,1 0 1 0 0,-1-1 0 0 0,1-1 0 0 0,29-11-1 0 0,-15 2-151 0 0,0-1-1 0 0,0-1 1 0 0,-2-2-1 0 0,0-1 1 0 0,0-1 0 0 0,33-31-1 0 0,-45 36-57 0 0,-1-1 0 0 0,18-23 0 0 0,-28 31 153 0 0,-1-1 1 0 0,1 0-1 0 0,-1-1 1 0 0,-1 1-1 0 0,1-1 1 0 0,-1 0-1 0 0,3-12 1 0 0,-6 18 27 0 0,0-1 1 0 0,-1 1 0 0 0,1-1 0 0 0,0 0 0 0 0,-1 1 0 0 0,0-1 0 0 0,0 0 0 0 0,0 0 0 0 0,0 1-1 0 0,-1-1 1 0 0,0 0 0 0 0,1 1 0 0 0,-1-1 0 0 0,0 0 0 0 0,-1 1 0 0 0,1 0 0 0 0,-4-6 0 0 0,2 5-11 0 0,0-1 0 0 0,0 2 0 0 0,-1-1 0 0 0,0 0 0 0 0,0 1 0 0 0,0-1 0 0 0,0 1 1 0 0,0 0-1 0 0,-1 0 0 0 0,1 1 0 0 0,-7-3 0 0 0,-6-2-26 0 0,0 2-1 0 0,-1 0 1 0 0,1 1 0 0 0,-1 0-1 0 0,0 2 1 0 0,-21-1 0 0 0,-1 2 105 0 0,0 1 1 0 0,-52 8 0 0 0,74-6 4 0 0,-1 2 0 0 0,1 0 0 0 0,0 1 0 0 0,0 1 0 0 0,0 0 0 0 0,-33 19 0 0 0,49-24-75 0 0,0 0 0 0 0,0 0 1 0 0,1 0-1 0 0,-1 1 0 0 0,0-1 0 0 0,1 1 0 0 0,-1-1 0 0 0,1 1 1 0 0,-1 0-1 0 0,0 1 0 0 0,1-2-6 0 0,1-1 0 0 0,0 1-1 0 0,0-1 1 0 0,0 1 0 0 0,-1 0 0 0 0,1-1 0 0 0,0 1-1 0 0,0 0 1 0 0,0-1 0 0 0,0 1 0 0 0,0 0 0 0 0,0-1-1 0 0,0 1 1 0 0,0 0 0 0 0,0-1 0 0 0,0 1 0 0 0,0-1-1 0 0,1 1 1 0 0,-1 0 0 0 0,0-1 0 0 0,0 1 0 0 0,1 0-1 0 0,2 3-127 0 0,1-1-1 0 0,-1 1 0 0 0,1-1 0 0 0,-1 0 0 0 0,1 0 0 0 0,0-1 0 0 0,8 4 1 0 0,-12-5 85 0 0,8 3-851 0 0,-1 0-1 0 0,1 0 1 0 0,0 0-1 0 0,0-1 1 0 0,10 2-1 0 0,4-1-4870 0 0,36 1-1 0 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9:54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618 14 5923 0 0,'-34'-5'4889'0'0,"-62"-3"0"0"0,96 7-4848 0 0,-1 1 1 0 0,1 0 0 0 0,-1 0 0 0 0,0 0 0 0 0,1 0 0 0 0,-1 1 0 0 0,0-1-1 0 0,1 0 1 0 0,-1 0 0 0 0,1 0 0 0 0,-1 0 0 0 0,0 1 0 0 0,1-1 0 0 0,-1 0-1 0 0,1 1 1 0 0,-1-1 0 0 0,1 0 0 0 0,-1 1 0 0 0,1-1 0 0 0,-1 1 0 0 0,1-1-1 0 0,-1 0 1 0 0,1 1 0 0 0,0-1 0 0 0,-1 1 0 0 0,1 0 0 0 0,0-1 0 0 0,-1 1-1 0 0,-4 11 676 0 0,1-1 0 0 0,1 1 0 0 0,-4 20 0 0 0,-45 264 4378 0 0,10 188-5201 0 0,41-452 62 0 0,1 0-1 0 0,9 61 1 0 0,-9-92 35 0 0,0 1 0 0 0,0-1 1 0 0,1 1-1 0 0,-1 0 0 0 0,1-1 0 0 0,-1 0 0 0 0,1 1 1 0 0,-1-1-1 0 0,1 1 0 0 0,0-1 0 0 0,0 0 1 0 0,0 1-1 0 0,0-1 0 0 0,1 1 0 0 0,-1-1-2 0 0,-1-1-1 0 0,1 0 0 0 0,-1 0 0 0 0,1 0 1 0 0,-1 1-1 0 0,0-1 0 0 0,1 0 1 0 0,-1 0-1 0 0,1 0 0 0 0,-1 0 1 0 0,1 0-1 0 0,-1 0 0 0 0,1 0 1 0 0,-1 0-1 0 0,1 0 0 0 0,-1-1 1 0 0,1 1-1 0 0,-1 0 0 0 0,1 0 0 0 0,-1 0 1 0 0,1 0-1 0 0,-1-1 0 0 0,1 1 1 0 0,-1 0-1 0 0,1 0 0 0 0,-1-1 1 0 0,0 1-1 0 0,1-1 0 0 0,4-3-56 0 0,-1-1 0 0 0,0 0-1 0 0,0 0 1 0 0,0-1 0 0 0,3-6 0 0 0,1-1 79 0 0,-1-1 0 0 0,0-1 0 0 0,0 1-1 0 0,-2-1 1 0 0,0 0 0 0 0,-1-1 0 0 0,5-29 0 0 0,-8 38 4 0 0,0 0 0 0 0,-1 0 0 0 0,0 0 0 0 0,0 0 0 0 0,-1 0 0 0 0,0 0 0 0 0,0 0 0 0 0,-1 0 0 0 0,0 0 0 0 0,0 0 0 0 0,0 1 0 0 0,-1-1 0 0 0,0 1 0 0 0,0-1 0 0 0,-1 1 0 0 0,0 0 0 0 0,0 1-1 0 0,0-1 1 0 0,-10-9 0 0 0,10 11-20 0 0,0 1 1 0 0,0 0-1 0 0,0 0 0 0 0,0 0 0 0 0,0 1 0 0 0,-1 0 0 0 0,1-1 0 0 0,-1 2 0 0 0,0-1 0 0 0,1 0 0 0 0,-1 1 0 0 0,0 0 0 0 0,0 0 1 0 0,0 0-1 0 0,0 1 0 0 0,0 0 0 0 0,0 0 0 0 0,0 0 0 0 0,0 0 0 0 0,0 1 0 0 0,1 0 0 0 0,-1 0 0 0 0,0 0 0 0 0,0 1 0 0 0,0-1 0 0 0,1 1 1 0 0,-1 0-1 0 0,-5 4 0 0 0,-6 4-23 0 0,1 0 1 0 0,0 1 0 0 0,1 0 0 0 0,0 2-1 0 0,1-1 1 0 0,-19 24 0 0 0,17-16 69 0 0,0 0 0 0 0,1 1 0 0 0,2 1 1 0 0,0 0-1 0 0,1 1 0 0 0,-8 25 0 0 0,2 4 151 0 0,-17 88-1 0 0,29-114-107 0 0,1 1 0 0 0,1 0 0 0 0,1 0 0 0 0,1-1 0 0 0,5 52 0 0 0,-3-69-57 0 0,1-1 1 0 0,-1 0-1 0 0,2 0 0 0 0,-1 0 1 0 0,1-1-1 0 0,0 1 0 0 0,0 0 0 0 0,1-1 1 0 0,0 0-1 0 0,1 0 0 0 0,-1 0 1 0 0,1-1-1 0 0,1 1 0 0 0,-1-1 0 0 0,1 0 1 0 0,0-1-1 0 0,0 1 0 0 0,1-1 1 0 0,0-1-1 0 0,0 1 0 0 0,0-1 0 0 0,8 4 1 0 0,-8-6-10 0 0,0 1 1 0 0,0-1 0 0 0,0 0-1 0 0,0-1 1 0 0,0 0 0 0 0,0 0-1 0 0,0 0 1 0 0,1-1 0 0 0,-1 0-1 0 0,0 0 1 0 0,8-2 0 0 0,-3-1 9 0 0,0 1 1 0 0,0-2 0 0 0,0 0-1 0 0,-1 0 1 0 0,22-12-1 0 0,-3-3 15 0 0,0-1-1 0 0,-1-2 0 0 0,40-39 1 0 0,-15 9 8 0 0,-20 17-239 0 0,2 2 0 0 0,44-32 0 0 0,-70 58 47 0 0,1 0 0 0 0,-1 0 0 0 0,1 2 0 0 0,0-1 0 0 0,1 1 0 0 0,0 1 0 0 0,-1 0 1 0 0,1 0-1 0 0,0 1 0 0 0,1 1 0 0 0,-1 0 0 0 0,0 1 0 0 0,17 0 0 0 0,-19 2-101 0 0,0 0 1 0 0,0 1-1 0 0,0 1 0 0 0,-1 0 1 0 0,1 0-1 0 0,-1 0 0 0 0,0 1 1 0 0,0 1-1 0 0,0 0 0 0 0,0 0 1 0 0,-1 0-1 0 0,0 1 0 0 0,13 13 1 0 0,3 5-126 0 0,-1 1-1 0 0,31 46 1 0 0,-38-50 245 0 0,24 32-3534 0 0,-5-5-6750 0 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9:55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 1281 0 0,'-9'12'2481'0'0,"-62"453"-560"0"0,19 78 400 0 0,35-203 2321 0 0,22-124 560 0 0,19-55-1040 0 0,16-25-1441 0 0,24-20-960 0 0,21-28-880 0 0,36-36-641 0 0,26-38-961 0 0,19-46-1280 0 0,12-46-1040 0 0,2-36-2401 0 0,-14-22-801 0 0,-26-11 960 0 0,-24-3 1441 0 0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9:56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923 0 9284 0 0,'-67'164'11285'0'0,"-28"94"-6482"0"0,10-47-4243 0 0,-5 3-1441 0 0,-33 14 81 0 0,-22-12 320 0 0,17-33 160 0 0,38-49-561 0 0,38-64-2000 0 0,26-78-3922 0 0,5-88-1681 0 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9:57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87 268 1040 0 0,'-6'-32'2154'0'0,"-20"-83"2696"0"0,22 98-3439 0 0,-2 1 0 0 0,0-1 1 0 0,-1 1-1 0 0,-12-21 0 0 0,7 20 1670 0 0,12 23-1841 0 0,30 51-332 0 0,72 118 533 0 0,29 79 1907 0 0,25 74 454 0 0,242 455-414 0 0,-221-466-3161 0 0,361 494-1238 0 0,-280-493-6115 0 0,-253-313 6849 0 0,25 31-3135 0 0,2-1-1 0 0,1-1 1 0 0,39 29-1 0 0,-63-56 1288 0 0,2-1 0 0 0,20 10 0 0 0,-31-16 2111 0 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9:57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36 570 2081 0 0,'7'-9'8036'0'0,"-10"0"-4756"0"0,-17-9-1210 0 0,12 12-729 0 0,7 5-1240 0 0,0 1 1 0 0,0-1 0 0 0,0 0 0 0 0,0 0-1 0 0,0 0 1 0 0,0 0 0 0 0,1 0-1 0 0,-1 0 1 0 0,0 0 0 0 0,1 0 0 0 0,-1 0-1 0 0,1 0 1 0 0,-1-1 0 0 0,1 1-75 0 0,0 0 1 0 0,0 0-1 0 0,0 0 0 0 0,0 0 1 0 0,1 0-1 0 0,-1 0 1 0 0,0 0-1 0 0,1 0 1 0 0,-1 0-1 0 0,1 0 0 0 0,-1 0 1 0 0,1 1-1 0 0,-1-1 1 0 0,1 0-1 0 0,0 0 1 0 0,-1 1-1 0 0,1-1 1 0 0,0 0-1 0 0,-1 1 0 0 0,1-1 1 0 0,1 0-1 0 0,20-13-273 0 0,0 1-1 0 0,1 1 0 0 0,41-15 0 0 0,80-26 60 0 0,211-49 1 0 0,-50 43 1360 0 0,78 5 866 0 0,476-38 5711 0 0,-94 31-4535 0 0,-520 53-3504 0 0,250 25 1 0 0,-180 27-3693 0 0,-164-4-2673 0 0,-108-24 938 0 0,55 26-1 0 0,-54-16-100 0 0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29:59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6883 0 0,'278'54'17608'0'0,"4"-14"-10404"0"0,-57-26-6804 0 0,-40-14-2321 0 0,-19 0 320 0 0,-27 2 1601 0 0,-25 2 1281 0 0,-26 0-241 0 0,-19-4-1040 0 0,2 10-2881 0 0,0 12-4403 0 0,-24 12-9923 0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30:00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507 24 6643 0 0,'-10'-4'841'0'0,"1"0"0"0"0,-1 0 0 0 0,0 1 0 0 0,0 1 0 0 0,-1 0 0 0 0,1 0-1 0 0,-1 0 1 0 0,1 2 0 0 0,-12-1 0 0 0,13 3-509 0 0,1-1 0 0 0,0 2 1 0 0,-1-1-1 0 0,1 1 0 0 0,1 0 0 0 0,-1 0 0 0 0,0 1 0 0 0,1 0 1 0 0,-1 1-1 0 0,1 0 0 0 0,1 0 0 0 0,-1 0 0 0 0,-6 7 0 0 0,-11 12 159 0 0,1 1 0 0 0,2 1 0 0 0,-35 52-1 0 0,30-35-295 0 0,2 1 0 0 0,-23 54 0 0 0,35-67 410 0 0,1 1 0 0 0,2 0-1 0 0,0 1 1 0 0,3 0 0 0 0,-5 56 0 0 0,10-79-411 0 0,1-1 0 0 0,0 0 1 0 0,0 0-1 0 0,4 17 0 0 0,-3-23-199 0 0,-1-1-1 0 0,1 1 1 0 0,0-1-1 0 0,0 1 0 0 0,0-1 1 0 0,1 0-1 0 0,-1 0 0 0 0,0 0 1 0 0,1 0-1 0 0,0 0 1 0 0,-1 0-1 0 0,1 0 0 0 0,0 0 1 0 0,0 0-1 0 0,0-1 0 0 0,0 1 1 0 0,0-1-1 0 0,0 0 1 0 0,1 1-1 0 0,4 1 0 0 0,-1-1-29 0 0,0-1-1 0 0,1 1 1 0 0,-1-1-1 0 0,1 0 0 0 0,-1 0 1 0 0,1-1-1 0 0,-1 0 1 0 0,1 0-1 0 0,12-3 1 0 0,-5 1 34 0 0,0-2 0 0 0,-1 1 0 0 0,1-2 0 0 0,13-6 0 0 0,-1-2 33 0 0,-1-1 0 0 0,-1-2 0 0 0,0 0 0 0 0,-1-2 0 0 0,34-32 0 0 0,93-112-95 0 0,-126 135 41 0 0,-11 11 4 0 0,34-38-93 0 0,80-73 0 0 0,-113 115 72 0 0,1 0 0 0 0,18-10 0 0 0,-30 20 29 0 0,0 0 0 0 0,-1 1 0 0 0,1-1 0 0 0,0 1 0 0 0,0 0 0 0 0,0-1 0 0 0,0 1 0 0 0,1 1 0 0 0,-1-1 0 0 0,0 0 0 0 0,0 1 0 0 0,1 0 0 0 0,-1-1 0 0 0,0 1 0 0 0,0 1 0 0 0,1-1 0 0 0,-1 0 0 0 0,5 2 0 0 0,-6-1 4 0 0,-1 0 1 0 0,1 0-1 0 0,-1 1 1 0 0,1-1-1 0 0,-1 0 1 0 0,0 1-1 0 0,1-1 0 0 0,-1 1 1 0 0,0-1-1 0 0,0 1 1 0 0,0 0-1 0 0,0-1 1 0 0,-1 1-1 0 0,1 0 0 0 0,0 0 1 0 0,-1-1-1 0 0,1 1 1 0 0,-1 0-1 0 0,0 0 1 0 0,1 0-1 0 0,-1 0 1 0 0,0 0-1 0 0,-1 3 0 0 0,1 19 2 0 0,-1 0 0 0 0,-5 28-1 0 0,-78 359 323 0 0,9-59 98 0 0,62-274-332 0 0,4 1 1 0 0,1 115-1 0 0,8-169-600 0 0,1 0-1 0 0,1-1 1 0 0,1 1 0 0 0,1-1-1 0 0,2 1 1 0 0,13 39-1 0 0,-17-59-325 0 0,1 0 1 0 0,-1 0-1 0 0,1 0 0 0 0,1-1 0 0 0,-1 1 0 0 0,1 0 0 0 0,-1-1 0 0 0,6 4 0 0 0,-6-6-395 0 0,0 1 0 0 0,0-1 0 0 0,0-1 0 0 0,0 1-1 0 0,0 0 1 0 0,1-1 0 0 0,5 2 0 0 0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30:00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721 5 160 0 0,'12'-4'10005'0'0,"-17"18"-3122"0"0,2 12-5843 0 0,-16 40-1440 0 0,-30 48 960 0 0,-34 21 321 0 0,-10-13 1920 0 0,25-28 481 0 0,-4-4-1602 0 0,-8 0-1280 0 0,-3-18-640 0 0,12-30-1520 0 0,7-68-7365 0 0,21-64-4721 0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30:01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507 57 2721 0 0,'2'-6'1899'0'0,"1"1"0"0"0,0-1-1 0 0,0 0 1 0 0,1 1-1 0 0,-1 0 1 0 0,1 0 0 0 0,0 0-1 0 0,5-5 1 0 0,-5 6 603 0 0,-17 32 719 0 0,-62 95 781 0 0,-273 341-2602 0 0,324-437-1352 0 0,11-13 44 0 0,1 0 0 0 0,0 1 0 0 0,1 0 0 0 0,0 1 0 0 0,-13 27 0 0 0,21-31 95 0 0,11-11-41 0 0,-1-1-92 0 0,4 2-21 0 0,-1 0-1 0 0,1 0 1 0 0,-1 1-1 0 0,13 5 1 0 0,29 9 58 0 0,5-6-42 0 0,0-1 0 0 0,1-4 0 0 0,0-2 0 0 0,68-3 0 0 0,245-30 174 0 0,-284 20-211 0 0,151-23-62 0 0,95-7-807 0 0,-253 37-2152 0 0,-33 6-4107 0 0,-20 5-8024 0 0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30:02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 1 1841 0 0,'-61'4'4402'0'0,"23"84"9044"0"0,21 125-4322 0 0,1 25-5682 0 0,-22 52-2930 0 0,-7 73-1104 0 0,-8 61-129 0 0,18-95 321 0 0,14-45 240 0 0,6-18 160 0 0,11-13-480 0 0,-1-1-2802 0 0,5-2-2400 0 0,-7-9-721 0 0,-5-17 80 0 0,7-34 881 0 0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40:58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1 800 0 0,'-66'34'961'0'0,"33"-6"560"0"0,45 29 4721 0 0,23 71 2562 0 0,-25-2-6643 0 0,-17-12-3121 0 0,-5-4 80 0 0,5-26 559 0 0,9-8 81 0 0,10-8-880 0 0,19-9-7204 0 0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40:59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396 132 3922 0 0,'-12'-1'703'0'0,"0"2"0"0"0,0-1 0 0 0,0 1 0 0 0,0 1 0 0 0,1 0 0 0 0,-1 1 0 0 0,0 0 0 0 0,1 1 0 0 0,-17 7 0 0 0,23-8-473 0 0,-1 0 0 0 0,1 0 0 0 0,0 0 0 0 0,0 1 0 0 0,1-1 0 0 0,-1 1 0 0 0,-4 5 1 0 0,-156 183 5558 0 0,155-177-5530 0 0,-22 31 205 0 0,30-43-469 0 0,1 0 0 0 0,-1 0 0 0 0,1 0 0 0 0,0 0 0 0 0,0 0 0 0 0,1 0 0 0 0,-1 0 0 0 0,0 1 0 0 0,1-1 0 0 0,0 0 0 0 0,0 0 0 0 0,0 0 0 0 0,1 6 0 0 0,-1-7 3 0 0,1 1-1 0 0,0-1 0 0 0,0 1 1 0 0,1-1-1 0 0,-1 0 0 0 0,0 1 1 0 0,1-1-1 0 0,-1 0 0 0 0,1 0 0 0 0,0 0 1 0 0,0 0-1 0 0,0 0 0 0 0,0 0 1 0 0,0-1-1 0 0,0 1 0 0 0,0 0 0 0 0,1-1 1 0 0,-1 0-1 0 0,0 0 0 0 0,1 0 1 0 0,-1 0-1 0 0,1 0 0 0 0,2 1 0 0 0,2 0-8 0 0,1-1-1 0 0,-1 1 0 0 0,1-1 0 0 0,-1 0 0 0 0,1-1 0 0 0,-1 0 0 0 0,9-1 0 0 0,-6 0-26 0 0,0-2-1 0 0,-1 1 1 0 0,1-1-1 0 0,0-1 1 0 0,-1 1-1 0 0,0-2 1 0 0,0 1-1 0 0,0-1 1 0 0,-1-1-1 0 0,1 1 1 0 0,13-14-1 0 0,5-6-122 0 0,43-55-1 0 0,-68 77 147 0 0,109-144-1413 0 0,-63 81 735 0 0,72-80-1 0 0,-103 132 821 0 0,-22 28-30 0 0,2-9-80 0 0,-27 62 187 0 0,2 2 1 0 0,-21 82-1 0 0,47-146-204 0 0,0 3 14 0 0,0 0 1 0 0,1-1-1 0 0,-1 1 0 0 0,1 12 0 0 0,1-18-27 0 0,0 0-1 0 0,0 0 1 0 0,1 0-1 0 0,-1 0 1 0 0,0 0-1 0 0,1 0 1 0 0,-1-1-1 0 0,1 1 1 0 0,0 0-1 0 0,0 0 0 0 0,0 0 1 0 0,-1-1-1 0 0,2 1 1 0 0,-1 0-1 0 0,0-1 1 0 0,0 1-1 0 0,0-1 1 0 0,1 0-1 0 0,-1 1 1 0 0,1-1-1 0 0,-1 0 1 0 0,1 0-1 0 0,2 2 1 0 0,-1-2-149 0 0,0 1-1 0 0,0-1 1 0 0,0 0 0 0 0,0 0 0 0 0,1-1 0 0 0,-1 1 0 0 0,0 0 0 0 0,0-1 0 0 0,1 0-1 0 0,-1 0 1 0 0,0 0 0 0 0,6-1 0 0 0,-4 0-632 0 0,0-1 1 0 0,-1 0-1 0 0,1 0 0 0 0,0 0 1 0 0,-1 0-1 0 0,0-1 0 0 0,7-5 0 0 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40:59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1 5122 0 0,'-6'31'3843'0'0,"-12"11"-2857"0"0,1-1-866 0 0,3 1 72 0 0,-7 21 2740 0 0,-36 73 0 0 0,33-86-290 0 0,24-49-2629 0 0,0-1 1 0 0,-1 0-1 0 0,1 1 1 0 0,0-1 0 0 0,0 1-1 0 0,0-1 1 0 0,-1 1 0 0 0,1-1-1 0 0,0 0 1 0 0,0 1-1 0 0,0-1 1 0 0,0 1 0 0 0,0-1-1 0 0,0 1 1 0 0,0-1-1 0 0,0 1 1 0 0,0-1 0 0 0,0 1-1 0 0,0-1 1 0 0,0 1 0 0 0,0-1-1 0 0,0 1 1 0 0,0-1-1 0 0,0 1 1 0 0,1-1 0 0 0,-1 1-1 0 0,0-1 1 0 0,0 1-1 0 0,1 0 1 0 0,12-5-180 0 0,18-18-210 0 0,-16 7 381 0 0,-2-1 1 0 0,19-27-1 0 0,-7 9 6 0 0,3-4 19 0 0,-7 8-97 0 0,2 0-1 0 0,1 1 0 0 0,54-49 1 0 0,-74 75 49 0 0,0 0 0 0 0,1 0 0 0 0,-1 1 0 0 0,0-1 0 0 0,1 1 0 0 0,-1 0 0 0 0,1 0 0 0 0,0 1 0 0 0,-1-1 0 0 0,1 1 0 0 0,0 0 0 0 0,10 0 0 0 0,-13 1 8 0 0,1 0 0 0 0,-1 0 0 0 0,1 1 0 0 0,-1-1 0 0 0,1 1 0 0 0,-1 0 0 0 0,1-1 0 0 0,-1 1 0 0 0,0 0 0 0 0,1 0 0 0 0,-1 1 0 0 0,0-1 0 0 0,0 0 0 0 0,0 1 0 0 0,0 0 0 0 0,0-1 0 0 0,0 1 0 0 0,-1 0 0 0 0,1 0 0 0 0,0 0 0 0 0,-1 0 0 0 0,0 0 0 0 0,1 0 0 0 0,-1 0 0 0 0,2 5 0 0 0,0 0-12 0 0,-1 0 1 0 0,0 1-1 0 0,0-1 0 0 0,-1 1 0 0 0,0-1 1 0 0,0 1-1 0 0,-1 0 0 0 0,-1 14 0 0 0,-1 5 1 0 0,-8 30-1 0 0,4-28 21 0 0,5-23 0 0 0,-2 8-3 0 0,1 0-1 0 0,0 0 1 0 0,1 0 0 0 0,0 1 0 0 0,3 24-1 0 0,-2-38-40 0 0,0 1 0 0 0,0-1-1 0 0,1 1 1 0 0,-1-1 0 0 0,0 1-1 0 0,1-1 1 0 0,-1 1 0 0 0,1-1-1 0 0,-1 0 1 0 0,1 1 0 0 0,0-1-1 0 0,0 0 1 0 0,0 0-1 0 0,-1 1 1 0 0,1-1 0 0 0,0 0-1 0 0,1 0 1 0 0,-1 0 0 0 0,0 0-1 0 0,0 0 1 0 0,0 0 0 0 0,1-1-1 0 0,-1 1 1 0 0,0 0 0 0 0,1 0-1 0 0,-1-1 1 0 0,0 1 0 0 0,1-1-1 0 0,-1 0 1 0 0,1 1 0 0 0,-1-1-1 0 0,1 0 1 0 0,-1 0-1 0 0,1 0 1 0 0,-1 0 0 0 0,1 0-1 0 0,-1 0 1 0 0,3 0 0 0 0,2-2-684 0 0,0 0 1 0 0,0 0 0 0 0,0 0-1 0 0,0 0 1 0 0,-1-1 0 0 0,1 0-1 0 0,-1 0 1 0 0,6-6 0 0 0,49-38-7570 0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41:00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646 53 240 0 0,'-17'1'3699'0'0,"0"0"0"0"0,0 1-1 0 0,-26 7 1 0 0,35-6-2412 0 0,0-1-1 0 0,1 1 0 0 0,0 1 1 0 0,-14 8-1 0 0,-9 14-1010 0 0,25-21-294 0 0,0 1 0 0 0,1 0 0 0 0,-1 0 0 0 0,1 0 0 0 0,1 0 0 0 0,-1 1 0 0 0,1-1 0 0 0,0 1 0 0 0,1 0 0 0 0,-3 9 0 0 0,5-13-22 0 0,-1-1 1 0 0,1 1-1 0 0,-1-1 0 0 0,1 1 1 0 0,0 0-1 0 0,0-1 0 0 0,0 1 1 0 0,1 0-1 0 0,-1-1 1 0 0,0 1-1 0 0,1-1 0 0 0,0 1 1 0 0,0-1-1 0 0,0 1 0 0 0,0-1 1 0 0,0 1-1 0 0,0-1 1 0 0,0 0-1 0 0,1 0 0 0 0,-1 1 1 0 0,1-1-1 0 0,0 0 0 0 0,0 0 1 0 0,-1-1-1 0 0,1 1 1 0 0,0 0-1 0 0,1-1 0 0 0,-1 1 1 0 0,5 2-1 0 0,-4-3 25 0 0,0 0 0 0 0,0 0 0 0 0,0 0 0 0 0,0 0 0 0 0,0-1 0 0 0,0 1 0 0 0,0-1 0 0 0,0 0 0 0 0,1 0 0 0 0,-1 0 1 0 0,0 0-1 0 0,0 0 0 0 0,0-1 0 0 0,0 0 0 0 0,1 1 0 0 0,-1-1 0 0 0,0 0 0 0 0,3-2 0 0 0,5-3 36 0 0,0 1 0 0 0,0-2 0 0 0,16-12 0 0 0,92-83 73 0 0,-29 23-108 0 0,-86 76 11 0 0,37-27-41 0 0,-38 28 43 0 0,0 0-1 0 0,0 1 0 0 0,-1 0 1 0 0,1-1-1 0 0,0 1 0 0 0,0 0 1 0 0,0 1-1 0 0,1-1 0 0 0,-1 0 1 0 0,0 1-1 0 0,6-1 0 0 0,-8 1 3 0 0,0 0-1 0 0,-1 1 1 0 0,1-1 0 0 0,0 0-1 0 0,-1 0 1 0 0,1 0-1 0 0,0 1 1 0 0,0-1-1 0 0,-1 0 1 0 0,1 0 0 0 0,0 1-1 0 0,-1-1 1 0 0,1 1-1 0 0,0-1 1 0 0,-1 1-1 0 0,1-1 1 0 0,-1 1 0 0 0,1-1-1 0 0,-1 1 1 0 0,1-1-1 0 0,-1 1 1 0 0,1 0-1 0 0,-1-1 1 0 0,0 1 0 0 0,1 0-1 0 0,-1-1 1 0 0,1 2-1 0 0,1 23 42 0 0,-2-12-20 0 0,3 26 93 0 0,-3 0 0 0 0,-8 75 1 0 0,4-90 35 0 0,-1 1 0 0 0,-2-1 1 0 0,0 0-1 0 0,-1 0 1 0 0,-23 44-1 0 0,0-14 60 0 0,-2-1 0 0 0,-3-2-1 0 0,-2-1 1 0 0,-2-2 0 0 0,-2-2 0 0 0,-2-1 0 0 0,-2-3-1 0 0,-1-2 1 0 0,-76 50 0 0 0,92-72-139 0 0,-53 24 1 0 0,68-35-38 0 0,-1-1 0 0 0,0 0 0 0 0,-1-2 0 0 0,-31 5 0 0 0,44-8-25 0 0,1 0 0 0 0,0-1 1 0 0,0 0-1 0 0,0 0 0 0 0,0 0 0 0 0,-1 0 0 0 0,1-1 1 0 0,0 1-1 0 0,0-1 0 0 0,0 0 0 0 0,0 0 0 0 0,0-1 1 0 0,0 1-1 0 0,0-1 0 0 0,0 0 0 0 0,1 0 0 0 0,-1 0 1 0 0,1-1-1 0 0,-1 1 0 0 0,1-1 0 0 0,0 0 1 0 0,0 0-1 0 0,0 0 0 0 0,1 0 0 0 0,-1 0 0 0 0,1-1 1 0 0,-1 1-1 0 0,1-1 0 0 0,-3-6 0 0 0,3 2 5 0 0,0 1 0 0 0,0-1 0 0 0,1 0 0 0 0,-1 0 0 0 0,2 0 0 0 0,-1 0 0 0 0,1 0 1 0 0,1 0-1 0 0,-1 0 0 0 0,1 0 0 0 0,1 1 0 0 0,0-1 0 0 0,0 0 0 0 0,0 0 0 0 0,4-7 0 0 0,1-1-13 0 0,2-1 1 0 0,-1 1-1 0 0,2 1 1 0 0,0 0-1 0 0,1 0 1 0 0,1 1-1 0 0,0 0 1 0 0,1 1-1 0 0,0 0 1 0 0,21-14 0 0 0,14-6-426 0 0,99-52 0 0 0,-96 58-320 0 0,84-45-6153 0 0,6 10-5523 0 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41:00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0 960 0 0,'12'2'4482'0'0,"-154"66"-1760"0"0,71 20-1202 0 0,26-2-239 0 0,21-4-80 0 0,26-10-1 0 0,31-14-159 0 0,15-8 79 0 0,21-20 881 0 0,9-28-2801 0 0,24-42-3282 0 0,4-44-2401 0 0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41:00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337 1 2641 0 0,'-17'22'1175'0'0,"2"2"0"0"0,0-1 1 0 0,2 2-1 0 0,-11 25 0 0 0,-34 108 5430 0 0,40-103-4066 0 0,-37 113 276 0 0,-60 233-3028 0 0,109-366 326 0 0,6-35-111 0 0,0 0-1 0 0,0 0 1 0 0,0 0 0 0 0,0 1-1 0 0,0-1 1 0 0,0 0 0 0 0,0 0-1 0 0,0 0 1 0 0,0 0 0 0 0,0 0-1 0 0,0 1 1 0 0,0-1 0 0 0,1 0-1 0 0,-1 0 1 0 0,0 0 0 0 0,0 0-1 0 0,0 0 1 0 0,0 1-1 0 0,0-1 1 0 0,0 0 0 0 0,1 0-1 0 0,-1 0 1 0 0,0 0 0 0 0,0 0-1 0 0,0 0 1 0 0,0 0 0 0 0,0 0-1 0 0,1 0 1 0 0,-1 0 0 0 0,0 0-1 0 0,0 1 1 0 0,0-1 0 0 0,1 0-1 0 0,-1 0 1 0 0,0 0 0 0 0,0 0-1 0 0,0 0 1 0 0,0-1 0 0 0,1 1-1 0 0,-1 0 1 0 0,0 0-1 0 0,0 0 1 0 0,0 0 0 0 0,0 0-1 0 0,1 0 1 0 0,-1 0 0 0 0,0 0-1 0 0,0 0 1 0 0,0 0 0 0 0,0 0-1 0 0,0 0 1 0 0,1-1 0 0 0,-1 1-1 0 0,0 0 1 0 0,0 0 0 0 0,0 0-1 0 0,0 0 1 0 0,0 0 0 0 0,0-1-1 0 0,0 1 1 0 0,0 0 0 0 0,1 0-1 0 0,-1 0 1 0 0,0 0-1 0 0,0-1 1 0 0,0 1 0 0 0,0 0-1 0 0,10-13-30 0 0,16-26-1 0 0,-20 30-43 0 0,66-109-815 0 0,56-85 266 0 0,-105 171 586 0 0,2 1 0 0 0,0 1 0 0 0,60-52 0 0 0,-78 76 1 0 0,0 0 0 0 0,0 1 0 0 0,1 0 1 0 0,-1 1-1 0 0,14-7 0 0 0,-20 11 33 0 0,1-1 1 0 0,-1 1-1 0 0,1-1 0 0 0,-1 1 1 0 0,1-1-1 0 0,0 1 0 0 0,-1 0 1 0 0,1 0-1 0 0,0 0 0 0 0,-1 0 1 0 0,1 0-1 0 0,0 0 0 0 0,-1 0 1 0 0,1 1-1 0 0,0-1 0 0 0,-1 0 1 0 0,1 1-1 0 0,-1 0 1 0 0,1-1-1 0 0,-1 1 0 0 0,1 0 1 0 0,-1 0-1 0 0,1 0 0 0 0,-1 0 1 0 0,0 0-1 0 0,1 0 0 0 0,-1 0 1 0 0,0 0-1 0 0,0 0 0 0 0,0 1 1 0 0,0-1-1 0 0,0 0 0 0 0,0 1 1 0 0,1 2-1 0 0,2 6 47 0 0,0 0 1 0 0,-1 1-1 0 0,-1-1 1 0 0,0 1-1 0 0,0 0 0 0 0,-1 0 1 0 0,0-1-1 0 0,-1 1 0 0 0,-1 18 1 0 0,-5 18 610 0 0,-1 0 1 0 0,-2-1-1 0 0,-26 77 1 0 0,19-71 172 0 0,-34 122-229 0 0,44-134-1147 0 0,6-40 490 0 0,0 0 0 0 0,-1 1 1 0 0,1-1-1 0 0,0 0 0 0 0,0 0 0 0 0,0 1 1 0 0,0-1-1 0 0,0 0 0 0 0,0 1 0 0 0,0-1 0 0 0,0 0 1 0 0,0 0-1 0 0,0 1 0 0 0,0-1 0 0 0,0 0 1 0 0,0 1-1 0 0,0-1 0 0 0,0 0 0 0 0,1 0 0 0 0,-1 1 1 0 0,0-1-1 0 0,0 0 0 0 0,0 0 0 0 0,0 0 1 0 0,0 1-1 0 0,1-1 0 0 0,-1 0 0 0 0,0 0 0 0 0,0 1 1 0 0,0-1-1 0 0,1 0 0 0 0,-1 0 0 0 0,0 0 1 0 0,0 0-1 0 0,1 0 0 0 0,-1 1 0 0 0,0-1 1 0 0,0 0-1 0 0,1 0 0 0 0,-1 0 0 0 0,0 0 0 0 0,0 0 1 0 0,1 0-1 0 0,-1 0 0 0 0,0 0 0 0 0,0 0 1 0 0,1 0-1 0 0,-1 0 0 0 0,0 0 0 0 0,1 0 0 0 0,-1 0 1 0 0,0 0-1 0 0,0 0 0 0 0,1 0 0 0 0,-1 0 1 0 0,0 0-1 0 0,0-1 0 0 0,1 1 0 0 0,-1 0 1 0 0,0 0-1 0 0,0 0 0 0 0,1 0 0 0 0,-1-1 0 0 0,0 1 1 0 0,0 0-1 0 0,0 0 0 0 0,0 0 0 0 0,1-1 1 0 0,16-18-5308 0 0,-15 16 4173 0 0,31-38-9613 0 0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41:01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558 86 1281 0 0,'-28'0'883'0'0,"0"1"1"0"0,0 2 0 0 0,1 0-1 0 0,-32 9 1 0 0,28-3 838 0 0,1 1-1 0 0,0 1 1 0 0,0 1 0 0 0,1 2 0 0 0,1 1-1 0 0,0 1 1 0 0,2 1 0 0 0,0 2-1 0 0,0 1 1 0 0,-33 34 0 0 0,52-47-1814 0 0,1 0 1 0 0,-1 1-1 0 0,-4 8 1 0 0,9-13 60 0 0,0 0 1 0 0,0 0-1 0 0,1 0 0 0 0,0 0 1 0 0,-1 0-1 0 0,1 1 0 0 0,0-1 1 0 0,1 0-1 0 0,-1 0 1 0 0,1 1-1 0 0,-1 4 0 0 0,1-7 30 0 0,0 1 0 0 0,0-1 0 0 0,0 0 0 0 0,1 0 1 0 0,-1 0-1 0 0,0 0 0 0 0,0 0 0 0 0,1 0 0 0 0,-1 1 0 0 0,1-1 0 0 0,-1 0 0 0 0,1 0 0 0 0,0 0 0 0 0,-1 0 0 0 0,1 0 0 0 0,0-1 0 0 0,-1 1 0 0 0,1 0 0 0 0,0 0 0 0 0,0 0 0 0 0,0-1 0 0 0,1 2 0 0 0,1-1-18 0 0,-1 0 0 0 0,1 0 0 0 0,0 0 0 0 0,-1 0 0 0 0,1-1-1 0 0,0 1 1 0 0,-1-1 0 0 0,1 0 0 0 0,3 1 0 0 0,3-2-58 0 0,0 1 0 0 0,1-2 1 0 0,-1 1-1 0 0,0-1 0 0 0,-1 0 1 0 0,1-1-1 0 0,0 0 0 0 0,-1 0 0 0 0,1-1 1 0 0,-1 0-1 0 0,9-6 0 0 0,10-9-122 0 0,44-38 0 0 0,-58 46 144 0 0,259-228-1933 0 0,-219 197-226 0 0,-35 32 1226 0 0,-12 10 566 0 0,-15 17 1156 0 0,-2 4 1569 0 0,7-4-1580 0 0,0 1 0 0 0,1 0 0 0 0,1 0 0 0 0,1 32 0 0 0,0-4-803 0 0,0-31-35 0 0,0 0-1 0 0,2 0 0 0 0,4 30 1 0 0,-5-42-47 0 0,1 0 0 0 0,0 1 0 0 0,-1-1-1 0 0,1 0 1 0 0,1 0 0 0 0,-1 0 0 0 0,0 0 0 0 0,1 0 0 0 0,-1 0 0 0 0,1 0 0 0 0,0 0 0 0 0,0 0 0 0 0,0-1 0 0 0,0 1-1 0 0,1-1 1 0 0,-1 1 0 0 0,1-1 0 0 0,-1 0 0 0 0,1 0 0 0 0,0 0 0 0 0,6 3 0 0 0,-9-5 37 0 0,1 0 1 0 0,-1 0-1 0 0,1 0 0 0 0,-1 0 1 0 0,1 0-1 0 0,-1 0 1 0 0,1 0-1 0 0,-1 0 0 0 0,1 0 1 0 0,-1 0-1 0 0,1-1 1 0 0,-1 1-1 0 0,1 0 1 0 0,-1 0-1 0 0,1 0 0 0 0,-1 0 1 0 0,1-1-1 0 0,-1 1 1 0 0,0 0-1 0 0,1-1 0 0 0,-1 1 1 0 0,1 0-1 0 0,-1-1 1 0 0,0 1-1 0 0,1-1 0 0 0,3-2-944 0 0,31-22-8909 0 0</inkml:trace>
  <inkml:trace contextRef="#ctx0" brushRef="#br0" timeOffset="1">1075 88 3041 0 0,'0'24'2321'0'0,"-14"30"-400"0"0,7 10 4242 0 0,0-8-2001 0 0,-5-14-3442 0 0,7 0-399 0 0,3-16 639 0 0,-1-20-1920 0 0,8-30-10246 0 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41:01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44 1681 0 0,'-12'-30'5938'0'0,"2"18"-3279"0"0,10 11-2619 0 0,-1 1 0 0 0,1 0 0 0 0,0 0 0 0 0,-1 0 1 0 0,1 0-1 0 0,0 0 0 0 0,0 0 0 0 0,-1 0 0 0 0,1 0 1 0 0,0 0-1 0 0,-1 0 0 0 0,1 0 0 0 0,0 0 0 0 0,-1 0 1 0 0,1 0-1 0 0,0 0 0 0 0,-1 0 0 0 0,1 0 0 0 0,0 0 1 0 0,0 0-1 0 0,-1 0 0 0 0,1 1 0 0 0,0-1 0 0 0,-1 0 1 0 0,1 0-1 0 0,0 0 0 0 0,0 1 0 0 0,0-1 0 0 0,-1 0 1 0 0,1 0-1 0 0,0 0 0 0 0,0 1 0 0 0,0-1 0 0 0,-1 0 1 0 0,1 1-1 0 0,0-1 0 0 0,0 0 0 0 0,0 1 0 0 0,0-1-21 0 0,0 0 0 0 0,-1 1 0 0 0,1-1 0 0 0,0 0 0 0 0,0 0 0 0 0,0 0 0 0 0,0 1-1 0 0,0-1 1 0 0,0 0 0 0 0,0 0 0 0 0,0 0 0 0 0,0 1 0 0 0,0-1 0 0 0,0 0 0 0 0,0 0 0 0 0,1 0-1 0 0,-1 1 1 0 0,0-1 0 0 0,0 0 0 0 0,0 0 0 0 0,0 0 0 0 0,0 0 0 0 0,0 1 0 0 0,0-1-1 0 0,0 0 1 0 0,1 0 0 0 0,-1 0 0 0 0,0 0 0 0 0,0 1 0 0 0,0-1 0 0 0,0 0 0 0 0,1 0-1 0 0,-1 0 1 0 0,0 0 0 0 0,0 0 0 0 0,0 0 0 0 0,0 0 0 0 0,1 0 0 0 0,-1 0 0 0 0,0 0 0 0 0,0 0-1 0 0,0 1 1 0 0,1-1 0 0 0,-1 0 0 0 0,0 0 0 0 0,0 0 0 0 0,0 0 0 0 0,1-1 0 0 0,-1 1-1 0 0,0 0 1 0 0,26 14 1393 0 0,-5 2-857 0 0,-1 1 1 0 0,21 23-1 0 0,-33-32-460 0 0,-1 0 0 0 0,-1 0 0 0 0,0 1 0 0 0,0 0-1 0 0,0 0 1 0 0,-1 0 0 0 0,-1 1 0 0 0,1 0 0 0 0,4 16-1 0 0,-3 21-1246 0 0,-6-40 794 0 0,0 1-1 0 0,1-1 1 0 0,0 1 0 0 0,1-1-1 0 0,0 1 1 0 0,0-1 0 0 0,0 0 0 0 0,1 0-1 0 0,5 11 1 0 0,-5-15 308 0 0,-1 0 1 0 0,0 1-1 0 0,0 0 1 0 0,0-1-1 0 0,0 1 1 0 0,-1 0-1 0 0,1 0 1 0 0,-1 0-1 0 0,0 0 0 0 0,0 0 1 0 0,0 0-1 0 0,-1 1 1 0 0,0-1-1 0 0,0 0 1 0 0,0 0-1 0 0,0 0 1 0 0,0 0-1 0 0,-1 1 0 0 0,0-1 1 0 0,-2 7-1 0 0,-10 24 74 0 0,-28 51-1 0 0,30-63-70 0 0,5-6-216 0 0,3-30-4743 0 0,-2 4-463 0 0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41:01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110 154 240 0 0,'-22'77'12158'0'0,"-2"12"-5521"0"0,8-27-4379 0 0,10-34-2309 0 0,-2-1 0 0 0,0 0 0 0 0,-15 31 1 0 0,20-53 191 0 0,6-10 13 0 0,11-18 44 0 0,75-105-163 0 0,-20 25-510 0 0,51-43-610 0 0,-107 131 1069 0 0,1 2 0 0 0,1 0 0 0 0,-1 1 0 0 0,2 0 0 0 0,0 2-1 0 0,0-1 1 0 0,30-12 0 0 0,-40 20 25 0 0,0 1-1 0 0,0 0 0 0 0,1 0 1 0 0,-1 1-1 0 0,1 0 1 0 0,-1 0-1 0 0,12 0 0 0 0,-15 1-6 0 0,-1 1 0 0 0,0-1 0 0 0,0 0 0 0 0,0 1-1 0 0,0-1 1 0 0,0 1 0 0 0,0 0 0 0 0,0 0 0 0 0,0 0 0 0 0,0 0-1 0 0,0 0 1 0 0,0 0 0 0 0,-1 0 0 0 0,1 1 0 0 0,0-1 0 0 0,-1 0-1 0 0,1 1 1 0 0,-1 0 0 0 0,0-1 0 0 0,1 1 0 0 0,-1 0-1 0 0,0 0 1 0 0,0 0 0 0 0,0-1 0 0 0,0 1 0 0 0,0 0 0 0 0,-1 0-1 0 0,2 4 1 0 0,3 21 84 0 0,-2 1 0 0 0,0-1-1 0 0,-2 1 1 0 0,-4 49 0 0 0,3-70-75 0 0,-19 181 306 0 0,0 1 73 0 0,18-174-351 0 0,1 0 0 0 0,0 1 0 0 0,1-1-1 0 0,1 0 1 0 0,1 0 0 0 0,7 26 0 0 0,-8-35-308 0 0,1 0 1 0 0,-1 0-1 0 0,1 0 0 0 0,0-1 1 0 0,0 1-1 0 0,0-1 1 0 0,1 0-1 0 0,0 0 1 0 0,0 0-1 0 0,0-1 1 0 0,1 1-1 0 0,0-1 1 0 0,-1 0-1 0 0,1 0 1 0 0,1-1-1 0 0,-1 1 1 0 0,11 4-1 0 0,13-1-6360 0 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41:02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2481 0 0,'0'20'8964'0'0,"173"-81"-4562"0"0,-48 53-3601 0 0,-58 26-1 0 0,-6-3 2962 0 0,-23-7-2322 0 0,-24-8-3521 0 0,-14-13-2481 0 0,0-33-4642 0 0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41:03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52 160 0 0,'-30'84'9646'0'0,"-21"98"1"0"0,29-48-6400 0 0,15 6-4297 0 0,8-93 566 0 0,1-7 491 0 0,-6 60 1 0 0,3-91-69 0 0,0 0 1 0 0,0-1 0 0 0,-1 1-1 0 0,0-1 1 0 0,-1 1-1 0 0,0-1 1 0 0,0 0 0 0 0,-1 0-1 0 0,0 0 1 0 0,0-1 0 0 0,-1 1-1 0 0,-8 9 1 0 0,13-16 35 0 0,0-1 1 0 0,-1 0-1 0 0,1 1 1 0 0,0-1-1 0 0,0 0 1 0 0,-1 1-1 0 0,1-1 1 0 0,0 0-1 0 0,0 0 1 0 0,-1 1-1 0 0,1-1 0 0 0,0 0 1 0 0,-1 0-1 0 0,1 0 1 0 0,0 0-1 0 0,-1 1 1 0 0,1-1-1 0 0,-1 0 1 0 0,1 0-1 0 0,0 0 1 0 0,-1 0-1 0 0,1 0 0 0 0,0 0 1 0 0,-1 0-1 0 0,1 0 1 0 0,-1 0-1 0 0,1 0 1 0 0,0 0-1 0 0,-1 0 1 0 0,1 0-1 0 0,0 0 1 0 0,-1 0-1 0 0,1-1 1 0 0,0 1-1 0 0,-1 0 0 0 0,1 0 1 0 0,0 0-1 0 0,-1-1 1 0 0,1 1-1 0 0,0 0 1 0 0,-1 0-1 0 0,1 0 1 0 0,0-1-1 0 0,0 1 1 0 0,-1 0-1 0 0,1-1 0 0 0,0 1 1 0 0,0 0-1 0 0,-1-1 1 0 0,-2-5-255 0 0,0 0 1 0 0,0 0-1 0 0,1 0 1 0 0,0 0-1 0 0,0 0 1 0 0,0 0-1 0 0,0-9 1 0 0,-6-50-2691 0 0,6 48 1549 0 0,1-28-3167 0 0,1 43 4523 0 0,0 0-1 0 0,0 1 1 0 0,1-1 0 0 0,-1 0-1 0 0,0 0 1 0 0,1 0 0 0 0,0 1-1 0 0,-1-1 1 0 0,1 0 0 0 0,0 1-1 0 0,0-1 1 0 0,0 0 0 0 0,0 1-1 0 0,0-1 1 0 0,0 1 0 0 0,0-1-1 0 0,1 1 1 0 0,-1 0 0 0 0,0 0-1 0 0,1 0 1 0 0,2-2 0 0 0,160-78 7270 0 0,-129 60-6704 0 0,0-1-1 0 0,49-42 0 0 0,116-125-1578 0 0,-174 160 928 0 0,-2 0-1 0 0,-1-2 1 0 0,-1-1-1 0 0,-1-1 1 0 0,15-35-1 0 0,-32 60 77 0 0,0-1-1 0 0,-2 1 1 0 0,5-16 0 0 0,-7 23 64 0 0,0 0 1 0 0,0 0-1 0 0,1-1 1 0 0,-1 1 0 0 0,0 0-1 0 0,0 0 1 0 0,-1-1 0 0 0,1 1-1 0 0,0 0 1 0 0,0 0-1 0 0,0 0 1 0 0,-1-1 0 0 0,1 1-1 0 0,-1 0 1 0 0,1 0 0 0 0,-1 0-1 0 0,1 0 1 0 0,-1 0-1 0 0,-1-2 1 0 0,2 3 25 0 0,0 0 1 0 0,0 0-1 0 0,-1 0 0 0 0,1-1 1 0 0,0 1-1 0 0,0 0 1 0 0,-1 0-1 0 0,1 0 0 0 0,0 0 1 0 0,-1 0-1 0 0,1 0 0 0 0,0 0 1 0 0,-1 0-1 0 0,1 0 0 0 0,0 0 1 0 0,-1 0-1 0 0,1 0 0 0 0,0 0 1 0 0,0 0-1 0 0,-1 0 1 0 0,1 0-1 0 0,0 0 0 0 0,-1 0 1 0 0,1 0-1 0 0,0 0 0 0 0,-1 0 1 0 0,1 0-1 0 0,0 1 0 0 0,0-1 1 0 0,-1 0-1 0 0,1 0 0 0 0,0 0 1 0 0,0 0-1 0 0,-1 1 1 0 0,1-1-1 0 0,0 0 0 0 0,0 0 1 0 0,0 1-1 0 0,-1-1 0 0 0,1 0 1 0 0,0 0-1 0 0,0 1 0 0 0,0-1 1 0 0,0 0-1 0 0,0 1 0 0 0,-1-1 1 0 0,1 0-1 0 0,0 1 1 0 0,0-1-1 0 0,0 0 0 0 0,0 0 1 0 0,0 1-1 0 0,0-1 0 0 0,0 1 1 0 0,-3 13 1174 0 0,0 0-1 0 0,-1 18 1 0 0,4 60-1699 0 0,0-90 250 0 0,0 1 1 0 0,0-1-1 0 0,0 0 0 0 0,0 0 1 0 0,1 1-1 0 0,-1-1 1 0 0,1 0-1 0 0,0 0 0 0 0,-1 0 1 0 0,1 1-1 0 0,0-1 1 0 0,0 0-1 0 0,0 0 0 0 0,1 0 1 0 0,-1-1-1 0 0,2 4 1 0 0,-2-5 132 0 0,-1 0 1 0 0,0 0 0 0 0,0 0 0 0 0,0 1-1 0 0,1-1 1 0 0,-1 0 0 0 0,0 0-1 0 0,0 0 1 0 0,0 0 0 0 0,1 0-1 0 0,-1 0 1 0 0,0 0 0 0 0,0 0 0 0 0,0 0-1 0 0,1 0 1 0 0,-1 0 0 0 0,0 0-1 0 0,0 0 1 0 0,1 0 0 0 0,-1 0-1 0 0,0 0 1 0 0,0 0 0 0 0,0 0 0 0 0,1 0-1 0 0,-1 0 1 0 0,0 0 0 0 0,0 0-1 0 0,0 0 1 0 0,1-1 0 0 0,-1 1-1 0 0,0 0 1 0 0,0 0 0 0 0,0 0 0 0 0,1 0-1 0 0,-1 0 1 0 0,0-1 0 0 0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41:03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61 640 0 0,'2'-9'1553'0'0,"-2"7"-1335"0"0,0 0 0 0 0,0 0 0 0 0,0 1 1 0 0,1-1-1 0 0,-1 0 0 0 0,1 1 0 0 0,-1-1 0 0 0,1 1 0 0 0,-1-1 0 0 0,1 0 1 0 0,0 1-1 0 0,0-1 0 0 0,0 1 0 0 0,0 0 0 0 0,0-1 0 0 0,0 1 0 0 0,1 0 1 0 0,-1 0-1 0 0,0 0 0 0 0,0 0 0 0 0,1 0 0 0 0,-1 0 0 0 0,1 0 0 0 0,-1 0 1 0 0,1 0-1 0 0,-1 1 0 0 0,1-1 0 0 0,0 0 0 0 0,1 1 0 0 0,29-6 1573 0 0,0 2 0 0 0,0 1 0 0 0,50 3 0 0 0,-75 0-1516 0 0,0 0 0 0 0,0 0 0 0 0,0 1 0 0 0,12 3 0 0 0,-19-4-285 0 0,1 0 1 0 0,0 1 0 0 0,-1-1-1 0 0,1 0 1 0 0,0 1 0 0 0,-1-1-1 0 0,1 1 1 0 0,-1-1 0 0 0,1 1-1 0 0,-1-1 1 0 0,1 1 0 0 0,-1-1-1 0 0,1 1 1 0 0,-1-1 0 0 0,0 1-1 0 0,1 0 1 0 0,-1-1 0 0 0,0 1-1 0 0,1 0 1 0 0,-1-1 0 0 0,0 1-1 0 0,0 0 1 0 0,1-1 0 0 0,-1 1-1 0 0,0 0 1 0 0,0 0 0 0 0,0-1-1 0 0,0 1 1 0 0,0 0 0 0 0,0-1-1 0 0,0 1 1 0 0,-1 0 0 0 0,1 0-1 0 0,0-1 1 0 0,0 1 0 0 0,0 0-1 0 0,-1-1 1 0 0,1 1 0 0 0,0 0-1 0 0,-1-1 1 0 0,1 1 0 0 0,-1 1-1 0 0,-6 12-753 0 0,0 0 1 0 0,-1-1-1 0 0,-1 1 0 0 0,0-1 0 0 0,-11 12 0 0 0,10-15 687 0 0,0 0 0 0 0,-1 0 0 0 0,0-1 0 0 0,-1 0 0 0 0,1-1 0 0 0,-16 8 0 0 0,-17 4 171 0 0,-69 22 1 0 0,23-10-33 0 0,85-30-37 0 0,0 0 29 0 0,0-1-1 0 0,0 1 1 0 0,0 1-1 0 0,0-1 1 0 0,0 1-1 0 0,1-1 1 0 0,-1 1-1 0 0,1 1 1 0 0,0-1-1 0 0,0 1 1 0 0,-4 3-1 0 0,8-6-27 0 0,0-1 0 0 0,0 0 0 0 0,-1 0 0 0 0,1 0-1 0 0,0 0 1 0 0,0 1 0 0 0,0-1 0 0 0,0 0 0 0 0,0 0 0 0 0,0 0 0 0 0,0 0-1 0 0,-1 1 1 0 0,1-1 0 0 0,0 0 0 0 0,0 0 0 0 0,0 0 0 0 0,0 1 0 0 0,0-1 0 0 0,0 0-1 0 0,0 0 1 0 0,0 0 0 0 0,0 1 0 0 0,0-1 0 0 0,0 0 0 0 0,0 0 0 0 0,0 0-1 0 0,0 1 1 0 0,0-1 0 0 0,0 0 0 0 0,1 0 0 0 0,-1 0 0 0 0,0 1 0 0 0,0-1-1 0 0,0 0 1 0 0,0 0 0 0 0,0 0 0 0 0,0 0 0 0 0,0 1 0 0 0,1-1 0 0 0,-1 0 0 0 0,0 0-1 0 0,0 0 1 0 0,0 0 0 0 0,0 0 0 0 0,1 0 0 0 0,-1 1 0 0 0,0-1 0 0 0,0 0-1 0 0,0 0 1 0 0,1 0 0 0 0,-1 0 0 0 0,0 0 0 0 0,0 0 0 0 0,0 0 0 0 0,1 0-1 0 0,-1 0 1 0 0,0 0 0 0 0,0 0 0 0 0,0 0 0 0 0,1 0 0 0 0,-1 0 0 0 0,0 0-1 0 0,21 0 278 0 0,-12-1-232 0 0,14 0-11 0 0,-1 0 1 0 0,-1-2-1 0 0,42-11 1 0 0,63-27 199 0 0,-118 39-248 0 0,31-12 330 0 0,0-1 1 0 0,-1-2-1 0 0,44-26 1 0 0,-68 33 116 0 0,-19 13-508 0 0,-23 14-284 0 0,17-6 369 0 0,0 1-1 0 0,1 0 1 0 0,0 0 0 0 0,0 1-1 0 0,2 0 1 0 0,0 0 0 0 0,0 1-1 0 0,1 0 1 0 0,1 1 0 0 0,0-1 0 0 0,-6 30-1 0 0,5-13-52 0 0,2-1-165 0 0,-2-1-1 0 0,-12 34 1 0 0,19-63 114 0 0,-1 1 0 0 0,1-1 0 0 0,0 0 0 0 0,0 0 0 0 0,0 1-1 0 0,0-1 1 0 0,0 0 0 0 0,0 1 0 0 0,0-1 0 0 0,0 0 0 0 0,0 0 0 0 0,0 1 0 0 0,0-1 0 0 0,0 0 0 0 0,0 0 0 0 0,0 1 0 0 0,0-1 0 0 0,0 0 0 0 0,0 0-1 0 0,0 1 1 0 0,1-1 0 0 0,-1 0 0 0 0,0 0 0 0 0,0 1 0 0 0,0-1 0 0 0,0 0 0 0 0,1 0 0 0 0,-1 1 0 0 0,0-1 0 0 0,0 0 0 0 0,0 0 0 0 0,1 0-1 0 0,-1 0 1 0 0,0 1 0 0 0,0-1 0 0 0,0 0 0 0 0,1 0 0 0 0,-1 0 0 0 0,0 0 0 0 0,0 0 0 0 0,1 0 0 0 0,-1 0 0 0 0,0 0 0 0 0,1 0 0 0 0,-1 0-1 0 0,0 0 1 0 0,0 0 0 0 0,1 0 0 0 0,-1 0 0 0 0,0 0 0 0 0,0 0 0 0 0,1 0 0 0 0,-1 0 0 0 0,0 0 0 0 0,0 0 0 0 0,1 0 0 0 0,-1 0 0 0 0,0 0 0 0 0,1-1-1 0 0,23-5-1145 0 0,-15 4 1502 0 0,26 2-63 0 0,-29 1-157 0 0,0-1 0 0 0,-1 0 0 0 0,1 0 0 0 0,0 0 0 0 0,8-2 0 0 0,0-1-89 0 0,19-5 451 0 0,-23 4-1025 0 0,-10 4 567 0 0,0 0 0 0 0,0 0-1 0 0,0 0 1 0 0,-1 0 0 0 0,1 0 0 0 0,0 0 0 0 0,0 0 0 0 0,0 0 0 0 0,0 0 0 0 0,0 0-1 0 0,0 0 1 0 0,0 0 0 0 0,0 0 0 0 0,0 0 0 0 0,0 0 0 0 0,0 0 0 0 0,0 0 0 0 0,0 0 0 0 0,0 0-1 0 0,0 0 1 0 0,0 0 0 0 0,0 0 0 0 0,0 0 0 0 0,-1 0 0 0 0,1 0 0 0 0,0 0 0 0 0,0-1-1 0 0,0 1 1 0 0,0 0 0 0 0,0 0 0 0 0,0 0 0 0 0,0 0 0 0 0,0 0 0 0 0,0 0 0 0 0,0 0 0 0 0,0 0-1 0 0,0 0 1 0 0,0 0 0 0 0,0 0 0 0 0,0 0 0 0 0,0 0 0 0 0,0 0 0 0 0,0-1 0 0 0,0 1-1 0 0,1 0 1 0 0,-1 0 0 0 0,0 0 0 0 0,0 0 0 0 0,0 0 0 0 0,0 0 0 0 0,0 0 0 0 0,0 0 0 0 0,0 0-1 0 0,0 0 1 0 0,0 0 0 0 0,0 0 0 0 0,0 0 0 0 0,0 0 0 0 0,0 0 0 0 0,0 0 0 0 0,0 0-1 0 0,0 0 1 0 0,0 0 0 0 0,0 0 0 0 0,1 0 0 0 0,-1 0 0 0 0,0 0 0 0 0,-34-10-4634 0 0,-38 4 2665 0 0,64 6 1890 0 0,-30-2 498 0 0,0 2 0 0 0,-63 8 0 0 0,88-7-31 0 0,1 1 0 0 0,-1 1 0 0 0,1 0 0 0 0,0 1 0 0 0,0 0 0 0 0,1 1-1 0 0,-1 0 1 0 0,1 1 0 0 0,0 0 0 0 0,1 1 0 0 0,-1 0 0 0 0,1 1 0 0 0,1 0-1 0 0,-11 10 1 0 0,7-1 25 0 0,1 0-1 0 0,0 1 0 0 0,2 0 1 0 0,0 1-1 0 0,0 0 0 0 0,2 1 1 0 0,1-1-1 0 0,-9 36 1 0 0,15-51-222 0 0,0 1 0 0 0,1-1 0 0 0,-1 1 0 0 0,1 0 0 0 0,0-1 0 0 0,0 1 0 0 0,1-1 0 0 0,-1 1 0 0 0,1-1 0 0 0,0 1 0 0 0,1-1 0 0 0,-1 1 0 0 0,1-1 0 0 0,-1 0 0 0 0,1 0 0 0 0,0 1 0 0 0,1-2 0 0 0,-1 1 0 0 0,1 0 0 0 0,0 0 0 0 0,0-1 0 0 0,0 1-1 0 0,0-1 1 0 0,1 0 0 0 0,-1 0 0 0 0,8 4 0 0 0,-4-2-174 0 0,1-1 0 0 0,0 0-1 0 0,0 0 1 0 0,1-1-1 0 0,-1 0 1 0 0,1-1 0 0 0,-1 0-1 0 0,1 0 1 0 0,0 0-1 0 0,0-1 1 0 0,0-1-1 0 0,0 0 1 0 0,10-1 0 0 0,-2-1 12 0 0,0-1 0 0 0,0-1 0 0 0,0-1 0 0 0,-1 0 0 0 0,0-1 0 0 0,17-9 0 0 0,92-57-1454 0 0,-100 57 795 0 0,89-58-4652 0 0,-4 2-3308 0 0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41:04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2801 0 0,'5'28'2703'0'0,"-5"-27"-1680"0"0,0-3 197 0 0,0-17 1945 0 0,0 18-2953 0 0,0-1 0 0 0,0 1 1 0 0,0-1-1 0 0,0 1 1 0 0,0-1-1 0 0,0 1 0 0 0,1-1 1 0 0,-1 1-1 0 0,0-1 1 0 0,1 1-1 0 0,-1 0 0 0 0,1-1 1 0 0,0 1-1 0 0,-1 0 1 0 0,1-1-1 0 0,0 1 1 0 0,0 0-1 0 0,0 0 0 0 0,0 0 1 0 0,0 0-1 0 0,0 0 1 0 0,2-2-1 0 0,2 1 76 0 0,0-1 0 0 0,1 1 0 0 0,-1 0 0 0 0,1 1 0 0 0,0 0 0 0 0,0-1 1 0 0,9 1-1 0 0,83-9 1264 0 0,-80 9-1484 0 0,0 1 1 0 0,-1 0-1 0 0,1 2 0 0 0,21 3 1 0 0,-37-5-230 0 0,0 1 1 0 0,0-1 0 0 0,0 1-1 0 0,0 0 1 0 0,0-1 0 0 0,0 1-1 0 0,0 0 1 0 0,0 0 0 0 0,0 0-1 0 0,-1 1 1 0 0,1-1 0 0 0,0 0-1 0 0,-1 1 1 0 0,1-1 0 0 0,-1 1-1 0 0,1-1 1 0 0,-1 1 0 0 0,0-1-1 0 0,1 1 1 0 0,-1 0 0 0 0,0 0-1 0 0,0 0 1 0 0,0 0 0 0 0,-1 0-1 0 0,1 0 1 0 0,0 0-1 0 0,-1 0 1 0 0,0 0 0 0 0,1 0-1 0 0,-1 0 1 0 0,0 0 0 0 0,0 0-1 0 0,0 0 1 0 0,0 3 0 0 0,-1 2-315 0 0,-1 0 0 0 0,1-1 1 0 0,-1 1-1 0 0,-1-1 0 0 0,1 1 0 0 0,-1-1 1 0 0,0 0-1 0 0,-7 11 0 0 0,-8 7 474 0 0,-1-1 0 0 0,-1 0 0 0 0,-40 34 0 0 0,-75 49 3567 0 0,112-86-1071 0 0,14-10-1192 0 0,8-7-299 0 0,6-3-1004 0 0,1 0 1 0 0,-1 1-1 0 0,1 0 0 0 0,-1 0 1 0 0,1 0-1 0 0,-1 0 1 0 0,9 4-1 0 0,11 3 90 0 0,-9-5-39 0 0,0 0 10 0 0,-1 1-1 0 0,1 0 1 0 0,22 10 0 0 0,-34-12-54 0 0,0 1 1 0 0,1-1-1 0 0,-1 0 0 0 0,-1 1 1 0 0,1 0-1 0 0,0 0 1 0 0,-1 0-1 0 0,1 0 1 0 0,-1 1-1 0 0,0-1 0 0 0,0 1 1 0 0,-1 0-1 0 0,1 0 1 0 0,-1 0-1 0 0,1 0 0 0 0,-1 0 1 0 0,2 6-1 0 0,-2 1 24 0 0,1 0 0 0 0,-1 0 0 0 0,-1 0 0 0 0,0 0 0 0 0,-1 0-1 0 0,0 0 1 0 0,0 0 0 0 0,-1 0 0 0 0,-3 12 0 0 0,-5 16 121 0 0,-17 47 1 0 0,14-48-140 0 0,-8 39 1 0 0,19-63-292 0 0,3-10-1157 0 0,0-5 888 0 0,0-1 1 0 0,0 1 0 0 0,-1-1-1 0 0,1 1 1 0 0,0-1 0 0 0,-1 0-1 0 0,0 0 1 0 0,1 1-1 0 0,1-5 1 0 0,25-38-8471 0 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41:04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1601 0 0,'0'1'571'0'0,"-1"0"0"0"0,1 1 0 0 0,0-1 1 0 0,0 0-1 0 0,0 0 0 0 0,0 0 0 0 0,0 1 0 0 0,0-1 1 0 0,0 0-1 0 0,0 0 0 0 0,1 0 0 0 0,-1 0 1 0 0,0 1-1 0 0,1-1 0 0 0,-1 0 0 0 0,2 2 0 0 0,-1-2-263 0 0,-1-1 0 0 0,1 1 0 0 0,0 0 0 0 0,0 0 0 0 0,-1-1-1 0 0,1 1 1 0 0,0-1 0 0 0,0 1 0 0 0,0-1 0 0 0,0 1 0 0 0,0-1 0 0 0,0 0-1 0 0,0 1 1 0 0,0-1 0 0 0,2 1 0 0 0,4-1 293 0 0,1 0-1 0 0,-1 0 1 0 0,1-1-1 0 0,13-2 1 0 0,-4 0-806 0 0,88-7-41 0 0,181 6-1 0 0,-278 4 246 0 0,0 0 4 0 0,0 1 0 0 0,0 0 0 0 0,0 0 0 0 0,11 3 0 0 0,-17-3-17 0 0,0 0 0 0 0,0-1 0 0 0,-1 1 0 0 0,1 0 1 0 0,0 0-1 0 0,-1 0 0 0 0,1 0 0 0 0,-1 0 0 0 0,1 1 0 0 0,-1-1 0 0 0,0 0 0 0 0,1 1 0 0 0,-1-1 0 0 0,0 1 0 0 0,0-1 0 0 0,0 1 0 0 0,0 0 0 0 0,0-1 0 0 0,0 1 0 0 0,-1 0 0 0 0,1-1 1 0 0,0 1-1 0 0,0 3 0 0 0,0 3-262 0 0,-1 0 0 0 0,1 0 1 0 0,-1 0-1 0 0,-1 0 0 0 0,1 0 1 0 0,-1 0-1 0 0,-1-1 0 0 0,-3 13 1 0 0,-26 65-2735 0 0,26-72 2778 0 0,-46 98 210 0 0,-73 118-1 0 0,60-116-12 0 0,45-75-262 0 0,1 1 0 0 0,2 1 1 0 0,-14 56-1 0 0,12-40-3412 0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41:05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94 800 0 0,'-7'-9'828'0'0,"3"5"-97"0"0,1 1 1 0 0,0-1-1 0 0,0 0 1 0 0,0 0 0 0 0,1-1-1 0 0,-1 1 1 0 0,-2-8-1 0 0,5 11-585 0 0,0 0-1 0 0,0 0 1 0 0,0 0-1 0 0,0 1 1 0 0,0-1-1 0 0,0 0 1 0 0,0 0 0 0 0,0 0-1 0 0,0 0 1 0 0,0 0-1 0 0,0 0 1 0 0,0 0-1 0 0,1 0 1 0 0,-1 1-1 0 0,0-1 1 0 0,1 0-1 0 0,-1 0 1 0 0,1 0-1 0 0,0 0 1 0 0,0-1-29 0 0,1 1-1 0 0,-1 0 1 0 0,1-1 0 0 0,0 1 0 0 0,-1 0-1 0 0,1 0 1 0 0,0 0 0 0 0,0 0 0 0 0,0 0 0 0 0,0 0-1 0 0,3 0 1 0 0,-2 0-27 0 0,34-9 587 0 0,-35 10-664 0 0,-1-1 0 0 0,1 1 0 0 0,-1 0 0 0 0,1 0 0 0 0,-1 0 0 0 0,1 0 0 0 0,-1 0 0 0 0,1 0 0 0 0,-1 0 1 0 0,0 0-1 0 0,1 0 0 0 0,-1 1 0 0 0,1-1 0 0 0,-1 1 0 0 0,1-1 0 0 0,-1 1 0 0 0,0 0 0 0 0,1-1 0 0 0,-1 1 0 0 0,0 0 0 0 0,0 0 0 0 0,2 1 0 0 0,-3-1-14 0 0,0-1 0 0 0,0 1 0 0 0,0 0-1 0 0,1-1 1 0 0,-1 1 0 0 0,0 0 0 0 0,0-1 0 0 0,0 1-1 0 0,0 0 1 0 0,0 0 0 0 0,0-1 0 0 0,-1 1-1 0 0,1 0 1 0 0,0-1 0 0 0,0 1 0 0 0,0 0 0 0 0,-1-1-1 0 0,1 1 1 0 0,0 0 0 0 0,-1-1 0 0 0,1 1 0 0 0,0-1-1 0 0,-1 1 1 0 0,1 0 0 0 0,-1-1 0 0 0,1 1-1 0 0,-1-1 1 0 0,1 1 0 0 0,-1-1 0 0 0,1 0 0 0 0,-1 1-1 0 0,0 0 1 0 0,-23 20 64 0 0,-1-1 0 0 0,-1 0-1 0 0,-43 23 1 0 0,-28 20 553 0 0,94-59-424 0 0,11-5-73 0 0,14-1 50 0 0,36 1 325 0 0,-5 1-281 0 0,0-3 1 0 0,77-12-1 0 0,3-17-91 0 0,53-10-1484 0 0,-171 40-386 0 0,0 0 1 0 0,26 0-1 0 0,-30 3-316 0 0,0 1 0 0 0,0 0 0 0 0,11 3-1 0 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41:05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0 960 0 0,'88'208'-640'0'0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41:06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1 471 13366 0 0,'437'-37'10111'0'0,"-176"16"-6715"0"0,572-47 492 0 0,-416 29-4142 0 0,60-6-532 0 0,155-16 532 0 0,-96-22 894 0 0,-359 52-333 0 0,-119 22-67 0 0,140-28 400 0 0,-165 32-554 0 0,-25 4-31 0 0,-1 1 1 0 0,0-1-1 0 0,0-1 1 0 0,0 1-1 0 0,0-1 1 0 0,0 0-1 0 0,0-1 1 0 0,-1 1-1 0 0,13-8 1 0 0,-17 7 153 0 0,-7 1-41 0 0,-5 0-212 0 0,6 0-154 0 0,-14 0-641 0 0,-15 4-2513 0 0,-108 6-12762 0 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41:07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69 290 2481 0 0,'3'-49'836'0'0,"-5"37"-428"0"0,2 12-400 0 0,0 0 1 0 0,0 0 0 0 0,-1 0-1 0 0,1 0 1 0 0,0 0 0 0 0,0 0-1 0 0,0 0 1 0 0,0 0 0 0 0,-1 0-1 0 0,1 0 1 0 0,0 0-1 0 0,0 0 1 0 0,0 0 0 0 0,0 0-1 0 0,-1 0 1 0 0,1 0 0 0 0,0 0-1 0 0,0 0 1 0 0,0 0-1 0 0,0 0 1 0 0,-1 0 0 0 0,1 0-1 0 0,0 0 1 0 0,0 1 0 0 0,0-1-1 0 0,0 0 1 0 0,0 0 0 0 0,0 0-1 0 0,-1 0 1 0 0,1 0-1 0 0,0 0 1 0 0,0 1 0 0 0,0-1-1 0 0,0 0 1 0 0,0 0 0 0 0,0 0-1 0 0,0 0 1 0 0,0 0-1 0 0,0 1 1 0 0,0-1 0 0 0,0 0-1 0 0,-1 0 1 0 0,1 0 0 0 0,0 0-1 0 0,0 1 1 0 0,-11 25 408 0 0,1 0 0 0 0,-11 44 0 0 0,15-47-152 0 0,1 1 0 0 0,1-1 0 0 0,1 1 0 0 0,1 0 0 0 0,1 36 0 0 0,1-55-180 0 0,1 0 0 0 0,0 0 0 0 0,0 0 0 0 0,0 0-1 0 0,1-1 1 0 0,0 1 0 0 0,0 0 0 0 0,2 4 0 0 0,-3-7-29 0 0,1 0 0 0 0,-1 0 0 0 0,1 0 1 0 0,0 0-1 0 0,-1 0 0 0 0,1-1 0 0 0,0 1 0 0 0,0-1 1 0 0,0 1-1 0 0,0-1 0 0 0,0 1 0 0 0,4 1 0 0 0,0-2 60 0 0,0 0 0 0 0,0 1-1 0 0,0-2 1 0 0,0 1-1 0 0,0-1 1 0 0,0 0 0 0 0,0 0-1 0 0,0 0 1 0 0,0-1-1 0 0,0 0 1 0 0,11-4 0 0 0,10-2 230 0 0,-1-2 1 0 0,0 0 0 0 0,0-2 0 0 0,-1-1 0 0 0,28-19 0 0 0,-20 10 323 0 0,-1-2 0 0 0,-1-1 1 0 0,39-40-1 0 0,70-92 2053 0 0,13-14-2378 0 0,-138 156-485 0 0,31-24 0 0 0,-23 26 33 0 0,-22 12 104 0 0,0-1-1 0 0,-1 1 0 0 0,1 0 0 0 0,0 0 0 0 0,0 0 0 0 0,-1 0 1 0 0,1 0-1 0 0,0 0 0 0 0,0 0 0 0 0,-1 0 0 0 0,1 0 1 0 0,0 0-1 0 0,0 0 0 0 0,-1 0 0 0 0,1 1 0 0 0,0-1 0 0 0,0 0 1 0 0,0 1-1 0 0,1 1-1 0 0,-1 0 1 0 0,1 0 0 0 0,-1 0-1 0 0,0 0 1 0 0,0 1-1 0 0,0-1 1 0 0,0 0 0 0 0,0 1-1 0 0,0-1 1 0 0,-1 0 0 0 0,1 1-1 0 0,-1-1 1 0 0,0 1-1 0 0,0-1 1 0 0,0 1 0 0 0,0 4-1 0 0,-1 61 104 0 0,-18 135 1 0 0,5-87 61 0 0,10-76-119 0 0,-3 25-123 0 0,3 118 0 0 0,4-176-53 0 0,0 0 0 0 0,1 0 0 0 0,0 0 0 0 0,0 1 0 0 0,1-1-1 0 0,0 0 1 0 0,0 0 0 0 0,0-1 0 0 0,1 1 0 0 0,0-1 0 0 0,1 1 0 0 0,-1-1 0 0 0,1 0-1 0 0,0 0 1 0 0,1 0 0 0 0,-1-1 0 0 0,10 9 0 0 0,-1-6-1087 0 0,0 1 1 0 0,1-1-1 0 0,21 8 1 0 0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41:07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1144 0 800 0 0,'-5'17'985'0'0,"12"-21"57"0"0,-4 2 226 0 0,-36 66 3988 0 0,1 6-918 0 0,-29 98 0 0 0,-15 94-2524 0 0,35-113-2450 0 0,-67 162 0 0 0,97-284 822 0 0,10-27-168 0 0,1 0 1 0 0,-1 0-1 0 0,0 0 0 0 0,0 0 0 0 0,0 0 0 0 0,1 0 0 0 0,-1 0 0 0 0,0-1 1 0 0,0 1-1 0 0,1 0 0 0 0,-1-1 0 0 0,0 1 0 0 0,1 0 0 0 0,-1-1 0 0 0,0 1 1 0 0,1-1-1 0 0,-1 1 0 0 0,0-1 0 0 0,1 1 0 0 0,-1-2 0 0 0,-5-2 15 0 0,-18-10-125 0 0,-1 1 0 0 0,-1 1 0 0 0,0 1 0 0 0,0 2 0 0 0,-1 0 0 0 0,-1 2-1 0 0,1 1 1 0 0,-1 1 0 0 0,-28-2 0 0 0,26 7 20 0 0,0 0 0 0 0,0 2 0 0 0,1 1 0 0 0,-1 2-1 0 0,1 0 1 0 0,0 2 0 0 0,-48 18 0 0 0,63-19 51 0 0,0 1-1 0 0,0 0 1 0 0,1 1 0 0 0,0 1-1 0 0,0 0 1 0 0,1 0 0 0 0,-14 16 0 0 0,18-17 37 0 0,1 0 1 0 0,0 1 0 0 0,1 0 0 0 0,0 0-1 0 0,1 0 1 0 0,0 1 0 0 0,0 0-1 0 0,1 0 1 0 0,0 0 0 0 0,1 1 0 0 0,-3 14-1 0 0,5-20 4 0 0,0 1 0 0 0,0-1 0 0 0,1 1 0 0 0,0-1 0 0 0,0 1 0 0 0,0-1 0 0 0,1 1 0 0 0,0-1 0 0 0,0 1 0 0 0,0-1 0 0 0,0 1 0 0 0,1-1 0 0 0,2 5-1 0 0,-2-6-22 0 0,0-1 0 0 0,1 0 0 0 0,-1 0 0 0 0,0 0 0 0 0,1 0 0 0 0,0 0 0 0 0,0 0-1 0 0,-1-1 1 0 0,2 0 0 0 0,-1 1 0 0 0,0-1 0 0 0,0 0 0 0 0,1 0 0 0 0,-1-1 0 0 0,1 1-1 0 0,-1-1 1 0 0,1 0 0 0 0,0 0 0 0 0,0 0 0 0 0,5 1 0 0 0,12-1-12 0 0,-1 0 0 0 0,1-2 0 0 0,0 0 1 0 0,0-2-1 0 0,0 0 0 0 0,-1-1 0 0 0,1-1 0 0 0,19-8 0 0 0,0-1 75 0 0,0-1-1 0 0,44-27 0 0 0,70-48 152 0 0,23-13 94 0 0,-172 100-299 0 0,1 1-1 0 0,-1-1 1 0 0,0 1-1 0 0,1 0 1 0 0,0 0-1 0 0,-1 0 1 0 0,1 1-1 0 0,10-2 1 0 0,-14 4-23 0 0,0-1 1 0 0,0 0-1 0 0,-1 1 1 0 0,1 0-1 0 0,0-1 1 0 0,0 1 0 0 0,-1 0-1 0 0,1 0 1 0 0,-1 0-1 0 0,1 0 1 0 0,-1 0-1 0 0,1 0 1 0 0,-1 0 0 0 0,1 0-1 0 0,-1 1 1 0 0,0-1-1 0 0,0 1 1 0 0,0-1 0 0 0,0 1-1 0 0,0-1 1 0 0,0 1-1 0 0,0-1 1 0 0,0 1-1 0 0,-1 0 1 0 0,1-1 0 0 0,-1 1-1 0 0,1 0 1 0 0,0 3-1 0 0,14 62-222 0 0,-11-46 199 0 0,0 0-1 0 0,12 29 1 0 0,-15-46-86 0 0,1 0 0 0 0,0 1-1 0 0,1-1 1 0 0,-1 0 0 0 0,1 0 0 0 0,5 6-1 0 0,-7-9-30 0 0,0 0 0 0 0,1 0-1 0 0,-1 1 1 0 0,0-1-1 0 0,1 0 1 0 0,-1-1 0 0 0,1 1-1 0 0,-1 0 1 0 0,1 0 0 0 0,0-1-1 0 0,-1 1 1 0 0,1-1-1 0 0,0 1 1 0 0,-1-1 0 0 0,1 0-1 0 0,0 1 1 0 0,-1-1 0 0 0,1 0-1 0 0,0 0 1 0 0,1-1 0 0 0,3 0-693 0 0,-1-1 0 0 0,0 1 1 0 0,1-1-1 0 0,-1-1 1 0 0,0 1-1 0 0,6-5 0 0 0,-10 6 741 0 0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41:08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997 0 1201 0 0,'-61'115'8942'0'0,"8"5"-4300"0"0,-32 118-1219 0 0,-58 309-248 0 0,139-525-3137 0 0,4-19-78 0 0,1-5-29 0 0,-1-30-340 0 0,-3 21 285 0 0,0 1 0 0 0,-1-1-1 0 0,0 1 1 0 0,0 0 0 0 0,-1 0 0 0 0,0 1 0 0 0,-1-1 0 0 0,0 1-1 0 0,-1 0 1 0 0,0 1 0 0 0,0-1 0 0 0,-8-6 0 0 0,3 3-113 0 0,-1 2 0 0 0,0-1 0 0 0,0 2 1 0 0,0-1-1 0 0,-2 2 0 0 0,1 0 0 0 0,-24-9 1 0 0,26 13 225 0 0,-1 0 0 0 0,0 1 0 0 0,1 0 0 0 0,-1 1 0 0 0,0 1-1 0 0,-1 0 1 0 0,1 0 0 0 0,0 2 0 0 0,0-1 0 0 0,-19 5 0 0 0,22-3 42 0 0,-1 1 0 0 0,1 0-1 0 0,0 1 1 0 0,0 0-1 0 0,1 0 1 0 0,-1 1-1 0 0,1 0 1 0 0,0 1 0 0 0,0 0-1 0 0,1 1 1 0 0,-1-1-1 0 0,2 1 1 0 0,-14 15-1 0 0,3 4 200 0 0,1 1-1 0 0,1 0 1 0 0,1 1-1 0 0,1 1 1 0 0,2 0-1 0 0,1 1 1 0 0,1 0-1 0 0,2 0 0 0 0,-8 51 1 0 0,14-70-121 0 0,1 0-1 0 0,0 0 1 0 0,1 0 0 0 0,0 0-1 0 0,1 0 1 0 0,0 0 0 0 0,0-1 0 0 0,5 17-1 0 0,-4-22-123 0 0,0 0 0 0 0,1 0 0 0 0,-1 0 0 0 0,1-1 0 0 0,0 1 0 0 0,0 0 0 0 0,0-1 0 0 0,1 0 0 0 0,0 0 0 0 0,-1 0 0 0 0,1 0 0 0 0,1-1 0 0 0,-1 1 0 0 0,1-1 0 0 0,-1 0 0 0 0,1 0 0 0 0,0-1 0 0 0,5 3 0 0 0,0-1 6 0 0,-1-1-1 0 0,1 0 0 0 0,0 0 0 0 0,0-1 1 0 0,0 0-1 0 0,0-1 0 0 0,0 0 0 0 0,0-1 1 0 0,21-1-1 0 0,-16-1 10 0 0,0-1 1 0 0,0 0-1 0 0,-1-1 0 0 0,1-1 0 0 0,27-13 1 0 0,-5-3-31 0 0,-1-1 1 0 0,-1-2-1 0 0,58-52 1 0 0,-46 33-46 0 0,-24 21-11 0 0,2 1 0 0 0,34-24 0 0 0,-56 43 56 0 0,0 0 1 0 0,1 0-1 0 0,-1 0 1 0 0,1 1 0 0 0,0-1-1 0 0,-1 1 1 0 0,1 0 0 0 0,0 0-1 0 0,0 0 1 0 0,0 1-1 0 0,0-1 1 0 0,4 1 0 0 0,-5 0-26 0 0,-1 1 0 0 0,1-1 0 0 0,0 1 0 0 0,0-1 1 0 0,-1 1-1 0 0,1 0 0 0 0,0 0 0 0 0,-1 1 0 0 0,1-1 0 0 0,-1 0 1 0 0,1 1-1 0 0,-1 0 0 0 0,3 2 0 0 0,3 4-71 0 0,-1 1-1 0 0,0 0 1 0 0,0 0-1 0 0,-1 1 1 0 0,0 0-1 0 0,-1 0 1 0 0,5 12 0 0 0,45 106 174 0 0,62 121 437 0 0,-65-152-2092 0 0,-10 0-3322 0 0,-20-27-2728 0 0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27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1 480 0 0,'-100'159'5363'0'0,"145"-212"-1842"0"0,-80 360-1760 0 0,35 65 720 0 0,23-65 1921 0 0,20-63-1120 0 0,12-50-1922 0 0,4-29-1440 0 0,5-31-640 0 0,0-46-1761 0 0,0-50-1761 0 0,-10-60-2401 0 0,-16-62 0 0 0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28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9 131 1040 0 0,'1'-12'1767'0'0,"0"0"0"0"0,-1 0-1 0 0,0 0 1 0 0,-1 0-1 0 0,0 0 1 0 0,-5-16-1 0 0,6 27-1674 0 0,-1 1 0 0 0,1-1 0 0 0,0 0 0 0 0,0 1 0 0 0,-1-1 0 0 0,1 1 0 0 0,0-1 0 0 0,0 0 0 0 0,0 1-1 0 0,0-1 1 0 0,0 1 0 0 0,0-1 0 0 0,0 0 0 0 0,0 1 0 0 0,0-1 0 0 0,0 0 0 0 0,0 1 0 0 0,0-1 0 0 0,1 1 0 0 0,-1-1 0 0 0,0 0 0 0 0,0 1 0 0 0,1-1 0 0 0,-1 1-1 0 0,0-1 1 0 0,1 1 0 0 0,-1-1 0 0 0,0 1 0 0 0,1-1 0 0 0,-1 1 0 0 0,1-1 0 0 0,-1 1 0 0 0,1-1 0 0 0,-1 1 0 0 0,1 0 0 0 0,0-1 0 0 0,3 0-83 0 0,1 0 0 0 0,-1 0 1 0 0,0 1-1 0 0,0-1 0 0 0,8 1 1 0 0,3-1 187 0 0,181-3 483 0 0,339 34 1 0 0,-252 1 1733 0 0,819 59 2612 0 0,-769-66-5063 0 0,705 26-478 0 0,-549-31 497 0 0,-440-16 11 0 0,228 15-24 0 0,-227-12-19 0 0,-1 3-1 0 0,-1 1 0 0 0,68 24 0 0 0,-100-28-43 0 0,-1 0 0 0 0,0 1 0 0 0,20 12 0 0 0,-30-16 18 0 0,-1 0-1 0 0,0 0 1 0 0,0 0-1 0 0,0 1 1 0 0,-1 0-1 0 0,1-1 1 0 0,-1 1-1 0 0,0 1 1 0 0,0-1-1 0 0,0 0 0 0 0,-1 1 1 0 0,1-1-1 0 0,-1 1 1 0 0,0 0-1 0 0,1 5 1 0 0,-1-1-51 0 0,0 0-1 0 0,-1 0 1 0 0,-1 0 0 0 0,1 0 0 0 0,-2 0 0 0 0,-1 16 0 0 0,-15 55-354 0 0,15-74 451 0 0,-18 62-210 0 0,-53 122 1 0 0,-50 63 483 0 0,25-56-129 0 0,-60 168-50 0 0,-62 125-2691 0 0,201-454 963 0 0,-1 0 0 0 0,-1-1 0 0 0,-2-1 0 0 0,-1-1 0 0 0,-48 49 0 0 0,-49 22-4828 0 0,121-104 6472 0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28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96 236 3762 0 0,'-69'-17'5522'0'0,"46"8"-2028"0"0,22 9-3455 0 0,1 0-1 0 0,0 0 1 0 0,0 0-1 0 0,0 0 1 0 0,0 0-1 0 0,0 0 1 0 0,0 0-1 0 0,0-1 0 0 0,-1 1 1 0 0,1 0-1 0 0,0 0 1 0 0,0 0-1 0 0,0 0 1 0 0,0 0-1 0 0,0 0 1 0 0,0 0-1 0 0,0 0 0 0 0,0 0 1 0 0,-1 0-1 0 0,1 0 1 0 0,0-1-1 0 0,0 1 1 0 0,0 0-1 0 0,0 0 1 0 0,0 0-1 0 0,0 0 0 0 0,0 0 1 0 0,0 0-1 0 0,0-1 1 0 0,0 1-1 0 0,0 0 1 0 0,0 0-1 0 0,0 0 1 0 0,0 0-1 0 0,0 0 0 0 0,0 0 1 0 0,0-1-1 0 0,0 1 1 0 0,0 0-1 0 0,0 0 1 0 0,0 0-1 0 0,0 0 1 0 0,0 0-1 0 0,0 0 0 0 0,0 0 1 0 0,0-1-1 0 0,0 1 1 0 0,0 0-1 0 0,0 0 1 0 0,1 0-1 0 0,-1 0 1 0 0,0 0-1 0 0,0 0 1 0 0,0 0-1 0 0,0 0 0 0 0,0 0 1 0 0,0-1-1 0 0,0 1 1 0 0,0 0-1 0 0,1 0 1 0 0,-1 0-1 0 0,0 0 1 0 0,0 0-1 0 0,0 0 0 0 0,0 0 1 0 0,0 0-1 0 0,0 0 1 0 0,0 0-1 0 0,1 0 1 0 0,11-2 1180 0 0,1 0 1 0 0,25 1 0 0 0,164-1 1314 0 0,-9 2-1585 0 0,502-5 1504 0 0,751-60-1934 0 0,-1239 54-505 0 0,271-27-2015 0 0,-471 37 1856 0 0,17-1-1376 0 0,0-1 0 0 0,-1-1 0 0 0,1-1 0 0 0,37-14 0 0 0,-60 19 1322 0 0,0 0-1 0 0,0 0 0 0 0,0 0 1 0 0,0-1-1 0 0,0 1 1 0 0,0-1-1 0 0,0 1 0 0 0,-1 0 1 0 0,1-1-1 0 0,0 0 0 0 0,0 1 1 0 0,0-1-1 0 0,0 0 1 0 0,-1 1-1 0 0,1-1 0 0 0,0 0 1 0 0,-1 0-1 0 0,1 1 1 0 0,0-1-1 0 0,-1 0 0 0 0,1 0 1 0 0,-1 0-1 0 0,1 0 0 0 0,-1 0 1 0 0,0 0-1 0 0,1 0 1 0 0,-1-1-1 0 0,-1-1-316 0 0,-1 1 0 0 0,1 0 0 0 0,-1-1-1 0 0,0 1 1 0 0,0 0 0 0 0,0 0 0 0 0,0 0 0 0 0,0 0 0 0 0,0 1 0 0 0,-3-3-1 0 0,4 4 499 0 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29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1 2081 0 0,'-22'11'9017'0'0,"1"-1"-7559"0"0,1 2-1 0 0,-34 24 1 0 0,44-28-1324 0 0,0 1-1 0 0,0 0 1 0 0,1 0 0 0 0,0 1-1 0 0,0 0 1 0 0,1 1 0 0 0,1 0 0 0 0,-8 12-1 0 0,10-10-45 0 0,0 0-1 0 0,0 0 0 0 0,1 0 0 0 0,1 1 1 0 0,0-1-1 0 0,1 1 0 0 0,0-1 1 0 0,1 1-1 0 0,1 0 0 0 0,0 0 0 0 0,1 0 1 0 0,0-1-1 0 0,1 1 0 0 0,1 0 1 0 0,0-1-1 0 0,1 1 0 0 0,9 21 0 0 0,-7-21-72 0 0,0-1 1 0 0,1 0-1 0 0,1 0 0 0 0,0-1 0 0 0,1 1 0 0 0,0-2 0 0 0,1 0 0 0 0,0 0 0 0 0,1 0 0 0 0,0-1 0 0 0,0-1 0 0 0,1 0 0 0 0,1-1 1 0 0,-1 0-1 0 0,1-1 0 0 0,14 6 0 0 0,-13-8-11 0 0,0 0 1 0 0,0-1-1 0 0,0 0 1 0 0,1-2-1 0 0,-1 0 0 0 0,1 0 1 0 0,0-1-1 0 0,-1-1 1 0 0,1 0-1 0 0,0-1 1 0 0,-1-1-1 0 0,1 0 1 0 0,-1-1-1 0 0,1-1 0 0 0,-1 0 1 0 0,0-1-1 0 0,-1 0 1 0 0,1-1-1 0 0,-1-1 1 0 0,13-8-1 0 0,-5 1 41 0 0,-1 0 0 0 0,0-2 0 0 0,-2 0 0 0 0,0-1-1 0 0,0 0 1 0 0,-2-2 0 0 0,19-25 0 0 0,-28 32-18 0 0,0 0 0 0 0,0-1-1 0 0,-1 1 1 0 0,0-1 0 0 0,-1 0 0 0 0,4-17 0 0 0,-7 21-13 0 0,-1-1 1 0 0,1 1 0 0 0,-2 0 0 0 0,1-1-1 0 0,-1 0 1 0 0,-1 1 0 0 0,1-1-1 0 0,-2 1 1 0 0,-4-18 0 0 0,3 16-2 0 0,-1 0 0 0 0,-1 0-1 0 0,1 1 1 0 0,-2 0 0 0 0,0 0 0 0 0,0 0 0 0 0,0 1 0 0 0,-1-1 0 0 0,-1 2 0 0 0,0-1 0 0 0,0 1-1 0 0,0 0 1 0 0,-1 1 0 0 0,0 0 0 0 0,-1 0 0 0 0,1 1 0 0 0,-1 0 0 0 0,-1 1 0 0 0,1 0-1 0 0,-1 1 1 0 0,0 0 0 0 0,1 1 0 0 0,-2 0 0 0 0,1 0 0 0 0,0 1 0 0 0,-1 1 0 0 0,1 0-1 0 0,-23 1 1 0 0,7 2-7 0 0,0 2 0 0 0,0 0 0 0 0,1 2 0 0 0,-32 11 0 0 0,44-12-13 0 0,-1 1 0 0 0,1 1 0 0 0,0 0 0 0 0,0 0 0 0 0,1 2 0 0 0,0-1 0 0 0,1 2 0 0 0,0 0 0 0 0,-15 15 0 0 0,25-22 1 0 0,-1-1 0 0 0,1 1 0 0 0,-1 0 0 0 0,1 0-1 0 0,0 0 1 0 0,0 0 0 0 0,0 0 0 0 0,1 0 0 0 0,-1 1-1 0 0,1-1 1 0 0,-1 1 0 0 0,1-1 0 0 0,1 1 0 0 0,-1-1 0 0 0,0 1-1 0 0,1 0 1 0 0,-1-1 0 0 0,1 1 0 0 0,0 0 0 0 0,1-1-1 0 0,-1 1 1 0 0,1 4 0 0 0,1-4-77 0 0,0 0 0 0 0,0 0 0 0 0,0-1 0 0 0,1 1 0 0 0,-1-1 0 0 0,1 1-1 0 0,0-1 1 0 0,0 0 0 0 0,0 0 0 0 0,0 0 0 0 0,1 0 0 0 0,-1 0 0 0 0,1-1 0 0 0,-1 0 0 0 0,1 0 0 0 0,0 0 0 0 0,0 0 0 0 0,6 2 0 0 0,1-1-831 0 0,0 1 0 0 0,1-1 0 0 0,0-1 1 0 0,-1 0-1 0 0,21 1 0 0 0,77-9-9424 0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29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 5603 0 0,'-11'62'9423'0'0,"-2"0"-4696"0"0,-13 87-3158 0 0,23-125-1394 0 0,2 1 0 0 0,0-1 0 0 0,1 1 0 0 0,5 26 0 0 0,-4-43-162 0 0,1 1-1 0 0,0 0 1 0 0,0-1 0 0 0,1 1 0 0 0,0-1 0 0 0,1 1-1 0 0,0-1 1 0 0,0-1 0 0 0,0 1 0 0 0,6 7 0 0 0,-7-12-16 0 0,-1 0 0 0 0,1 0 0 0 0,0-1 0 0 0,-1 1 0 0 0,1-1 1 0 0,0 0-1 0 0,1 0 0 0 0,-1 0 0 0 0,0 0 0 0 0,1 0 0 0 0,-1 0 0 0 0,1-1 1 0 0,-1 0-1 0 0,1 0 0 0 0,-1 0 0 0 0,1 0 0 0 0,0-1 0 0 0,0 1 0 0 0,-1-1 1 0 0,1 0-1 0 0,0 0 0 0 0,0 0 0 0 0,0 0 0 0 0,-1-1 0 0 0,7-1 1 0 0,-5 0-33 0 0,0 0 0 0 0,0 0 1 0 0,0 0-1 0 0,0 0 1 0 0,-1-1-1 0 0,1 0 0 0 0,-1 0 1 0 0,0 0-1 0 0,0 0 1 0 0,6-6-1 0 0,2-5-68 0 0,20-28 0 0 0,16-35 103 0 0,71-161 0 0 0,-88 178-80 0 0,-21 49-26 0 0,-9 11 104 0 0,-1 0-1 0 0,0 0 0 0 0,0 0 1 0 0,0 0-1 0 0,1 1 0 0 0,-1-1 1 0 0,0 0-1 0 0,0 0 1 0 0,0 0-1 0 0,1 0 0 0 0,-1 0 1 0 0,0 0-1 0 0,0 0 1 0 0,0 0-1 0 0,0 0 0 0 0,1 0 1 0 0,-1 1-1 0 0,0-1 0 0 0,0 0 1 0 0,0 0-1 0 0,0 0 1 0 0,1 0-1 0 0,-1 0 0 0 0,0 1 1 0 0,0-1-1 0 0,0 0 1 0 0,0 0-1 0 0,0 0 0 0 0,0 0 1 0 0,0 1-1 0 0,0-1 0 0 0,0 0 1 0 0,0 0-1 0 0,1 0 1 0 0,-1 1-1 0 0,1 30-100 0 0,-1-18 112 0 0,1-2-8 0 0,0 51 154 0 0,16 99-1 0 0,-14-142-176 0 0,1 0 1 0 0,1-1-1 0 0,1 0 0 0 0,1 1 1 0 0,0-2-1 0 0,1 1 0 0 0,1-1 1 0 0,0 0-1 0 0,24 30 0 0 0,-29-43-256 0 0,1 1-1 0 0,0-1 0 0 0,-1 0 1 0 0,1 0-1 0 0,1 0 0 0 0,-1-1 0 0 0,0 0 1 0 0,1 0-1 0 0,0 0 0 0 0,0-1 1 0 0,0 0-1 0 0,0 0 0 0 0,0 0 0 0 0,0-1 1 0 0,0 0-1 0 0,1 0 0 0 0,-1 0 0 0 0,7-1 1 0 0,-2 0-1807 0 0,1-1 1 0 0,-1-1 0 0 0,19-4 0 0 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29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7 240 0 0,'-19'-4'1601'0'0,"5"2"720"0"0,9 2 560 0 0,76 16 3682 0 0,114 14 1601 0 0,-31-14-6403 0 0,-64-8-3042 0 0,-49 6 241 0 0,-27 4 479 0 0,5 2-159 0 0,-15-12-5763 0 0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30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 1601 0 0,'11'-1'3839'0'0,"-31"0"-262"0"0,30 7-1895 0 0,-9-5-1750 0 0,0 0 0 0 0,0 0 1 0 0,0 0-1 0 0,0 0 1 0 0,0-1-1 0 0,0 1 0 0 0,0 0 1 0 0,0-1-1 0 0,0 1 0 0 0,1-1 1 0 0,-1 1-1 0 0,0-1 1 0 0,0 1-1 0 0,2-1 0 0 0,6 0-1191 0 0,-6 1 518 0 0,0-1 0 0 0,0 0-1 0 0,0 0 1 0 0,0 0 0 0 0,0-1-1 0 0,0 1 1 0 0,5-2-1 0 0,2-4-952 0 0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30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0 9524 0 0,'-112'214'8644'0'0,"34"16"-6723"0"0,47-84-2241 0 0,29-39-320 0 0,11-9 320 0 0,5-2 640 0 0,15-10 320 0 0,16-18-640 0 0,9-26-1281 0 0,18-38-3361 0 0,11-46-6483 0 0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31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0 5282 0 0,'-41'2'10965'0'0,"-6"12"-6483"0"0,14 10-3521 0 0,9-4-801 0 0,8 2 0 0 0,-27 104 1361 0 0,7 34-561 0 0,22-10-800 0 0,7-40-400 0 0,-2-14 160 0 0,1-1-160 0 0,4-3-961 0 0,13-18-1360 0 0,17-24-1441 0 0,22-44-6322 0 0</inkml:trace>
  <inkml:trace contextRef="#ctx0" brushRef="#br0" timeOffset="1">373 668 240 0 0,'0'8'4162'0'0,"-7"4"-80"0"0,-10 6-561 0 0,-61 85 1522 0 0,9-7-2802 0 0,53-48-2161 0 0,25-28-400 0 0,3-10 160 0 0,0-6-881 0 0,2-18-6802 0 0,-7-26-1282 0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31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2081 0 0,'-22'19'7695'0'0,"21"-18"-7525"0"0,1 0 0 0 0,-1 1 1 0 0,0-1-1 0 0,1 0 0 0 0,-1 0 0 0 0,0 1 0 0 0,1-1 0 0 0,0 0 0 0 0,-1 1 1 0 0,1-1-1 0 0,0 0 0 0 0,0 1 0 0 0,-1 1 0 0 0,2 2-290 0 0,1 0-1 0 0,-1 0 1 0 0,1-1-1 0 0,-1 1 0 0 0,1-1 1 0 0,1 1-1 0 0,-1-1 1 0 0,1 0-1 0 0,-1 0 1 0 0,1 0-1 0 0,5 5 1 0 0,6 8-534 0 0,81 114-3455 0 0,-91-124 4124 0 0,-1 0-1 0 0,1 0 1 0 0,-1 0-1 0 0,-1 1 1 0 0,1-1-1 0 0,-1 1 1 0 0,-1 0-1 0 0,0-1 0 0 0,0 1 1 0 0,0 0-1 0 0,-1 0 1 0 0,0 0-1 0 0,0 0 1 0 0,-3 10-1 0 0,1 18 450 0 0,0 13 241 0 0,-3 0 0 0 0,-2 0 0 0 0,-14 51 0 0 0,-50 140 3200 0 0,69-234-3747 0 0,-6 17 322 0 0,2-1 0 0 0,-5 33 1 0 0,11-56-483 0 0,0 1 0 0 0,0 0 0 0 0,0 0 0 0 0,0 0 0 0 0,1 0 0 0 0,-1-1 0 0 0,0 1 0 0 0,0 0 0 0 0,1 0 1 0 0,-1 0-1 0 0,0 0 0 0 0,0 0 0 0 0,1 0 0 0 0,-1 0 0 0 0,0 0 0 0 0,0 0 0 0 0,1 0 0 0 0,-1 0 0 0 0,0 0 1 0 0,0 0-1 0 0,1 0 0 0 0,-1 0 0 0 0,0 0 0 0 0,0 0 0 0 0,1 0 0 0 0,-1 0 0 0 0,0 0 0 0 0,0 0 0 0 0,0 0 1 0 0,1 0-1 0 0,-1 0 0 0 0,0 0 0 0 0,0 1 0 0 0,1-1 0 0 0,-1 0 0 0 0,0 0 0 0 0,0 0 0 0 0,0 0 0 0 0,1 1 1 0 0,-1-1-1 0 0,0 0 0 0 0,0 0 0 0 0,0 0 0 0 0,0 1 0 0 0,0-1 0 0 0,0 0 0 0 0,1 0 0 0 0,-1 1 0 0 0,0-1 1 0 0,0 0-1 0 0,0 0 0 0 0,0 1 0 0 0,0-1 0 0 0,0 0 0 0 0,0 0 0 0 0,0 1 0 0 0,0-1 0 0 0,0 0 0 0 0,0 1 1 0 0,18-23-191 0 0,-17 21 191 0 0,91-135 1 0 0,-63 89 0 0 0,2 0 0 0 0,66-74 0 0 0,-91 115 16 0 0,1 1 0 0 0,-1-1 0 0 0,1 1-1 0 0,0 1 1 0 0,0-1 0 0 0,1 1 0 0 0,-1 0 0 0 0,10-3 0 0 0,-13 6-2 0 0,0-1 1 0 0,1 1-1 0 0,-1 0 0 0 0,0 0 1 0 0,1 0-1 0 0,-1 1 0 0 0,0 0 1 0 0,1 0-1 0 0,-1 0 0 0 0,0 0 1 0 0,1 0-1 0 0,-1 1 0 0 0,1 0 1 0 0,-1 0-1 0 0,0 0 0 0 0,8 4 1 0 0,-10-4 3 0 0,-1 0 0 0 0,1 0 0 0 0,-1 1 0 0 0,1-1 0 0 0,-1 0 0 0 0,0 1 0 0 0,1 0 0 0 0,-1-1 0 0 0,0 1 0 0 0,0 0 0 0 0,0-1 1 0 0,0 1-1 0 0,0 0 0 0 0,0 3 0 0 0,4 4 44 0 0,50 108 232 0 0,-54-115-377 0 0,0 1 0 0 0,0-1 0 0 0,1 0 0 0 0,-1 1 0 0 0,1-1 0 0 0,-1 0 0 0 0,1 0 0 0 0,0 0 0 0 0,0-1 0 0 0,0 1 0 0 0,0 0 0 0 0,0-1 0 0 0,1 1 0 0 0,-1-1 0 0 0,0 0 0 0 0,1 1 0 0 0,-1-1 0 0 0,1 0 1 0 0,-1-1-1 0 0,1 1 0 0 0,-1 0 0 0 0,1-1 0 0 0,0 1 0 0 0,-1-1 0 0 0,1 0 0 0 0,0 0 0 0 0,4-1 0 0 0,-4 1-210 0 0,0-1-1 0 0,1 0 1 0 0,-1 0 0 0 0,0 0-1 0 0,0 0 1 0 0,-1 0-1 0 0,1-1 1 0 0,0 1 0 0 0,0-1-1 0 0,-1 0 1 0 0,1 0 0 0 0,-1 0-1 0 0,1 0 1 0 0,2-3-1 0 0,-1-1-1220 0 0,0 0 0 0 0,0 0 0 0 0,5-12 0 0 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32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6 209 2001 0 0,'0'-2'568'0'0,"0"0"0"0"0,0 1-1 0 0,-1-1 1 0 0,1 0 0 0 0,0 1 0 0 0,-1-1 0 0 0,1 0 0 0 0,-1 1 0 0 0,1-1-1 0 0,-2-1 1 0 0,21 32 3311 0 0,36 35-2026 0 0,-46-54-1637 0 0,0-1 0 0 0,0-1-1 0 0,1 0 1 0 0,0 0 0 0 0,17 9 0 0 0,-22-15-189 0 0,0 0 1 0 0,0 0 0 0 0,0-1 0 0 0,0 1-1 0 0,0-1 1 0 0,1 0 0 0 0,-1 0 0 0 0,0-1-1 0 0,1 0 1 0 0,-1 0 0 0 0,0 0-1 0 0,9-2 1 0 0,-2 0 9 0 0,1-2-1 0 0,-1 1 1 0 0,21-11 0 0 0,-12 4 93 0 0,0-2 0 0 0,-1 0 0 0 0,0-1 0 0 0,-1-1 0 0 0,0-1 0 0 0,-1-1 0 0 0,-1 0 0 0 0,0-2 0 0 0,-2 0 0 0 0,0 0 0 0 0,24-39 0 0 0,-38 53-74 0 0,1 0 0 0 0,0 1-1 0 0,-1-1 1 0 0,0 0 0 0 0,0 0 0 0 0,0-1-1 0 0,0 1 1 0 0,-1 0 0 0 0,0 0 0 0 0,1 0-1 0 0,-2 0 1 0 0,1 0 0 0 0,0-1 0 0 0,-1 1-1 0 0,0 0 1 0 0,0 0 0 0 0,0 0 0 0 0,0 0-1 0 0,-3-5 1 0 0,3 7 25 0 0,0 0 0 0 0,0 1 0 0 0,0-1 0 0 0,0 1 0 0 0,0-1 0 0 0,-1 1 0 0 0,1-1 0 0 0,0 1 0 0 0,-1 0 0 0 0,1 0 0 0 0,-1 0 0 0 0,1 0 0 0 0,-1 0 1 0 0,0 0-1 0 0,1 0 0 0 0,-1 0 0 0 0,-4 0 0 0 0,4 0 0 0 0,-1 1 1 0 0,1 0 0 0 0,-1 0-1 0 0,0 0 1 0 0,1 1 0 0 0,-1-1-1 0 0,1 0 1 0 0,-1 1 0 0 0,1 0-1 0 0,-1 0 1 0 0,1-1 0 0 0,-1 2-1 0 0,1-1 1 0 0,0 0 0 0 0,-1 0-1 0 0,-2 3 1 0 0,-13 10-108 0 0,1 0-1 0 0,1 1 1 0 0,0 1-1 0 0,-20 24 1 0 0,21-22 11 0 0,-19 25 75 0 0,-58 93 0 0 0,67-98-54 0 0,-38 44 0 0 0,31-43-84 0 0,27-32 35 0 0,0 0-1 0 0,0 1 1 0 0,1-1 0 0 0,0 1 0 0 0,0 0 0 0 0,1 0-1 0 0,0 0 1 0 0,0 1 0 0 0,1-1 0 0 0,0 1 0 0 0,1-1 0 0 0,0 1-1 0 0,0 0 1 0 0,1 0 0 0 0,0-1 0 0 0,0 1 0 0 0,1 0 0 0 0,0-1-1 0 0,1 1 1 0 0,-1 0 0 0 0,2-1 0 0 0,-1 0 0 0 0,1 1-1 0 0,1-1 1 0 0,0 0 0 0 0,0-1 0 0 0,0 1 0 0 0,1-1 0 0 0,0 1-1 0 0,0-1 1 0 0,1-1 0 0 0,0 1 0 0 0,0-1 0 0 0,0 0-1 0 0,1-1 1 0 0,0 1 0 0 0,14 7 0 0 0,-13-9-116 0 0,0-1 0 0 0,0 0 0 0 0,0-1-1 0 0,1 0 1 0 0,-1 0 0 0 0,1-1 0 0 0,-1 0 0 0 0,1 0 0 0 0,0-1 0 0 0,-1 0 0 0 0,1 0 0 0 0,-1-1-1 0 0,16-4 1 0 0,-11 3-140 0 0,-1-2 0 0 0,0 1 0 0 0,0-1 0 0 0,-1-1 0 0 0,22-12-1 0 0,26-22-4054 0 0,20-19-5237 0 0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33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1967 800 0 0,'1'0'159'0'0,"1"0"-1"0"0,-1 0 0 0 0,1 0 0 0 0,-1 0 1 0 0,1 0-1 0 0,-1 0 0 0 0,1 0 0 0 0,-1 0 1 0 0,0-1-1 0 0,1 1 0 0 0,-1 0 0 0 0,1-1 1 0 0,-1 0-1 0 0,0 1 0 0 0,1-1 0 0 0,-1 0 1 0 0,0 1-1 0 0,0-1 0 0 0,1 0 0 0 0,-1 0 1 0 0,1-2-1 0 0,37-28 1499 0 0,-7 4-996 0 0,0 2 1 0 0,37-21 0 0 0,143-65-718 0 0,28-16 432 0 0,133-69 16 0 0,13 22-211 0 0,61-33 590 0 0,151-65 499 0 0,-137 90-49 0 0,888-224-1 0 0,-538 260-593 0 0,-797 143-631 0 0,-9 2-4 0 0,0 0 0 0 0,0 1 1 0 0,0-1-1 0 0,0 1 0 0 0,0 0 0 0 0,0 0 0 0 0,6 2 1 0 0,-47 19 20 0 0,56-12 80 0 0,-12-5-38 0 0,23 12 304 0 0,59 22 1 0 0,-53-24-159 0 0,0 2 0 0 0,57 34 0 0 0,14 7 623 0 0,0-12 31 0 0,145 39-1 0 0,-214-73-828 0 0,311 91 46 0 0,125 39 469 0 0,5 24 1089 0 0,158 49-845 0 0,-345-128-892 0 0,-7-10 27 0 0,563 72 0 0 0,539-72 934 0 0,-1120-80-636 0 0,139 5 57 0 0,-382 0-262 0 0,0 1 1 0 0,-1 1-1 0 0,1 2 0 0 0,-1 0 1 0 0,33 12-1 0 0,-57-17-12 0 0,0 0 0 0 0,0 0-1 0 0,0 0 1 0 0,0 0 0 0 0,0 0 0 0 0,0 0 0 0 0,0 0-1 0 0,1 0 1 0 0,-1 0 0 0 0,0 0 0 0 0,0 0 0 0 0,0 0-1 0 0,0 0 1 0 0,0 0 0 0 0,0 0 0 0 0,0 0 0 0 0,0 0-1 0 0,1 0 1 0 0,-1 0 0 0 0,0 0 0 0 0,0 0 0 0 0,0 0-1 0 0,0 0 1 0 0,0 1 0 0 0,0-1 0 0 0,0 0 0 0 0,0 0-1 0 0,0 0 1 0 0,0 0 0 0 0,0 0 0 0 0,0 0 0 0 0,0 0-1 0 0,0 0 1 0 0,1 0 0 0 0,-1 1 0 0 0,0-1 0 0 0,0 0-1 0 0,0 0 1 0 0,0 0 0 0 0,0 0 0 0 0,0 0-1 0 0,0 0 1 0 0,0 0 0 0 0,0 0 0 0 0,0 1 0 0 0,0-1-1 0 0,0 0 1 0 0,-1 0 0 0 0,1 0 0 0 0,0 0 0 0 0,0 0-1 0 0,0 0 1 0 0,0 0 0 0 0,0 0 0 0 0,0 1 0 0 0,0-1-1 0 0,0 0 1 0 0,0 0 0 0 0,0 0 0 0 0,0 0 0 0 0,0 0-1 0 0,0 0 1 0 0,0 0 0 0 0,-1 0 0 0 0,0 2 59 0 0,7 1-12 0 0,11 0-34 0 0,-52-11-14915 0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35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4 240 0 0,'-4'40'3042'0'0,"6"-54"-161"0"0,0 0-160 0 0,-2 6-400 0 0,3 0 2721 0 0,-1 8-3281 0 0,8 8-1841 0 0,2-2-720 0 0,2-6-2642 0 0,-2-4-1280 0 0,-5 0 720 0 0,-3 2 721 0 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35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58 400 0 0,'-5'-18'2081'0'0,"0"2"240"0"0,-2 4 0 0 0,7 0 2001 0 0,14 22-2321 0 0,88 78 880 0 0,-9-6-2560 0 0,-58-42-7044 0 0,-32-24-2162 0 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36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29 160 0 0,'-2'-1'2100'0'0,"6"-1"-1316"0"0,29-3 694 0 0,198-16 7393 0 0,-226 21-8814 0 0,-1 0 1 0 0,1 0-1 0 0,0 1 0 0 0,-1 0 1 0 0,1-1-1 0 0,-1 1 1 0 0,1 1-1 0 0,-1-1 0 0 0,1 1 1 0 0,-1 0-1 0 0,0 0 1 0 0,5 3-1 0 0,-7-4-154 0 0,-1 0 1 0 0,0 0-1 0 0,0 1 1 0 0,0-1-1 0 0,0 0 1 0 0,0 1-1 0 0,-1-1 0 0 0,1 1 1 0 0,0-1-1 0 0,-1 1 1 0 0,1-1-1 0 0,-1 1 0 0 0,1-1 1 0 0,-1 1-1 0 0,0-1 1 0 0,0 1-1 0 0,1 0 0 0 0,-1-1 1 0 0,0 1-1 0 0,-1 0 1 0 0,1-1-1 0 0,0 1 1 0 0,0-1-1 0 0,-1 1 0 0 0,1 0 1 0 0,-1-1-1 0 0,1 1 1 0 0,-1-1-1 0 0,0 1 0 0 0,1-1 1 0 0,-1 0-1 0 0,-1 2 1 0 0,-3 5 7 0 0,1-1 0 0 0,-1 0 0 0 0,-1 0 0 0 0,1-1 0 0 0,-1 1 0 0 0,0-1 0 0 0,-1-1 0 0 0,0 1 0 0 0,1-1 0 0 0,-15 8 0 0 0,-8 3 668 0 0,-46 17 1 0 0,51-23-80 0 0,-4 0 394 0 0,20-9 216 0 0,9-3-115 0 0,17-4-539 0 0,45-6-630 0 0,244-40-239 0 0,-259 48-401 0 0,-37 8-1408 0 0,-14 3 741 0 0,-19 9 140 0 0,17-13 1210 0 0,-70 48-767 0 0,36-27 1155 0 0,2 3 0 0 0,0 0 0 0 0,2 3 0 0 0,-40 42-1 0 0,23-2 677 0 0,12-15-51 0 0,36-50-838 0 0,-2 3 1265 0 0,16-5-283 0 0,-2-2-1231 0 0,28 1 361 0 0,1 0-1 0 0,-1-2 1 0 0,1-2-1 0 0,-1-2 1 0 0,0-1 0 0 0,0-1-1 0 0,0-3 1 0 0,-1 0 0 0 0,0-3-1 0 0,-1 0 1 0 0,46-25-1 0 0,-70 32-262 0 0,-1 1-139 0 0,1-1 1 0 0,-1 0-1 0 0,0-1 1 0 0,11-8-1 0 0,-18 11 73 0 0,1 1-1 0 0,-1-1 1 0 0,0 1 0 0 0,0-1-1 0 0,0 0 1 0 0,0 0 0 0 0,0 0-1 0 0,-1 0 1 0 0,1 0 0 0 0,-1 0-1 0 0,0 0 1 0 0,0 0 0 0 0,0-1-1 0 0,0 1 1 0 0,-1 0 0 0 0,1-1-1 0 0,-1-4 1 0 0,-1-38-4843 0 0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36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441 5 1601 0 0,'-14'-3'1265'0'0,"12"3"-1028"0"0,0-1 1 0 0,0 1-1 0 0,-1-1 1 0 0,1 1-1 0 0,0 0 1 0 0,0 0-1 0 0,-1 0 0 0 0,1 0 1 0 0,0 0-1 0 0,-1 1 1 0 0,1-1-1 0 0,-3 2 0 0 0,2-1-43 0 0,0 1-1 0 0,1 0 0 0 0,-1 0 0 0 0,1 0 0 0 0,-1 1 1 0 0,1-1-1 0 0,0 1 0 0 0,-1-1 0 0 0,1 1 0 0 0,1 0 1 0 0,-1 0-1 0 0,0 0 0 0 0,-2 6 0 0 0,-78 200 3537 0 0,24-51-3244 0 0,47-133-461 0 0,-1 1 0 0 0,-1-2 1 0 0,-2 1-1 0 0,0-2 0 0 0,-1 0 1 0 0,-2-1-1 0 0,0-1 0 0 0,-1 0 1 0 0,-28 22-1 0 0,17-16 629 0 0,23-20 641 0 0,15-11-873 0 0,15-8-379 0 0,17-3 11 0 0,50-18 19 0 0,107-54 1 0 0,53-54-2716 0 0,-144 72-3094 0 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37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 0 1201 0 0,'-62'48'1680'0'0,"15"-14"-559"0"0,-24 42 960 0 0,33 14-80 0 0,43-10-481 0 0,21-18-319 0 0,19-10-241 0 0,9-16-399 0 0,10-16-401 0 0,-5-48-4562 0 0,-23-14-3362 0 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37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226 156 1201 0 0,'-3'-21'3048'0'0,"0"0"0"0"0,-2 0 0 0 0,-13-35 0 0 0,18 56-2975 0 0,0 0 0 0 0,0 0 0 0 0,0-1 0 0 0,0 1 0 0 0,0 0 0 0 0,0-1 0 0 0,0 1 0 0 0,0 0 0 0 0,0-1 0 0 0,0 1 0 0 0,0 0 0 0 0,0-1 0 0 0,0 1 0 0 0,0 0 0 0 0,0-1 0 0 0,0 1 0 0 0,0 0 0 0 0,0-1 0 0 0,0 1 0 0 0,0 0 0 0 0,1 0 0 0 0,-1-1 0 0 0,0 1 0 0 0,0 0 0 0 0,0 0 0 0 0,1-1 0 0 0,-1 1 0 0 0,0 0 0 0 0,0 0 0 0 0,0-1 0 0 0,1 1 0 0 0,16-7 739 0 0,16 0-968 0 0,1 2 1 0 0,54-3-1 0 0,-72 8 156 0 0,1 0-1 0 0,-1 0 1 0 0,1 1-1 0 0,0 2 1 0 0,23 5-1 0 0,-36-7 22 0 0,1 0 0 0 0,-1 1 0 0 0,0 0 0 0 0,0 0 0 0 0,0 0 0 0 0,0 1 0 0 0,0-1 0 0 0,0 1 0 0 0,-1 0 0 0 0,6 5 0 0 0,-7-6-9 0 0,0 1 1 0 0,-1-1 0 0 0,1 0-1 0 0,-1 1 1 0 0,0 0-1 0 0,1-1 1 0 0,-1 1-1 0 0,0 0 1 0 0,-1 0 0 0 0,1-1-1 0 0,0 1 1 0 0,-1 0-1 0 0,0 0 1 0 0,1 0 0 0 0,-1 0-1 0 0,0 0 1 0 0,-1 0-1 0 0,1 3 1 0 0,-3 5-38 0 0,-1 0-1 0 0,0 0 1 0 0,0-1 0 0 0,-1 1-1 0 0,0-1 1 0 0,-1 0-1 0 0,0-1 1 0 0,-12 15 0 0 0,17-23 13 0 0,-18 23-171 0 0,-1 0 1 0 0,-1-2-1 0 0,-1 0 1 0 0,0-1-1 0 0,-2-2 1 0 0,-1 0 0 0 0,-28 16-1 0 0,-194 92 487 0 0,214-112-282 0 0,17-6-147 0 0,28-9 5 0 0,5-2 98 0 0,57 1-1 0 0,-17 1 146 0 0,-1-3-1 0 0,0-2 1 0 0,58-13-1 0 0,-81 11-56 0 0,0-2-110 0 0,0 3 0 0 0,55-5-1 0 0,-75 12-21 0 0,-13 3-795 0 0,-19 7-981 0 0,10-5 2064 0 0,-5 4-116 0 0,2 1 1 0 0,-1 1 0 0 0,1 0-1 0 0,1 0 1 0 0,1 1 0 0 0,-1 1 0 0 0,2 0-1 0 0,0 0 1 0 0,1 1 0 0 0,-10 24-1 0 0,7-11-320 0 0,1 1 0 0 0,1 1 1 0 0,-4 30-1 0 0,11-52-38 0 0,2-6 169 0 0,0-1 0 0 0,0 1 0 0 0,0-1-1 0 0,-1 1 1 0 0,1-1 0 0 0,0 1 0 0 0,-1-1 0 0 0,0 0-1 0 0,1 1 1 0 0,-1-1 0 0 0,1 0 0 0 0,-1 1-1 0 0,0-1 1 0 0,0 0 0 0 0,0 0 0 0 0,0 0 0 0 0,0 1-1 0 0,0-1 1 0 0,0 0 0 0 0,-2 1 0 0 0,5-9-2386 0 0,0 3 2499 0 0,-1 1-1 0 0,0-1 0 0 0,1 1 1 0 0,0 0-1 0 0,0 0 1 0 0,0 0-1 0 0,0 0 1 0 0,0 0-1 0 0,3-3 0 0 0,17-7 134 0 0,0 1-1 0 0,1 0 0 0 0,0 2 1 0 0,1 0-1 0 0,31-7 0 0 0,-35 14-307 0 0,-20 4 68 0 0,0-1 1 0 0,0 0 0 0 0,0 0-1 0 0,0 1 1 0 0,0-1-1 0 0,0 0 1 0 0,0 0 0 0 0,0 1-1 0 0,0-1 1 0 0,0 0-1 0 0,0 0 1 0 0,0 1 0 0 0,0-1-1 0 0,0 0 1 0 0,0 0-1 0 0,0 1 1 0 0,0-1 0 0 0,0 0-1 0 0,0 0 1 0 0,-1 1 0 0 0,1-1-1 0 0,0 0 1 0 0,0 0-1 0 0,0 0 1 0 0,0 1 0 0 0,-1-1-1 0 0,1 0 1 0 0,0 0-1 0 0,0 0 1 0 0,0 0 0 0 0,-1 1-1 0 0,1-1 1 0 0,0 0-1 0 0,-1 0 1 0 0,-2 3-784 0 0,-1 0 1 0 0,0 0-1 0 0,1-1 0 0 0,-1 0 1 0 0,-8 4-1 0 0,-6-1-554 0 0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37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1 240 0 0,'-29'0'1761'0'0,"6"4"80"0"0,-1 8 560 0 0,3 47 1921 0 0,11 53 560 0 0,17-46-3761 0 0,7-40-1522 0 0,8-6 81 0 0,13 0 400 0 0,6-6 160 0 0,16-8 1 0 0,-1-14-161 0 0,-1-16-160 0 0,16-18-1921 0 0,-9-14-3282 0 0,-1-6-2480 0 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38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22 9845 0 0,'-12'0'2104'0'0,"-4"0"564"0"0,0 1 1 0 0,0 0 0 0 0,-18 3 0 0 0,73-12-3905 0 0,66-4 1 0 0,-71 9 691 0 0,1 0-303 0 0,52 2 0 0 0,-85 1 808 0 0,1 0 1 0 0,0 0-1 0 0,0 1 1 0 0,-1-1-1 0 0,1 1 1 0 0,0-1-1 0 0,0 1 1 0 0,-1 0-1 0 0,1 0 1 0 0,-1 1-1 0 0,1-1 1 0 0,-1 0-1 0 0,4 3 1 0 0,-5-3-7 0 0,-1 0 1 0 0,1 0 0 0 0,0 0-1 0 0,-1 0 1 0 0,1 0 0 0 0,-1 0-1 0 0,1 0 1 0 0,-1 0 0 0 0,1 0-1 0 0,-1 0 1 0 0,0 0 0 0 0,0 0-1 0 0,1 0 1 0 0,-1 0 0 0 0,0 0-1 0 0,0 0 1 0 0,0 0 0 0 0,0 0-1 0 0,0 0 1 0 0,-1 0 0 0 0,1 0-1 0 0,0 0 1 0 0,-1 2 0 0 0,-2 4-138 0 0,0 0 0 0 0,-1-1 0 0 0,1 1 0 0 0,-2-1 0 0 0,1 0 0 0 0,-11 11 0 0 0,12-12 258 0 0,-54 57 347 0 0,40-46-322 0 0,2 0 1 0 0,0 2-1 0 0,0 0 1 0 0,2 0-1 0 0,0 1 1 0 0,-19 40-1 0 0,23-31-4 0 0,1-1-1 0 0,2 1 0 0 0,1 0 1 0 0,1 1-1 0 0,1-1 0 0 0,2 1 1 0 0,1 0-1 0 0,4 33 1 0 0,-4-55-120 0 0,1 1 0 0 0,0-1 0 0 0,0-1 0 0 0,1 1 0 0 0,4 13 0 0 0,-5-18-36 0 0,0-1-1 0 0,-1 0 1 0 0,1 1-1 0 0,-1-1 1 0 0,1 0-1 0 0,0 0 1 0 0,0 0-1 0 0,0 0 0 0 0,0 0 1 0 0,0 1-1 0 0,0-2 1 0 0,0 1-1 0 0,0 0 1 0 0,0 0-1 0 0,0 0 1 0 0,1 0-1 0 0,-1-1 0 0 0,0 1 1 0 0,1 0-1 0 0,-1-1 1 0 0,0 0-1 0 0,1 1 1 0 0,-1-1-1 0 0,0 0 1 0 0,1 1-1 0 0,-1-1 0 0 0,1 0 1 0 0,-1 0-1 0 0,1 0 1 0 0,-1 0-1 0 0,0 0 1 0 0,1-1-1 0 0,-1 1 1 0 0,1 0-1 0 0,1-1 0 0 0,1-1-194 0 0,0 0 0 0 0,0 0 0 0 0,0 0-1 0 0,0 0 1 0 0,0 0 0 0 0,-1-1 0 0 0,1 0-1 0 0,-1 0 1 0 0,1 0 0 0 0,-1 0 0 0 0,0 0-1 0 0,0-1 1 0 0,3-5 0 0 0,3-5-859 0 0,-1-1-1 0 0,9-21 1 0 0,-1-1-125 0 0,-6 19 1242 0 0,-2-2-1 0 0,0 1 0 0 0,9-40 1 0 0,-15 51 146 0 0,1 0-1 0 0,0 0 1 0 0,0 0 0 0 0,1 1 0 0 0,0 0 0 0 0,0-1-1 0 0,1 1 1 0 0,0 1 0 0 0,0-1 0 0 0,8-7 0 0 0,-4 5-100 0 0,0 1 0 0 0,1 0 0 0 0,1 0-1 0 0,-1 1 1 0 0,23-11 0 0 0,-31 17-38 0 0,1 0 0 0 0,0 0 0 0 0,0 0 0 0 0,-1 0 0 0 0,1 1 0 0 0,0-1 0 0 0,0 1 0 0 0,-1 0 0 0 0,5 0 0 0 0,-6 0-6 0 0,-1 0 0 0 0,1 0-1 0 0,0 0 1 0 0,0 0 0 0 0,0 1 0 0 0,-1-1 0 0 0,1 0 0 0 0,0 0 0 0 0,0 1-1 0 0,-1-1 1 0 0,1 1 0 0 0,0-1 0 0 0,-1 1 0 0 0,1-1 0 0 0,0 1 0 0 0,-1-1 0 0 0,1 1-1 0 0,-1-1 1 0 0,1 1 0 0 0,-1 0 0 0 0,1-1 0 0 0,-1 1 0 0 0,1 0 0 0 0,-1-1 0 0 0,0 1-1 0 0,1 0 1 0 0,-1 0 0 0 0,0-1 0 0 0,0 1 0 0 0,1 0 0 0 0,-1 0 0 0 0,0 0 0 0 0,0-1-1 0 0,0 1 1 0 0,0 0 0 0 0,0 0 0 0 0,0 0 0 0 0,0-1 0 0 0,0 1 0 0 0,-1 1-1 0 0,-4 28 239 0 0,-2-1 0 0 0,-1 0 0 0 0,-17 41-1 0 0,-43 85-3098 0 0,44-110-1961 0 0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38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327 3 560 0 0,'-2'-2'961'0'0,"-5"2"-1"0"0,-3 6 81 0 0,-9 10 159 0 0,-78 98 3282 0 0,12-20-2241 0 0,37-41-2321 0 0,20-21-400 0 0,9-2 240 0 0,7-8 400 0 0,17-10 0 0 0,14 8-160 0 0,24 2 0 0 0,11-4 80 0 0,8-6 0 0 0,11 2-480 0 0,-9 2-3282 0 0,-31 14-2961 0 0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39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0 480 0 0,'3996'736'0'0'0,"-3539"-597"-240"0"0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40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0 560 2961 0 0,'6'1'927'0'0,"-1"1"-1"0"0,0 1 0 0 0,0-1 1 0 0,-1 1-1 0 0,1 0 0 0 0,0 0 1 0 0,-1 0-1 0 0,7 7 1 0 0,30 22 845 0 0,35 28-564 0 0,115 71 0 0 0,-158-114-1232 0 0,1-1 0 0 0,1-2 0 0 0,1-1 0 0 0,54 12 0 0 0,143 12 438 0 0,-143-27-126 0 0,0-3 0 0 0,1-5 0 0 0,179-18 0 0 0,-225 9-176 0 0,0-1-1 0 0,-1-3 1 0 0,0-1-1 0 0,0-2 1 0 0,-1-2-1 0 0,-1-2 1 0 0,-1-2-1 0 0,-1-2 1 0 0,69-49-1 0 0,-67 39 0 0 0,60-62 0 0 0,-86 77-114 0 0,-1-1 0 0 0,0-1 0 0 0,-1 0 0 0 0,-1 0 0 0 0,-1-2 0 0 0,9-21-1 0 0,-18 36-3 0 0,0 0 0 0 0,-1 0 0 0 0,0 0-1 0 0,0 0 1 0 0,0-1 0 0 0,-1 1-1 0 0,0-1 1 0 0,0 1 0 0 0,0 0 0 0 0,-1-1-1 0 0,0 0 1 0 0,0 1 0 0 0,-1-1 0 0 0,0 1-1 0 0,0 0 1 0 0,0-1 0 0 0,-1 1-1 0 0,0 0 1 0 0,0 0 0 0 0,-1 0 0 0 0,-5-10-1 0 0,-6-9 7 0 0,-2 1 0 0 0,0 1 0 0 0,-2 0 0 0 0,0 1 0 0 0,-2 1 1 0 0,-27-23-1 0 0,29 28 10 0 0,0 2 1 0 0,-1 0-1 0 0,-1 1 1 0 0,-1 1 0 0 0,1 0-1 0 0,-2 2 1 0 0,1 1 0 0 0,-31-9-1 0 0,39 15-17 0 0,0 0 0 0 0,0 1-1 0 0,0 1 1 0 0,0 0-1 0 0,-1 1 1 0 0,1 0 0 0 0,0 1-1 0 0,0 1 1 0 0,-21 5 0 0 0,12-1-352 0 0,0 2 1 0 0,0 0-1 0 0,1 1 1 0 0,-31 20-1 0 0,-47 31-5282 0 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23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1 7844 0 0,'-1'0'216'0'0,"0"0"1"0"0,0 0 0 0 0,0 0-1 0 0,0 1 1 0 0,0-1-1 0 0,0 0 1 0 0,0 1 0 0 0,0-1-1 0 0,1 0 1 0 0,-1 1 0 0 0,0-1-1 0 0,0 1 1 0 0,0-1 0 0 0,1 1-1 0 0,-1 0 1 0 0,0-1 0 0 0,1 1-1 0 0,-1 0 1 0 0,0-1 0 0 0,1 1-1 0 0,-1 0 1 0 0,1 0 0 0 0,-1 0-1 0 0,1-1 1 0 0,-1 1 0 0 0,1 0-1 0 0,0 0 1 0 0,-1 1-1 0 0,0 10 374 0 0,1-1 0 0 0,0 1-1 0 0,1-1 1 0 0,3 16-1 0 0,9 82 134 0 0,54 473-258 0 0,-32-132-197 0 0,42 373 1465 0 0,-74-802-1715 0 0,30 190 472 0 0,-26-180-746 0 0,2 1-1 0 0,1-1 1 0 0,1 0-1 0 0,16 30 1 0 0,-24-55-98 0 0,0-1 0 0 0,0 1 0 0 0,1 0 0 0 0,5 5 0 0 0,-8-10 261 0 0,-1-1 0 0 0,1 1 0 0 0,-1 0 0 0 0,1-1 0 0 0,-1 1 0 0 0,1-1 0 0 0,-1 1 0 0 0,1-1 1 0 0,-1 1-1 0 0,1-1 0 0 0,0 1 0 0 0,-1-1 0 0 0,1 0 0 0 0,0 1 0 0 0,-1-1 0 0 0,1 0 0 0 0,0 0 0 0 0,-1 0 0 0 0,1 1 0 0 0,0-1 1 0 0,0 0-1 0 0,-1 0 0 0 0,1 0 0 0 0,0 0 0 0 0,0 0 0 0 0,-1 0 0 0 0,1 0 0 0 0,0 0 0 0 0,-1-1 0 0 0,1 1 0 0 0,0 0 1 0 0,0 0-1 0 0,-1-1 0 0 0,1 1 0 0 0,0 0 0 0 0,-1-1 0 0 0,1 1 0 0 0,0 0 0 0 0,-1-1 0 0 0,1 1 0 0 0,-1-1 0 0 0,1 1 0 0 0,-1-1 1 0 0,1 1-1 0 0,-1-1 0 0 0,1 0 0 0 0,-1 1 0 0 0,1-2 0 0 0,2-6-519 0 0,0 0 0 0 0,0-1 0 0 0,0 1 0 0 0,-1 0 0 0 0,-1-1 0 0 0,0 0 0 0 0,1-11 0 0 0,5-149-4697 0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24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40 113 560 0 0,'-1'-7'848'0'0,"0"0"0"0"0,0 0-1 0 0,-1 0 1 0 0,0 1 0 0 0,0-1-1 0 0,0 0 1 0 0,-1 1 0 0 0,0 0-1 0 0,-1-1 1 0 0,-6-9 0 0 0,2 4 1146 0 0,9 5-929 0 0,2 6-964 0 0,1 0 1 0 0,-1 0 0 0 0,0 0-1 0 0,0 1 1 0 0,1-1-1 0 0,-1 1 1 0 0,5 0-1 0 0,-4-1-37 0 0,79-3 851 0 0,129 8 1 0 0,99 28 855 0 0,-258-26-1532 0 0,210 23 722 0 0,1031 60 1397 0 0,-1201-84-2382 0 0,849 32-218 0 0,-168-8 113 0 0,0 22 367 0 0,-595-35-165 0 0,212 48 1 0 0,-387-63-77 0 0,16 3-29 0 0,0 0 0 0 0,0 1 0 0 0,-1 2 0 0 0,0 0 0 0 0,0 1 0 0 0,31 17 0 0 0,-47-22 29 0 0,1 0 0 0 0,-1 0 0 0 0,1 0 0 0 0,-1 0 1 0 0,0 1-1 0 0,-1-1 0 0 0,1 1 0 0 0,-1 0 0 0 0,1 0 0 0 0,-1 0 0 0 0,0 0 1 0 0,0 0-1 0 0,-1 0 0 0 0,0 0 0 0 0,1 1 0 0 0,-1-1 0 0 0,0 0 0 0 0,-1 1 1 0 0,1-1-1 0 0,-1 1 0 0 0,0-1 0 0 0,0 1 0 0 0,-1-1 0 0 0,0 8 0 0 0,-4 10-2 0 0,0-1 0 0 0,-1 0-1 0 0,-18 39 1 0 0,11-30 4 0 0,-143 350 242 0 0,-3 8 65 0 0,106-253-380 0 0,-98 244 114 0 0,-21-12-2874 0 0,150-327 633 0 0,-2-2 0 0 0,-56 71 0 0 0,58-84 857 0 0,-1-2-1 0 0,-1 0 0 0 0,0-1 1 0 0,-54 34-1 0 0,-73 26-1880 0 0,150-81 3209 0 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24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405 90 2161 0 0,'-49'-8'1768'0'0,"-267"-51"8710"0"0,278 47-8627 0 0,38 12-1839 0 0,0-1 1 0 0,0 1 0 0 0,0 0 0 0 0,0 0 0 0 0,-1 0 0 0 0,1 0-1 0 0,0 0 1 0 0,0 0 0 0 0,0 0 0 0 0,0 0 0 0 0,0 0 0 0 0,0-1-1 0 0,0 1 1 0 0,0 0 0 0 0,-1 0 0 0 0,1 0 0 0 0,0 0-1 0 0,0 0 1 0 0,0 0 0 0 0,0-1 0 0 0,0 1 0 0 0,0 0 0 0 0,0 0-1 0 0,0 0 1 0 0,0 0 0 0 0,0 0 0 0 0,0-1 0 0 0,0 1 0 0 0,0 0-1 0 0,0 0 1 0 0,0 0 0 0 0,0 0 0 0 0,0 0 0 0 0,0-1 0 0 0,0 1-1 0 0,0 0 1 0 0,0 0 0 0 0,0 0 0 0 0,0 0 0 0 0,1 0 0 0 0,-1 0-1 0 0,0-1 1 0 0,0 1 0 0 0,0 0 0 0 0,0 0 0 0 0,0 0-1 0 0,0 0 1 0 0,0 0 0 0 0,0 0 0 0 0,1 0 0 0 0,-1 0 0 0 0,0 0-1 0 0,0 0 1 0 0,0-1 0 0 0,0 1 0 0 0,0 0 0 0 0,0 0 0 0 0,1 0-1 0 0,-1 0 1 0 0,0 0 0 0 0,0 0 0 0 0,0 0 0 0 0,0 0 0 0 0,0 0-1 0 0,1 0 1 0 0,-1 0 0 0 0,0 0 0 0 0,0 0 0 0 0,0 0 0 0 0,36-4 959 0 0,136 8 376 0 0,38 5-369 0 0,453 14 1857 0 0,-342-18-1969 0 0,1650 20-854 0 0,-1523-17-3 0 0,50 2-1304 0 0,-172-9-4478 0 0,-284-1 4448 0 0,3 1-1033 0 0,-1-2 0 0 0,1-2 0 0 0,54-10 0 0 0,-90 10 1670 0 0,0 0 0 0 0,0 0 0 0 0,0-1 0 0 0,0 0 0 0 0,8-6 0 0 0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24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143 119 560 0 0,'19'-2'1841'0'0,"-38"4"160"0"0,-9-4 720 0 0,-3 0-160 0 0,5-2-240 0 0,5 0-240 0 0,2 0-400 0 0,2 0-240 0 0,17-2 80 0 0,102-16 2881 0 0,76 8-2321 0 0,-43 6-2242 0 0,-38 6-399 0 0,-5 6-320 0 0,-23-6-3602 0 0,-10-12-801 0 0,-11-20-3521 0 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25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0 720 0 0,'-64'18'2882'0'0,"16"2"959"0"0,5 42 1762 0 0,-11 104 320 0 0,-3 22-4323 0 0,21-48-799 0 0,10-15 880 0 0,7 17-401 0 0,12 10-720 0 0,22 0-640 0 0,15-16-400 0 0,18-38-3122 0 0,-6-45-5602 0 0,-8-43 1121 0 0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25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109 333 1841 0 0,'-30'-20'4482'0'0,"-1"10"-1761"0"0,9 12 401 0 0,11-2-161 0 0,1 0-560 0 0,5 0-400 0 0,5 2-480 0 0,3 4-481 0 0,63 96-880 0 0,-14 16-320 0 0,-33-26-320 0 0,-24-18 80 0 0,1-4 80 0 0,-3-10-81 0 0,0-10-399 0 0,2-18-240 0 0</inkml:trace>
  <inkml:trace contextRef="#ctx0" brushRef="#br0" timeOffset="1">195 108 2481 0 0,'-5'-10'1153'0'0,"0"1"0"0"0,0-1 0 0 0,-1 2 1 0 0,0-1-1 0 0,-1 1 0 0 0,0-1 0 0 0,0 2 0 0 0,-17-15 0 0 0,23 22-1142 0 0,-9-10 1701 0 0,10 9-1644 0 0,0 1-1 0 0,0 0 0 0 0,0 0 1 0 0,0 0-1 0 0,0-1 1 0 0,0 1-1 0 0,0 0 0 0 0,0 0 1 0 0,0 0-1 0 0,0 0 1 0 0,0-1-1 0 0,0 1 0 0 0,0 0 1 0 0,0 0-1 0 0,0 0 1 0 0,0 0-1 0 0,1-1 0 0 0,-1 1 1 0 0,0 0-1 0 0,0 0 1 0 0,0 0-1 0 0,0 0 0 0 0,0 0 1 0 0,1-1-1 0 0,-1 1 1 0 0,0 0-1 0 0,0 0 0 0 0,0 0 1 0 0,0 0-1 0 0,1 0 1 0 0,-1 0-1 0 0,0 0 0 0 0,0 0 1 0 0,0 0-1 0 0,1 0 1 0 0,-1 0-1 0 0,0 0 0 0 0,0 0 1 0 0,0 0-1 0 0,0 0 0 0 0,1 0 1 0 0,-1 0-1 0 0,0 0 1 0 0,0 0-1 0 0,0 0 0 0 0,1 0 1 0 0,-1 0-1 0 0,0 0 1 0 0,0 0-1 0 0,0 0 0 0 0,0 0 1 0 0,1 1-1 0 0,-1-1 1 0 0,2 5 170 0 0,0 1-1 0 0,-1 0 1 0 0,0 0 0 0 0,0 0 0 0 0,1 10 0 0 0,-1 17-655 0 0,-1-18-103 0 0,1-1 0 0 0,4 21 0 0 0,-4-29-611 0 0,1-1-1 0 0,-1 1 1 0 0,1-1 0 0 0,1 0 0 0 0,4 9 0 0 0,4-3-7513 0 0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26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2081 0 0,'0'0'2161'0'0,"-14"0"5042"0"0,25 0-4161 0 0,89 12 2560 0 0,26 5-3121 0 0,-27 1-3041 0 0,-37-2-1841 0 0,-24 0 640 0 0,-15-22-4642 0 0,-6-34-4002 0 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26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375 0 8564 0 0,'-47'22'8484'0'0,"9"2"-3922"0"0,-38 94-6643 0 0,12 36 0 0 0,0-23 2161 0 0,12-11 2401 0 0,26-4 721 0 0,19 18-1121 0 0,19 0-1281 0 0,14-12-1040 0 0,21-18-1441 0 0,12-37-1600 0 0,10-37-1201 0 0,7-64-3442 0 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26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0 2721 0 0,'-21'0'3602'0'0,"7"2"-321"0"0,2 2-559 0 0,5 0-401 0 0,-10 68 320 0 0,-25 110-240 0 0,13-5-1601 0 0,17-37-159 0 0,0 0-81 0 0,-4 4-160 0 0,-1-6-240 0 0,17-16-80 0 0,17-30-240 0 0,11-31-320 0 0,3-35-3282 0 0,24-70-9764 0 0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27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131 417 5603 0 0,'-8'9'10637'0'0,"4"2"-4884"0"0,4-10-5659 0 0,1 1 0 0 0,-1-1 0 0 0,1 0 0 0 0,-1 0 0 0 0,1 0 0 0 0,0 0 0 0 0,0 1 0 0 0,-1-1 0 0 0,1 0 0 0 0,0 0 0 0 0,0 0 0 0 0,0-1 0 0 0,0 1 0 0 0,0 0 0 0 0,0 0 0 0 0,0 0 0 0 0,0-1 0 0 0,1 1 0 0 0,-1-1 0 0 0,0 1 0 0 0,0-1 0 0 0,1 1 0 0 0,-1-1 0 0 0,0 1 0 0 0,0-1 0 0 0,3 0 0 0 0,16 5-444 0 0,0-1 0 0 0,0-1 0 0 0,1 0 0 0 0,-1-2 0 0 0,1 0 0 0 0,-1-2-1 0 0,1 0 1 0 0,-1-1 0 0 0,1-1 0 0 0,-1-1 0 0 0,25-8 0 0 0,-28 6 457 0 0,0 1-1 0 0,-1-2 1 0 0,1 0 0 0 0,-1-2-1 0 0,-1 1 1 0 0,0-2 0 0 0,0 0-1 0 0,-1 0 1 0 0,0-2 0 0 0,-1 0-1 0 0,0 0 1 0 0,-1-1 0 0 0,0-1-1 0 0,9-15 1 0 0,-8 8-129 0 0,-2 0 0 0 0,-1-1-1 0 0,-1-1 1 0 0,0 0 0 0 0,5-28 0 0 0,-12 47 28 0 0,-1 0-1 0 0,-1 0 1 0 0,1 0 0 0 0,-1-1 0 0 0,0 1 0 0 0,1 0 0 0 0,-2 0 0 0 0,1 0 0 0 0,0 0 0 0 0,-1-1 0 0 0,0 1-1 0 0,-2-6 1 0 0,1 7 0 0 0,0 0 0 0 0,1 0-1 0 0,-2 0 1 0 0,1 0 0 0 0,0 0-1 0 0,-1 1 1 0 0,1-1 0 0 0,-1 1 0 0 0,0-1-1 0 0,1 1 1 0 0,-1 0 0 0 0,0 0-1 0 0,-1 0 1 0 0,1 1 0 0 0,0-1-1 0 0,-4 0 1 0 0,-10-4-21 0 0,0 0-1 0 0,-1 2 1 0 0,1 0 0 0 0,-1 1-1 0 0,0 1 1 0 0,0 1 0 0 0,-29 1-1 0 0,22 1 30 0 0,0 2 0 0 0,-1 0 0 0 0,2 2 0 0 0,-1 1-1 0 0,-30 10 1 0 0,37-8 173 0 0,1 0 0 0 0,0 2 0 0 0,0-1 0 0 0,0 2 0 0 0,1 0-1 0 0,1 2 1 0 0,0-1 0 0 0,1 2 0 0 0,0 0 0 0 0,1 0 0 0 0,-18 27 0 0 0,16-19 2 0 0,2 0 1 0 0,0 0-1 0 0,2 1 1 0 0,1 1-1 0 0,0 0 1 0 0,2 0-1 0 0,1 1 1 0 0,-6 33 0 0 0,11-43-193 0 0,0-1 1 0 0,1 1 0 0 0,1 0 0 0 0,0 0 0 0 0,1 0 0 0 0,4 20 0 0 0,-3-26 0 0 0,0 0 0 0 0,1 0 0 0 0,1 0 0 0 0,-1 0-1 0 0,1 0 1 0 0,1-1 0 0 0,-1 0 0 0 0,2 0 0 0 0,-1 0 0 0 0,1-1 0 0 0,11 12-1 0 0,-1-4-9 0 0,1-1-1 0 0,0 0 0 0 0,1-2 1 0 0,1 0-1 0 0,0 0 0 0 0,0-2 0 0 0,1-1 1 0 0,1 0-1 0 0,0-1 0 0 0,0-2 0 0 0,35 8 1 0 0,-18-9-10 0 0,0 0 0 0 0,0-3 0 0 0,1-1 0 0 0,0-2 0 0 0,-1-1 0 0 0,45-10 0 0 0,89-24-1813 0 0,167-59 1 0 0,-258 71-527 0 0,164-51-7043 0 0,-8-1 346 0 0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39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1307 24 1921 0 0,'-3'-3'338'0'0,"0"1"-1"0"0,-1-1 1 0 0,1 1-1 0 0,-1 0 1 0 0,1 0 0 0 0,-1 0-1 0 0,0 1 1 0 0,1-1 0 0 0,-1 1-1 0 0,0 0 1 0 0,-7-2-1 0 0,3 4 39 0 0,-1 0-1 0 0,1 0 1 0 0,0 0-1 0 0,-1 1 0 0 0,1 0 1 0 0,0 1-1 0 0,0 0 1 0 0,-12 7-1 0 0,-70 34 3453 0 0,-161 106 1 0 0,38 15-2362 0 0,53-60-1605 0 0,-25 18 292 0 0,145-93-44 0 0,0 2 1 0 0,-46 50-1 0 0,0 17 277 0 0,84-97-379 0 0,0 1 17 0 0,-1 0 1 0 0,1 0-1 0 0,0 0 1 0 0,0 0 0 0 0,0 1-1 0 0,-2 5 1 0 0,4-8-15 0 0,0 0 0 0 0,0 0 1 0 0,0 0-1 0 0,0 0 0 0 0,0 0 1 0 0,0 0-1 0 0,0 0 0 0 0,0 0 1 0 0,0-1-1 0 0,0 1 0 0 0,0 0 1 0 0,1 0-1 0 0,-1 0 0 0 0,0 0 0 0 0,1 0 1 0 0,-1 0-1 0 0,1 0 0 0 0,-1 0 1 0 0,1-1-1 0 0,-1 1 0 0 0,1 0 1 0 0,-1 0-1 0 0,1-1 0 0 0,0 1 1 0 0,0 0-1 0 0,-1-1 0 0 0,1 1 0 0 0,0-1 1 0 0,0 1-1 0 0,0-1 0 0 0,-1 1 1 0 0,2 0-1 0 0,45 22 181 0 0,0-2 1 0 0,99 29-1 0 0,108 11 355 0 0,-177-44-244 0 0,288 81 765 0 0,-339-90-900 0 0,0 0 1 0 0,1-2 0 0 0,-1-1 0 0 0,1-1 0 0 0,35 1 0 0 0,-29-4-140 0 0,17 0-730 0 0,-20-7-2935 0 0,-5-6-6689 0 0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41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2161 0 0,'2'16'2297'0'0,"0"-1"0"0"0,0 0-1 0 0,6 17 1 0 0,35 81 362 0 0,-8-27-2446 0 0,1 19 353 0 0,60 156 242 0 0,-20-89-648 0 0,7-3 0 0 0,8-4 0 0 0,142 193 0 0 0,220 204 286 0 0,-24-34 15 0 0,7 99 271 0 0,-23 15-685 0 0,-367-569-52 0 0,527 899 112 0 0,-251-371-114 0 0,46-31-173 0 0,-305-487 158 0 0,3-3-1 0 0,109 103 1 0 0,-173-182 22 0 0,55 46 0 0 0,-52-44 0 0 0,-1 0 0 0 0,0 0 0 0 0,1-1 0 0 0,-1 1 0 0 0,1-1 0 0 0,-1 0 0 0 0,1-1 0 0 0,0 1 0 0 0,0-1 0 0 0,0 0 0 0 0,6 1 0 0 0,-4-1 0 0 0,-7 1 0 0 0,0-2 0 0 0,0 0 0 0 0,0 0 0 0 0,0 0 0 0 0,-1 0 0 0 0,1 1 0 0 0,0-1 0 0 0,0 0 0 0 0,0 0 0 0 0,0 0 0 0 0,0 0 0 0 0,0 0 0 0 0,0 1 0 0 0,0-1 0 0 0,0 0 0 0 0,0 0 0 0 0,0 0 0 0 0,0 0 0 0 0,0 0 0 0 0,0 1 0 0 0,0-1 0 0 0,0 0 0 0 0,1 0 0 0 0,-1 0 0 0 0,0 0 0 0 0,0 0 0 0 0,0 1 0 0 0,0-1 0 0 0,0 0 0 0 0,0 0 0 0 0,0 0 0 0 0,0 0 0 0 0,0 0 0 0 0,1 0 0 0 0,-1 0 0 0 0,0 0 0 0 0,0 1 0 0 0,0-1 0 0 0,0 0 0 0 0,0 0 0 0 0,0 0 0 0 0,1 0 0 0 0,-1 0 0 0 0,0 0 0 0 0,0 0 0 0 0,0 0 0 0 0,0 0 0 0 0,0 0 0 0 0,1 0 0 0 0,-1 0 0 0 0,0 0 0 0 0,0 0 0 0 0,0 0 0 0 0,0 0 0 0 0,0 0 0 0 0,1 0 0 0 0,-1 0 0 0 0,0 0 0 0 0,0 0 0 0 0,0 0 0 0 0,0 0 0 0 0,0 0 0 0 0,1-1 0 0 0,-1 1 0 0 0,18 7-13 0 0,-18-13 185 0 0,7 4-1425 0 0,-2-1 345 0 0,0-1-1 0 0,0 0 1 0 0,0-1-1 0 0,0 1 0 0 0,-1-1 1 0 0,0 0-1 0 0,0 0 1 0 0,4-6-1 0 0,7-16-3426 0 0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43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5523 0 3282 0 0,'-7'3'3908'0'0,"-20"20"-840"0"0,-50 49-1387 0 0,-108 131 0 0 0,-6 88-1908 0 0,119-174 720 0 0,-665 958 1388 0 0,17-137-1374 0 0,403-518 283 0 0,-89 113 141 0 0,296-393-784 0 0,-388 485 591 0 0,157-218-169 0 0,-109 147 71 0 0,390-477-571 0 0,-149 179-711 0 0,-262 264-522 0 0,47 40 1954 0 0,375-497-565 0 0,23-30-143 0 0,3 3-100 0 0,20-30 13 0 0,-1 1 0 0 0,0-1 0 0 0,-1 0 0 0 0,1 0 0 0 0,-1 0 0 0 0,-6 6 0 0 0,10-7 71 0 0,-2 4-24 0 0,-1 0-1 0 0,0 0 1 0 0,0 0 0 0 0,-8 11-1 0 0,6-10-600 0 0,1 0 0 0 0,-1 1 1 0 0,-5 16-1 0 0,12-30-130 0 0,-1-1 0 0 0,0 0 0 0 0,0 0 0 0 0,-1 1 1 0 0,1-1-1 0 0,-1 0 0 0 0,0 1 0 0 0,0-1 0 0 0,0 0 1 0 0,-2-3-1 0 0,-21-60-5567 0 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43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1 3121 0 0,'2'0'4077'0'0,"-10"13"-870"0"0,-14 17-2390 0 0,3 1 0 0 0,0 1 0 0 0,-24 62 0 0 0,21-29-923 0 0,3 1 0 0 0,-18 127 0 0 0,32-153 209 0 0,2 1-1 0 0,2 0 1 0 0,1 0 0 0 0,3 0-1 0 0,1 0 1 0 0,10 44-1 0 0,-13-81-96 0 0,5 20 34 0 0,0-1 1 0 0,14 34-1 0 0,-17-50-31 0 0,1-1 0 0 0,-1 1-1 0 0,1-1 1 0 0,0 1 0 0 0,1-1-1 0 0,0 0 1 0 0,0-1 0 0 0,0 1-1 0 0,0-1 1 0 0,1 0 0 0 0,0 0 0 0 0,11 6-1 0 0,-8-6-6 0 0,1 0 0 0 0,0-1 0 0 0,0 0 0 0 0,1-1-1 0 0,-1 0 1 0 0,1-1 0 0 0,-1 0 0 0 0,15 1 0 0 0,-7-3-9 0 0,1 0 0 0 0,-1-1 1 0 0,1-1-1 0 0,24-5 0 0 0,-4-3-2 0 0,-1-2 0 0 0,-1-1 0 0 0,72-37 0 0 0,277-182-1367 0 0,-303 179 164 0 0,2-3-2790 0 0,-29 13-2467 0 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44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1 878 1681 0 0,'78'75'4489'0'0,"29"52"-3076"0"0,24 23-1086 0 0,-91-109-216 0 0,1-3 1 0 0,84 60-1 0 0,-113-90-88 0 0,1-2 1 0 0,0 1-1 0 0,0-2 1 0 0,1 0-1 0 0,-1 0 1 0 0,1-1 0 0 0,0-1-1 0 0,0 0 1 0 0,1-1-1 0 0,-1-1 1 0 0,0 0-1 0 0,1 0 1 0 0,-1-2-1 0 0,1 0 1 0 0,-1-1-1 0 0,0 0 1 0 0,0-1 0 0 0,0 0-1 0 0,0-2 1 0 0,0 1-1 0 0,-1-2 1 0 0,1 0-1 0 0,-2 0 1 0 0,1-1-1 0 0,-1-1 1 0 0,0 0-1 0 0,0-1 1 0 0,-1 0-1 0 0,0 0 1 0 0,-1-1 0 0 0,0-1-1 0 0,0 0 1 0 0,10-17-1 0 0,2-6 39 0 0,-2-1-1 0 0,27-66 1 0 0,23-91 102 0 0,-54 147-113 0 0,4-14-54 0 0,74-230 224 0 0,-81 237-736 0 0,-1-2 1 0 0,-3 1-1 0 0,3-87 0 0 0,-12 110-618 0 0,-1 0-1 0 0,-9-44 0 0 0,-19-46-2828 0 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45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1841 0 0,'16'34'9044'0'0,"1"216"-5202"0"0,78-28-1921 0 0,30 1-961 0 0,18 29-640 0 0,-1 36-320 0 0,-14 21 0 0 0,-31-31 0 0 0,-40-92 0 0 0,-19-37-80 0 0,-3-21-320 0 0,3-26-400 0 0,-5-40-721 0 0,-6-46-1921 0 0,-6-58-1040 0 0,-16-84 0 0 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45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35 880 6163 0 0,'-35'-38'7457'0'0,"39"35"-6884"0"0,17-3-319 0 0,94-15 79 0 0,293-29 2298 0 0,30 22-1807 0 0,-90 12-264 0 0,80-5 321 0 0,37-3-41 0 0,1987-186 1288 0 0,-46-109-361 0 0,-2005 258-1780 0 0,-66 14-67 0 0,-72 16-67 0 0,-215 27 60 0 0,90 3 1 0 0,-127 2 62 0 0,0 0 0 0 0,0 1 1 0 0,-1 0-1 0 0,1 1 1 0 0,0 0-1 0 0,-1 0 0 0 0,17 9 1 0 0,-23-10 12 0 0,0 1 1 0 0,0 0-1 0 0,-1-1 1 0 0,1 1 0 0 0,0 1-1 0 0,-1-1 1 0 0,0 0-1 0 0,0 1 1 0 0,0 0 0 0 0,0 0-1 0 0,-1 0 1 0 0,1 0-1 0 0,-1 0 1 0 0,0 0-1 0 0,0 1 1 0 0,-1-1 0 0 0,1 1-1 0 0,0 6 1 0 0,0-1-8 0 0,-1 0 0 0 0,-1 0 1 0 0,0 0-1 0 0,0 0 0 0 0,-1 0 1 0 0,0 0-1 0 0,-1 0 0 0 0,0 0 1 0 0,-5 16-1 0 0,-8 12-43 0 0,-20 41-1 0 0,31-70 55 0 0,-208 390-87 0 0,93-181 81 0 0,-59 117-119 0 0,-367 670-2097 0 0,341-682-552 0 0,164-270 905 0 0,-3-2 0 0 0,-1-2 0 0 0,-89 76 1 0 0,82-86-687 0 0,-109 65 1 0 0,-89 21-1571 0 0,248-125 4116 0 0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46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117 620 1040 0 0,'-92'6'3522'0'0,"68"-10"560"0"0,71-6-640 0 0,77-10-1041 0 0,82-14-881 0 0,83-4-559 0 0,64-8-401 0 0,45-6-160 0 0,24-6-80 0 0,-2-3 1 0 0,-24-7-1 0 0,-43 8-240 0 0,-50 6-1041 0 0,-63 6-1520 0 0,-63 8-2161 0 0,-72 20-400 0 0,-63 8 960 0 0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46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856 0 640 0 0,'-17'2'6403'0'0,"-101"70"2641"0"0,9 18-6082 0 0,-24 28-3523 0 0,10-4 1 0 0,4 9 400 0 0,10 21 320 0 0,29 12 80 0 0,32-8-80 0 0,53-26-160 0 0,52-34-800 0 0,40-43-3922 0 0,36-53-3122 0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46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438 315 560 0 0,'-16'52'6730'0'0,"-16"86"0"0"0,28-110-5552 0 0,1 1 0 0 0,1 39 1 0 0,2-62-1145 0 0,1 0 0 0 0,-1 0 1 0 0,1 0-1 0 0,0 0 0 0 0,0-1 1 0 0,4 11-1 0 0,-5-15-41 0 0,1 0 1 0 0,-1-1-1 0 0,1 1 1 0 0,-1 0-1 0 0,1-1 0 0 0,-1 1 1 0 0,1 0-1 0 0,-1-1 1 0 0,1 1-1 0 0,-1-1 1 0 0,1 1-1 0 0,0-1 0 0 0,-1 1 1 0 0,1-1-1 0 0,0 1 1 0 0,0-1-1 0 0,-1 0 1 0 0,1 1-1 0 0,0-1 0 0 0,0 0 1 0 0,0 0-1 0 0,-1 0 1 0 0,1 1-1 0 0,0-1 1 0 0,0 0-1 0 0,0 0 0 0 0,0 0 1 0 0,-1 0-1 0 0,1-1 1 0 0,0 1-1 0 0,1 0 1 0 0,24-12 30 0 0,-23 10-12 0 0,8-5 25 0 0,0-1-1 0 0,-1 0 0 0 0,0-1 0 0 0,0 0 0 0 0,-1-1 0 0 0,0 0 0 0 0,-1 0 0 0 0,0-1 0 0 0,-1 0 0 0 0,0-1 0 0 0,-1 1 1 0 0,8-20-1 0 0,-4 4 22 0 0,0 0 0 0 0,-2-1 0 0 0,-1 1 1 0 0,5-51-1 0 0,-10 61-44 0 0,-1 1 1 0 0,-1-1 0 0 0,-1 0 0 0 0,0 0-1 0 0,-1 0 1 0 0,0 1 0 0 0,-2-1 0 0 0,0 1-1 0 0,-1 0 1 0 0,-10-23 0 0 0,11 29-17 0 0,-1 1-1 0 0,-1 0 1 0 0,1 1 0 0 0,-1-1 0 0 0,-1 1 0 0 0,1 0-1 0 0,-2 1 1 0 0,1 0 0 0 0,-1 0 0 0 0,0 0 0 0 0,0 1-1 0 0,0 0 1 0 0,-1 1 0 0 0,0 0 0 0 0,0 0-1 0 0,-1 1 1 0 0,1 0 0 0 0,-15-3 0 0 0,13 4 3 0 0,0 1 0 0 0,0 1 0 0 0,0 0 0 0 0,0 0 1 0 0,0 1-1 0 0,-1 1 0 0 0,1 0 0 0 0,0 0 0 0 0,0 1 0 0 0,0 0 1 0 0,1 1-1 0 0,-1 0 0 0 0,1 1 0 0 0,-1 0 0 0 0,1 1 0 0 0,0 0 1 0 0,-11 8-1 0 0,1 1-59 0 0,1 1-1 0 0,0 0 1 0 0,1 2 0 0 0,1 0-1 0 0,0 0 1 0 0,-24 36 0 0 0,29-35-116 0 0,0 0 0 0 0,-11 23 0 0 0,20-35 97 0 0,0 1 0 0 0,1 0 0 0 0,-1 0-1 0 0,1 0 1 0 0,1 0 0 0 0,-1 0 0 0 0,1 0-1 0 0,1 1 1 0 0,-1 9 0 0 0,1-15-4 0 0,0 1 0 0 0,1-1 0 0 0,-1 1-1 0 0,1-1 1 0 0,-1 1 0 0 0,1-1 0 0 0,0 1 0 0 0,0-1 0 0 0,0 0-1 0 0,0 1 1 0 0,0-1 0 0 0,1 0 0 0 0,-1 0 0 0 0,1 0 0 0 0,-1 0-1 0 0,1 0 1 0 0,0 0 0 0 0,0 0 0 0 0,0-1 0 0 0,0 1 0 0 0,3 1-1 0 0,0 0-174 0 0,0-1-1 0 0,0 0 1 0 0,0 0-1 0 0,1 0 0 0 0,-1-1 1 0 0,0 0-1 0 0,1 0 0 0 0,10 0 1 0 0,7-1-2305 0 0,46-6-1 0 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47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48 5042 0 0,'-3'25'2685'0'0,"-20"140"5234"0"0,16-130-7327 0 0,-2 0-1 0 0,-21 55 1 0 0,-52 81 1046 0 0,38-84 32 0 0,37-71-1309 0 0,17-32-401 0 0,65-111-80 0 0,-41 67 26 0 0,62-104-175 0 0,-74 131 216 0 0,1 1 1 0 0,52-54-1 0 0,-54 65 13 0 0,1 1 0 0 0,1 1 0 0 0,1 1 0 0 0,1 1 0 0 0,51-26 0 0 0,-71 40 24 0 0,1 1-1 0 0,-1 0 1 0 0,1 0 0 0 0,0 0-1 0 0,0 1 1 0 0,0 0-1 0 0,0 0 1 0 0,0 0 0 0 0,0 1-1 0 0,0 0 1 0 0,0 0 0 0 0,7 1-1 0 0,-9 0 7 0 0,0 0-1 0 0,0 1 1 0 0,0-1 0 0 0,0 1-1 0 0,0 0 1 0 0,-1 0-1 0 0,1 0 1 0 0,0 1 0 0 0,-1-1-1 0 0,0 1 1 0 0,0 0-1 0 0,0 0 1 0 0,0 0 0 0 0,0 0-1 0 0,0 0 1 0 0,-1 1-1 0 0,3 4 1 0 0,0 1 2 0 0,0 0 1 0 0,-1 0-1 0 0,-1 0 0 0 0,0 0 1 0 0,0 1-1 0 0,0 0 1 0 0,-1-1-1 0 0,-1 1 0 0 0,1 14 1 0 0,-1 6 39 0 0,-6 49-1 0 0,3-64-18 0 0,-25 201 120 0 0,27-212-229 0 0,-4 22 165 0 0,4-26-108 0 0,0 1 1 0 0,0-1 0 0 0,0 1-1 0 0,0-1 1 0 0,0 1-1 0 0,0-1 1 0 0,0 0 0 0 0,0 1-1 0 0,0-1 1 0 0,0 1-1 0 0,0-1 1 0 0,0 1 0 0 0,0-1-1 0 0,0 0 1 0 0,0 1-1 0 0,1-1 1 0 0,-1 1 0 0 0,0-1-1 0 0,0 0 1 0 0,0 1-1 0 0,1-1 1 0 0,-1 0-1 0 0,0 1 1 0 0,0-1 0 0 0,1 0-1 0 0,-1 1 1 0 0,0-1-1 0 0,1 0 1 0 0,-1 0 0 0 0,0 1-1 0 0,1-1 1 0 0,-1 0-1 0 0,1 0 1 0 0,-1 0 0 0 0,0 1-1 0 0,1-1 1 0 0,-1 0-1 0 0,1 0 1 0 0,-1 0 0 0 0,0 0-1 0 0,1 0 1 0 0,1 0-333 0 0,-1-1 1 0 0,0 1 0 0 0,0-1-1 0 0,0 0 1 0 0,1 1-1 0 0,-1-1 1 0 0,0 0 0 0 0,0 0-1 0 0,0 0 1 0 0,0 1 0 0 0,-1-1-1 0 0,1 0 1 0 0,0 0 0 0 0,0-1-1 0 0,0 1 1 0 0,0-1-1 0 0,18-37-10874 0 0</inkml:trace>
  <inkml:trace contextRef="#ctx0" brushRef="#br0" timeOffset="1">937 124 10485 0 0,'12'8'16888'0'0,"-5"-8"-16488"0"0,45-12-2881 0 0,81-20-1521 0 0,0-6 3041 0 0,-29 14 1442 0 0,-35 20-241 0 0,-13-2-1761 0 0,-8-8-9284 0 0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47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378 0 6963 0 0,'-62'58'7203'0'0,"-30"72"-2400"0"0,21 10-2802 0 0,21 4-1521 0 0,9-33-400 0 0,1-9-80 0 0,24-4 160 0 0,11-6 80 0 0,19-10-240 0 0,12-28-2321 0 0,38-62-10085 0 0</inkml:trace>
  <inkml:trace contextRef="#ctx0" brushRef="#br0" timeOffset="1">790 514 960 0 0,'3'2'900'0'0,"1"0"0"0"0,-1 0-1 0 0,0 1 1 0 0,-1-1 0 0 0,1 1 0 0 0,0 0-1 0 0,-1 0 1 0 0,1 0 0 0 0,-1 0-1 0 0,0 0 1 0 0,3 7 0 0 0,-3-7-625 0 0,-1-2-250 0 0,0 1 0 0 0,1 0 0 0 0,-1 0 0 0 0,1 0 0 0 0,-1-1 0 0 0,1 1 0 0 0,0-1 0 0 0,-1 1 0 0 0,1-1 0 0 0,0 0 0 0 0,0 1 0 0 0,0-1 0 0 0,0 0 0 0 0,0 0 0 0 0,1-1 0 0 0,-1 1 0 0 0,2 0 0 0 0,1 0-4 0 0,0 0-1 0 0,-1-1 0 0 0,1 0 0 0 0,0 0 0 0 0,0 0 0 0 0,-1 0 1 0 0,1-1-1 0 0,5-1 0 0 0,2-1 84 0 0,-1-1 0 0 0,1 0 0 0 0,0-1 0 0 0,-1 0 1 0 0,0-1-1 0 0,11-7 0 0 0,-10 4 45 0 0,-1 0 1 0 0,0 0-1 0 0,-1-1 1 0 0,0-1 0 0 0,0 0-1 0 0,-1 0 1 0 0,0-1-1 0 0,11-20 1 0 0,-16 24-67 0 0,0 0-1 0 0,0 0 1 0 0,-1-1-1 0 0,0 1 1 0 0,0 0 0 0 0,-1-1-1 0 0,0 0 1 0 0,0 0-1 0 0,-1 1 1 0 0,-1-1 0 0 0,1 0-1 0 0,-1 0 1 0 0,-1 0-1 0 0,0 0 1 0 0,-3-15 0 0 0,3 18-48 0 0,-1 1 0 0 0,0 0 1 0 0,0 0-1 0 0,0 0 0 0 0,-1 1 0 0 0,0-1 1 0 0,0 1-1 0 0,0-1 0 0 0,0 1 1 0 0,-1 0-1 0 0,1 0 0 0 0,-1 0 0 0 0,0 1 1 0 0,0-1-1 0 0,-1 1 0 0 0,1 0 1 0 0,-1 0-1 0 0,1 1 0 0 0,-1-1 0 0 0,0 1 1 0 0,0 0-1 0 0,0 0 0 0 0,0 1 1 0 0,-8-2-1 0 0,3 1 4 0 0,0 2 0 0 0,-1-1-1 0 0,1 1 1 0 0,0 1 0 0 0,0 0 0 0 0,0 0 0 0 0,0 1 0 0 0,0 0 0 0 0,0 1-1 0 0,0 0 1 0 0,0 0 0 0 0,-17 10 0 0 0,1 2 143 0 0,1 0 0 0 0,0 2 0 0 0,1 1 1 0 0,1 1-1 0 0,1 1 0 0 0,1 1 0 0 0,-35 44 0 0 0,28-26 268 0 0,1 1 1 0 0,2 2-1 0 0,2 0 0 0 0,-22 55 0 0 0,35-72-430 0 0,1 0-1 0 0,1 1 1 0 0,-4 27-1 0 0,10-39-79 0 0,0 1-1 0 0,1-1 0 0 0,1 1 1 0 0,0-1-1 0 0,1 1 0 0 0,4 23 1 0 0,-4-33-41 0 0,0 1 0 0 0,1-1 1 0 0,0 1-1 0 0,0-1 1 0 0,0 0-1 0 0,0 0 0 0 0,1 0 1 0 0,0 0-1 0 0,0 0 1 0 0,0-1-1 0 0,0 1 0 0 0,1-1 1 0 0,0 0-1 0 0,0 0 1 0 0,0 0-1 0 0,0 0 0 0 0,8 4 1 0 0,-7-6-145 0 0,-1 0 1 0 0,1 0-1 0 0,0 0 1 0 0,0 0-1 0 0,0-1 1 0 0,0 0-1 0 0,0 0 1 0 0,0 0-1 0 0,1-1 1 0 0,-1 0-1 0 0,0 0 1 0 0,0 0-1 0 0,0-1 1 0 0,1 1-1 0 0,-1-1 1 0 0,0 0-1 0 0,0-1 1 0 0,8-2-1 0 0,2-3-1569 0 0,-1-1 0 0 0,0 0 0 0 0,0-1 0 0 0,15-13-1 0 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47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1 1281 0 0,'-8'15'4975'0'0,"-14"31"0"0"0,1 19 271 0 0,-5 69-1796 0 0,3-14-2194 0 0,-13 6 1567 0 0,-7 35-1764 0 0,14-51-1686 0 0,29-98 561 0 0,4-10 36 0 0,8-18 6 0 0,51-133-203 0 0,-42 93 144 0 0,3 2-1 0 0,2 0 1 0 0,46-69 0 0 0,-42 80 8 0 0,2 2 0 0 0,1 1 0 0 0,3 2 1 0 0,71-60-1 0 0,-97 90 78 0 0,1 0 1 0 0,0 1-1 0 0,0 0 0 0 0,0 1 1 0 0,1 1-1 0 0,0 0 0 0 0,0 0 1 0 0,0 1-1 0 0,0 1 0 0 0,1 0 1 0 0,25-2-1 0 0,-34 5 19 0 0,-1 0-1 0 0,1 0 1 0 0,-1 0 0 0 0,1 1-1 0 0,-1-1 1 0 0,0 1 0 0 0,1 0 0 0 0,-1 0-1 0 0,0 1 1 0 0,1-1 0 0 0,-1 1-1 0 0,0-1 1 0 0,0 1 0 0 0,0 0-1 0 0,0 0 1 0 0,-1 0 0 0 0,1 1-1 0 0,0-1 1 0 0,-1 1 0 0 0,0-1-1 0 0,0 1 1 0 0,1 0 0 0 0,-2 0-1 0 0,1 0 1 0 0,3 6 0 0 0,0 3 44 0 0,-1 1 0 0 0,0 0 0 0 0,-1 0 0 0 0,0 1 0 0 0,0 18 1 0 0,1 8-19 0 0,-3 1 1 0 0,-2 0 0 0 0,-1-1 0 0 0,-2 1 0 0 0,-10 44 0 0 0,10-70-52 0 0,0 1 0 0 0,2 0 0 0 0,0 0 0 0 0,1 0 0 0 0,1 0 0 0 0,0 0 0 0 0,1 0 0 0 0,4 23 0 0 0,-5-39-66 0 0,0 1 1 0 0,0 0-1 0 0,0-1 0 0 0,0 1 0 0 0,0-1 0 0 0,1 1 1 0 0,-1-1-1 0 0,0 1 0 0 0,0 0 0 0 0,0-1 0 0 0,1 1 1 0 0,-1-1-1 0 0,0 1 0 0 0,1-1 0 0 0,-1 1 0 0 0,0-1 0 0 0,1 1 1 0 0,-1-1-1 0 0,1 0 0 0 0,-1 1 0 0 0,0-1 0 0 0,1 1 1 0 0,-1-1-1 0 0,1 0 0 0 0,-1 0 0 0 0,1 1 0 0 0,-1-1 0 0 0,1 0 1 0 0,0 0-1 0 0,-1 1 0 0 0,1-1 0 0 0,-1 0 0 0 0,1 0 1 0 0,0 0-1 0 0,1-1-544 0 0,0 1 0 0 0,0-1 0 0 0,-1 0 0 0 0,1 0 0 0 0,0 0 0 0 0,-1 0 0 0 0,1 0 0 0 0,0-1 0 0 0,-1 1 0 0 0,2-2 0 0 0,35-38-13046 0 0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48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1 596 5523 0 0,'-1'5'16955'0'0,"19"-3"-17023"0"0,7-4-154 0 0,-1-1 0 0 0,1-1 0 0 0,-1-1 0 0 0,25-9 0 0 0,96-42 652 0 0,-110 39-637 0 0,-2 0 1 0 0,0-3 0 0 0,-1 0-1 0 0,-1-2 1 0 0,-1-1-1 0 0,36-36 1 0 0,-51 43-667 0 0,-1-1 1 0 0,0 0-1 0 0,-1-1 1 0 0,-1 0 0 0 0,12-24-1 0 0,-18 29-196 0 0,0 0 0 0 0,-1-1 0 0 0,0 0 0 0 0,-2 0 0 0 0,1 0 0 0 0,-2 0 0 0 0,1-1 0 0 0,-1-22 0 0 0,-2 30 1103 0 0,0 1-1 0 0,-1 0 0 0 0,1-1 1 0 0,-2 1-1 0 0,-1-10 0 0 0,2 15 26 0 0,1 0-1 0 0,0 0 1 0 0,-1 0-1 0 0,1 0 1 0 0,0 1-1 0 0,-1-1 1 0 0,1 0-1 0 0,-1 0 0 0 0,0 1 1 0 0,1-1-1 0 0,-1 0 1 0 0,1 1-1 0 0,-1-1 1 0 0,0 0-1 0 0,0 1 1 0 0,1-1-1 0 0,-1 1 1 0 0,0-1-1 0 0,0 1 1 0 0,1 0-1 0 0,-1-1 1 0 0,0 1-1 0 0,0 0 1 0 0,0-1-1 0 0,0 1 1 0 0,0 0-1 0 0,0 0 0 0 0,0 0 1 0 0,1 0-1 0 0,-1 0 1 0 0,0 0-1 0 0,0 0 1 0 0,0 0-1 0 0,0 0 1 0 0,0 0-1 0 0,-1 1 1 0 0,-3 1 322 0 0,0 0 0 0 0,0 0 0 0 0,0 1 0 0 0,0-1 0 0 0,-4 4 1 0 0,7-5-231 0 0,-16 12 964 0 0,0 1 0 0 0,1 1 1 0 0,0 0-1 0 0,1 1 0 0 0,-15 19 0 0 0,-65 99 2056 0 0,87-121-2935 0 0,-104 174 1000 0 0,94-148-1162 0 0,1 1 1 0 0,3 0 0 0 0,-14 53-1 0 0,16-36 81 0 0,2 1-1 0 0,-5 91 1 0 0,14-108-35 0 0,3 0 1 0 0,1 0 0 0 0,2 0 0 0 0,16 63 0 0 0,14 26-77 0 0,17 72-1990 0 0,-30-66-5303 0 0,-17-12-2409 0 0,-4-124 9618 0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48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1 7443 0 0,'-47'12'12006'0'0,"35"30"-8484"0"0,-2 79-4403 0 0,2 93 81 0 0,10 0 880 0 0,11 34 560 0 0,8 23 0 0 0,-5 11 801 0 0,-5-10 800 0 0,-10-31-720 0 0,-4-89-961 0 0,-2-54-800 0 0,2-24-721 0 0,0-20-719 0 0,-3-16-1442 0 0,-11-26-1760 0 0,-31-34-2401 0 0,-46-60-721 0 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49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35 400 0 0,'-24'-30'5149'0'0,"24"30"-5052"0"0,0 0 0 0 0,0 0-1 0 0,-1-1 1 0 0,1 1 0 0 0,0 0 0 0 0,0 0 0 0 0,0 0-1 0 0,-1 0 1 0 0,1 0 0 0 0,0 0 0 0 0,0 0-1 0 0,-1 0 1 0 0,1-1 0 0 0,0 1 0 0 0,0 0-1 0 0,-1 0 1 0 0,1 0 0 0 0,0 0 0 0 0,0 0-1 0 0,-1 0 1 0 0,1 0 0 0 0,0 1 0 0 0,0-1-1 0 0,-1 0 1 0 0,1 0 0 0 0,0 0 0 0 0,0 0 0 0 0,0 0-1 0 0,-1 0 1 0 0,1 0 0 0 0,0 0 0 0 0,-1 1-1 0 0,-3 11 2967 0 0,2-3-2465 0 0,1 1-1 0 0,1-1 1 0 0,-1 1-1 0 0,2-1 1 0 0,-1 1-1 0 0,5 17 1 0 0,20 64-250 0 0,-22-78-196 0 0,37 96 1598 0 0,4-1 1 0 0,5-2 0 0 0,95 150 0 0 0,-115-209-1242 0 0,47 56 0 0 0,-63-88-482 0 0,-1-2 1 0 0,2 1 0 0 0,0-1 0 0 0,0-1 0 0 0,1-1 0 0 0,1 0-1 0 0,23 12 1 0 0,-32-19-27 0 0,1-1 0 0 0,0 0-1 0 0,0 0 1 0 0,-1-1 0 0 0,1 0-1 0 0,1-1 1 0 0,-1 1 0 0 0,0-1-1 0 0,0-1 1 0 0,0 0 0 0 0,0 0-1 0 0,1-1 1 0 0,7-1 0 0 0,-5-1 0 0 0,-1 0 1 0 0,1 0 0 0 0,-1-1-1 0 0,0 0 1 0 0,0-1 0 0 0,0 0-1 0 0,-1-1 1 0 0,15-11-1 0 0,-2-2-25 0 0,-1-2 0 0 0,0 0-1 0 0,-2-1 1 0 0,-1 0-1 0 0,-1-2 1 0 0,17-29 0 0 0,-4-1-27 0 0,-2-2 0 0 0,41-115 0 0 0,15-123-1869 0 0,-28 92-7479 0 0,-37 148 368 0 0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49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178 193 320 0 0,'0'0'429'0'0,"23"-6"1111"0"0,-19 4-344 0 0,-12 1 548 0 0,4 1-1364 0 0,3-1-220 0 0,-1 1-1 0 0,1 0 0 0 0,-1 0 1 0 0,0 1-1 0 0,1-1 0 0 0,-1 0 0 0 0,1 0 1 0 0,-1 1-1 0 0,1-1 0 0 0,-1 1 0 0 0,-1 0 1 0 0,-1 3 187 0 0,-1-1 0 0 0,1 0 1 0 0,0 1-1 0 0,0 0 0 0 0,-6 7 0 0 0,-6 10 413 0 0,0 0-1 0 0,1 1 0 0 0,1 1 0 0 0,1 0 1 0 0,2 1-1 0 0,0 0 0 0 0,1 0 1 0 0,2 1-1 0 0,-7 31 0 0 0,10-33-651 0 0,1 1-1 0 0,2 0 1 0 0,0-1 0 0 0,2 1-1 0 0,1 0 1 0 0,0 0-1 0 0,2 0 1 0 0,1-1 0 0 0,0 0-1 0 0,2 1 1 0 0,14 36-1 0 0,-3-20-104 0 0,2-1 0 0 0,1-1-1 0 0,32 44 1 0 0,-33-56 91 0 0,2 0 0 0 0,0-1 0 0 0,1-1 0 0 0,48 39 0 0 0,-56-53-39 0 0,-1 0 0 0 0,1-2 0 0 0,1 0 0 0 0,-1 0 0 0 0,1-1 1 0 0,1-1-1 0 0,-1-1 0 0 0,1 0 0 0 0,17 3 0 0 0,-21-6-18 0 0,1-1-1 0 0,-1 0 1 0 0,0-1 0 0 0,0 0-1 0 0,1-1 1 0 0,-1 0-1 0 0,0-1 1 0 0,0 0-1 0 0,0-1 1 0 0,0 0 0 0 0,-1-1-1 0 0,20-9 1 0 0,-16 5-5 0 0,-1-2 0 0 0,0 1 0 0 0,0-1 0 0 0,-1-1 1 0 0,0-1-1 0 0,-1 0 0 0 0,0 0 0 0 0,-1-1 0 0 0,-1-1 0 0 0,0 1 0 0 0,-1-2 1 0 0,11-20-1 0 0,-4 1 26 0 0,-2 0-1 0 0,-1-1 1 0 0,-1-1 0 0 0,11-61 0 0 0,-15 54-20 0 0,-2-1 0 0 0,-2 0 0 0 0,-2-1 0 0 0,-2 1 0 0 0,-1 0 0 0 0,-10-55 1 0 0,7 80-22 0 0,-1 1 0 0 0,-1 0 0 0 0,-1 0 0 0 0,-1 1 1 0 0,0-1-1 0 0,-1 2 0 0 0,-1-1 0 0 0,0 1 0 0 0,-1 1 0 0 0,-1 0 1 0 0,-1 0-1 0 0,0 1 0 0 0,0 1 0 0 0,-29-21 0 0 0,9 11 5 0 0,0 1-1 0 0,-2 2 1 0 0,0 1-1 0 0,-1 2 1 0 0,-72-23-1 0 0,77 31-12 0 0,-1 0-1 0 0,-39-4 0 0 0,57 11 0 0 0,0 1 1 0 0,0 0 0 0 0,0 1-1 0 0,-1 1 1 0 0,1 0 0 0 0,0 1-1 0 0,-16 4 1 0 0,25-5-8 0 0,1 0 1 0 0,0 0-1 0 0,0 1 1 0 0,0 0-1 0 0,0-1 1 0 0,1 1-1 0 0,-1 0 1 0 0,0 1-1 0 0,1-1 1 0 0,-1 1-1 0 0,1 0 1 0 0,0-1-1 0 0,0 1 1 0 0,0 1 0 0 0,0-1-1 0 0,1 0 1 0 0,-1 1-1 0 0,1-1 1 0 0,0 1-1 0 0,0 0 1 0 0,-2 6-1 0 0,3-5-18 0 0,0 0 1 0 0,0 0-1 0 0,1 1 0 0 0,0-1 1 0 0,0 0-1 0 0,0 0 0 0 0,1 0 1 0 0,0 0-1 0 0,0 0 0 0 0,0 1 1 0 0,0-2-1 0 0,1 1 0 0 0,0 0 1 0 0,0 0-1 0 0,0 0 0 0 0,1-1 1 0 0,5 8-1 0 0,0 0-62 0 0,1-1 0 0 0,0 0 0 0 0,0-1-1 0 0,1 0 1 0 0,0-1 0 0 0,15 11 0 0 0,-1-4-168 0 0,0-1 1 0 0,32 15-1 0 0,-19-13-519 0 0,2-2 0 0 0,43 11 1 0 0,79 10-5462 0 0,-5-13-2497 0 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49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0 173 1201 0 0,'20'50'6609'0'0,"22"92"0"0"0,-26-80-5287 0 0,6 1-776 0 0,-22-62-543 0 0,0 0 0 0 0,0-1 0 0 0,1 1 0 0 0,-1-1 0 0 0,0 1 0 0 0,0 0 0 0 0,1-1 0 0 0,-1 1 0 0 0,0-1-1 0 0,1 1 1 0 0,-1 0 0 0 0,0-1 0 0 0,1 1 0 0 0,-1-1 0 0 0,1 1 0 0 0,-1-1 0 0 0,1 0 0 0 0,-1 1 0 0 0,1-1-1 0 0,-1 1 1 0 0,1-1 0 0 0,0 0 0 0 0,-1 1 0 0 0,1-1 0 0 0,-1 0 0 0 0,1 0 0 0 0,0 0 0 0 0,-1 1 0 0 0,2-1-1 0 0,10-12 124 0 0,-6 4-32 0 0,16-18 91 0 0,-1-1-1 0 0,-2-1 0 0 0,28-52 0 0 0,33-95 146 0 0,-77 166-318 0 0,3-6-16 0 0,0-1 1 0 0,1 1-1 0 0,0 1 1 0 0,2-1-1 0 0,-1 1 1 0 0,19-22-1 0 0,-26 35-12 0 0,1-1-1 0 0,-1 1 1 0 0,0 0-1 0 0,1 0 1 0 0,-1-1-1 0 0,1 1 0 0 0,0 0 1 0 0,-1 1-1 0 0,1-1 1 0 0,0 0-1 0 0,2-1 1 0 0,-4 2 18 0 0,1 0 0 0 0,0 0 0 0 0,-1 0 0 0 0,1 0 0 0 0,0 0 0 0 0,-1 0 0 0 0,1 0 0 0 0,0 0 0 0 0,-1 1 0 0 0,1-1 0 0 0,0 0 0 0 0,-1 0 0 0 0,1 0 0 0 0,-1 1 0 0 0,1-1 0 0 0,-1 0 0 0 0,1 1 0 0 0,0-1 0 0 0,-1 1 0 0 0,1-1 0 0 0,-1 0 0 0 0,1 2 0 0 0,2 2 54 0 0,-1 0 0 0 0,1 0-1 0 0,-1 0 1 0 0,0 1 0 0 0,0 0 0 0 0,-1-1 0 0 0,2 7 0 0 0,3 9 129 0 0,97 225 2511 0 0,-87-214-2643 0 0,1-2 0 0 0,1 0 0 0 0,1-1 1 0 0,2-1-1 0 0,1-1 0 0 0,25 24 0 0 0,-38-42-59 0 0,0 0 1 0 0,0-1-1 0 0,1 0 0 0 0,0-1 0 0 0,0 0 0 0 0,1 0 0 0 0,0-1 0 0 0,14 4 0 0 0,-21-7-201 0 0,1-1-1 0 0,0 0 1 0 0,-1 0 0 0 0,1 0-1 0 0,0-1 1 0 0,-1 0 0 0 0,1 0-1 0 0,0 0 1 0 0,0 0 0 0 0,-1-1 0 0 0,1 0-1 0 0,0 0 1 0 0,-1 0 0 0 0,1 0-1 0 0,-1-1 1 0 0,1 0 0 0 0,-1 0-1 0 0,0 0 1 0 0,0-1 0 0 0,0 1-1 0 0,0-1 1 0 0,0 0 0 0 0,5-5-1 0 0,0-2-2424 0 0,-1 0 0 0 0,0-1 1 0 0,7-12-1 0 0,-15 23 2595 0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50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 5763 0 0,'-10'10'3534'0'0,"7"-8"-2880"0"0,-1 1 0 0 0,1 0 1 0 0,0-1-1 0 0,1 1 1 0 0,-1 0-1 0 0,0 0 1 0 0,1 1-1 0 0,0-1 0 0 0,-1 1 1 0 0,2-1-1 0 0,-1 1 1 0 0,0-1-1 0 0,1 1 1 0 0,-1 0-1 0 0,1 0 0 0 0,0 0 1 0 0,-1 7-1 0 0,4 12-468 0 0,2 0-1 0 0,10 42 0 0 0,-5-31-180 0 0,15 67 1148 0 0,42 113 1 0 0,-33-108-900 0 0,-30-99-281 0 0,-2-11 95 0 0,0 1-229 0 0,-2 3 103 0 0,1 0 48 0 0,0 0-1 0 0,0 0 1 0 0,0 0 0 0 0,-1 0 0 0 0,1 0 0 0 0,0 0 0 0 0,0 0 0 0 0,0 0 0 0 0,-1 0-1 0 0,1 0 1 0 0,0 0 0 0 0,0 1 0 0 0,0-1 0 0 0,0 0 0 0 0,-1 0 0 0 0,1 0 0 0 0,0 0 0 0 0,0 0-1 0 0,0 0 1 0 0,0 1 0 0 0,0-1 0 0 0,0 0 0 0 0,-1 0 0 0 0,1 0 0 0 0,0 0 0 0 0,0 0-1 0 0,0 1 1 0 0,0-1 0 0 0,0 0 0 0 0,0 0 0 0 0,0 0 0 0 0,0 1 0 0 0,0-1 0 0 0,0 0 0 0 0,0 0-1 0 0,0 0 1 0 0,0 0 0 0 0,0 1 0 0 0,0-1 0 0 0,0 0 0 0 0,0 0 0 0 0,0 0 0 0 0,0 1-1 0 0,0-1 1 0 0,0 0 0 0 0,0 0 0 0 0,0 1 11 0 0,0-1 1 0 0,0 0-1 0 0,0 0 0 0 0,0 0 0 0 0,-1 0 0 0 0,1 0 1 0 0,0 1-1 0 0,0-1 0 0 0,0 0 0 0 0,0 0 0 0 0,-1 0 1 0 0,1 0-1 0 0,0 0 0 0 0,0 0 0 0 0,0 0 1 0 0,-1 0-1 0 0,1 0 0 0 0,0 1 0 0 0,0-1 0 0 0,0 0 1 0 0,-1 0-1 0 0,1 0 0 0 0,0 0 0 0 0,0 0 0 0 0,-1 0 1 0 0,1-1-1 0 0,0 1 0 0 0,0 0 0 0 0,0 0 1 0 0,-1 0-1 0 0,1 0 0 0 0,0 0 0 0 0,0 0 0 0 0,0 0 1 0 0,-1 0-1 0 0,1 0 0 0 0,0-1 0 0 0,0 1 0 0 0,0 0 1 0 0,0 0-1 0 0,-1 0 0 0 0,1 0 0 0 0,0 0 0 0 0,0-1 1 0 0,0 1-1 0 0,0 0 0 0 0,0 0 0 0 0,0 0 1 0 0,0-1-1 0 0,-1 1 0 0 0,1 0 0 0 0,0 0 0 0 0,0 0 1 0 0,0-1-1 0 0,-14-23-3438 0 0,-7-8-249 0 0,-51-78-8720 0 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50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0 187 1040 0 0,'14'50'3282'0'0,"-9"-36"-401"0"0,-2-14-960 0 0,-1-2-400 0 0,7-2-401 0 0,160-52 2482 0 0,46-6 5042 0 0,-37 22-3522 0 0,-38 18-5122 0 0,-45 6-1200 0 0,-29 2-1281 0 0,-7-20-14327 0 0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51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0 400 0 0,'-45'42'3362'0'0,"-12"36"-1441"0"0,7 32-561 0 0,22 48 81 0 0,11 20 3121 0 0,8-25 1841 0 0,13 5-2001 0 0,11 8-2481 0 0,15 6-1041 0 0,13-2 81 0 0,9-21-321 0 0,15-31-480 0 0,13-32-160 0 0,17-20-320 0 0,15-34-641 0 0,-3-44-3681 0 0,-10-60-3361 0 0,-13-34-1762 0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51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 6083 0 0,'-27'55'7195'0'0,"6"-1"-3988"0"0,14-31-3022 0 0,1 0 0 0 0,1 1 0 0 0,1 0 0 0 0,1-1 0 0 0,0 31 0 0 0,24 271 952 0 0,-7-181 207 0 0,10 286 5636 0 0,-23-289-6101 0 0,-20 146-1 0 0,17-264-1068 0 0,5-45-47 0 0,9-258-353 0 0,-7 97 473 0 0,32-178-755 0 0,-27 304 459 0 0,3 1 1 0 0,2 0-1 0 0,3 1 1 0 0,30-64 0 0 0,-29 79 256 0 0,2 1 0 0 0,40-56 0 0 0,-51 81 163 0 0,1 1-1 0 0,1-1 1 0 0,0 2 0 0 0,1 0 0 0 0,0 0-1 0 0,1 2 1 0 0,0-1 0 0 0,0 2 0 0 0,21-11-1 0 0,-29 17 9 0 0,1 0 0 0 0,-1 1 0 0 0,1 0 0 0 0,0 0 0 0 0,0 0 0 0 0,0 1 0 0 0,13-2 0 0 0,-17 3-10 0 0,0 1-1 0 0,0-1 0 0 0,0 0 0 0 0,-1 1 1 0 0,1-1-1 0 0,0 1 0 0 0,0 0 0 0 0,0 0 1 0 0,-1 0-1 0 0,1 0 0 0 0,0 1 0 0 0,-1-1 1 0 0,1 1-1 0 0,-1-1 0 0 0,0 1 0 0 0,1 0 1 0 0,-1 0-1 0 0,0 0 0 0 0,0 0 0 0 0,0 1 1 0 0,3 4-1 0 0,-1 1 4 0 0,1 1 0 0 0,-1 1 0 0 0,-1-1-1 0 0,0 0 1 0 0,0 1 0 0 0,-1 0 0 0 0,0-1 0 0 0,0 1 0 0 0,-2 0 0 0 0,1 0 0 0 0,-1 0 0 0 0,0 0-1 0 0,-1 0 1 0 0,-2 11 0 0 0,-3 16 171 0 0,-2-1-1 0 0,-21 58 1 0 0,12-43 401 0 0,-3-1 0 0 0,-2-1 0 0 0,-2-2 1 0 0,-3 0-1 0 0,-47 65 0 0 0,63-98-594 0 0,0 0 1 0 0,-20 17-1 0 0,27-27-37 0 0,0-1 0 0 0,0 1 1 0 0,-1-1-1 0 0,1-1 0 0 0,-1 1 0 0 0,0 0 0 0 0,0-1 0 0 0,0 0 1 0 0,0 0-1 0 0,-9 1 0 0 0,12-2 18 0 0,-1-1 0 0 0,1 1 0 0 0,0-1 0 0 0,-1 0 0 0 0,1 0 0 0 0,-1 0 0 0 0,1-1 0 0 0,0 1 0 0 0,-1 0 1 0 0,1-1-1 0 0,0 0 0 0 0,-1 1 0 0 0,1-1 0 0 0,0 0 0 0 0,0 0 0 0 0,0 0 0 0 0,-1-1 0 0 0,1 1 0 0 0,0 0 0 0 0,1-1 0 0 0,-1 1 0 0 0,0-1 0 0 0,0 0 0 0 0,-1-2 1 0 0,-1-2-110 0 0,0 0 1 0 0,1 0 0 0 0,0 0 0 0 0,0-1-1 0 0,0 1 1 0 0,1-1 0 0 0,0 0 0 0 0,-2-7 0 0 0,0-7-1143 0 0,1 0 0 0 0,1 0 0 0 0,1-41 0 0 0,5 21-5546 0 0,11-54 0 0 0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52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0 736 2641 0 0,'23'40'5045'0'0,"20"55"-1"0"0,26 108 1465 0 0,-27-70-2017 0 0,-38-120-4012 0 0,1-1-1 0 0,0 1 1 0 0,0-1-1 0 0,2 0 1 0 0,-1-1 0 0 0,16 20-1 0 0,-17-26-402 0 0,-1 0 0 0 0,1 0 0 0 0,1-1 0 0 0,-1 0 0 0 0,0 0 0 0 0,1 0 0 0 0,0-1 0 0 0,0 0 0 0 0,0 0 0 0 0,0 0 0 0 0,1-1 0 0 0,-1 0 0 0 0,1 0 0 0 0,-1-1 0 0 0,9 2 0 0 0,-3-2-98 0 0,1 0 1 0 0,-1-1-1 0 0,1 0 0 0 0,-1-1 1 0 0,1 0-1 0 0,-1-1 1 0 0,0-1-1 0 0,1 0 1 0 0,-1 0-1 0 0,-1-1 0 0 0,16-7 1 0 0,-13 4-55 0 0,-1-1-1 0 0,0 0 1 0 0,-1-1-1 0 0,1 0 1 0 0,-2-1 0 0 0,1 0-1 0 0,-1-1 1 0 0,-1 0 0 0 0,13-18-1 0 0,-4 0-208 0 0,-1-1 1 0 0,-1-1-1 0 0,-2 0 0 0 0,21-61 1 0 0,29-143-1067 0 0,-45 155 1210 0 0,-7 41 177 0 0,-7 25 100 0 0,-9 51 35 0 0,2 0 1 0 0,1 0-1 0 0,6 49 1 0 0,26 113 1660 0 0,-31-190-1675 0 0,8 39 66 0 0,2 0 0 0 0,3-1 0 0 0,1-1 0 0 0,24 51 0 0 0,-35-87-555 0 0,1-1-1 0 0,0 0 0 0 0,0 0 0 0 0,1 0 0 0 0,0 0 0 0 0,0-1 1 0 0,15 14-1 0 0,-21-21 201 0 0,1 0-1 0 0,-1-1 1 0 0,1 1 0 0 0,0 0-1 0 0,0-1 1 0 0,-1 1 0 0 0,1-1 0 0 0,0 1-1 0 0,0-1 1 0 0,0 1 0 0 0,0-1 0 0 0,0 1-1 0 0,-1-1 1 0 0,1 0 0 0 0,0 1 0 0 0,0-1-1 0 0,0 0 1 0 0,0 0 0 0 0,0 0 0 0 0,0 0-1 0 0,0 0 1 0 0,0 0 0 0 0,0 0 0 0 0,1 0-1 0 0,0-2-525 0 0,-1 1 0 0 0,0-1 0 0 0,0 0 0 0 0,1 0 0 0 0,-1 1 0 0 0,-1-1 1 0 0,1 0-1 0 0,0 0 0 0 0,0 0 0 0 0,-1 0 0 0 0,1-3 0 0 0</inkml:trace>
  <inkml:trace contextRef="#ctx0" brushRef="#br0" timeOffset="1">1489 610 640 0 0,'2'16'2882'0'0,"36"-30"-481"0"0,33-20-400 0 0,24-8-241 0 0,14-10-239 0 0,10-22-240 0 0,-6-10-241 0 0,-18-8-239 0 0,-2-27-3523 0 0,-15 5-4641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2:59:52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0 13366 0 0,'-156'192'9524'0'0,"61"-6"-6002"0"0,34 23-2001 0 0,27 41-801 0 0,41 24-480 0 0,53-7-80 0 0,46-29-80 0 0,46-40 80 0 0,26-48-80 0 0,16-56 81 0 0,3-55-242 0 0,-10-44-399 0 0,3-37-80 0 0,-12-48-320 0 0,-29-66-5203 0 0,-23-42-5282 0 0,-1-16 1920 0 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33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1681 0 0,'23'8'2161'0'0,"-25"-14"1761"0"0,4 8-2162 0 0,5 0-239 0 0,8 6-80 0 0,25 44 159 0 0,19 68-79 0 0,-42-20-1201 0 0,-15-26-320 0 0,-2-24-560 0 0,19-8-320 0 0,5-13-3042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34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25 128 1040 0 0,'11'-26'5923'0'0,"-30"24"-1601"0"0,8 6-3041 0 0,6-4-561 0 0,10 0-480 0 0,77-34-240 0 0,20-8 320 0 0,0 20 321 0 0,5 16-1 0 0,-17 20-240 0 0,-24 14-80 0 0,-25 14-160 0 0,-20 6-640 0 0,-16 14-400 0 0,-8 8 319 0 0,-25 2-2720 0 0,-19-14-4002 0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34.5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1 400 0 0,'-14'35'2601'0'0,"11"-26"-1975"0"0,-14 37 2299 0 0,3 0 0 0 0,2 1 0 0 0,-8 58 0 0 0,19-102-2977 0 0,1 0 0 0 0,-1 0 0 0 0,1 0 0 0 0,0 0 0 0 0,1 0 0 0 0,-1 0 0 0 0,0-1 0 0 0,1 1 0 0 0,0 0 0 0 0,-1 0-1 0 0,1 0 1 0 0,0 0 0 0 0,1 0 0 0 0,-1-1 0 0 0,0 1 0 0 0,3 3 0 0 0,-2-5 48 0 0,-1 1-1 0 0,1 0 1 0 0,0-1 0 0 0,0 0-1 0 0,0 1 1 0 0,0-1 0 0 0,0 0-1 0 0,0 0 1 0 0,0 0-1 0 0,0 0 1 0 0,0-1 0 0 0,0 1-1 0 0,0 0 1 0 0,1-1-1 0 0,-1 1 1 0 0,4-1 0 0 0,2 0 8 0 0,1-1 1 0 0,-1 0 0 0 0,0 0 0 0 0,0-1-1 0 0,0 1 1 0 0,0-2 0 0 0,0 1 0 0 0,-1-1-1 0 0,1-1 1 0 0,8-4 0 0 0,-6 2-3 0 0,0 1 0 0 0,1 0 0 0 0,-1 1 0 0 0,1 0 0 0 0,-1 1 0 0 0,1 0 0 0 0,0 1 0 0 0,1 0 0 0 0,-1 1 0 0 0,0 0 0 0 0,0 1 0 0 0,17 1 0 0 0,-20 0-3 0 0,-1 1-1 0 0,1-1 1 0 0,-1 1 0 0 0,1 0 0 0 0,-1 1-1 0 0,0 0 1 0 0,0 0 0 0 0,0 1-1 0 0,0 0 1 0 0,-1 0 0 0 0,0 0-1 0 0,1 1 1 0 0,-2 0 0 0 0,1 0-1 0 0,0 0 1 0 0,-1 1 0 0 0,0 0 0 0 0,0 0-1 0 0,5 9 1 0 0,-3-1 5 0 0,-1 0 1 0 0,0 0 0 0 0,-1 0-1 0 0,0 1 1 0 0,-1 0-1 0 0,0 0 1 0 0,-2 0-1 0 0,0 0 1 0 0,0 0-1 0 0,-2 0 1 0 0,0 1-1 0 0,0-1 1 0 0,-1 0-1 0 0,-1 0 1 0 0,-4 16-1 0 0,-3 5-4 0 0,-1-1-1 0 0,-1-1 0 0 0,-2 0 0 0 0,-2-1 0 0 0,-21 37 0 0 0,24-49-106 0 0,-1 0 0 0 0,-1 0 0 0 0,-18 20 1 0 0,32-40 89 0 0,-2 1-139 0 0,0 1 0 0 0,-1-1-1 0 0,1 0 1 0 0,-1 1 0 0 0,1-1 0 0 0,-6 3 0 0 0,7-5 38 0 0,0 0-1 0 0,0 1 1 0 0,0-1 0 0 0,-1 0 0 0 0,1 0 0 0 0,0 1-1 0 0,0-1 1 0 0,0 0 0 0 0,-1 0 0 0 0,1 0 0 0 0,0-1 0 0 0,0 1-1 0 0,0 0 1 0 0,0 0 0 0 0,-1-1 0 0 0,1 1 0 0 0,0 0-1 0 0,0-1 1 0 0,0 1 0 0 0,0-1 0 0 0,0 0 0 0 0,-2 0-1 0 0,-2-4-761 0 0,-1 1 0 0 0,0-1-1 0 0,1 0 1 0 0,0 0-1 0 0,-5-7 1 0 0,-30-46-3909 0 0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34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160 162 3762 0 0,'-5'-48'7363'0'0,"0"34"-3521"0"0,20 0-3202 0 0,15-2-1120 0 0,20-8 560 0 0,24 0 1281 0 0,11 6-241 0 0,-7 14-1120 0 0,-19 26-400 0 0,-28 32-240 0 0,-17 28-2962 0 0,-30 24-1841 0 0,-34 0 81 0 0</inkml:trace>
  <inkml:trace contextRef="#ctx0" brushRef="#br0" timeOffset="1">105 731 2721 0 0,'-45'26'5763'0'0,"5"-16"-1681"0"0,21-2-1681 0 0,19-10-2001 0 0,14 0-560 0 0,15 4 240 0 0,32 4 240 0 0,36-4 0 0 0,39-12 481 0 0,-1-10-1121 0 0,-7-2-1361 0 0,-15-2-3522 0 0,-27 0-2800 0 0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35.2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520 0 1281 0 0,'-34'12'1760'0'0,"11"2"-79"0"0,13-2 1441 0 0,3-4-161 0 0,0 10-480 0 0,-45 110 1121 0 0,-17 24-2082 0 0,7-28-1520 0 0,-9-25-160 0 0,17-21 160 0 0,4-8 0 0 0,7-14-240 0 0,17-22-480 0 0,14-50-3682 0 0,17-42-4082 0 0</inkml:trace>
  <inkml:trace contextRef="#ctx0" brushRef="#br0" timeOffset="1">150 474 3201 0 0,'40'-42'2882'0'0,"-2"22"-2162"0"0,-14 10-640 0 0,-15 6 80 0 0,-4 6 400 0 0,0 4 561 0 0,-1 10 400 0 0,1 106 2160 0 0,-5 3-1680 0 0,3-39-1841 0 0,-3-28-560 0 0,2-10-480 0 0,-4-16-3842 0 0,-10-22-2722 0 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35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1 598 80 0 0,'36'-30'5443'0'0,"-22"18"-1282"0"0,-9 6-1840 0 0,-5 4-880 0 0,4 2-480 0 0,41-6-321 0 0,71-10-240 0 0,3 2-160 0 0,-50 10 0 0 0,-39-4-240 0 0,-8 0-320 0 0,-6-8-4802 0 0,-16-14-3442 0 0</inkml:trace>
  <inkml:trace contextRef="#ctx0" brushRef="#br0" timeOffset="1">338 8 480 0 0,'-15'-6'1281'0'0,"4"4"720"0"0,3 4 240 0 0,4 0-80 0 0,16 60 2321 0 0,33 120 1200 0 0,-3 12-4081 0 0,-9-56-1521 0 0,-7-17-320 0 0,5 13 240 0 0,7 8 320 0 0,10-6 0 0 0,-1-22 0 0 0,0-32-720 0 0,-6-34-1120 0 0,1-32-1202 0 0,-11-50-4241 0 0,-21-62-1281 0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35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14 2801 0 0,'-21'-14'8484'0'0,"7"22"-3281"0"0,21-2-4563 0 0,5-6-1120 0 0,-5 4 320 0 0,2 0 80 0 0,3 10 240 0 0,26 40 80 0 0,36 48-2161 0 0,-10-24-5042 0 0,-22-32-161 0 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36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10 154 1441 0 0,'0'-10'3921'0'0,"40"36"-479"0"0,-61-42-641 0 0,4 2-640 0 0,7 4-320 0 0,8 0-400 0 0,21 0-481 0 0,180-34-399 0 0,17 4-401 0 0,-91 22-80 0 0,-63 10-80 0 0,-36 10-1201 0 0,-2 8-1600 0 0,-3 16 480 0 0,-40 4 880 0 0,-16-2-4722 0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36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415 0 1040 0 0,'-126'74'6644'0'0,"12"18"-1762"0"0,53-10-3682 0 0,18-8-1680 0 0,5-8-160 0 0,12-18 400 0 0,19-12-80 0 0,21-22-3522 0 0</inkml:trace>
  <inkml:trace contextRef="#ctx0" brushRef="#br0" timeOffset="1">268 206 1681 0 0,'26'-6'4962'0'0,"-28"26"-2641"0"0,-10 0-1440 0 0,-14 64-1 0 0,9 32 1121 0 0,12-24-1121 0 0,5-27-880 0 0,5-15 0 0 0,2-10 80 0 0,24-14-160 0 0,7-22-160 0 0,-33-26-4002 0 0,-8-24-3521 0 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37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48 2961 0 0,'2'-13'1453'0'0,"-1"9"-803"0"0,0 0 0 0 0,-1 0 0 0 0,1 0 0 0 0,0 0 0 0 0,1 1 0 0 0,2-7 0 0 0,-4 10-581 0 0,1 0 1 0 0,-1 0-1 0 0,1-1 0 0 0,-1 1 0 0 0,1 0 1 0 0,0 0-1 0 0,-1 0 0 0 0,1-1 0 0 0,-1 1 1 0 0,1 0-1 0 0,0 0 0 0 0,-1 0 0 0 0,1 0 1 0 0,-1 0-1 0 0,1 0 0 0 0,0 0 0 0 0,-1 0 1 0 0,1 1-1 0 0,-1-1 0 0 0,1 0 0 0 0,0 0 1 0 0,-1 0-1 0 0,1 1 0 0 0,-1-1 0 0 0,1 0 1 0 0,-1 0-1 0 0,2 1 0 0 0,22 13 115 0 0,-17-10-39 0 0,16 10-145 0 0,-1 0 0 0 0,-1 2 0 0 0,0 0 0 0 0,18 20 0 0 0,-37-34 2 0 0,0 0 0 0 0,0 0 0 0 0,-1 0 0 0 0,1 0-1 0 0,-1 0 1 0 0,1 1 0 0 0,-1-1 0 0 0,0 0 0 0 0,0 1 0 0 0,0-1 0 0 0,0 1 0 0 0,-1-1 0 0 0,1 1 0 0 0,-1 0 0 0 0,1-1 0 0 0,-1 1-1 0 0,0 0 1 0 0,0-1 0 0 0,0 1 0 0 0,0-1 0 0 0,-1 1 0 0 0,1 0 0 0 0,-1-1 0 0 0,1 1 0 0 0,-1-1 0 0 0,0 1 0 0 0,0-1 0 0 0,-2 4 0 0 0,-3 3 42 0 0,0 0 1 0 0,-1-1-1 0 0,0 0 1 0 0,0 0-1 0 0,-14 11 1 0 0,3-3 59 0 0,0 3 286 0 0,-37 27 1 0 0,50-42-185 0 0,-1 0 0 0 0,0-1 1 0 0,0 1-1 0 0,0-1 0 0 0,0 0 0 0 0,-1-1 0 0 0,1 1 0 0 0,-1-1 0 0 0,1 0 0 0 0,-1-1 0 0 0,-12 2 0 0 0,8-3 945 0 0,19 3-807 0 0,-7-3-336 0 0,0 0 0 0 0,0 0 1 0 0,0 0-1 0 0,0-1 1 0 0,0 1-1 0 0,-1 0 1 0 0,1-1-1 0 0,0 1 0 0 0,0-1 1 0 0,0 1-1 0 0,0-1 1 0 0,-1 1-1 0 0,1-1 1 0 0,0 0-1 0 0,0-1 0 0 0,5-2 18 0 0,222-189-1494 0 0,-209 176-1213 0 0,32-41 0 0 0,1-20-6177 0 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37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84 2561 0 0,'-3'-1'745'0'0,"0"2"1"0"0,0-1-1 0 0,0 0 0 0 0,0 0 0 0 0,0 1 1 0 0,0 0-1 0 0,1-1 0 0 0,-1 1 0 0 0,0 0 0 0 0,0 0 1 0 0,1 1-1 0 0,-1-1 0 0 0,0 1 0 0 0,-2 1 1 0 0,3-1 239 0 0,3-2-411 0 0,12-4-144 0 0,0-1-272 0 0,205-59 256 0 0,-199 59-404 0 0,55-13 18 0 0,-66 17-21 0 0,1 0 1 0 0,0 1 0 0 0,-1 0 0 0 0,1 0 0 0 0,-1 1 0 0 0,10 1 0 0 0,-10 0 1 0 0,0 0-1 0 0,-1 0 1 0 0,1 1 0 0 0,-1 0-1 0 0,0 0 1 0 0,0 1 0 0 0,0 0-1 0 0,7 5 1 0 0,-11-7-21 0 0,-1 0 0 0 0,1 1 0 0 0,0-1 0 0 0,-1 1 1 0 0,1-1-1 0 0,-1 1 0 0 0,0 0 0 0 0,1 0 0 0 0,-1 0 0 0 0,-1 0 0 0 0,1 1 0 0 0,0-1 0 0 0,-1 0 0 0 0,0 1 1 0 0,0-1-1 0 0,0 1 0 0 0,0-1 0 0 0,0 1 0 0 0,-1 6 0 0 0,-1 2-21 0 0,0 1 0 0 0,-1 0-1 0 0,-1-1 1 0 0,0 1 0 0 0,-1-1 0 0 0,0 0-1 0 0,-1 0 1 0 0,0 0 0 0 0,-1-1 0 0 0,0 0-1 0 0,-1 0 1 0 0,0 0 0 0 0,-13 13-1 0 0,7-9-329 0 0,-1 0-1 0 0,0 0 1 0 0,-2-1-1 0 0,1-1 0 0 0,-2-1 1 0 0,0 0-1 0 0,-30 15 0 0 0,46-27 237 0 0,0 1 0 0 0,0-1 0 0 0,0 0 0 0 0,-1 0 0 0 0,1 0 0 0 0,0 0 0 0 0,0 0 0 0 0,0 0 0 0 0,0 0-1 0 0,0 0 1 0 0,0-1 0 0 0,0 1 0 0 0,0 0 0 0 0,0-1 0 0 0,0 1 0 0 0,0 0 0 0 0,0-1 0 0 0,0 1 0 0 0,0-1 0 0 0,0 0 0 0 0,0 1 0 0 0,0-1 0 0 0,1 0-1 0 0,-1 1 1 0 0,0-1 0 0 0,-1-2 0 0 0,-18-24-2980 0 0,17 23 1868 0 0,-10-15-2242 0 0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37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0 320 0 0,'0'0'124'0'0,"0"1"-1"0"0,1-1 1 0 0,-1 0-1 0 0,1 0 1 0 0,-1 0-1 0 0,0 0 1 0 0,1 0-1 0 0,-1 0 0 0 0,1 0 1 0 0,-1 1-1 0 0,0-1 1 0 0,1 0-1 0 0,-1 0 1 0 0,0 1-1 0 0,1-1 1 0 0,-1 0-1 0 0,0 0 1 0 0,1 1-1 0 0,-1-1 1 0 0,0 0-1 0 0,0 1 1 0 0,1-1-1 0 0,-1 0 1 0 0,0 1-1 0 0,0-1 1 0 0,0 0-1 0 0,0 1 1 0 0,1-1-1 0 0,-1 1 1 0 0,0-1-1 0 0,0 0 1 0 0,0 1-1 0 0,0-1 1 0 0,0 1-1 0 0,0-1 1 0 0,0 0-1 0 0,0 1 0 0 0,0-1 1 0 0,0 1-1 0 0,0 0 1 0 0,-7 34 2056 0 0,-1-5-1239 0 0,-1 7-92 0 0,-2 0-1 0 0,-1-1 1 0 0,-28 57 0 0 0,37-87-813 0 0,-1-1 0 0 0,1 0 0 0 0,-1 0 1 0 0,-1 0-1 0 0,1 0 0 0 0,-9 6 0 0 0,15-13 195 0 0,1 0-97 0 0,12 5-85 0 0,163 16 191 0 0,-162-18-217 0 0,0 1 0 0 0,0 0-1 0 0,-1 1 1 0 0,1 1 0 0 0,-1 0 0 0 0,19 9 0 0 0,-26-10-7 0 0,-2 1 0 0 0,1 0 0 0 0,0 0 0 0 0,-1 0 0 0 0,0 1 0 0 0,0 0 0 0 0,0 0 0 0 0,0 1 0 0 0,-1-1 0 0 0,0 1 0 0 0,0 1 0 0 0,-1-1 0 0 0,1 1 0 0 0,4 10 0 0 0,-3-4 13 0 0,-1 1-1 0 0,-1-1 1 0 0,0 1 0 0 0,-1 0 0 0 0,0 0-1 0 0,-1 0 1 0 0,-1 0 0 0 0,0 1-1 0 0,-1-1 1 0 0,-1 0 0 0 0,0 0 0 0 0,-1 0-1 0 0,-5 24 1 0 0,-7 8 50 0 0,-1-2 0 0 0,-38 77 0 0 0,46-106-64 0 0,2-3-322 0 0,-1 0 0 0 0,0-1 0 0 0,0 1 0 0 0,-1-1 1 0 0,-1-1-1 0 0,0 1 0 0 0,0-1 0 0 0,-19 17 0 0 0,14-18-1418 0 0,0-1 0 0 0,-25 11 0 0 0</inkml:trace>
  <inkml:trace contextRef="#ctx0" brushRef="#br0" timeOffset="1">1 712 1601 0 0,'7'-2'1841'0'0,"2"2"159"0"0,18 2 242 0 0,143 12 4000 0 0,-1-14-2320 0 0,-39-18-720 0 0,-23 8-1682 0 0,-10 6-1520 0 0,-29 0-1200 0 0,-23 10-5763 0 0,-47 28-4643 0 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42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584 56 960 0 0,'4'-3'198'0'0,"38"-35"654"0"0,-41 37-819 0 0,-1 1-1 0 0,1-1 0 0 0,-1 1 0 0 0,1-1 0 0 0,-1 0 0 0 0,1 1 0 0 0,-1-1 0 0 0,1 1 0 0 0,-1-1 1 0 0,0 0-1 0 0,1 1 0 0 0,-1-1 0 0 0,0 0 0 0 0,0 0 0 0 0,1 1 0 0 0,-1-1 0 0 0,0-1 1 0 0,-1 2 6 0 0,1 0 0 0 0,-1-1 1 0 0,0 1-1 0 0,1 0 1 0 0,-1 0-1 0 0,0 0 0 0 0,0 0 1 0 0,1 0-1 0 0,-1 0 1 0 0,0 0-1 0 0,1 0 0 0 0,-1 0 1 0 0,0 0-1 0 0,0 0 1 0 0,1 0-1 0 0,-1 0 0 0 0,0 1 1 0 0,1-1-1 0 0,-1 0 1 0 0,0 0-1 0 0,1 1 1 0 0,-2 0-1 0 0,0-1 17 0 0,0 1-1 0 0,0 0 1 0 0,0 0-1 0 0,0 0 1 0 0,0 0-1 0 0,0 0 1 0 0,1 0 0 0 0,-1 1-1 0 0,0-1 1 0 0,1 1-1 0 0,-1-1 1 0 0,1 1-1 0 0,-1 0 1 0 0,1-1 0 0 0,0 1-1 0 0,-1 0 1 0 0,0 2-1 0 0,-4 9 206 0 0,1 0-1 0 0,0 0 0 0 0,1 0 0 0 0,0 1 0 0 0,1 0 0 0 0,-2 24 0 0 0,0 81 1162 0 0,5-117-1396 0 0,2 88 901 0 0,-2 36 93 0 0,-5-59-95 0 0,-2 0 0 0 0,-25 100 0 0 0,32-167-893 0 0,-1 0 0 0 0,1 0 0 0 0,0 0 0 0 0,0 0 1 0 0,0 0-1 0 0,-1 1 0 0 0,1-1 0 0 0,0 0 0 0 0,0 0 0 0 0,-1 0 1 0 0,1 0-1 0 0,0 0 0 0 0,0 0 0 0 0,-1 0 0 0 0,1 0 1 0 0,0 0-1 0 0,0 0 0 0 0,-1 0 0 0 0,1 0 0 0 0,0 0 0 0 0,0 0 1 0 0,0 0-1 0 0,-1 0 0 0 0,1 0 0 0 0,0 0 0 0 0,0 0 1 0 0,-1-1-1 0 0,1 1 0 0 0,0 0 0 0 0,0 0 0 0 0,0 0 0 0 0,-1 0 1 0 0,1 0-1 0 0,0-1 0 0 0,0 1 0 0 0,0 0 0 0 0,0 0 0 0 0,-1-1 1 0 0,-16-11 472 0 0,-11-7-78 0 0,19 14-399 0 0,-1 1-1 0 0,1 0 0 0 0,-1 1 1 0 0,0-1-1 0 0,0 2 0 0 0,-1 0 1 0 0,1 0-1 0 0,-15 0 1 0 0,18 2-23 0 0,0 0 0 0 0,0 1 0 0 0,0 0 1 0 0,0 1-1 0 0,0 0 0 0 0,0 0 1 0 0,0 0-1 0 0,0 1 0 0 0,1 0 0 0 0,-1 0 1 0 0,1 0-1 0 0,0 1 0 0 0,-9 7 1 0 0,-3 4 50 0 0,0 2 1 0 0,1 0 0 0 0,1 0 0 0 0,0 2 0 0 0,2 0-1 0 0,-21 34 1 0 0,11-10 42 0 0,2 1 0 0 0,-19 55-1 0 0,36-87-58 0 0,0 0 0 0 0,1 1 0 0 0,0 0 0 0 0,1-1 0 0 0,0 1 0 0 0,1 0 0 0 0,0 23 0 0 0,2-34-29 0 0,0 0-1 0 0,0 0 0 0 0,1 0 0 0 0,-1-1 1 0 0,1 1-1 0 0,-1 0 0 0 0,1 0 0 0 0,-1 0 1 0 0,1-1-1 0 0,0 1 0 0 0,0 0 0 0 0,0-1 1 0 0,0 1-1 0 0,0-1 0 0 0,0 1 0 0 0,0-1 1 0 0,1 1-1 0 0,-1-1 0 0 0,0 0 0 0 0,1 0 1 0 0,-1 0-1 0 0,1 0 0 0 0,-1 0 0 0 0,1 0 1 0 0,0 0-1 0 0,0 0 0 0 0,-1 0 1 0 0,1-1-1 0 0,0 1 0 0 0,0-1 0 0 0,-1 1 1 0 0,1-1-1 0 0,0 0 0 0 0,0 0 0 0 0,0 0 1 0 0,0 0-1 0 0,0 0 0 0 0,0 0 0 0 0,2-1 1 0 0,5 0 7 0 0,0-1 1 0 0,0 0 0 0 0,0 0 0 0 0,0-1-1 0 0,0 0 1 0 0,-1 0 0 0 0,9-6 0 0 0,5-3 7 0 0,-2-1 1 0 0,0-1 0 0 0,31-28 0 0 0,50-59 26 0 0,-44 43-40 0 0,-11 12 14 0 0,90-69-1 0 0,-124 106-40 0 0,0 1-1 0 0,17-8 1 0 0,-25 15 12 0 0,0-1 0 0 0,-1 1 0 0 0,1-1 0 0 0,0 1 1 0 0,0 1-1 0 0,-1-1 0 0 0,1 0 0 0 0,0 1 1 0 0,0 0-1 0 0,0 0 0 0 0,0 0 0 0 0,4 1 1 0 0,-6-1-1 0 0,0 1 0 0 0,-1-1-1 0 0,1 1 1 0 0,0-1 0 0 0,0 1 0 0 0,0 0 0 0 0,-1 0 0 0 0,1 0 0 0 0,0 0 0 0 0,-1 0 0 0 0,1 1 0 0 0,-1-1 0 0 0,0 0 0 0 0,1 1 0 0 0,-1-1-1 0 0,0 1 1 0 0,0-1 0 0 0,0 1 0 0 0,0 0 0 0 0,0-1 0 0 0,1 3 0 0 0,1 3-15 0 0,-1 1-1 0 0,0-1 1 0 0,0 0 0 0 0,1 9 0 0 0,-1-3 2 0 0,1 5-242 0 0,1 4 368 0 0,1 0 0 0 0,1 0 0 0 0,9 24 0 0 0,-13-41-400 0 0,0 0 0 0 0,0-1 1 0 0,1 1-1 0 0,-1-1 0 0 0,1 1 0 0 0,0-1 0 0 0,0 0 0 0 0,1 0 1 0 0,-1 0-1 0 0,1 0 0 0 0,0-1 0 0 0,0 1 0 0 0,0-1 1 0 0,1 0-1 0 0,-1 0 0 0 0,1-1 0 0 0,-1 1 0 0 0,1-1 1 0 0,6 2-1 0 0,-7-4-822 0 0,0 1 0 0 0,1 0 0 0 0,-1-1 0 0 0,1 0-1 0 0,-1 0 1 0 0,8-1 0 0 0,-12 1 1098 0 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42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139 138 2561 0 0,'-1'-1'347'0'0,"1"0"0"0"0,-1 1 0 0 0,1-1 0 0 0,-1 0 0 0 0,1 0 0 0 0,-1 1 0 0 0,0-1 0 0 0,1 0 0 0 0,-1 0 0 0 0,0 1 0 0 0,0-1 0 0 0,1 1 0 0 0,-1-1 0 0 0,0 1 1 0 0,0-1-1 0 0,0 1 0 0 0,0 0 0 0 0,0-1 0 0 0,1 1 0 0 0,-1 0 0 0 0,0-1 0 0 0,0 1 0 0 0,0 0 0 0 0,-2 0 0 0 0,-27-1 3239 0 0,24 1-2308 0 0,-8 3 794 0 0,12-1-1284 0 0,14-2-527 0 0,21-1-554 0 0,0-2-1 0 0,0-1 1 0 0,34-9-1 0 0,-51 10 513 0 0,0 0 0 0 0,0-1 0 0 0,0-1 0 0 0,-1 0 0 0 0,0-1 0 0 0,0-1 0 0 0,0-1 0 0 0,-1 0 0 0 0,0 0 0 0 0,-1-2 0 0 0,19-16 0 0 0,-31 26-230 0 0,-1 0 0 0 0,1-1 1 0 0,-1 1-1 0 0,1 0 0 0 0,0-1 0 0 0,-1 1 0 0 0,1 0 0 0 0,-1-1 1 0 0,0 1-1 0 0,1-1 0 0 0,-1 1 0 0 0,1-1 0 0 0,-1 1 0 0 0,0-1 1 0 0,1 0-1 0 0,-1 1 0 0 0,0-1 0 0 0,1 1 0 0 0,-1-1 0 0 0,0 0 1 0 0,0 1-1 0 0,0-1 0 0 0,0 0 0 0 0,0 1 0 0 0,0-1 0 0 0,0-1 0 0 0,-15 3-827 0 0,5 0 515 0 0,-3 0-109 0 0,6-1 233 0 0,0 1 0 0 0,-1 0-1 0 0,1 0 1 0 0,0 1 0 0 0,-12 4 0 0 0,-21 9 239 0 0,2 3 0 0 0,0 0 0 0 0,-45 32 0 0 0,68-41 1 0 0,0 0 1 0 0,1 1-1 0 0,0 1 0 0 0,1 0 1 0 0,1 1-1 0 0,-1 0 0 0 0,2 1 1 0 0,0 0-1 0 0,-16 26 0 0 0,25-37-25 0 0,1 1 0 0 0,-1 0 0 0 0,1 0-1 0 0,0 0 1 0 0,-1 0 0 0 0,1 0 0 0 0,1 0 0 0 0,-1 0-1 0 0,0 0 1 0 0,1 0 0 0 0,0 0 0 0 0,-1 1 0 0 0,2 3-1 0 0,-1-5-5 0 0,1 0-1 0 0,0 0 1 0 0,0 0-1 0 0,0 0 1 0 0,0 0-1 0 0,0-1 0 0 0,0 1 1 0 0,1 0-1 0 0,-1-1 1 0 0,1 1-1 0 0,-1 0 1 0 0,1-1-1 0 0,0 0 0 0 0,-1 1 1 0 0,1-1-1 0 0,0 0 1 0 0,0 0-1 0 0,3 2 0 0 0,5 1-123 0 0,1 0 0 0 0,-1 0 0 0 0,1-1 0 0 0,0 0 0 0 0,0-1 0 0 0,0 0 0 0 0,0-1 0 0 0,0 0 0 0 0,0 0 0 0 0,0-1 0 0 0,0-1 0 0 0,0 0-1 0 0,0-1 1 0 0,20-5 0 0 0,-5 0-1237 0 0,-1-2 0 0 0,-1 0 0 0 0,1-2 0 0 0,-2-1 0 0 0,27-16 0 0 0,42-40-5007 0 0,-90 66 6206 0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43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453 24 400 0 0,'-2'-2'265'0'0,"-1"0"0"0"0,1 0 0 0 0,-1 0 0 0 0,1 0 0 0 0,-1 0 0 0 0,0 0 0 0 0,1 1 0 0 0,-1 0 0 0 0,0-1 0 0 0,0 1-1 0 0,0 0 1 0 0,0 0 0 0 0,0 1 0 0 0,0-1 0 0 0,-1 1 0 0 0,1-1 0 0 0,0 1 0 0 0,0 0 0 0 0,0 0 0 0 0,0 0 0 0 0,-1 1 0 0 0,1-1 0 0 0,0 1 0 0 0,0 0 0 0 0,0 0-1 0 0,0 0 1 0 0,0 0 0 0 0,-3 2 0 0 0,-1 1-15 0 0,1-1 0 0 0,0 2-1 0 0,0-1 1 0 0,0 1 0 0 0,0 0-1 0 0,1 0 1 0 0,0 1 0 0 0,0-1-1 0 0,0 1 1 0 0,1 0 0 0 0,0 1-1 0 0,0-1 1 0 0,-5 13 0 0 0,-6 13 418 0 0,2 0 1 0 0,1 1 0 0 0,2 1 0 0 0,-8 46 0 0 0,16-66-451 0 0,0 1 0 0 0,2-1 0 0 0,0 1 0 0 0,0-1 0 0 0,1 0 0 0 0,4 18 0 0 0,-2-22-107 0 0,-1-1 0 0 0,1 1 1 0 0,1-1-1 0 0,0 0 1 0 0,0 0-1 0 0,1 0 1 0 0,0-1-1 0 0,0 0 1 0 0,1 0-1 0 0,9 10 1 0 0,30 24 156 0 0,-34-34-210 0 0,-1 1 0 0 0,0 1 1 0 0,-1-1-1 0 0,0 1 0 0 0,-1 1 0 0 0,0 0 0 0 0,12 21 0 0 0,-9-8 10 0 0,-1 2-1 0 0,-2-1 1 0 0,0 1-1 0 0,-2 0 0 0 0,0 1 1 0 0,-2-1-1 0 0,-1 1 1 0 0,-1 0-1 0 0,-2 0 0 0 0,-3 33 1 0 0,0-26 151 0 0,-2 0 0 0 0,-2-1 0 0 0,-1 0 0 0 0,-1 0 0 0 0,-2-1 1 0 0,-2 0-1 0 0,-29 56 0 0 0,32-71-237 0 0,0-1-1 0 0,-2 0 1 0 0,1 0 0 0 0,-2-1 0 0 0,-28 26 0 0 0,35-36-124 0 0,-1 0 1 0 0,1 0 0 0 0,-1-1 0 0 0,0 0-1 0 0,0-1 1 0 0,0 1 0 0 0,-13 3 0 0 0,15-6-108 0 0,1 0 0 0 0,-1 0 0 0 0,0 0 1 0 0,0-1-1 0 0,0 0 0 0 0,0 0 0 0 0,0 0 0 0 0,0-1 1 0 0,0 1-1 0 0,0-1 0 0 0,0 0 0 0 0,0-1 1 0 0,-5-1-1 0 0,2-1-935 0 0,0 0 1 0 0,0-1 0 0 0,1 0-1 0 0,-1 0 1 0 0,1 0-1 0 0,-11-11 1 0 0,-44-53-6554 0 0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43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26 460 400 0 0,'-16'-84'2081'0'0,"18"20"720"0"0,-12 20-1200 0 0,8 10-80 0 0,21 12 4322 0 0,7-4-1682 0 0,17-10-3360 0 0,16-4-881 0 0,17-4 320 0 0,12 0 400 0 0,4 24-80 0 0,5 18-239 0 0,3 8-321 0 0,-10 14-2962 0 0,9 14-5682 0 0,8 10 80 0 0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44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386 129 560 0 0,'-2'1'1254'0'0,"-4"5"3553"0"0,-8-5 1498 0 0,19-2-6191 0 0,0 1 0 0 0,1-1 0 0 0,-1 0 0 0 0,0 0 0 0 0,0-1 0 0 0,1 0 0 0 0,-1 0 0 0 0,0 0 0 0 0,-1 0 0 0 0,1-1 0 0 0,0 1 0 0 0,4-5 0 0 0,-6 5-173 0 0,0 0 0 0 0,1-1 1 0 0,-2 0-1 0 0,1 1 1 0 0,0-1-1 0 0,-1 0 0 0 0,1-1 1 0 0,-1 1-1 0 0,0 0 1 0 0,0-1-1 0 0,0 1 0 0 0,0-1 1 0 0,-1 1-1 0 0,1-1 1 0 0,-1 0-1 0 0,0 0 0 0 0,0-4 1 0 0,0 6 16 0 0,-1 1 1 0 0,0-1-1 0 0,0 0 1 0 0,0 0-1 0 0,-1 1 0 0 0,1-1 1 0 0,0 0-1 0 0,-1 1 1 0 0,1-1-1 0 0,-1 0 1 0 0,0 1-1 0 0,1-1 0 0 0,-1 1 1 0 0,0-1-1 0 0,0 1 1 0 0,0-1-1 0 0,0 1 1 0 0,0 0-1 0 0,0-1 1 0 0,0 1-1 0 0,0 0 0 0 0,-1 0 1 0 0,1 0-1 0 0,-1 0 1 0 0,1 0-1 0 0,0 0 1 0 0,-1 0-1 0 0,0 0 1 0 0,1 1-1 0 0,-1-1 0 0 0,1 1 1 0 0,-1-1-1 0 0,-2 0 1 0 0,-4 0-24 0 0,-1-1 0 0 0,0 1 1 0 0,0 0-1 0 0,0 1 1 0 0,-17 1-1 0 0,-8 3 49 0 0,0 2 0 0 0,0 1 0 0 0,1 2 0 0 0,-45 17 0 0 0,70-23 37 0 0,1 1-1 0 0,0 0 1 0 0,1 0 0 0 0,-1 1 0 0 0,1 0-1 0 0,0 0 1 0 0,0 0 0 0 0,0 1 0 0 0,1 0-1 0 0,0 0 1 0 0,0 0 0 0 0,0 1 0 0 0,-6 13-1 0 0,1 0 58 0 0,2 1-1 0 0,0 1 0 0 0,-6 28 1 0 0,11-40-64 0 0,-3 14 75 0 0,0 1 1 0 0,2-1 0 0 0,0 1 0 0 0,2 0 0 0 0,1 0-1 0 0,1-1 1 0 0,4 35 0 0 0,-3-49-56 0 0,1 0 0 0 0,0 0-1 0 0,1 0 1 0 0,0-1 0 0 0,1 1 0 0 0,0-1-1 0 0,0 1 1 0 0,1-1 0 0 0,0-1 0 0 0,1 1-1 0 0,0-1 1 0 0,0 0 0 0 0,1 0 0 0 0,0 0-1 0 0,0-1 1 0 0,1 0 0 0 0,-1-1 0 0 0,2 0-1 0 0,-1 0 1 0 0,18 9 0 0 0,-3-5-14 0 0,1-1 1 0 0,-1-1-1 0 0,1-1 1 0 0,1-1-1 0 0,-1-2 1 0 0,1 0-1 0 0,0-1 1 0 0,0-2-1 0 0,43-2 0 0 0,-21-3-847 0 0,0-2-1 0 0,-1-3 0 0 0,0-1 0 0 0,59-21 0 0 0,3-13-4737 0 0,-92 37 4593 0 0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44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377 1 2081 0 0,'3'1'2810'0'0,"-3"-1"-2732"0"0,0 0 0 0 0,0 0 0 0 0,0 0 0 0 0,0 0 0 0 0,0 0 0 0 0,0 0 0 0 0,0 1 0 0 0,0-1 0 0 0,0 0 0 0 0,0 0 0 0 0,0 0 0 0 0,0 0 0 0 0,0 0 0 0 0,0 0 0 0 0,0 1 0 0 0,-12 17 3081 0 0,-83 97 95 0 0,45-50-3049 0 0,3 2-1 0 0,-40 74 1 0 0,69-108 1169 0 0,1 1 0 0 0,2 0 0 0 0,-18 63 0 0 0,31-91-1411 0 0,1 0 0 0 0,0-1 0 0 0,0 1 0 0 0,1 0 0 0 0,-1 0 0 0 0,1 0 0 0 0,1 6 1 0 0,0-9 15 0 0,-1 0 1 0 0,1 0 0 0 0,0 0-1 0 0,0 0 1 0 0,0-1 0 0 0,0 1 0 0 0,1 0-1 0 0,-1-1 1 0 0,1 1 0 0 0,0-1-1 0 0,0 0 1 0 0,0 1 0 0 0,0-1-1 0 0,0 0 1 0 0,0 0 0 0 0,4 2 0 0 0,32 22 33 0 0,2-2 0 0 0,60 26 1 0 0,17 10-1 0 0,-83-40-47 0 0,60 48 0 0 0,-81-57 42 0 0,0 1 1 0 0,-1 0-1 0 0,-1 1 1 0 0,0 0-1 0 0,0 0 1 0 0,-1 1-1 0 0,8 17 1 0 0,-15-24-14 0 0,0 0 1 0 0,0 1-1 0 0,0-1 0 0 0,-1 1 1 0 0,-1 0-1 0 0,1-1 0 0 0,-1 1 0 0 0,0 0 1 0 0,-1 0-1 0 0,0 0 0 0 0,-1 8 1 0 0,-1-4 17 0 0,0 0 0 0 0,0 0 0 0 0,-2 0 0 0 0,1-1 0 0 0,-2 1 0 0 0,-8 16 0 0 0,2-8-241 0 0,-1-1 1 0 0,0-1-1 0 0,-2 0 0 0 0,0-1 0 0 0,-1 0 0 0 0,0-1 0 0 0,-26 20 0 0 0,35-31-198 0 0,0 0-1 0 0,-1 0 0 0 0,0 0 0 0 0,0-1 0 0 0,0 0 0 0 0,0 0 0 0 0,-1-1 1 0 0,1 0-1 0 0,-1 0 0 0 0,0-1 0 0 0,0 0 0 0 0,0 0 0 0 0,-11 1 0 0 0,6-4-2086 0 0,1 0-1 0 0,-23-5 0 0 0,35 6 2465 0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45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0 259 1201 0 0,'10'-8'1520'0'0,"-8"0"-399"0"0,-2 4-81 0 0,0 0-159 0 0,-2 2-81 0 0,9-2 0 0 0,64-18 1041 0 0,111-24 1041 0 0,-23 14-1522 0 0,-33 12-1040 0 0,14 4-1200 0 0,-27-2-1601 0 0,-25-10-2321 0 0,-17-18 400 0 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45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0 1681 0 0,'-13'1'747'0'0,"0"0"0"0"0,1 1 0 0 0,-1 1 0 0 0,1 0 0 0 0,0 0 0 0 0,0 1 0 0 0,-17 8 0 0 0,25-10-483 0 0,1 0 1 0 0,-1 0-1 0 0,1 0 1 0 0,0 0-1 0 0,-1 1 1 0 0,1-1-1 0 0,0 1 0 0 0,1 0 1 0 0,-1 0-1 0 0,0 0 1 0 0,-2 4-1 0 0,1 0 246 0 0,0 0-1 0 0,1 0 0 0 0,0 1 1 0 0,0-1-1 0 0,-2 13 0 0 0,1-4 83 0 0,1 1 0 0 0,1-1 0 0 0,0 1 1 0 0,1 0-1 0 0,1 0 0 0 0,1 0 0 0 0,4 25 0 0 0,-4-31-547 0 0,2-1 0 0 0,-1 0 1 0 0,1 1-1 0 0,1-1 0 0 0,0-1 0 0 0,1 1 1 0 0,-1-1-1 0 0,2 1 0 0 0,-1-1 1 0 0,1-1-1 0 0,1 1 0 0 0,0-1 1 0 0,0 0-1 0 0,10 8 0 0 0,-6-7-66 0 0,0-2 0 0 0,0 1 0 0 0,0-2 0 0 0,1 1 0 0 0,0-1 0 0 0,0-1 0 0 0,1 0 0 0 0,0-1 0 0 0,-1-1 0 0 0,2 0 0 0 0,-1 0 0 0 0,0-1 0 0 0,0-1 0 0 0,1 0 0 0 0,-1-1 0 0 0,17-2 0 0 0,-14 0-33 0 0,0-1 1 0 0,0 0-1 0 0,0-1 1 0 0,0-1-1 0 0,-1 0 0 0 0,1-2 1 0 0,-1 1-1 0 0,-1-2 1 0 0,0 0-1 0 0,0-1 1 0 0,0 0-1 0 0,21-20 0 0 0,-10 4-238 0 0,-1-2 0 0 0,-2 0 0 0 0,-1-2 0 0 0,0 0 0 0 0,-3-2 0 0 0,0 0 0 0 0,-2 0 0 0 0,17-50 0 0 0,-17 30 199 0 0,-16 41 101 0 0,-3 11 11 0 0,-3 12 47 0 0,4-6-22 0 0,0 0-1 0 0,0 1 0 0 0,1 0 1 0 0,0-1-1 0 0,1 1 0 0 0,-1 0 0 0 0,2 9 1 0 0,9 53 119 0 0,-6-49-126 0 0,-1-2-58 0 0,1 5 103 0 0,0-1 0 0 0,2 1-1 0 0,8 23 1 0 0,-11-40-158 0 0,0-1 1 0 0,0 1-1 0 0,1-1 1 0 0,-1 0-1 0 0,1 1 1 0 0,1-2-1 0 0,-1 1 1 0 0,1 0-1 0 0,0-1 1 0 0,0 0-1 0 0,1 0 1 0 0,0-1-1 0 0,-1 1 1 0 0,12 5-1 0 0,-11-7-515 0 0,-1 0 0 0 0,1-1-1 0 0,0 0 1 0 0,0 0-1 0 0,9 2 1 0 0,-10-4-641 0 0,0 0 1 0 0,0 0-1 0 0,0 0 0 0 0,0 0 1 0 0,8-2-1 0 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45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59 128 5843 0 0,'-2'1'457'0'0,"1"-1"0"0"0,0 0 0 0 0,0 0 0 0 0,0 1 0 0 0,0-1 0 0 0,0 1 0 0 0,0-1 0 0 0,-1 1 0 0 0,1-1 0 0 0,0 1 0 0 0,0 0 1 0 0,0 0-1 0 0,1-1 0 0 0,-1 1 0 0 0,0 0 0 0 0,-1 1 0 0 0,1 1-65 0 0,0-1 1 0 0,1 0-1 0 0,-1 1 0 0 0,1-1 0 0 0,0 1 1 0 0,-1-1-1 0 0,1 0 0 0 0,0 1 1 0 0,1-1-1 0 0,-1 4 0 0 0,4 48-263 0 0,-3-1 0 0 0,-3 1 0 0 0,-2-1 0 0 0,-2 0 0 0 0,-14 60 0 0 0,11-90 519 0 0,23-47-149 0 0,112-143-300 0 0,-90 124-372 0 0,73-67 0 0 0,-101 103 137 0 0,1 0 0 0 0,0 0 0 0 0,0 1 0 0 0,1 0 0 0 0,0 1 0 0 0,0 0 0 0 0,17-6-1 0 0,-24 10 24 0 0,1 0-1 0 0,-1 0 1 0 0,1 0-1 0 0,-1 0 1 0 0,1 1-1 0 0,0 0 1 0 0,0-1-1 0 0,-1 1 1 0 0,1 1-1 0 0,0-1 1 0 0,-1 0-1 0 0,1 1 1 0 0,-1 0-1 0 0,1 0 1 0 0,-1 0-1 0 0,1 0 1 0 0,-1 1-1 0 0,1-1 1 0 0,-1 1-1 0 0,0 0 1 0 0,0 0-1 0 0,0 0 1 0 0,0 0-1 0 0,0 1 1 0 0,4 4-1 0 0,-3-2 0 0 0,0 1-1 0 0,0-1 1 0 0,-1 1 0 0 0,0 0-1 0 0,0 0 1 0 0,0 0 0 0 0,-1 1 0 0 0,0-1-1 0 0,3 13 1 0 0,-1 6-4 0 0,1 34 0 0 0,-1-10-16 0 0,-2-32-625 0 0,2 1 0 0 0,0-1 1 0 0,0 0-1 0 0,2 0 0 0 0,0 0 1 0 0,1-1-1 0 0,15 27 1 0 0,3-11-6119 0 0</inkml:trace>
  <inkml:trace contextRef="#ctx0" brushRef="#br0" timeOffset="1">1211 1 1761 0 0,'-93'49'2161'0'0,"-16"29"-801"0"0,-7 4-79 0 0,28 8 400 0 0,27 12 160 0 0,30-6-161 0 0,36-20-159 0 0,21-22-160 0 0,19-12 239 0 0,14-12 2322 0 0,14-18-1841 0 0,6-24-4002 0 0,1-30-160 0 0,13-20-2001 0 0,-27-16-5442 0 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46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12 120 80 0 0,'-2'0'800'0'0,"-3"2"161"0"0,0 0 79 0 0,10-4 481 0 0,50-12 2401 0 0,70-18 4001 0 0,-44 7-6082 0 0,-38 1-6323 0 0,-24-2-5042 0 0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46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1 720 0 0,'-83'168'3122'0'0,"33"-18"-481"0"0,24-27-720 0 0,4-11 2241 0 0,13-14 1280 0 0,14 6-1840 0 0,14 2-2241 0 0,7-10-1442 0 0,7-28-1679 0 0,7-36-6004 0 0,17-70-4161 0 0</inkml:trace>
  <inkml:trace contextRef="#ctx0" brushRef="#br0" timeOffset="1">650 538 720 0 0,'-54'58'7044'0'0,"23"12"2960"0"0,17-6-6802 0 0,-3-12-3843 0 0,10-24-159 0 0,12-20 640 0 0,12-14 160 0 0,-3-2-320 0 0,5-42-6003 0 0,-5-72-5763 0 0</inkml:trace>
  <inkml:trace contextRef="#ctx0" brushRef="#br0" timeOffset="2">302 35 1441 0 0,'-45'28'1600'0'0,"43"-12"1842"0"0,9-6-80 0 0,2-2-1121 0 0,1-4-1281 0 0,9 0-1440 0 0,66 6-5283 0 0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47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211 183 1841 0 0,'-5'12'396'0'0,"-33"91"7520"0"0,33-87-5424 0 0,1 0-1 0 0,1 1 1 0 0,0-1-1 0 0,0 29 0 0 0,3-40-2439 0 0,0 0 0 0 0,1 0-1 0 0,0 1 1 0 0,0-1-1 0 0,0 0 1 0 0,0 0 0 0 0,1 0-1 0 0,0 0 1 0 0,0 0 0 0 0,0-1-1 0 0,0 1 1 0 0,1-1-1 0 0,0 1 1 0 0,0-1 0 0 0,0 0-1 0 0,1 0 1 0 0,-1 0 0 0 0,1 0-1 0 0,0-1 1 0 0,0 0-1 0 0,0 1 1 0 0,0-2 0 0 0,1 1-1 0 0,9 4 1 0 0,-8-4-88 0 0,1-1-1 0 0,0 1 1 0 0,-1-1 0 0 0,1-1-1 0 0,0 0 1 0 0,0 0 0 0 0,0 0-1 0 0,0 0 1 0 0,0-1 0 0 0,0-1-1 0 0,0 1 1 0 0,0-1 0 0 0,0 0-1 0 0,0-1 1 0 0,0 1 0 0 0,-1-1-1 0 0,1-1 1 0 0,9-4 0 0 0,-8 3-4 0 0,-1-1 1 0 0,0 0-1 0 0,0 0 1 0 0,0 0-1 0 0,-1-1 1 0 0,0 0-1 0 0,0-1 1 0 0,0 1-1 0 0,-1-1 1 0 0,0 0-1 0 0,0 0 1 0 0,6-15-1 0 0,-2 2-118 0 0,-1 0-1 0 0,-1 0 1 0 0,8-43-1 0 0,-12 48 135 0 0,0-1 0 0 0,-1 0 0 0 0,-1 0 0 0 0,0 0 0 0 0,-1 0-1 0 0,-1 0 1 0 0,-5-28 0 0 0,4 36 20 0 0,0 1 0 0 0,-1 0 0 0 0,1 0 1 0 0,-1 0-1 0 0,-1 0 0 0 0,1 0 0 0 0,-1 0 0 0 0,-1 1 0 0 0,1 0 0 0 0,-1 0 1 0 0,0 0-1 0 0,0 1 0 0 0,-1-1 0 0 0,0 1 0 0 0,0 1 0 0 0,0-1 0 0 0,0 1 1 0 0,-11-5-1 0 0,7 4 39 0 0,-1 0 1 0 0,0 2 0 0 0,0-1 0 0 0,-1 1 0 0 0,1 1 0 0 0,-1 0 0 0 0,1 1-1 0 0,-1 0 1 0 0,0 0 0 0 0,0 2 0 0 0,-19 1 0 0 0,12 1 46 0 0,-1 1-1 0 0,1 1 1 0 0,0 0 0 0 0,1 1-1 0 0,-34 17 1 0 0,45-20-94 0 0,0 2 1 0 0,1-1-1 0 0,0 1 0 0 0,-1 0 1 0 0,1 0-1 0 0,1 1 0 0 0,-1-1 1 0 0,1 1-1 0 0,0 1 1 0 0,1-1-1 0 0,-1 1 0 0 0,1 0 1 0 0,-4 10-1 0 0,6-13-37 0 0,0 0-1 0 0,0 1 1 0 0,1-1 0 0 0,0 0-1 0 0,0 1 1 0 0,0-1 0 0 0,0 1-1 0 0,1 0 1 0 0,0-1 0 0 0,0 1-1 0 0,0-1 1 0 0,0 1-1 0 0,1-1 1 0 0,0 1 0 0 0,0-1-1 0 0,0 1 1 0 0,0-1 0 0 0,1 1-1 0 0,-1-1 1 0 0,1 0 0 0 0,0 0-1 0 0,1 0 1 0 0,3 6 0 0 0,-3-7-225 0 0,1 0 1 0 0,-1 0-1 0 0,0 0 1 0 0,1 0-1 0 0,0 0 1 0 0,0-1 0 0 0,-1 0-1 0 0,2 0 1 0 0,-1 0-1 0 0,0 0 1 0 0,5 1-1 0 0,8 1-2862 0 0,-1-1-1 0 0,22 2 1 0 0,-37-5 2941 0 0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47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 3842 0 0,'-6'30'10187'0'0,"8"15"-7770"0"0,0-14-1962 0 0,-4-1-86 0 0,-1 1 1 0 0,-1-1-1 0 0,-2 1 1 0 0,-15 48-1 0 0,-8 35 3814 0 0,28-100-4142 0 0,3-10-145 0 0,12-18-217 0 0,-6 5 264 0 0,51-61-175 0 0,37-38 233 0 0,-85 97-24 0 0,1 1 1 0 0,0 0-1 0 0,0 1 0 0 0,1 1 0 0 0,0 0 0 0 0,1 0 1 0 0,18-7-1 0 0,-28 14 10 0 0,-1-1 1 0 0,0 1 0 0 0,0 0-1 0 0,0 0 1 0 0,1 0-1 0 0,-1 0 1 0 0,1 1-1 0 0,-1-1 1 0 0,1 1 0 0 0,-1 0-1 0 0,0 0 1 0 0,1 0-1 0 0,-1 0 1 0 0,1 1-1 0 0,-1 0 1 0 0,1-1 0 0 0,-1 1-1 0 0,0 0 1 0 0,0 1-1 0 0,1-1 1 0 0,-1 0 0 0 0,0 1-1 0 0,0 0 1 0 0,0 0-1 0 0,0 0 1 0 0,-1 0-1 0 0,1 0 1 0 0,3 4 0 0 0,17 21 191 0 0,26 39 1 0 0,13 17 101 0 0,-50-67-358 0 0,2-1 0 0 0,0 0 1 0 0,0-1-1 0 0,1-1 0 0 0,1 0 1 0 0,0-1-1 0 0,22 12 0 0 0,-19-15-637 0 0,0 0 1 0 0,36 10-1 0 0,-4-10-2223 0 0,-42-9 1332 0 0,1 0 0 0 0,-1 0 0 0 0,15-2 0 0 0,31-13-8160 0 0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48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14 480 0 0,'-14'0'8244'0'0,"14"-14"-4802"0"0,-12 54-2882 0 0,-16 34-160 0 0,-17 44 640 0 0,-5 34 241 0 0,14-20-320 0 0,18-13-81 0 0,18-5 1121 0 0,30-12 80 0 0,25-16-961 0 0,37-24-960 0 0,48-26-1680 0 0,45-24-6564 0 0,21-16-1280 0 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48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555 0 2801 0 0,'45'42'4242'0'0,"-14"22"80"0"0,-10 22-400 0 0,-18 24-881 0 0,-11 19-960 0 0,-18 13-800 0 0,-12 0-481 0 0,-11 2-319 0 0,-3-4-962 0 0,-10-14-1600 0 0,-9-11-2801 0 0,-19-11-961 0 0,-29-20 881 0 0,-21-18 1280 0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49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132 209 5362 0 0,'0'1'231'0'0,"0"-1"-1"0"0,1 0 0 0 0,-1 1 0 0 0,0-1 0 0 0,1 1 1 0 0,-1-1-1 0 0,0 1 0 0 0,0-1 0 0 0,0 1 0 0 0,1-1 0 0 0,-1 1 1 0 0,0-1-1 0 0,0 1 0 0 0,0-1 0 0 0,0 1 0 0 0,0-1 1 0 0,0 1-1 0 0,0-1 0 0 0,0 1 0 0 0,0 0 0 0 0,-13 35 3580 0 0,-8 6-2185 0 0,-39 84 368 0 0,51-106-1922 0 0,2 1 1 0 0,0-1-1 0 0,2 1 1 0 0,-6 40 0 0 0,10-56-84 0 0,0-1 0 0 0,1 1 0 0 0,0-1 0 0 0,0 1 0 0 0,1 0 0 0 0,-1-1 0 0 0,1 1 0 0 0,0-1 0 0 0,0 0 0 0 0,0 1 0 0 0,0-1 0 0 0,1 0 1 0 0,0 0-1 0 0,0 1 0 0 0,0-1 0 0 0,4 5 0 0 0,-4-7 31 0 0,0-1 1 0 0,0 1 0 0 0,1 0-1 0 0,-1-1 1 0 0,1 1-1 0 0,-1-1 1 0 0,1 0-1 0 0,-1 0 1 0 0,1 0-1 0 0,-1 0 1 0 0,1 0 0 0 0,0-1-1 0 0,0 1 1 0 0,-1-1-1 0 0,1 0 1 0 0,0 1-1 0 0,0-1 1 0 0,0-1 0 0 0,-1 1-1 0 0,1 0 1 0 0,0-1-1 0 0,0 1 1 0 0,4-3-1 0 0,6-1 50 0 0,0 0-1 0 0,0-2 1 0 0,-1 1 0 0 0,0-2-1 0 0,0 1 1 0 0,-1-2-1 0 0,0 1 1 0 0,0-2-1 0 0,0 1 1 0 0,16-20-1 0 0,-3 1 23 0 0,-1-2 0 0 0,35-58 0 0 0,89-189 145 0 0,-105 193-218 0 0,-11 30-31 0 0,-20 41-25 0 0,-10 22 68 0 0,-2-2 18 0 0,2 12 244 0 0,1 1 0 0 0,5 20 0 0 0,0 2 192 0 0,31 356 783 0 0,-36-314-1183 0 0,-4 1 1 0 0,-24 156 0 0 0,13-175 40 0 0,-25 76 0 0 0,26-108-54 0 0,-1-1 0 0 0,-2 0 0 0 0,-35 57 0 0 0,46-84-42 0 0,0 0 0 0 0,-1-1 1 0 0,0 1-1 0 0,-12 10 0 0 0,17-17-27 0 0,0 0-1 0 0,0 0 0 0 0,0 1 1 0 0,-1-1-1 0 0,1 0 1 0 0,0 0-1 0 0,-1 0 0 0 0,1 1 1 0 0,0-1-1 0 0,0 0 1 0 0,-1 0-1 0 0,1 0 0 0 0,0 0 1 0 0,-1 0-1 0 0,1 0 0 0 0,0 0 1 0 0,-1 1-1 0 0,1-1 1 0 0,0 0-1 0 0,-1 0 0 0 0,1 0 1 0 0,0 0-1 0 0,-1 0 1 0 0,1-1-1 0 0,0 1 0 0 0,-1 0 1 0 0,1 0-1 0 0,0 0 1 0 0,-1 0-1 0 0,-5-15-29 0 0,1-39-326 0 0,2 0 1 0 0,5-78 0 0 0,-2 130 345 0 0,6-80-69 0 0,3-1-1 0 0,4 1 0 0 0,4 1 0 0 0,3 1 0 0 0,58-151 1 0 0,-49 157-1320 0 0,4 1 1 0 0,77-129 0 0 0,-101 187 162 0 0,2 2 0 0 0,-1-1 0 0 0,15-13 0 0 0,-17 21-219 0 0,0-1 0 0 0,1 1 0 0 0,0 1 0 0 0,10-6 0 0 0,-19 11 1448 0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49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1 5683 0 0,'-19'17'4105'0'0,"-20"22"1"0"0,-9 22-815 0 0,33-37-3227 0 0,0 1-1 0 0,2 0 1 0 0,1 1 0 0 0,1 0 0 0 0,-15 55 0 0 0,24-74 21 0 0,0 1 0 0 0,0 0-1 0 0,1 0 1 0 0,0 0 0 0 0,1 1 0 0 0,0-1 0 0 0,0 0 0 0 0,1 0-1 0 0,0 0 1 0 0,0 0 0 0 0,4 12 0 0 0,-4-17-28 0 0,0 0 1 0 0,0 0 0 0 0,1-1-1 0 0,-1 1 1 0 0,1-1-1 0 0,0 0 1 0 0,-1 1-1 0 0,1-1 1 0 0,0 0-1 0 0,0 0 1 0 0,1 0 0 0 0,-1 0-1 0 0,0-1 1 0 0,4 3-1 0 0,-3-2-2 0 0,1-1-1 0 0,-1 0 0 0 0,1 1 1 0 0,0-1-1 0 0,0-1 0 0 0,0 1 1 0 0,0 0-1 0 0,0-1 0 0 0,-1 0 1 0 0,1 0-1 0 0,0 0 1 0 0,7-2-1 0 0,2 0 14 0 0,0-1 1 0 0,-1-1-1 0 0,0 0 1 0 0,0-1-1 0 0,0-1 1 0 0,0 1-1 0 0,-1-2 1 0 0,0 0-1 0 0,0 0 1 0 0,-1-1-1 0 0,0 0 1 0 0,11-11-1 0 0,3-6 100 0 0,-1-1-1 0 0,-2-1 1 0 0,27-41 0 0 0,2-19-288 0 0,-36 59 23 0 0,2 1 0 0 0,1 0 0 0 0,35-43 1 0 0,-44 65-52 0 0,-4 10 102 0 0,-6 21 155 0 0,0-9 29 0 0,5 38 240 0 0,2 0 0 0 0,20 92 0 0 0,-20-126-437 0 0,1-1 0 0 0,0 1 0 0 0,2-1 0 0 0,0 0 0 0 0,1 0-1 0 0,21 32 1 0 0,-28-49-249 0 0,-1 0 0 0 0,1-1 0 0 0,-1 1-1 0 0,1-1 1 0 0,0 0 0 0 0,0 1-1 0 0,0-1 1 0 0,0 0 0 0 0,1 0 0 0 0,-1-1-1 0 0,0 1 1 0 0,1 0 0 0 0,-1-1-1 0 0,1 1 1 0 0,0-1 0 0 0,-1 0-1 0 0,1 0 1 0 0,0 0 0 0 0,0 0 0 0 0,0 0-1 0 0,0-1 1 0 0,0 1 0 0 0,0-1-1 0 0,-1 0 1 0 0,1 0 0 0 0,6 0 0 0 0,0-3-1336 0 0,0 1 1 0 0,0-2-1 0 0,0 1 1 0 0,8-5-1 0 0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49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210 481 640 0 0,'3'11'20463'0'0,"22"-28"-20799"0"0,0-1 0 0 0,-2-1 0 0 0,0-1-1 0 0,21-24 1 0 0,-22 21 242 0 0,-1-1 0 0 0,30-43 0 0 0,-41 52 194 0 0,-1-1 1 0 0,-1-1-1 0 0,0 1 1 0 0,-1-1-1 0 0,9-35 0 0 0,-14 48-103 0 0,-1 0-1 0 0,-1 0 1 0 0,1-1-1 0 0,0 1 0 0 0,-1 0 1 0 0,0 0-1 0 0,0-1 0 0 0,0 1 1 0 0,-1 0-1 0 0,1 0 1 0 0,-1 0-1 0 0,0 0 0 0 0,0 0 1 0 0,-1-1-1 0 0,1 2 1 0 0,-1-1-1 0 0,0 0 0 0 0,0 0 1 0 0,0 0-1 0 0,0 1 1 0 0,-1 0-1 0 0,1-1 0 0 0,-1 1 1 0 0,0 0-1 0 0,0 0 0 0 0,0 0 1 0 0,0 1-1 0 0,-1-1 1 0 0,1 1-1 0 0,-1-1 0 0 0,0 1 1 0 0,1 0-1 0 0,-1 1 1 0 0,0-1-1 0 0,0 1 0 0 0,0 0 1 0 0,0 0-1 0 0,-1 0 0 0 0,1 0 1 0 0,0 1-1 0 0,0-1 1 0 0,0 1-1 0 0,-1 0 0 0 0,1 0 1 0 0,0 1-1 0 0,0 0 1 0 0,-7 1-1 0 0,3 0-69 0 0,0 0 0 0 0,0 1-1 0 0,0 0 1 0 0,0 1 0 0 0,0-1 0 0 0,-13 10-1 0 0,0 2 57 0 0,-21 21 0 0 0,6-5 199 0 0,1 2 0 0 0,-58 72 0 0 0,82-90-38 0 0,0 1 1 0 0,1 0-1 0 0,1 1 0 0 0,1 0 1 0 0,0 1-1 0 0,1 0 1 0 0,1 0-1 0 0,1 0 1 0 0,0 1-1 0 0,-2 28 0 0 0,5-35-74 0 0,2 1 0 0 0,0-1 0 0 0,0 1 0 0 0,1-1 0 0 0,1 1 0 0 0,0-1 0 0 0,0 1 0 0 0,1-1 0 0 0,5 12 0 0 0,-5-19-89 0 0,-1 1 1 0 0,1-1-1 0 0,-1 0 1 0 0,1 0-1 0 0,1 0 1 0 0,-1 0 0 0 0,1-1-1 0 0,0 1 1 0 0,0-1-1 0 0,0 0 1 0 0,0 0-1 0 0,1-1 1 0 0,0 1-1 0 0,-1-1 1 0 0,1 0 0 0 0,1 0-1 0 0,-1-1 1 0 0,0 1-1 0 0,1-1 1 0 0,-1 0-1 0 0,7 1 1 0 0,-1-2-75 0 0,0 0 1 0 0,1-1 0 0 0,-1 0-1 0 0,0-1 1 0 0,0-1 0 0 0,0 1-1 0 0,0-2 1 0 0,0 1 0 0 0,0-1-1 0 0,0-1 1 0 0,-1 0 0 0 0,11-6-1 0 0,-4 2-835 0 0,-1 0-1 0 0,0-1 1 0 0,-1-1 0 0 0,16-11-1 0 0,-10 2-2219 0 0,-1-1 0 0 0,19-24 0 0 0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50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 1361 0 0,'12'-17'1367'0'0,"-8"10"-834"0"0,1 0 0 0 0,0 1 0 0 0,0-1 0 0 0,1 1 0 0 0,-1 0-1 0 0,1 1 1 0 0,1-1 0 0 0,-1 1 0 0 0,9-5 0 0 0,-14 9-380 0 0,0 1 0 0 0,0-1-1 0 0,0 1 1 0 0,0-1 0 0 0,0 1 0 0 0,0-1-1 0 0,0 1 1 0 0,0 0 0 0 0,0-1 0 0 0,0 1-1 0 0,0 0 1 0 0,0 0 0 0 0,0 0 0 0 0,1 0-1 0 0,-1 0 1 0 0,0 0 0 0 0,0 0 0 0 0,0 1-1 0 0,0-1 1 0 0,2 1 0 0 0,0 1 8 0 0,-1-1 0 0 0,0 2 0 0 0,1-1 0 0 0,-1 0 0 0 0,0 0 0 0 0,0 1-1 0 0,2 3 1 0 0,8 12 161 0 0,-1 1 0 0 0,-1 0-1 0 0,0 0 1 0 0,-2 1 0 0 0,0 0-1 0 0,-1 1 1 0 0,-1 0-1 0 0,-1 0 1 0 0,-1 0 0 0 0,-1 0-1 0 0,-1 1 1 0 0,0 37 0 0 0,-3-29 331 0 0,-2 0 0 0 0,0 0 0 0 0,-2-1 0 0 0,-1 0-1 0 0,-2 0 1 0 0,0 0 0 0 0,-2-1 0 0 0,-25 50 0 0 0,26-61-781 0 0,3-6 15 0 0,0 0 0 0 0,-15 20 0 0 0,21-31 114 0 0,0 1 0 0 0,0-1-1 0 0,-1 0 1 0 0,1 0 0 0 0,0 0-1 0 0,0 0 1 0 0,0 0-1 0 0,0 0 1 0 0,0 0 0 0 0,0 0-1 0 0,-1 0 1 0 0,1 0-1 0 0,0 1 1 0 0,0-1 0 0 0,0 0-1 0 0,0 0 1 0 0,0 0 0 0 0,-1 0-1 0 0,1 0 1 0 0,0 0-1 0 0,0 0 1 0 0,0 0 0 0 0,0 0-1 0 0,0 0 1 0 0,-1 0-1 0 0,1 0 1 0 0,0 0 0 0 0,0-1-1 0 0,0 1 1 0 0,0 0 0 0 0,0 0-1 0 0,-1 0 1 0 0,1 0-1 0 0,0 0 1 0 0,0 0 0 0 0,0 0-1 0 0,0 0 1 0 0,0 0-1 0 0,0 0 1 0 0,0-1 0 0 0,-1 1-1 0 0,1 0 1 0 0,0 0 0 0 0,0 0-1 0 0,0 0 1 0 0,0 0-1 0 0,0 0 1 0 0,0-1 0 0 0,0 1-1 0 0,0 0 1 0 0,0 0-1 0 0,0 0 1 0 0,0 0 0 0 0,0 0-1 0 0,0-1 1 0 0,0 1 0 0 0,0 0-1 0 0,0 0 1 0 0,0 0-1 0 0,0 0 1 0 0,0 0 0 0 0,0-1-1 0 0,0 1 1 0 0,0 0-1 0 0,0 0 1 0 0,0 0 0 0 0,0 0-1 0 0,0-1 1 0 0,-1-13-48 0 0,1 13 38 0 0,2-25-56 0 0,0 0-1 0 0,1 0 1 0 0,12-42-1 0 0,31-74 88 0 0,-30 100-315 0 0,2 0 0 0 0,27-43-1 0 0,-3 18-3975 0 0,-24 43-5589 0 0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50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57 160 0 0,'5'-3'707'0'0,"-6"10"-40"0"0,-8 12-110 0 0,-3 4 768 0 0,29-49 1702 0 0,-2 6-1615 0 0,-11 16-1323 0 0,-1 1 0 0 0,-1-1 1 0 0,1 0-1 0 0,0 0 0 0 0,2-6 1 0 0,-4-5-902 0 0,-2 14 784 0 0,1 1-1 0 0,0-1 1 0 0,0 1-1 0 0,0-1 1 0 0,0 1-1 0 0,0-1 1 0 0,0 1 0 0 0,0-1-1 0 0,-1 1 1 0 0,1-1-1 0 0,0 1 1 0 0,-1-1 0 0 0,1 1-1 0 0,0-1 1 0 0,-1 1-1 0 0,1 0 1 0 0,0-1 0 0 0,-1 1-1 0 0,1-1 1 0 0,0 1-1 0 0,-1 0 1 0 0,1 0-1 0 0,-1-1 1 0 0,1 1 0 0 0,-1 0-1 0 0,1 0 1 0 0,-1-1-1 0 0,1 1 1 0 0,-1 0 0 0 0,1 0-1 0 0,-2 0 1 0 0,-3 0 515 0 0,0 1-1 0 0,-1 0 1 0 0,1 0 0 0 0,0 1 0 0 0,-7 2 0 0 0,12 1-1265 0 0,0-5 644 0 0,1 1 1 0 0,-1-1-1 0 0,0 0 0 0 0,0 1 1 0 0,0-1-1 0 0,0 0 0 0 0,0 1 0 0 0,0-1 1 0 0,0 1-1 0 0,0-1 0 0 0,0 0 0 0 0,0 1 1 0 0,0-1-1 0 0,0 0 0 0 0,0 1 0 0 0,0-1 1 0 0,0 1-1 0 0,0-1 0 0 0,0 0 1 0 0,0 1-1 0 0,-1-1 0 0 0,1 0 0 0 0,0 1 1 0 0,0-1-1 0 0,0 0 0 0 0,-1 1 0 0 0,-10 9-2880 0 0,6-6 1626 0 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51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152 54 1681 0 0,'-3'0'1214'0'0,"-18"1"5877"0"0,21-1-6915 0 0,-1 0 0 0 0,1 0-1 0 0,0 0 1 0 0,-1 0 0 0 0,1 0-1 0 0,0 0 1 0 0,-1 0-1 0 0,1 0 1 0 0,-1 0 0 0 0,1 0-1 0 0,0 0 1 0 0,-1 0 0 0 0,1 1-1 0 0,0-1 1 0 0,-1 0 0 0 0,1 0-1 0 0,0 0 1 0 0,-1 1 0 0 0,1-1-1 0 0,0 0 1 0 0,0 0 0 0 0,-1 1-1 0 0,1-1 1 0 0,0 0-1 0 0,0 0 1 0 0,-1 1 0 0 0,1-1-1 0 0,0 0 1 0 0,0 1 0 0 0,0-1-1 0 0,0 0 1 0 0,-1 1 0 0 0,1-1-1 0 0,0 0 1 0 0,0 1 0 0 0,0-1-1 0 0,0 1 1 0 0,0-1 0 0 0,0 0-1 0 0,0 1 1 0 0,0-1-1 0 0,0 0 1 0 0,0 1 0 0 0,0 0-183 0 0,0-1 0 0 0,0 0 0 0 0,0 0 0 0 0,0 0 0 0 0,0 0 0 0 0,0 1 0 0 0,1-1 0 0 0,-1 0 0 0 0,0 0 0 0 0,0 0-1 0 0,0 1 1 0 0,0-1 0 0 0,0 0 0 0 0,0 0 0 0 0,0 0 0 0 0,0 0 0 0 0,1 1 0 0 0,-1-1 0 0 0,0 0 0 0 0,0 0 0 0 0,0 0 0 0 0,0 0 0 0 0,0 0 0 0 0,1 0 0 0 0,-1 0 0 0 0,0 1 0 0 0,0-1 0 0 0,0 0 0 0 0,0 0 0 0 0,1 0 0 0 0,-1 0 0 0 0,0 0 0 0 0,0 0 0 0 0,0 0 0 0 0,1 0 0 0 0,-1 0 0 0 0,0 0 0 0 0,0 0 0 0 0,0 0 0 0 0,1 0 0 0 0,-1 0 0 0 0,0 0 0 0 0,0 0 0 0 0,0 0 0 0 0,1 0 0 0 0,-1-1 0 0 0,0 1-1 0 0,0 0-104 0 0,0-1 0 0 0,0 1-1 0 0,0-1 1 0 0,0 1 0 0 0,0-1-1 0 0,0 1 1 0 0,0 0 0 0 0,0-1-1 0 0,0 1 1 0 0,0-1-1 0 0,0 1 1 0 0,0-1 0 0 0,0 1-1 0 0,-1-1 1 0 0,1 1 0 0 0,0 0-1 0 0,0-1 1 0 0,-1 1-1 0 0,1-1 1 0 0,0 1 0 0 0,-1 0-1 0 0,1-1 1 0 0,0 1 0 0 0,-1 0-1 0 0,1 0 1 0 0,0-1 0 0 0,-1 1-1 0 0,1 0 1 0 0,-1-1-1 0 0,1 1 97 0 0,0 0-1 0 0,0 0 1 0 0,0 0-1 0 0,-1 0 0 0 0,1 0 1 0 0,0 0-1 0 0,0-1 0 0 0,0 1 1 0 0,0 0-1 0 0,-1 0 0 0 0,1 0 1 0 0,0 0-1 0 0,0 0 1 0 0,0 0-1 0 0,0 0 0 0 0,-1 0 1 0 0,1 0-1 0 0,0 0 0 0 0,0 0 1 0 0,0 0-1 0 0,0 0 0 0 0,-1 0 1 0 0,1 0-1 0 0,0 0 1 0 0,0 0-1 0 0,0 0 0 0 0,-1 0 1 0 0,1 1-1 0 0,0-1 0 0 0,0 0 1 0 0,0 0-1 0 0,0 0 0 0 0,0 0 1 0 0,-1 0-1 0 0,1 0 1 0 0,0 0-1 0 0,0 1 0 0 0,0-1 1 0 0,0 0-1 0 0,0 0 0 0 0,0 0 1 0 0,0 0-1 0 0,-1 1 0 0 0,-8 15-318 0 0,9-16 335 0 0,-4 10 150 0 0,-1 0-1 0 0,1 0 1 0 0,1 0-1 0 0,0 0 1 0 0,0 1-1 0 0,1-1 0 0 0,1 1 1 0 0,0 0-1 0 0,0-1 1 0 0,1 18-1 0 0,1-20-48 0 0,0 0-1 0 0,1-1 0 0 0,0 1 0 0 0,0 0 1 0 0,0-1-1 0 0,1 1 0 0 0,0-1 0 0 0,1 0 1 0 0,0 0-1 0 0,0 0 0 0 0,0-1 0 0 0,1 1 0 0 0,-1-1 1 0 0,2 0-1 0 0,-1 0 0 0 0,9 7 0 0 0,-5-7-78 0 0,0 0-1 0 0,0 0 1 0 0,1-1-1 0 0,-1-1 1 0 0,1 1-1 0 0,1-1 1 0 0,-1-1-1 0 0,0 0 0 0 0,1 0 1 0 0,0-1-1 0 0,-1-1 1 0 0,1 0-1 0 0,0 0 1 0 0,0-1-1 0 0,0 0 0 0 0,-1-1 1 0 0,1 0-1 0 0,0-1 1 0 0,0 0-1 0 0,-1-1 1 0 0,0 0-1 0 0,1 0 1 0 0,-1-1-1 0 0,0-1 0 0 0,-1 0 1 0 0,1 0-1 0 0,12-10 1 0 0,-8 3 9 0 0,0-1-1 0 0,-2-1 1 0 0,1 0 0 0 0,-2 0 0 0 0,0-2 0 0 0,11-19 0 0 0,46-103-1 0 0,-55 108-23 0 0,-4 13 21 0 0,-7 15 20 0 0,-1 0 0 0 0,0-1 0 0 0,0 1-1 0 0,1-1 1 0 0,-1 1 0 0 0,-1-1 0 0 0,1 0 0 0 0,0 1 0 0 0,0-5 0 0 0,5 74 1932 0 0,0-18-972 0 0,-2 1-806 0 0,-2 0 0 0 0,-2 1 0 0 0,-2-1 0 0 0,-13 73 1 0 0,8-89-175 0 0,-2-1 1 0 0,-1 1 0 0 0,-1-2 0 0 0,-2 1-1 0 0,-2-2 1 0 0,0 0 0 0 0,-35 50 0 0 0,25-45-36 0 0,-2-1 0 0 0,-1-1 1 0 0,-2-1-1 0 0,-1-2 0 0 0,-55 42 1 0 0,77-66-10 0 0,0 0 1 0 0,0-1 0 0 0,-1-1 0 0 0,0 0-1 0 0,0 0 1 0 0,0-1 0 0 0,-1 0 0 0 0,1-1-1 0 0,-1 0 1 0 0,0 0 0 0 0,0-1 0 0 0,0-1-1 0 0,0 0 1 0 0,0-1 0 0 0,-1 0 0 0 0,1 0-1 0 0,0-1 1 0 0,0-1 0 0 0,0 1 0 0 0,-13-6 0 0 0,-7-6-142 0 0,30 12 86 0 0,0 0-1 0 0,-1 0 0 0 0,1 0 1 0 0,0 0-1 0 0,0 0 0 0 0,0 0 1 0 0,0 0-1 0 0,0 0 1 0 0,0 0-1 0 0,0 0 0 0 0,0-1 1 0 0,0 1-1 0 0,1 0 0 0 0,-1-1 1 0 0,0 1-1 0 0,0-3 1 0 0,1 4 13 0 0,0 0 0 0 0,0-1 0 0 0,0 1 1 0 0,0-1-1 0 0,0 1 0 0 0,0-1 0 0 0,1 1 1 0 0,-1 0-1 0 0,0-1 0 0 0,0 1 0 0 0,0-1 1 0 0,0 1-1 0 0,1 0 0 0 0,-1-1 0 0 0,0 1 1 0 0,0 0-1 0 0,1-1 0 0 0,-1 1 0 0 0,0 0 1 0 0,0-1-1 0 0,1 1 0 0 0,-1 0 0 0 0,0 0 1 0 0,1-1-1 0 0,-1 1 0 0 0,1 0 0 0 0,-1 0 0 0 0,0 0 1 0 0,1-1-1 0 0,-1 1 0 0 0,1 0 0 0 0,-1 0 1 0 0,0 0-1 0 0,1 0 0 0 0,-1 0 0 0 0,1 0 1 0 0,-1 0-1 0 0,1 0 0 0 0,23-1 241 0 0,-20 1-248 0 0,71 4-642 0 0,-1 3 0 0 0,123 28 0 0 0,-174-29-1734 0 0,38 14 0 0 0,-52-15 571 0 0,0 0 1 0 0,0 0-1 0 0,14 11 0 0 0,-23-16 1866 0 0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51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46 574 1201 0 0,'-21'8'782'0'0,"-3"0"-10"0"0,23-7-378 0 0,3-2 144 0 0,12-5 1097 0 0,136-54 4237 0 0,-73 33-4386 0 0,82-17 0 0 0,639-92 2516 0 0,-224 60-3171 0 0,290-45 86 0 0,-411 58-1051 0 0,-453 63 0 0 0,1 0-1 0 0,-1 0 0 0 0,1 0 0 0 0,-1 1 0 0 0,0-1 1 0 0,1 0-1 0 0,-1 0 0 0 0,1 0 0 0 0,-1 0 0 0 0,1 0 1 0 0,-1 0-1 0 0,0 0 0 0 0,1-1 0 0 0,-1 1 0 0 0,1 0 1 0 0,-1 0-1 0 0,0 0 0 0 0,1 0 0 0 0,-1 0 0 0 0,0-1 1 0 0,1 1-1 0 0,-1 0 0 0 0,1 0 0 0 0,-1-1 0 0 0,0 1 1 0 0,0 0-1 0 0,1 0 0 0 0,-1-1 0 0 0,0 1 0 0 0,1 0 1 0 0,-1-1-1 0 0,0 1 0 0 0,0 0 0 0 0,0-1 1 0 0,1 1-1 0 0,-1-1 0 0 0,0 1 0 0 0,0 0 0 0 0,0-1 1 0 0,0 1-1 0 0,0-1 0 0 0,0 1 0 0 0,0 0 0 0 0,0-1 1 0 0,0 1-1 0 0,0-1 0 0 0,0 1 0 0 0,0-1 0 0 0,0 1 1 0 0,0 0-1 0 0,0-1 0 0 0,0 1 0 0 0,0-1 0 0 0,-1 1 1 0 0,1 0-1 0 0,0-1 0 0 0,-1-4-1439 0 0,-7-33-8151 0 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52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 2161 0 0,'-38'10'13446'0'0,"209"39"-5922"0"0,-36 41-7044 0 0,-24 14-1441 0 0,-23 0 961 0 0,7 40 1041 0 0,-3 60-81 0 0,-37 43-239 0 0,-44 11-241 0 0,-44-24-240 0 0,-26-33 0 0 0,-36-35-240 0 0,-14-30-480 0 0,-5-14-321 0 0,-6-20-2400 0 0,-18-28-5603 0 0,-9-20-880 0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52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1 1 2081 0 0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53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1 144 2321 0 0,'156'-32'6403'0'0,"-111"20"-2001"0"0,-35 8-2161 0 0,9-4-1281 0 0,14-2-559 0 0,14 4-1 0 0,27 14 320 0 0,25 12-640 0 0,8 6-880 0 0,19 4-4403 0 0,56 26-2400 0 0</inkml:trace>
  <inkml:trace contextRef="#ctx0" brushRef="#br0" timeOffset="1">2971 92 160 0 0,'144'-36'4082'0'0,"-87"24"-961"0"0,-38 4-1040 0 0,2-6-640 0 0,8 0-401 0 0,-5 6-79 0 0,-17 10-321 0 0,-10 20-1440 0 0,6 38-6724 0 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53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6194 12 3602 0 0,'-9'-12'26732'0'0,"14"12"-26492"0"0,-5 4-2721 0 0,-5 0 80 0 0,-40 32-2481 0 0,-76 78-8244 0 0</inkml:trace>
  <inkml:trace contextRef="#ctx0" brushRef="#br0" timeOffset="1">608 2165 720 0 0,'-249'20'6163'0'0,"57"-18"320"0"0,73-12-1681 0 0,72-6-1760 0 0,49-6-1442 0 0,39 2-1119 0 0,80-2-2402 0 0,44 12-3682 0 0,75 32-6642 0 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53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4722 0 0,'67'-6'6643'0'0,"-3"0"-1520"0"0,7 4-3603 0 0,-7 2-5041 0 0,2 12-1762 0 0,8 12 561 0 0,11 8 1200 0 0</inkml:trace>
  <inkml:trace contextRef="#ctx0" brushRef="#br0" timeOffset="1">1989 19 1281 0 0,'57'-2'3041'0'0,"4"-4"1921"0"0,-18-2 721 0 0,-22 6-5203 0 0,-30 16-3281 0 0,-22 26-4883 0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54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10 880 0 0,'11'-8'651'0'0,"-11"6"-230"0"0,-5 5 161 0 0,4-3-537 0 0,1 0-1 0 0,0 0 0 0 0,-1 1 0 0 0,1-1 1 0 0,0 0-1 0 0,-1 0 0 0 0,1 1 0 0 0,0-1 1 0 0,0 0-1 0 0,0 1 0 0 0,-1-1 0 0 0,1 0 0 0 0,0 1 1 0 0,0-1-1 0 0,0 0 0 0 0,-1 1 0 0 0,1-1 1 0 0,0 0-1 0 0,0 1 0 0 0,0-1 0 0 0,0 0 1 0 0,0 1-1 0 0,0-1 0 0 0,0 1 0 0 0,0-1 0 0 0,0 0 1 0 0,0 1-1 0 0,0-1 0 0 0,0 0 0 0 0,0 1 1 0 0,0-1-1 0 0,1 1 0 0 0,-1-1 0 0 0,0 0 1 0 0,0 1-1 0 0,0-1 0 0 0,1 1 0 0 0,24 57 4612 0 0,41 109 2769 0 0,-53-127-6342 0 0,7 43 0 0 0,-12-31-1104 0 0,-3-1 1 0 0,-2 1 0 0 0,-2 0-1 0 0,-2 0 1 0 0,-15 88 0 0 0,3-66 30 0 0,-4 0 1 0 0,-3-1-1 0 0,-34 80 1 0 0,29-99 69 0 0,19-45-104 0 0,5-16-59 0 0,15-38-112 0 0,1 1 0 0 0,25-50 0 0 0,-30 71 166 0 0,39-82 83 0 0,5 3-1 0 0,4 2 1 0 0,4 2-1 0 0,5 4 0 0 0,119-131 1 0 0,-150 186 20 0 0,75-62 0 0 0,-94 88-536 0 0,0 1 0 0 0,1 1 0 0 0,0 0 0 0 0,1 1 0 0 0,0 1 0 0 0,1 1-1 0 0,27-8 1 0 0,-41 15-136 0 0,-1-1 1 0 0,1 1-1 0 0,0 0 0 0 0,0 1 0 0 0,0-1 0 0 0,0 1 0 0 0,0 0 1 0 0,0 1-1 0 0,0 0 0 0 0,10 2 0 0 0,-9 0-443 0 0,1 0 0 0 0,-1 1 0 0 0,1 0-1 0 0,-1 1 1 0 0,0 0 0 0 0,6 5 0 0 0,-13-10 1032 0 0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54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185 416 4162 0 0,'-62'46'10965'0'0,"55"-38"-10197"0"0,14-5-876 0 0,26-5 208 0 0,-7-3 178 0 0,-1 0-1 0 0,0-2 0 0 0,0-1 0 0 0,0-1 1 0 0,-1 0-1 0 0,0-2 0 0 0,-1-1 0 0 0,-1-1 1 0 0,40-30-1 0 0,-45 29-261 0 0,0 0-1 0 0,0-2 1 0 0,-2 0 0 0 0,0-1 0 0 0,13-19-1 0 0,-20 23-20 0 0,1 0 1 0 0,-2-1-1 0 0,0 0 0 0 0,-1 0 0 0 0,0-1 0 0 0,-1 1 0 0 0,6-28 0 0 0,-11 39-19 0 0,1 0 1 0 0,0 0-1 0 0,-1 0 0 0 0,0 0 0 0 0,1 0 0 0 0,-1 0 0 0 0,0 0 1 0 0,0 0-1 0 0,-1 0 0 0 0,1 0 0 0 0,-1 1 0 0 0,1-1 0 0 0,-1 0 0 0 0,0 0 1 0 0,0 0-1 0 0,0 1 0 0 0,-1-1 0 0 0,1 0 0 0 0,-1 1 0 0 0,1-1 1 0 0,-1 1-1 0 0,0 0 0 0 0,-3-4 0 0 0,0 3 2 0 0,0 0-1 0 0,0 0 1 0 0,-1 1 0 0 0,1-1-1 0 0,-1 1 1 0 0,1 1 0 0 0,-1-1-1 0 0,0 1 1 0 0,0 0 0 0 0,0 0-1 0 0,-6 0 1 0 0,-8-1 40 0 0,-1 1 1 0 0,1 0-1 0 0,-1 2 0 0 0,1 0 1 0 0,-1 2-1 0 0,1 0 0 0 0,0 1 1 0 0,0 1-1 0 0,-34 13 0 0 0,39-11 140 0 0,0 1-1 0 0,0 0 0 0 0,0 1 0 0 0,1 1 1 0 0,0 0-1 0 0,1 1 0 0 0,0 0 0 0 0,1 1 1 0 0,0 1-1 0 0,1 0 0 0 0,0 0 0 0 0,-13 23 1 0 0,9-7 63 0 0,1 1 0 0 0,1 0 0 0 0,1 0 0 0 0,2 2 0 0 0,2-1 0 0 0,-6 35 0 0 0,11-49-202 0 0,1-1 1 0 0,1 1-1 0 0,1 0 1 0 0,0-1-1 0 0,1 1 1 0 0,0 0-1 0 0,2-1 0 0 0,0 1 1 0 0,1-1-1 0 0,9 25 1 0 0,-7-28-14 0 0,0 0 0 0 0,0-1 0 0 0,2 0 0 0 0,-1 0 0 0 0,2 0 0 0 0,-1-1 1 0 0,2-1-1 0 0,-1 1 0 0 0,1-1 0 0 0,1-1 0 0 0,0 0 0 0 0,17 11 0 0 0,-11-11-209 0 0,0 0-1 0 0,0-1 1 0 0,1 0-1 0 0,0-2 0 0 0,0 0 1 0 0,0-1-1 0 0,1-1 1 0 0,0-1-1 0 0,28 2 1 0 0,-11-4-1164 0 0,-1-2 0 0 0,0-1 0 0 0,1-1 0 0 0,42-11 0 0 0,91-34-6984 0 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55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164 141 2241 0 0,'-95'6'4882'0'0,"46"-8"-2961"0"0,34-2-960 0 0,11 2 159 0 0,6 0 241 0 0,22 2 480 0 0,187-10 3441 0 0,12-12-2561 0 0,-65-6-2961 0 0,-44 0-2401 0 0,-36 6-160 0 0,-28-4-6163 0 0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55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0 6243 0 0,'-86'44'5923'0'0,"15"36"-321"0"0,22 44-4161 0 0,18 36-1761 0 0,19-30 160 0 0,12-3 480 0 0,16 19 240 0 0,22 10 0 0 0,12-10 0 0 0,17-24-239 0 0,11-32-401 0 0,17-44-2642 0 0,2-52-5201 0 0,0-66-561 0 0</inkml:trace>
  <inkml:trace contextRef="#ctx0" brushRef="#br0" timeOffset="1">830 494 5603 0 0,'-11'14'4133'0'0,"0"0"1"0"0,-17 29 0 0 0,24-36-3838 0 0,1 0 1 0 0,0 0 0 0 0,1 0-1 0 0,0 1 1 0 0,0-1-1 0 0,0 1 1 0 0,1 0-1 0 0,0-1 1 0 0,0 12 0 0 0,2-2-216 0 0,0 0 0 0 0,1 0 0 0 0,1 0 0 0 0,0-1 0 0 0,1 1 0 0 0,1-1 0 0 0,0 0 0 0 0,10 18 0 0 0,-12-27-55 0 0,0 0 1 0 0,1 0-1 0 0,0 0 0 0 0,1 0 0 0 0,0-1 0 0 0,-1 0 1 0 0,2 0-1 0 0,-1 0 0 0 0,1-1 0 0 0,0 0 1 0 0,0 0-1 0 0,0 0 0 0 0,1-1 0 0 0,0 0 0 0 0,0 0 1 0 0,0-1-1 0 0,0 0 0 0 0,0 0 0 0 0,15 3 1 0 0,-15-5-62 0 0,0-1 1 0 0,0 0 0 0 0,-1 0 0 0 0,1 0 0 0 0,0-1 0 0 0,0 0 0 0 0,-1-1 0 0 0,1 0-1 0 0,0 0 1 0 0,-1 0 0 0 0,0-1 0 0 0,0 1 0 0 0,0-2 0 0 0,0 1 0 0 0,0-1 0 0 0,0 1-1 0 0,-1-2 1 0 0,0 1 0 0 0,10-10 0 0 0,0-2-35 0 0,-1-1 1 0 0,-1 0-1 0 0,0-1 1 0 0,-1 0-1 0 0,10-20 1 0 0,0-9-64 0 0,26-82 1 0 0,-9 21-313 0 0,-35 98 357 0 0,0 1 0 0 0,1 0 1 0 0,6-11-1 0 0,-10 20 67 0 0,-1-1 0 0 0,0 1 0 0 0,0-1 0 0 0,1 1 1 0 0,-1-1-1 0 0,0 1 0 0 0,1-1 0 0 0,-1 1 0 0 0,0-1 0 0 0,1 1 0 0 0,-1-1 0 0 0,1 1 1 0 0,-1 0-1 0 0,1-1 0 0 0,-1 1 0 0 0,1 0 0 0 0,-1-1 0 0 0,1 1 0 0 0,-1 0 0 0 0,1 0 1 0 0,-1-1-1 0 0,1 1 0 0 0,0 0 0 0 0,-1 0 0 0 0,1 0 0 0 0,-1 0 0 0 0,1 0 1 0 0,0 0-1 0 0,-1 0 0 0 0,1 0 0 0 0,-1 0 0 0 0,1 0 0 0 0,0 0 0 0 0,-1 0 0 0 0,1 0 1 0 0,-1 1-1 0 0,1-1 0 0 0,-1 0 0 0 0,1 0 0 0 0,0 1 0 0 0,-1-1 0 0 0,1 0 1 0 0,-1 1-1 0 0,1-1 0 0 0,-1 0 0 0 0,0 1 0 0 0,1-1 0 0 0,-1 1 0 0 0,1-1 0 0 0,-1 1 1 0 0,0-1-1 0 0,1 1 0 0 0,-1 0 0 0 0,4 5-171 0 0,-2 0 0 0 0,1 0 0 0 0,-1 0 0 0 0,3 9 0 0 0,-2-5 111 0 0,61 173 587 0 0,-61-174-559 0 0,1 0 1 0 0,0-1-1 0 0,0 0 0 0 0,0 0 1 0 0,1 0-1 0 0,1 0 0 0 0,-1 0 1 0 0,1-1-1 0 0,0 0 0 0 0,1-1 1 0 0,0 1-1 0 0,0-1 0 0 0,0 0 0 0 0,0-1 1 0 0,16 8-1 0 0,-22-12-172 0 0,1 0 1 0 0,0 0-1 0 0,-1 0 0 0 0,1 0 1 0 0,0 0-1 0 0,-1 0 0 0 0,1-1 1 0 0,0 1-1 0 0,0-1 0 0 0,0 0 0 0 0,0 1 1 0 0,2-1-1 0 0,-2 0-461 0 0,-1-1 1 0 0,1 0-1 0 0,-1 1 0 0 0,0-1 1 0 0,1 0-1 0 0,-1 1 0 0 0,0-1 1 0 0,0 0-1 0 0,1 0 0 0 0,-1 0 1 0 0,2-2-1 0 0,-3 2 404 0 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55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37 1521 0 0,'-18'257'15952'0'0,"11"-127"-14163"0"0,0-27-628 0 0,8 106-1 0 0,2-189-1242 0 0,5-31-146 0 0,-3 3 191 0 0,25-49 20 0 0,-3 0 0 0 0,28-90 0 0 0,26-56-380 0 0,-69 178-220 0 0,1 1 1 0 0,1 1-1 0 0,2 0 0 0 0,0 1 1 0 0,38-39-1 0 0,5 10-3518 0 0,-2 8-2495 0 0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56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156 165 320 0 0,'-22'53'6810'0'0,"-23"52"1201"0"0,-11 53-3708 0 0,47-127-3824 0 0,2 0 0 0 0,1 1 0 0 0,1 0 0 0 0,2 0 0 0 0,1 0 0 0 0,4 53 0 0 0,-1-66 234 0 0,-1-13-540 0 0,0 1-1 0 0,1-1 1 0 0,0 0 0 0 0,0 0-1 0 0,0 0 1 0 0,1 0 0 0 0,3 9-1 0 0,-5-15-178 0 0,0 0 0 0 0,0 0 0 0 0,0 0 0 0 0,0 1-1 0 0,1-1 1 0 0,-1 0 0 0 0,0 0 0 0 0,0 1 0 0 0,0-1 0 0 0,1 0-1 0 0,-1 0 1 0 0,0 0 0 0 0,0 0 0 0 0,0 1 0 0 0,1-1-1 0 0,-1 0 1 0 0,0 0 0 0 0,0 0 0 0 0,1 0 0 0 0,-1 0-1 0 0,0 0 1 0 0,1 0 0 0 0,-1 0 0 0 0,0 0 0 0 0,0 0-1 0 0,1 0 1 0 0,-1 0 0 0 0,0 0 0 0 0,0 0 0 0 0,1 0 0 0 0,-1 0-1 0 0,0 0 1 0 0,1 0 0 0 0,-1 0 0 0 0,0 0 0 0 0,0 0-1 0 0,1 0 1 0 0,-1 0 0 0 0,0-1 0 0 0,0 1 0 0 0,0 0-1 0 0,1 0 1 0 0,-1 0 0 0 0,0 0 0 0 0,0-1 0 0 0,0 1 0 0 0,1 0-1 0 0,-1 0 1 0 0,0-1 0 0 0,0 1 0 0 0,13-18-184 0 0,-10 15 148 0 0,34-61-154 0 0,-3-1 0 0 0,29-77 0 0 0,25-52-176 0 0,-71 163 260 0 0,1 1 0 0 0,2 1 0 0 0,0 1 0 0 0,29-30 0 0 0,-25 32 5 0 0,2 2 1 0 0,0 0-1 0 0,37-24 0 0 0,-55 42 51 0 0,1 0 0 0 0,0 1 0 0 0,0 0 0 0 0,1 0 0 0 0,-1 1 0 0 0,1 1 0 0 0,0-1 0 0 0,0 1 0 0 0,1 1 0 0 0,-1 0 0 0 0,0 0 0 0 0,1 1 0 0 0,-1 1 0 0 0,17 0 0 0 0,-23 1 62 0 0,0 0 0 0 0,0 0 1 0 0,1 0-1 0 0,-1 1 1 0 0,0-1-1 0 0,0 1 1 0 0,0 0-1 0 0,0 0 1 0 0,-1 1-1 0 0,1-1 1 0 0,0 1-1 0 0,-1-1 1 0 0,0 1-1 0 0,0 1 1 0 0,0-1-1 0 0,0 0 1 0 0,0 1-1 0 0,0-1 0 0 0,-1 1 1 0 0,3 4-1 0 0,2 8 297 0 0,0 0-1 0 0,-1 1 0 0 0,7 32 0 0 0,-11-40-152 0 0,36 170 1628 0 0,14 57-1666 0 0,-41-199-215 0 0,1-2 0 0 0,1 0-1 0 0,3 0 1 0 0,28 47 0 0 0,-32-62-1085 0 0,21 23 1 0 0,18 8-7257 0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57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48 283 1121 0 0,'-47'-282'2161'0'0,"125"626"3681"0"0,-7-145-79 0 0,-9-133-3282 0 0,-10-88-5763 0 0,-12-46-4401 0 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57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5 688 2481 0 0,'0'-1'95'0'0,"-1"1"0"0"0,1-1 0 0 0,-1 1 0 0 0,1-1-1 0 0,0 0 1 0 0,-1 0 0 0 0,1 1 0 0 0,0-1 0 0 0,0 0 0 0 0,-1 0 0 0 0,1 1-1 0 0,0-1 1 0 0,0 0 0 0 0,0 0 0 0 0,0 0 0 0 0,0 1 0 0 0,0-1 0 0 0,0 0-1 0 0,0 0 1 0 0,0 0 0 0 0,1 1 0 0 0,-1-1 0 0 0,0 0 0 0 0,0 0 0 0 0,1 1-1 0 0,0-2 1 0 0,19-19 1064 0 0,-16 18-957 0 0,24-20 2223 0 0,1 2-1 0 0,1 1 1 0 0,1 2 0 0 0,60-27 0 0 0,50-7 4159 0 0,-48 25-5696 0 0,42 0-1080 0 0,226-19 0 0 0,-224 33 82 0 0,858-131 272 0 0,-333 41 23 0 0,32 26 145 0 0,-21 51-33 0 0,-618 25-274 0 0,0 3 0 0 0,-1 3 1 0 0,69 14-1 0 0,-112-17-10 0 0,1 2 0 0 0,0-1 0 0 0,-1 2-1 0 0,0-1 1 0 0,0 2 0 0 0,0-1 0 0 0,-1 1-1 0 0,18 14 1 0 0,-21-14-3 0 0,-1 1-1 0 0,1 0 0 0 0,-1 0 0 0 0,-1 0 1 0 0,1 1-1 0 0,-1 0 0 0 0,-1 0 1 0 0,1 0-1 0 0,-1 1 0 0 0,-1-1 1 0 0,5 18-1 0 0,-2 1-3 0 0,-1 1 1 0 0,-1-1-1 0 0,-2 1 0 0 0,-1 0 1 0 0,-1 0-1 0 0,-1 0 0 0 0,-6 32 1 0 0,-47 198-52 0 0,46-227 39 0 0,-191 624-2675 0 0,179-598 788 0 0,-2-2 0 0 0,-37 67 0 0 0,47-102 547 0 0,-1 0-1 0 0,0 0 1 0 0,-2-2 0 0 0,0 0 0 0 0,-1 0 0 0 0,-1-2-1 0 0,0 0 1 0 0,-35 24 0 0 0,-57 22-3176 0 0,108-61 4482 0 0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57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22 332 2001 0 0,'-2'1'411'0'0,"0"0"0"0"0,0 0 1 0 0,0 0-1 0 0,0 1 0 0 0,0-1 0 0 0,1 0 0 0 0,-1 1 1 0 0,-3 3-1 0 0,5-5-321 0 0,0 0 0 0 0,0 1 0 0 0,-1-1 0 0 0,1 0 0 0 0,0 1 0 0 0,0-1 0 0 0,0 0 1 0 0,0 1-1 0 0,0-1 0 0 0,0 0 0 0 0,0 1 0 0 0,0-1 0 0 0,0 0 0 0 0,0 1 0 0 0,0-1 0 0 0,0 0 0 0 0,0 1 0 0 0,0-1 1 0 0,0 0-1 0 0,0 1 0 0 0,0-1 0 0 0,0 0 0 0 0,0 1 0 0 0,0-1 0 0 0,1 0 0 0 0,-1 1 0 0 0,0-1 0 0 0,0 0 0 0 0,0 0 1 0 0,1 1-1 0 0,-1-1 0 0 0,0 0 0 0 0,0 0 0 0 0,1 1 0 0 0,-1-1 0 0 0,0 0 0 0 0,1 0 0 0 0,6 4 853 0 0,0-1 1 0 0,0 0-1 0 0,0-1 0 0 0,1 0 0 0 0,-1 0 0 0 0,13 1 0 0 0,39 5 2292 0 0,61 1 0 0 0,239-3 323 0 0,227-22-3234 0 0,443-71-584 0 0,-586 44 520 0 0,-287 29-166 0 0,1042-115 692 0 0,-1165 124-813 0 0,209-37-733 0 0,-180 24-1029 0 0,-58 16 1094 0 0,1 1 0 0 0,-1-1 1 0 0,0 0-1 0 0,1-1 0 0 0,-1 1 0 0 0,0-1 0 0 0,-1 1 0 0 0,1-1 1 0 0,4-4-1 0 0,-8 7 586 0 0,0 0 0 0 0,0-1 0 0 0,0 1 0 0 0,1 0 1 0 0,-1 0-1 0 0,0 0 0 0 0,0 0 0 0 0,0-1 0 0 0,0 1 1 0 0,0 0-1 0 0,0 0 0 0 0,0 0 0 0 0,0 0 0 0 0,0-1 1 0 0,0 1-1 0 0,1 0 0 0 0,-1 0 0 0 0,0 0 0 0 0,0-1 1 0 0,0 1-1 0 0,0 0 0 0 0,0 0 0 0 0,0 0 0 0 0,0-1 1 0 0,0 1-1 0 0,-1 0 0 0 0,1 0 0 0 0,0 0 0 0 0,0-1 1 0 0,0 1-1 0 0,0 0 0 0 0,0 0 0 0 0,0 0 0 0 0,0-1 1 0 0,0 1-1 0 0,-12-5-4098 0 0,-41-1-4464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59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2321 0 0,'-16'12'3362'0'0,"82"24"-2562"0"0,-23 14 801 0 0,-20 22-1 0 0,-6 32-719 0 0,-5 18-721 0 0,-10-2-80 0 0,-7 31-80 0 0,-11 39 160 0 0,-3 16-80 0 0,12-4-80 0 0,7-23-240 0 0,16-35-560 0 0,34-38-3522 0 0,14-46-801 0 0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3:59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1292 6 240 0 0,'3'-5'7598'0'0,"-3"5"-7437"0"0,-9 1 2965 0 0,7-1-2889 0 0,-1 1 0 0 0,1 0 0 0 0,0 0 0 0 0,0 0 0 0 0,0 0 0 0 0,1 0 0 0 0,-1 0 0 0 0,0 0 0 0 0,0 1 0 0 0,1-1 0 0 0,-1 1 0 0 0,-1 1 1 0 0,1 1-303 0 0,0 1 0 0 0,0-1 0 0 0,0 0 0 0 0,1 1 1 0 0,0-1-1 0 0,-2 9 0 0 0,-15 96-2142 0 0,-19 89 2413 0 0,-15 9 983 0 0,-85 321 599 0 0,-35-13-1470 0 0,103-344-607 0 0,-8-4 0 0 0,-179 286 0 0 0,224-407-704 0 0,-2-1 0 0 0,-77 80 0 0 0,80-97-691 0 0,0-1 0 0 0,-52 33 0 0 0,-23 0-3319 0 0,106-60 4978 0 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00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0 2161 0 0,'-21'57'7990'0'0,"6"-2"-4658"0"0,-13 110-4265 0 0,14-67 989 0 0,-37 163-10 0 0,-10 69 1002 0 0,56-294-861 0 0,1 1 1 0 0,2 0-1 0 0,1 0 1 0 0,7 53 0 0 0,-5-77-128 0 0,1-1 0 0 0,1 1 0 0 0,0-1 0 0 0,0 1 0 0 0,2-1 1 0 0,-1 0-1 0 0,2 0 0 0 0,-1-1 0 0 0,2 1 0 0 0,-1-1 0 0 0,2-1 1 0 0,-1 1-1 0 0,1-1 0 0 0,1-1 0 0 0,0 1 0 0 0,13 9 1 0 0,-11-11-17 0 0,1-1 0 0 0,0 0 1 0 0,0-1-1 0 0,1 0 1 0 0,0-1-1 0 0,0-1 0 0 0,0 0 1 0 0,1 0-1 0 0,-1-1 1 0 0,1-1-1 0 0,0-1 1 0 0,20 1-1 0 0,0-3 35 0 0,-1-1 0 0 0,1-2 1 0 0,-1-1-1 0 0,38-11 0 0 0,8-6 82 0 0,84-37 0 0 0,74-46 136 0 0,-116 51-142 0 0,-65 29-118 0 0,626-252-34 0 0,-477 221-158 0 0,-167 48-760 0 0,0 3 0 0 0,1 1 0 0 0,53 2 0 0 0,17 12-5905 0 0,-109-10 6810 0 0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01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393 91 6243 0 0,'15'-70'2961'0'0,"-7"50"-2120"0"0,-8 20-831 0 0,0 0-1 0 0,0 0 1 0 0,0 0-1 0 0,0 0 1 0 0,0 0-1 0 0,0 0 1 0 0,0 0-1 0 0,0 0 0 0 0,0 0 1 0 0,0 1-1 0 0,0-1 1 0 0,1 0-1 0 0,-1 0 1 0 0,0 0-1 0 0,0 0 1 0 0,0 0-1 0 0,0 0 0 0 0,0 0 1 0 0,0 0-1 0 0,0 0 1 0 0,0 0-1 0 0,0 0 1 0 0,0 0-1 0 0,0 0 1 0 0,0 0-1 0 0,0 0 0 0 0,1 0 1 0 0,-1 0-1 0 0,0 0 1 0 0,0 0-1 0 0,0 0 1 0 0,0 0-1 0 0,0 0 1 0 0,0 0-1 0 0,0 0 0 0 0,0 0 1 0 0,0 0-1 0 0,0 0 1 0 0,0 0-1 0 0,1 0 1 0 0,-1 0-1 0 0,0 0 1 0 0,0 0-1 0 0,0 0 0 0 0,0 0 1 0 0,0 0-1 0 0,0 0 1 0 0,0 0-1 0 0,0 0 1 0 0,0 0-1 0 0,0-1 1 0 0,0 1-1 0 0,0 0 0 0 0,0 0 1 0 0,0 0-1 0 0,0 0 1 0 0,0 0-1 0 0,1 0 1 0 0,-1 4 274 0 0,-1 0 0 0 0,1 0 0 0 0,0 1 1 0 0,-1-1-1 0 0,0 0 0 0 0,-2 5 0 0 0,-89 254 2427 0 0,86-247-2620 0 0,-3 8-14 0 0,0-1 0 0 0,-2 0 0 0 0,0 0 0 0 0,-2-1 0 0 0,0-1 0 0 0,-2 0 0 0 0,0-1 0 0 0,-20 20 0 0 0,-16 8 36 0 0,32-30-114 0 0,0 0 0 0 0,1 0 0 0 0,0 2 0 0 0,2 0 0 0 0,-19 31 0 0 0,27-37-1404 0 0,14-28-1285 0 0,22-31-2112 0 0,22-20-2015 0 0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02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0 107 1281 0 0,'45'-58'2401'0'0,"-7"26"720"0"0,5 24-640 0 0,-1 0-1760 0 0,-1 12-881 0 0,-3 14 640 0 0,-8 8 480 0 0,-4 18-560 0 0,-9 20-240 0 0,-5 20-160 0 0,-19 9-240 0 0,-17 3-640 0 0,-14-4-4322 0 0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02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0 290 400 0 0,'5'4'2001'0'0,"19"98"5042"0"0,-3 32-3201 0 0,-7-4-3122 0 0,-7-17 881 0 0,-9-11-400 0 0,-8 4-561 0 0,-4 14-400 0 0,2-6-880 0 0,3-24-881 0 0,2-48-2161 0 0,9-72-6402 0 0</inkml:trace>
  <inkml:trace contextRef="#ctx0" brushRef="#br0" timeOffset="1">242 194 1681 0 0,'50'-60'5762'0'0,"9"2"-1600"0"0,14 4-2721 0 0,-16 32-1601 0 0,-16 46-80 0 0,1 36 480 0 0,-6 34 160 0 0,-3 30 80 0 0,-5 32-160 0 0,-11-14 1 0 0,-10 7-161 0 0,-2 1-80 0 0,-3-10-80 0 0,-7-38-881 0 0,-11-36-4161 0 0,-8-40-1201 0 0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02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183 193 1681 0 0,'-17'-50'8244'0'0,"-6"18"-4563"0"0,16 22-3121 0 0,19 0-239 0 0,9-6-161 0 0,-2 0 0 0 0,0 4-80 0 0,26 2 0 0 0,33 12 80 0 0,-28 20-1201 0 0,-38 12-879 0 0,-29 10 479 0 0,-16 4-3842 0 0</inkml:trace>
  <inkml:trace contextRef="#ctx0" brushRef="#br0" timeOffset="1">174 297 2081 0 0,'-57'18'3121'0'0,"7"3"-2160"0"0,14 1-561 0 0,15-14 2401 0 0,14-12 1681 0 0,5 0-1840 0 0,6 2-1442 0 0,29-4-1840 0 0,60-23-1281 0 0,-5-23 1201 0 0,-17-10-81 0 0,-17-2-639 0 0,-23-10 159 0 0,-17 6-4642 0 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03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0 3922 0 0,'-22'14'2801'0'0,"6"10"-800"0"0,-55 116 880 0 0,11 10-1440 0 0,37-45-321 0 0,23-35-639 0 0,9-32-721 0 0,17-18-1201 0 0,12-34-1200 0 0,17-46-2161 0 0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03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38 200 4082 0 0,'12'-23'1532'0'0,"0"1"0"0"0,2 0 0 0 0,30-37 0 0 0,-39 52-1463 0 0,1 1 0 0 0,0 0 0 0 0,1 0 0 0 0,-1 0 0 0 0,1 1 0 0 0,0 0 0 0 0,1 0 0 0 0,-1 1 0 0 0,1 0 0 0 0,0 0 0 0 0,0 1 0 0 0,0 0 0 0 0,1 0 0 0 0,16-3 0 0 0,-24 6-71 0 0,-1 0 0 0 0,1 0 0 0 0,-1-1 0 0 0,1 1 0 0 0,-1 0 0 0 0,1 0 0 0 0,-1 0 0 0 0,1 0-1 0 0,0 0 1 0 0,-1 0 0 0 0,1 0 0 0 0,-1 0 0 0 0,1 0 0 0 0,-1 0 0 0 0,1 1 0 0 0,-1-1 0 0 0,1 0 0 0 0,-1 0 0 0 0,1 0 0 0 0,0 1 0 0 0,-1-1 0 0 0,0 0-1 0 0,1 1 1 0 0,-1-1 0 0 0,1 0 0 0 0,-1 1 0 0 0,1-1 0 0 0,-1 0 0 0 0,0 1 0 0 0,1-1 0 0 0,-1 1 0 0 0,0-1 0 0 0,1 1 0 0 0,-1-1 0 0 0,1 2-1 0 0,-5 24 127 0 0,3-25-119 0 0,-15 60 219 0 0,-3-1 1 0 0,-3-1-1 0 0,-3 0 1 0 0,-2-2-1 0 0,-41 64 1 0 0,50-95-107 0 0,9-13-34 0 0,0 0 0 0 0,0 1 0 0 0,1 0 0 0 0,1 0 1 0 0,1 0-1 0 0,-8 23 0 0 0,14-37-82 0 0,0 1 1 0 0,0-1-1 0 0,0 1 1 0 0,0-1 0 0 0,0 0-1 0 0,0 1 1 0 0,0-1-1 0 0,0 1 1 0 0,0-1-1 0 0,0 1 1 0 0,0-1-1 0 0,0 1 1 0 0,1-1-1 0 0,-1 0 1 0 0,0 1 0 0 0,0-1-1 0 0,0 1 1 0 0,1-1-1 0 0,-1 0 1 0 0,0 1-1 0 0,0-1 1 0 0,1 0-1 0 0,-1 1 1 0 0,0-1-1 0 0,1 0 1 0 0,-1 1 0 0 0,0-1-1 0 0,1 0 1 0 0,-1 0-1 0 0,1 1 1 0 0,-1-1-1 0 0,0 0 1 0 0,1 0-1 0 0,-1 0 1 0 0,1 0 0 0 0,-1 1-1 0 0,1-1 1 0 0,0 0-1 0 0,21 1-20 0 0,-16-1 17 0 0,14 0-34 0 0,34-5 0 0 0,-33 2 39 0 0,32-1 0 0 0,-47 5-64 0 0,0-1-1 0 0,0 0 1 0 0,0 1-1 0 0,0 0 1 0 0,0 1-1 0 0,0-1 1 0 0,-1 1-1 0 0,1 0 0 0 0,8 5 1 0 0,-12-6 38 0 0,-1 0 0 0 0,0 0 0 0 0,1 0 0 0 0,-1 0 0 0 0,0 0 0 0 0,0 0 0 0 0,0 0-1 0 0,0 0 1 0 0,0 0 0 0 0,0 1 0 0 0,0-1 0 0 0,0 0 0 0 0,-1 1 0 0 0,1-1 0 0 0,0 1 0 0 0,-1-1 0 0 0,1 1 0 0 0,-1 1 0 0 0,1 1 7 0 0,-1 1 1 0 0,1-1-1 0 0,-1 1 0 0 0,-1-1 1 0 0,0 7-1 0 0,-6 26 34 0 0,-1 0-1 0 0,-2-1 1 0 0,-19 44 0 0 0,14-37 66 0 0,-92 195 474 0 0,90-204-491 0 0,5-9 92 0 0,0 0 0 0 0,2 0 0 0 0,-10 38 0 0 0,20-63-133 0 0,0 1 0 0 0,0-1 0 0 0,0 1-1 0 0,0-1 1 0 0,0 1 0 0 0,0-1 0 0 0,0 1-1 0 0,1-1 1 0 0,-1 1 0 0 0,0-1-1 0 0,0 1 1 0 0,0 0 0 0 0,0-1 0 0 0,1 0-1 0 0,-1 1 1 0 0,0-1 0 0 0,1 1 0 0 0,-1-1-1 0 0,0 1 1 0 0,1-1 0 0 0,-1 1 0 0 0,0-1-1 0 0,1 0 1 0 0,-1 1 0 0 0,1-1 0 0 0,-1 0-1 0 0,1 0 1 0 0,0 1 0 0 0,22 7 233 0 0,-16-7-227 0 0,0 0 0 0 0,1 0 0 0 0,-1-1 0 0 0,13-1 0 0 0,-13-1-16 0 0,0 0 1 0 0,0 0-1 0 0,-1-1 0 0 0,1 1 1 0 0,-1-1-1 0 0,0-1 0 0 0,0 1 1 0 0,10-9-1 0 0,43-40-404 0 0,-51 44 231 0 0,1-1-353 0 0,0 0 1 0 0,-1-1-1 0 0,0 0 0 0 0,-1-1 1 0 0,11-20-1 0 0,19-58-4134 0 0,-34 80 4094 0 0,23-60-4667 0 0</inkml:trace>
  <inkml:trace contextRef="#ctx0" brushRef="#br0" timeOffset="1">322 865 2641 0 0,'-21'4'3602'0'0,"7"6"-1601"0"0,2 8-481 0 0,-16 134 1442 0 0,4 38-561 0 0,17-33-1761 0 0,4-49-560 0 0,11-4-80 0 0,10 10 561 0 0,1 6 79 0 0,8-10-240 0 0,6-20-1040 0 0,-3-34-4723 0 0,1-64-3201 0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03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7764 0 0,'47'16'11605'0'0,"-23"-16"-8164"0"0,9-10-4641 0 0,27 6-81 0 0,6-2 961 0 0,0-12 240 0 0,-4 2-400 0 0,-19-10-2081 0 0,-25 1-9205 0 0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04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1 1040 0 0,'-17'18'2161'0'0,"-30"156"6724"0"0,25-1-2883 0 0,48-27-4881 0 0,3-22-1441 0 0,2 46 480 0 0,-5 38 720 0 0,-7-3-80 0 0,-7-29-479 0 0,-3-36-321 0 0,-2-40-321 0 0,5-36-239 0 0,-14-32-2241 0 0,-13-32-4402 0 0,-27-36-2562 0 0</inkml:trace>
  <inkml:trace contextRef="#ctx0" brushRef="#br0" timeOffset="1">192 1503 880 0 0,'-66'-62'2802'0'0,"16"10"1920"0"0,12 8-1441 0 0,19 8-639 0 0,7 14-962 0 0,8 8-719 0 0,1 6-321 0 0,13 2-320 0 0,92-20-320 0 0,28-28-80 0 0,-9-22 0 0 0,-12-17-160 0 0,-12-1-160 0 0,-16 12-2321 0 0,2 0-4563 0 0,0-2 641 0 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04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437 0 1040 0 0,'-29'17'883'0'0,"2"1"-1"0"0,0 2 0 0 0,0 0 1 0 0,2 2-1 0 0,1 1 0 0 0,-39 47 1 0 0,-107 184 2612 0 0,159-235-2806 0 0,0 1 0 0 0,-9 26 0 0 0,19-44-616 0 0,1-1 0 0 0,-1 1 0 0 0,1-1 0 0 0,0 1 0 0 0,0 0-1 0 0,0-1 1 0 0,0 1 0 0 0,0-1 0 0 0,0 1 0 0 0,0-1 0 0 0,0 1 0 0 0,0 0 0 0 0,1-1 0 0 0,-1 1-1 0 0,1-1 1 0 0,-1 1 0 0 0,1-1 0 0 0,0 1 0 0 0,0-1 0 0 0,-1 0 0 0 0,1 1 0 0 0,0-1 0 0 0,0 0-1 0 0,0 0 1 0 0,0 1 0 0 0,1-1 0 0 0,0 1 0 0 0,5 5-20 0 0,13 19 289 0 0,62 72 530 0 0,-70-86-757 0 0,-2 0-1 0 0,1 0 0 0 0,-2 1 0 0 0,0 0 0 0 0,0 1 1 0 0,-1 0-1 0 0,-1 1 0 0 0,0-1 0 0 0,-1 1 1 0 0,-1 0-1 0 0,0 1 0 0 0,-1 0 0 0 0,-1-1 0 0 0,0 1 1 0 0,0 28-1 0 0,-3-8-110 0 0,-2 1 1 0 0,-1-1-1 0 0,-10 45 1 0 0,-34 112 404 0 0,-5-33 211 0 0,44-140-866 0 0,-1-1 1 0 0,-1 0-1 0 0,0 0 0 0 0,-2-1 1 0 0,-23 30-1 0 0,34-47 121 0 0,1-1 0 0 0,0 1 0 0 0,0-1 0 0 0,-1 1 0 0 0,1-1 0 0 0,0 0 0 0 0,-1 1 0 0 0,1-1 0 0 0,-1 0 0 0 0,1 1 0 0 0,0-1 0 0 0,-1 0 0 0 0,1 0 0 0 0,-1 1 0 0 0,1-1 0 0 0,-1 0 0 0 0,1 0 0 0 0,-1 0 0 0 0,1 1 0 0 0,0-1 0 0 0,-1 0 0 0 0,1 0 0 0 0,-1 0 0 0 0,1 0 0 0 0,-1 0 0 0 0,0 0 0 0 0,-11-11-9106 0 0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04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0 206 7443 0 0,'1'1'1732'0'0,"0"0"-1589"0"0,-1-1 0 0 0,0 0 0 0 0,0 0 0 0 0,1 1 0 0 0,-1-1 0 0 0,1 0-1 0 0,-1 0 1 0 0,0 0 0 0 0,1 1 0 0 0,-1-1 0 0 0,0 0 0 0 0,1 0 0 0 0,-1 0 0 0 0,1 0 0 0 0,-1 0-1 0 0,0 0 1 0 0,1 0 0 0 0,-1 0 0 0 0,1 0 0 0 0,-1 0 0 0 0,0 0 0 0 0,1 0 0 0 0,-1 0-1 0 0,1 0 1 0 0,-1 0 0 0 0,0 0 0 0 0,1-1 0 0 0,-1 1 0 0 0,0 0 0 0 0,1 0 0 0 0,-1 0 0 0 0,0-1-1 0 0,1 1 1 0 0,-1 0 0 0 0,0 0 0 0 0,1-1 0 0 0,-1 1 0 0 0,0 0 0 0 0,0-1 0 0 0,1 1 0 0 0,8-7 89 0 0,19-14 507 0 0,1 0 0 0 0,1 3 0 0 0,40-20 0 0 0,-24 18-391 0 0,2 3 1 0 0,0 1 0 0 0,1 3 0 0 0,0 2-1 0 0,1 2 1 0 0,89-5 0 0 0,-138 14-461 0 0,1-1 0 0 0,0 1 1 0 0,-1 0-1 0 0,1 0 0 0 0,0 0 1 0 0,-1 1-1 0 0,1-1 0 0 0,0 0 1 0 0,-1 1-1 0 0,1-1 0 0 0,-1 0 1 0 0,1 1-1 0 0,-1 0 0 0 0,1-1 1 0 0,-1 1-1 0 0,1 0 0 0 0,-1 0 1 0 0,0 0-1 0 0,1 0 0 0 0,-1 0 0 0 0,0 0 1 0 0,0 0-1 0 0,2 3 0 0 0,-2-2-138 0 0,0 0 0 0 0,0 1 0 0 0,-1-1 0 0 0,1 0 0 0 0,-1 0-1 0 0,0 0 1 0 0,0 1 0 0 0,0-1 0 0 0,0 0 0 0 0,0 1 0 0 0,0-1-1 0 0,0 0 1 0 0,-1 0 0 0 0,1 0 0 0 0,-2 4 0 0 0,0-1-83 0 0,-1 0 0 0 0,1 0 1 0 0,-1 0-1 0 0,0 0 1 0 0,0 0-1 0 0,0-1 0 0 0,-1 1 1 0 0,0-1-1 0 0,0 0 1 0 0,0 0-1 0 0,0 0 0 0 0,0-1 1 0 0,-1 1-1 0 0,0-1 0 0 0,0 0 1 0 0,1-1-1 0 0,-2 1 1 0 0,-9 3-1 0 0,-10 2 963 0 0,0 0 1 0 0,-46 7-1 0 0,69-15-497 0 0,-2 1 5 0 0,0 0 0 0 0,0 0 0 0 0,0 1 0 0 0,0 0 0 0 0,0-1-1 0 0,1 1 1 0 0,-1 0 0 0 0,0 1 0 0 0,1-1 0 0 0,0 1 0 0 0,-1 0 0 0 0,1-1-1 0 0,0 1 1 0 0,1 1 0 0 0,-1-1 0 0 0,0 0 0 0 0,1 1 0 0 0,0-1-1 0 0,0 1 1 0 0,-3 5 0 0 0,0 3 335 0 0,-1 1 0 0 0,2-1-1 0 0,0 1 1 0 0,0 0 0 0 0,1 0 0 0 0,0 0-1 0 0,2 1 1 0 0,-1 15 0 0 0,4 118 1207 0 0,1-92-1692 0 0,15 245-90 0 0,2 100 591 0 0,-20-369-613 0 0,2 89-440 0 0,4-40-3817 0 0,-2-51-1916 0 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05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661 41 560 0 0,'173'-40'2321'0'0,"-222"50"0"0"0,-3 0-160 0 0,9 0-400 0 0,10 0-320 0 0,-27 22-161 0 0,-39 49 241 0 0,21 13-560 0 0,4-12-801 0 0,-16-18-240 0 0,7-8-80 0 0,10-24-641 0 0,18-46-1840 0 0,13-50-1281 0 0,39-28-1760 0 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05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726 1 1841 0 0,'-17'48'2641'0'0,"-52"61"-400"0"0,-40 73-160 0 0,-4 4 640 0 0,20-40 2642 0 0,8-4-401 0 0,7 1-2321 0 0,9-13-2000 0 0,14-30-1042 0 0,24-36-319 0 0,24-38-240 0 0,36-54-4403 0 0,32-64-7523 0 0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06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0 308 2881 0 0,'10'12'5843'0'0,"-12"48"-3282"0"0,4 48-2481 0 0,19 39-80 0 0,3 29 400 0 0,-7-40 81 0 0,6-26-1 0 0,8-22 160 0 0,9-20-400 0 0,3-30-1760 0 0,-10-46-4403 0 0</inkml:trace>
  <inkml:trace contextRef="#ctx0" brushRef="#br0" timeOffset="1">290 256 3201 0 0,'-15'-48'7844'0'0,"30"24"-4242"0"0,32 2-2722 0 0,22-4-1040 0 0,14-6 160 0 0,7-2 320 0 0,16 12 80 0 0,-11 6 561 0 0,-28-2-801 0 0,-22 12-3442 0 0,-10-2-2720 0 0,-21 8-1602 0 0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06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0 2161 0 0,'-163'244'9524'0'0,"156"-232"-9442"0"0,-1 0-1 0 0,1-1 1 0 0,-2 0-1 0 0,1-1 1 0 0,-2 1-1 0 0,1-2 1 0 0,-1 1 0 0 0,-13 8-1 0 0,15-12 9 0 0,6-5-60 0 0,0 0 1 0 0,-1 1-1 0 0,1-1 1 0 0,0 1-1 0 0,0 0 1 0 0,0-1-1 0 0,1 1 0 0 0,-1 0 1 0 0,0 0-1 0 0,1 0 1 0 0,-1 1-1 0 0,1-1 1 0 0,0 0-1 0 0,-2 4 1 0 0,3-6-24 0 0,1 1 1 0 0,-1-1-1 0 0,1 0 1 0 0,-1 1-1 0 0,0-1 1 0 0,1 1-1 0 0,-1-1 1 0 0,1 0-1 0 0,-1 1 1 0 0,1-1-1 0 0,-1 0 0 0 0,1 1 1 0 0,-1-1-1 0 0,1 0 1 0 0,-1 0-1 0 0,1 1 1 0 0,0-1-1 0 0,-1 0 1 0 0,1 0-1 0 0,-1 0 1 0 0,1 0-1 0 0,-1 0 1 0 0,1 0-1 0 0,0 0 0 0 0,-1 0 1 0 0,1 0-1 0 0,1 0 1 0 0,3 0 23 0 0,34 10 48 0 0,-25-6-70 0 0,0-1 0 0 0,21 3 1 0 0,22 1 131 0 0,29 2 11 0 0,-83-9-144 0 0,0 0-1 0 0,0 0 0 0 0,-1 0 1 0 0,1 1-1 0 0,0-1 0 0 0,0 1 1 0 0,-1-1-1 0 0,1 1 0 0 0,0 0 0 0 0,-1 0 1 0 0,1 0-1 0 0,-1 1 0 0 0,0-1 1 0 0,1 1-1 0 0,-1-1 0 0 0,0 1 1 0 0,0 0-1 0 0,4 3 0 0 0,-4-2-4 0 0,0 1 0 0 0,0-1 0 0 0,0 1 0 0 0,-1 0 0 0 0,1 0 0 0 0,-1 0-1 0 0,0 0 1 0 0,0 0 0 0 0,0 0 0 0 0,-1 0 0 0 0,1 8 0 0 0,0 141 780 0 0,-3-71-486 0 0,2-70-310 0 0,0-1-1 0 0,1 1 1 0 0,0-1 0 0 0,0 1-1 0 0,1-1 1 0 0,1 0 0 0 0,0 0-1 0 0,1 0 1 0 0,9 20 0 0 0,-11-28-11 0 0,-1 0 1 0 0,1 0 0 0 0,-1 0 0 0 0,0 0-1 0 0,0 1 1 0 0,0-1 0 0 0,-1 0 0 0 0,1 0-1 0 0,-1 1 1 0 0,0-1 0 0 0,0 0-1 0 0,0 1 1 0 0,0-1 0 0 0,0 0 0 0 0,-1 1-1 0 0,1-1 1 0 0,-1 0 0 0 0,0 0 0 0 0,0 0-1 0 0,0 1 1 0 0,-1-1 0 0 0,1 0-1 0 0,-1 0 1 0 0,0-1 0 0 0,1 1 0 0 0,-4 3-1 0 0,-5 6 47 0 0,-1 0 0 0 0,0-1-1 0 0,0 0 1 0 0,-16 11 0 0 0,22-18-15 0 0,-80 75 1232 0 0,82-77-1219 0 0,-19 21 725 0 0,21-22-710 0 0,1 0 0 0 0,-1-1 1 0 0,1 1-1 0 0,0-1 0 0 0,-1 1 0 0 0,1 0 0 0 0,0-1 0 0 0,-1 1 0 0 0,1 0 0 0 0,0 0 0 0 0,0-1 0 0 0,0 1 0 0 0,0 0 0 0 0,0 0 0 0 0,-1-1 0 0 0,1 1 0 0 0,1 0 0 0 0,-1 0 0 0 0,0-1 0 0 0,0 1 0 0 0,0 0 0 0 0,0 0 1 0 0,0-1-1 0 0,1 1 0 0 0,-1 0 0 0 0,0-1 0 0 0,1 1 0 0 0,-1 0 0 0 0,0-1 0 0 0,1 1 0 0 0,-1-1 0 0 0,1 1 0 0 0,-1 0 0 0 0,1-1 0 0 0,-1 1 0 0 0,1-1 0 0 0,0 1 0 0 0,-1-1 0 0 0,1 0 0 0 0,-1 1 0 0 0,2 0 0 0 0,5 3-65 0 0,0 0-1 0 0,0 0 1 0 0,0-1-1 0 0,1 0 1 0 0,0 0-1 0 0,-1 0 0 0 0,1-1 1 0 0,0 0-1 0 0,0-1 1 0 0,0 0-1 0 0,0 0 1 0 0,1-1-1 0 0,-1 0 0 0 0,0 0 1 0 0,0-1-1 0 0,0 0 1 0 0,0 0-1 0 0,0-1 0 0 0,0 0 1 0 0,0 0-1 0 0,0-1 1 0 0,12-6-1 0 0,27-14-1179 0 0,-1-3-1 0 0,-2-1 1 0 0,0-2-1 0 0,-2-2 1 0 0,60-57-1 0 0,2-24-7233 0 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06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0 11205 0 0,'-69'52'7131'0'0,"-26"23"-6021"0"0,80-61-1003 0 0,0 1 1 0 0,1 1-1 0 0,-23 31 1 0 0,6 1 574 0 0,-33 69 1 0 0,53-94-619 0 0,1 1-1 0 0,1 0 1 0 0,1 1 0 0 0,1 0 0 0 0,-4 33-1 0 0,10-54-47 0 0,0-1 1 0 0,1 1-1 0 0,-1 0 0 0 0,1 0 0 0 0,0 0 0 0 0,1-1 0 0 0,-1 1 1 0 0,1 0-1 0 0,-1 0 0 0 0,1-1 0 0 0,0 1 0 0 0,0 0 0 0 0,1-1 1 0 0,-1 1-1 0 0,1-1 0 0 0,0 0 0 0 0,0 1 0 0 0,0-1 0 0 0,0 0 1 0 0,0 0-1 0 0,1 0 0 0 0,-1 0 0 0 0,1-1 0 0 0,0 1 0 0 0,0-1 1 0 0,0 1-1 0 0,0-1 0 0 0,0 0 0 0 0,0-1 0 0 0,1 1 0 0 0,-1 0 1 0 0,7 1-1 0 0,-2 0-121 0 0,1-1 0 0 0,-1 0-1 0 0,0-1 1 0 0,1 0 0 0 0,-1 0 0 0 0,1-1 0 0 0,0 0 0 0 0,-1 0-1 0 0,1-1 1 0 0,-1 0 0 0 0,13-4 0 0 0,7-3-657 0 0,-1 0 0 0 0,29-14 0 0 0,-32 11 298 0 0,0-1 1 0 0,-1-1-1 0 0,0 0 1 0 0,-1-2 0 0 0,29-25-1 0 0,-38 27-1134 0 0,0 0-1 0 0,18-24 0 0 0,12-31-8152 0 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07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460 5 240 0 0,'-2'-4'6243'0'0,"-3"8"-3042"0"0,5 2-2000 0 0,0-2-721 0 0,5 2-320 0 0,4 2-240 0 0,34 28-240 0 0,42 32 80 0 0,-25-26 320 0 0,-23-14 0 0 0,-13 2-480 0 0,-10 8-400 0 0,-18 12-4483 0 0</inkml:trace>
  <inkml:trace contextRef="#ctx0" brushRef="#br0" timeOffset="1">83 730 7764 0 0,'-52'24'6643'0'0,"26"-16"-4803"0"0,21-2-2240 0 0,10-8 80 0 0,7 2 400 0 0,5-2-80 0 0,51-20 240 0 0,96-56-160 0 0,-12-26-1200 0 0,-58 20-7204 0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07.6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0 320 0 0,'-128'107'2770'0'0,"10"-9"5145"0"0,112-93-6911 0 0,1 1 0 0 0,-1 0-1 0 0,-9 12 1 0 0,15-18-990 0 0,-1 0 0 0 0,1 1 0 0 0,0-1-1 0 0,-1 0 1 0 0,1 1 0 0 0,0-1 0 0 0,-1 1 0 0 0,1-1-1 0 0,0 0 1 0 0,-1 1 0 0 0,1-1 0 0 0,0 1 0 0 0,0-1 0 0 0,-1 1-1 0 0,1-1 1 0 0,0 1 0 0 0,0-1 0 0 0,0 1 0 0 0,0-1-1 0 0,0 1 1 0 0,0-1 0 0 0,0 1 0 0 0,0-1 0 0 0,0 1-1 0 0,0-1 1 0 0,0 1 0 0 0,0-1 0 0 0,0 1 0 0 0,0-1-1 0 0,0 1 1 0 0,1-1 0 0 0,-1 1 0 0 0,0-1 0 0 0,0 1-1 0 0,1 0 1 0 0,16 0-763 0 0,-10-1 854 0 0,24-2-420 0 0,-1 0-1 0 0,1-3 0 0 0,-1 0 1 0 0,0-2-1 0 0,-1-1 0 0 0,0-1 1 0 0,0-2-1 0 0,44-23 0 0 0,-58 26-346 0 0,-10 5 413 0 0,0 0 0 0 0,0 1 0 0 0,1-1 0 0 0,-1 1 0 0 0,1 0 0 0 0,0 0 0 0 0,6-1 0 0 0,-12 3 242 0 0,0 0 0 0 0,0 0 0 0 0,1 0-1 0 0,-1 1 1 0 0,0-1 0 0 0,0 0 0 0 0,1 0 0 0 0,-1 0 0 0 0,0 0 0 0 0,0 0 0 0 0,0 0 0 0 0,1 0 0 0 0,-1 1 0 0 0,0-1 0 0 0,0 0 0 0 0,0 0 0 0 0,1 0 0 0 0,-1 0 0 0 0,0 1 0 0 0,0-1 0 0 0,0 0 0 0 0,0 0 0 0 0,0 0 0 0 0,0 1 0 0 0,0-1 0 0 0,1 0 0 0 0,-1 0 0 0 0,0 1 0 0 0,0-1 0 0 0,0 0 0 0 0,0 0 0 0 0,0 1 0 0 0,0-1-1 0 0,0 0 1 0 0,0 0 0 0 0,0 0 0 0 0,0 1 0 0 0,0-1 0 0 0,0 0 0 0 0,0 0 0 0 0,0 1 0 0 0,-1-1 0 0 0,1 0 0 0 0,0 0 0 0 0,0 1 0 0 0,0-1 0 0 0,0 0 0 0 0,0 0 0 0 0,0 0 0 0 0,-1 0 0 0 0,1 1 0 0 0,0-1 0 0 0,0 0 0 0 0,0 0 0 0 0,-5 9 138 0 0,0-1 1 0 0,-1 0 0 0 0,1 0-1 0 0,-2-1 1 0 0,1 1 0 0 0,-9 6-1 0 0,1 1 148 0 0,-6 7 84 0 0,-18 19 103 0 0,-2-2 0 0 0,-46 37 0 0 0,70-65-172 0 0,-63 49 530 0 0,43-29 4061 0 0,39-32-4902 0 0,-1 0 0 0 0,1 0 0 0 0,0 1 0 0 0,0-1 0 0 0,0 1 0 0 0,0-1 0 0 0,0 1 0 0 0,0 0 0 0 0,-1 0 0 0 0,1 0 1 0 0,0 1-1 0 0,0-1 0 0 0,0 1 0 0 0,4 1 0 0 0,9 0 17 0 0,48-1 28 0 0,-33-2-54 0 0,1 3 1 0 0,33 4-1 0 0,-55-4 21 0 0,-1 0 0 0 0,1 1-1 0 0,0 0 1 0 0,-1 0 0 0 0,1 1 0 0 0,-1 0 0 0 0,0 1-1 0 0,0 0 1 0 0,-1 0 0 0 0,14 12 0 0 0,-19-14-4 0 0,1 0 0 0 0,-1 0-1 0 0,0 1 1 0 0,0 0 0 0 0,0-1 0 0 0,-1 1 0 0 0,0 0 0 0 0,1 0 0 0 0,-1 1 0 0 0,-1-1-1 0 0,1 0 1 0 0,0 1 0 0 0,-1-1 0 0 0,1 7 0 0 0,-1-3 8 0 0,-1 0 1 0 0,0-1-1 0 0,0 1 1 0 0,0-1-1 0 0,-1 1 0 0 0,-1-1 1 0 0,1 1-1 0 0,-4 8 0 0 0,-1 0 45 0 0,0 1-1 0 0,-2-1 0 0 0,0-1 0 0 0,-1 1 0 0 0,0-1 1 0 0,-21 24-1 0 0,2-8 108 0 0,0-2 0 0 0,-55 44 1 0 0,61-57-128 0 0,0 0 0 0 0,-1-2-1 0 0,-1 0 1 0 0,-50 19 0 0 0,70-31-194 0 0,-13 5-11 0 0,17-7 133 0 0,0 0 0 0 0,0 0-1 0 0,0 0 1 0 0,0 0 0 0 0,1 0 0 0 0,-1 0 0 0 0,0 0-1 0 0,0 0 1 0 0,0 0 0 0 0,0 1 0 0 0,0-1 0 0 0,0 0-1 0 0,0 0 1 0 0,0 0 0 0 0,0 0 0 0 0,0 0-1 0 0,0 0 1 0 0,0 0 0 0 0,0 1 0 0 0,0-1 0 0 0,0 0-1 0 0,0 0 1 0 0,0 0 0 0 0,0 0 0 0 0,0 0-1 0 0,0 0 1 0 0,0 0 0 0 0,0 1 0 0 0,0-1 0 0 0,0 0-1 0 0,0 0 1 0 0,0 0 0 0 0,0 0 0 0 0,0 0-1 0 0,0 0 1 0 0,0 0 0 0 0,0 0 0 0 0,0 1 0 0 0,0-1-1 0 0,0 0 1 0 0,-1 0 0 0 0,1 0 0 0 0,0 0-1 0 0,0 0 1 0 0,1 0-173 0 0,1 0 0 0 0,-1 0 0 0 0,0 0 0 0 0,0 0 0 0 0,0-1 0 0 0,1 1 0 0 0,-1 0 0 0 0,0-1 0 0 0,0 1 0 0 0,0-1 0 0 0,0 1 0 0 0,0-1 0 0 0,2 0-1 0 0,12-18-6807 0 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07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581 0 1040 0 0,'19'18'7044'0'0,"-33"28"-2642"0"0,-10 14-1601 0 0,-16 22-2001 0 0,-12 8 241 0 0,-3 6-161 0 0,-1-10-640 0 0,1-12-240 0 0,-7-13-160 0 0,-9-3-1440 0 0,-16-16-2642 0 0,4-30-2161 0 0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08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1271 2081 0 0,'-6'-1'1387'0'0,"7"0"-358"0"0,42-15 1024 0 0,550-145 1588 0 0,386-30-3634 0 0,-15 54 760 0 0,-6 30-47 0 0,999 20 1 0 0,-604 108-226 0 0,428-4 297 0 0,-12-138 68 0 0,-1332 51-656 0 0,-330 47-426 0 0,204-73 0 0 0,-202 47-684 0 0,-94 41 372 0 0,-1-1 0 0 0,0 0 1 0 0,-1-1-1 0 0,21-19 0 0 0,-29 24 116 0 0,0-1 1 0 0,0 0-1 0 0,0 0 0 0 0,-1 0 0 0 0,0 0 1 0 0,0-1-1 0 0,3-7 0 0 0,-5 9 117 0 0,-1 1 0 0 0,0 0 0 0 0,0-1 0 0 0,0 1-1 0 0,0-1 1 0 0,-1 1 0 0 0,1-1 0 0 0,-1 1 0 0 0,0-1 0 0 0,-1 1 0 0 0,1-1 0 0 0,-3-7 0 0 0,-1 0-462 0 0,0 1 1 0 0,-1-1 0 0 0,-9-14-1 0 0,14 25 731 0 0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18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130 264 1121 0 0,'-130'6'2321'0'0,"585"-72"-401"0"0,0-4-159 0 0,-147 20 2321 0 0,-130 14 2481 0 0,-85 14-3121 0 0,-41 10-9845 0 0,-21-2-3762 0 0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18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3522 0 0,'-5'4'3521'0'0,"1"0"-239"0"0,8 4-1 0 0,65 34 1762 0 0,109 42 479 0 0,-27-18-4161 0 0,-39-6-1761 0 0,-20-5 159 0 0,-30 3 321 0 0,-36 6 0 0 0,-43 14 81 0 0,-42 18-81 0 0,-10-10 0 0 0,-16 0-80 0 0,-22 2-240 0 0,-11-16-1601 0 0,7-24-480 0 0,6-42-5363 0 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19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80 0 0,'123'533'1601'0'0,"-180"-752"-161"0"0,131 612 161 0 0,-29-97 1601 0 0,-19-142 1200 0 0,-5-112-4002 0 0,-4-76-5843 0 0,-3-46-800 0 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19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2 160 0 0,'7'3'864'0'0,"0"-1"1"0"0,-1 0-1 0 0,1 0 0 0 0,0 0 1 0 0,0-1-1 0 0,0 0 0 0 0,0-1 0 0 0,0 0 1 0 0,1 0-1 0 0,-1 0 0 0 0,0-1 1 0 0,13-3-1 0 0,11 1 2293 0 0,109-3 3304 0 0,-72 6-6605 0 0,-1 3 1 0 0,127 23-1 0 0,-172-21 191 0 0,0 1 1 0 0,0 1 0 0 0,0 1-1 0 0,-1 1 1 0 0,-1 0-1 0 0,34 22 1 0 0,-41-22 27 0 0,-1 0 0 0 0,0 1 1 0 0,0 0-1 0 0,-1 1 0 0 0,0 0 0 0 0,-1 1 0 0 0,-1 0 1 0 0,1 1-1 0 0,-2 0 0 0 0,13 25 0 0 0,-12-15 85 0 0,-2-1 0 0 0,0 1 0 0 0,-1 0 0 0 0,-2 1 0 0 0,0-1 0 0 0,-2 1 0 0 0,0 0 1 0 0,-2-1-1 0 0,-2 25 0 0 0,-2-1-124 0 0,-3 0 1 0 0,-1-1 0 0 0,-23 73 0 0 0,2-33-951 0 0,-49 106 0 0 0,76-186 320 0 0,-1 0 0 0 0,-1 0-1 0 0,1-1 1 0 0,-1 1 0 0 0,0-1-1 0 0,0 0 1 0 0,0 0-1 0 0,-8 6 1 0 0,4-6-1578 0 0,0 0 0 0 0,0-1 0 0 0,-1 1 0 0 0,0-2 0 0 0,-10 4 0 0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20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199 150 1681 0 0,'-66'14'10965'0'0,"4"8"-5523"0"0,24-10-3201 0 0,19-6-1200 0 0,7-6-401 0 0,10 0-320 0 0,9 0-160 0 0,93-6-800 0 0,101 6-641 0 0,-82 6 321 0 0,-77 4 480 0 0,-20-12-1361 0 0,-8-10-8644 0 0</inkml:trace>
  <inkml:trace contextRef="#ctx0" brushRef="#br0" timeOffset="1">363 2 960 0 0,'-12'-2'2001'0'0,"0"4"-160"0"0,5 0-160 0 0,2 2-160 0 0,5 4-321 0 0,7 4-79 0 0,12 8-321 0 0,-2 0-320 0 0,23 22-720 0 0,-21-22-960 0 0,-31-20-7124 0 0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20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6 480 0 0,'-4'-6'2161'0'0,"1"12"240"0"0,-11 62 2161 0 0,2 66 961 0 0,15-42-4162 0 0,6-16-2002 0 0,-2-12-719 0 0,0-23-801 0 0,-7-31-2481 0 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20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0 320 0 0,'-33'36'3670'0'0,"14"-15"311"0"0,-20 17 0 0 0,56-43-2353 0 0,29-12-1317 0 0,62-14 1 0 0,-88 26-327 0 0,1 1 1 0 0,0 1-1 0 0,0 1 0 0 0,1 1 0 0 0,-1 1 1 0 0,30 4-1 0 0,-46-4 13 0 0,0 1 0 0 0,0 0 0 0 0,1 0 1 0 0,-1 1-1 0 0,0 0 0 0 0,6 2 0 0 0,-11-3 4 0 0,1-1 0 0 0,0 1 0 0 0,0 0 0 0 0,0-1-1 0 0,0 1 1 0 0,-1 0 0 0 0,1 0 0 0 0,0-1 0 0 0,-1 1 0 0 0,1 0-1 0 0,-1 0 1 0 0,1 0 0 0 0,-1 0 0 0 0,1 0 0 0 0,-1 0 0 0 0,1 0-1 0 0,-1 0 1 0 0,0 0 0 0 0,0 0 0 0 0,1 0 0 0 0,-1 0 0 0 0,0 0-1 0 0,0 0 1 0 0,0 0 0 0 0,0 0 0 0 0,0 0 0 0 0,-1 0-1 0 0,1 0 1 0 0,0 0 0 0 0,0 0 0 0 0,-1 0 0 0 0,1 0 0 0 0,0 0-1 0 0,-1 0 1 0 0,0 2 0 0 0,-5 7 10 0 0,1 1 0 0 0,-2-1 0 0 0,1 0 0 0 0,-2 0-1 0 0,1-1 1 0 0,-1 0 0 0 0,0-1 0 0 0,-1 1 0 0 0,0-2 0 0 0,0 1 0 0 0,-1-1 0 0 0,0-1-1 0 0,0 1 1 0 0,-12 4 0 0 0,4-3 71 0 0,-1 0 0 0 0,0-1 0 0 0,0-1-1 0 0,-1 0 1 0 0,1-2 0 0 0,-1 0 0 0 0,-31 1 0 0 0,50-5-44 0 0,0 0 1 0 0,1 0 0 0 0,-1 1-1 0 0,1-1 1 0 0,-1 0 0 0 0,0 0-1 0 0,1 0 1 0 0,-1 0 0 0 0,0-1-1 0 0,1 1 1 0 0,-1 0 0 0 0,1 0 0 0 0,-1 0-1 0 0,1 0 1 0 0,-1-1 0 0 0,0 1-1 0 0,1 0 1 0 0,-1-1 0 0 0,1 1-1 0 0,-1-1 1 0 0,5-7 1023 0 0,26-13-532 0 0,4 3-624 0 0,0 1 0 0 0,41-13-1 0 0,-66 27 77 0 0,0 0 0 0 0,0 1 1 0 0,14-2-1 0 0,-22 4 13 0 0,0-1 0 0 0,0 1 0 0 0,0 0 0 0 0,0 0 0 0 0,1 0 0 0 0,-1 0 0 0 0,0 0 0 0 0,0 0 1 0 0,0 0-1 0 0,1 0 0 0 0,-1 1 0 0 0,0-1 0 0 0,0 0 0 0 0,0 1 0 0 0,0-1 0 0 0,0 1 0 0 0,0-1 0 0 0,0 1 1 0 0,0 0-1 0 0,0-1 0 0 0,0 1 0 0 0,0 0 0 0 0,0 0 0 0 0,0-1 0 0 0,-1 1 0 0 0,1 0 0 0 0,0 0 0 0 0,0 0 1 0 0,-1 0-1 0 0,1 0 0 0 0,-1 0 0 0 0,1 0 0 0 0,0 2 0 0 0,-1 3-41 0 0,-1-1 1 0 0,1 0-1 0 0,-1 0 0 0 0,0 1 0 0 0,0-1 0 0 0,-1 0 1 0 0,1 0-1 0 0,-1 0 0 0 0,0 0 0 0 0,-1 0 0 0 0,1-1 1 0 0,-1 1-1 0 0,-3 4 0 0 0,-4 6-55 0 0,0-1-1 0 0,-1 0 1 0 0,-1-1-1 0 0,-22 20 1 0 0,-61 41-1563 0 0,-7 6 530 0 0,90-69 1412 0 0,0 1-1 0 0,1 0 1 0 0,1 0-1 0 0,0 1 0 0 0,-15 26 1 0 0,23-35-172 0 0,0 0 0 0 0,0 0 0 0 0,0 0 0 0 0,1 0-1 0 0,0 0 1 0 0,-1 1 0 0 0,0 8 0 0 0,2-12-80 0 0,0 1 0 0 0,0 0-1 0 0,0-1 1 0 0,1 1-1 0 0,-1 0 1 0 0,0-1 0 0 0,1 1-1 0 0,-1 0 1 0 0,1-1-1 0 0,0 1 1 0 0,-1-1 0 0 0,1 1-1 0 0,0-1 1 0 0,0 1-1 0 0,0-1 1 0 0,0 0 0 0 0,0 1-1 0 0,0-1 1 0 0,1 0-1 0 0,-1 0 1 0 0,0 0 0 0 0,0 0-1 0 0,1 0 1 0 0,-1 0 0 0 0,1 0-1 0 0,1 0 1 0 0,7 4 41 0 0,0-1 0 0 0,0 0 0 0 0,1 0-1 0 0,-1-1 1 0 0,1-1 0 0 0,0 0 0 0 0,0 0 0 0 0,0-1 0 0 0,11 0 0 0 0,-3-2-9 0 0,-1 0 1 0 0,0-1-1 0 0,0-1 0 0 0,34-11 1 0 0,-13 0-1240 0 0,0-2 1 0 0,-1-2-1 0 0,0-1 0 0 0,36-26 1 0 0,54-48-8799 0 0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21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5 6963 0 0,'-59'-4'6803'0'0,"37"4"-5122"0"0,25 2-1681 0 0,2 0 80 0 0,-3 0 0 0 0,3-2 80 0 0,6 6 160 0 0,75 48 801 0 0,-15 2-2482 0 0,-50-1-9604 0 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21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143 163 8004 0 0,'-73'124'5199'0'0,"16"-43"-5209"0"0,55-79-21 0 0,1 1 1 0 0,-1 0 0 0 0,0 0-1 0 0,1-1 1 0 0,0 1 0 0 0,0 0-1 0 0,-1 4 1 0 0,2-7 24 0 0,0 0-1 0 0,-1 1 1 0 0,1-1 0 0 0,0 0-1 0 0,0 0 1 0 0,0 1-1 0 0,0-1 1 0 0,0 0 0 0 0,0 1-1 0 0,0-1 1 0 0,0 0 0 0 0,0 1-1 0 0,0-1 1 0 0,1 0 0 0 0,-1 0-1 0 0,0 1 1 0 0,0-1-1 0 0,0 0 1 0 0,0 1 0 0 0,0-1-1 0 0,0 0 1 0 0,1 0 0 0 0,-1 1-1 0 0,0-1 1 0 0,0 0 0 0 0,0 0-1 0 0,1 1 1 0 0,0-1-45 0 0,0 0 0 0 0,-1 0 1 0 0,1 0-1 0 0,0 0 0 0 0,0 0 0 0 0,0 0 1 0 0,-1 0-1 0 0,1 0 0 0 0,0 0 1 0 0,0-1-1 0 0,-1 1 0 0 0,1 0 0 0 0,0 0 1 0 0,-1-1-1 0 0,1 1 0 0 0,0 0 0 0 0,0-1 1 0 0,12-8-144 0 0,-1-1 1 0 0,0 0 0 0 0,0-1 0 0 0,-1 0-1 0 0,0-1 1 0 0,10-14 0 0 0,25-25 2173 0 0,-24 32-1186 0 0,2 1 0 0 0,0 2 1 0 0,1 0-1 0 0,1 2 1 0 0,29-12-1 0 0,22-13-265 0 0,-67 34-504 0 0,28-18 96 0 0,2 2-1 0 0,0 2 1 0 0,62-19-1 0 0,-100 37-132 0 0,1 0-1 0 0,-1 1 1 0 0,0-1-1 0 0,0 1 1 0 0,1-1-1 0 0,-1 1 1 0 0,0 0-1 0 0,1 0 1 0 0,-1 0-1 0 0,1 0 1 0 0,-1 0-1 0 0,0 1 1 0 0,1-1-1 0 0,3 2 1 0 0,-5-1-12 0 0,-1 0 0 0 0,1-1 0 0 0,-1 1 1 0 0,1 0-1 0 0,0 0 0 0 0,-1 0 0 0 0,0-1 0 0 0,1 1 0 0 0,-1 0 1 0 0,0 0-1 0 0,1 0 0 0 0,-1 0 0 0 0,0 0 0 0 0,0 0 0 0 0,0 0 1 0 0,0 0-1 0 0,1 0 0 0 0,-1-1 0 0 0,-1 1 0 0 0,1 0 1 0 0,0 0-1 0 0,0 0 0 0 0,0 0 0 0 0,0 0 0 0 0,-1 0 0 0 0,1 0 1 0 0,0 0-1 0 0,-1 0 0 0 0,1-1 0 0 0,-1 1 0 0 0,1 0 0 0 0,-2 1 1 0 0,-12 23-489 0 0,-1-1 1 0 0,-1 0 0 0 0,0-1-1 0 0,-2-1 1 0 0,-39 37 0 0 0,37-37 557 0 0,1 1 1 0 0,1 0-1 0 0,2 1 1 0 0,-21 39-1 0 0,16-22 192 0 0,3 1 0 0 0,-15 47 1 0 0,30-77-179 0 0,-16 54 260 0 0,18-60-301 0 0,0-1 1 0 0,0 1-1 0 0,0-1 0 0 0,1 1 1 0 0,0 0-1 0 0,0-1 0 0 0,1 1 1 0 0,-1-1-1 0 0,2 7 0 0 0,-1-12-61 0 0,-1 1-1 0 0,0-1 0 0 0,0 1 1 0 0,0-1-1 0 0,0 1 0 0 0,1-1 1 0 0,-1 0-1 0 0,0 1 0 0 0,0-1 1 0 0,1 0-1 0 0,-1 1 0 0 0,0-1 1 0 0,0 0-1 0 0,1 1 0 0 0,-1-1 1 0 0,0 0-1 0 0,1 1 0 0 0,-1-1 1 0 0,1 0-1 0 0,-1 0 0 0 0,0 0 1 0 0,1 1-1 0 0,-1-1 0 0 0,1 0 1 0 0,-1 0-1 0 0,1 0 0 0 0,-1 0 1 0 0,0 0-1 0 0,1 0 0 0 0,0 0 1 0 0,16-6-1217 0 0,14-18-529 0 0,-31 23 1742 0 0,44-38-1119 0 0,60-61 969 0 0,-101 97 254 0 0,0-1 0 0 0,0 1 0 0 0,1 0-1 0 0,-1 1 1 0 0,1-1 0 0 0,-1 1 0 0 0,1-1-1 0 0,0 1 1 0 0,0 0 0 0 0,0 0 0 0 0,7-2-1 0 0,-1 2 388 0 0,0 1 1 0 0,0 0-1 0 0,16 0 0 0 0,-14 1-384 0 0,22-5 143 0 0,-30 4-187 0 0,1 0 0 0 0,1 0-1 0 0,-1 1 1 0 0,0-1-1 0 0,0 1 1 0 0,0 0-1 0 0,0 1 1 0 0,0-1-1 0 0,0 1 1 0 0,10 3 0 0 0,-15-4-44 0 0,0 0 0 0 0,1-1-1 0 0,-1 1 1 0 0,0 0 0 0 0,0 0 0 0 0,1 1 0 0 0,-1-1 0 0 0,0 0 0 0 0,0 0 0 0 0,1 0 0 0 0,-1 0 0 0 0,0 0 0 0 0,0 0 0 0 0,0 0 0 0 0,1 0 0 0 0,-1 0 0 0 0,0 0 0 0 0,0 1 0 0 0,0-1 0 0 0,1 0 0 0 0,-1 0 0 0 0,0 0 0 0 0,0 0 0 0 0,0 1 0 0 0,0-1 0 0 0,0 0 0 0 0,1 0 0 0 0,-1 0 0 0 0,0 1 0 0 0,0-1 0 0 0,0 0 0 0 0,0 0 0 0 0,0 0 0 0 0,0 1 0 0 0,0-1 0 0 0,0 0 0 0 0,0 0 0 0 0,0 1-1 0 0,0-1 1 0 0,0 0 0 0 0,0 0 0 0 0,0 1 0 0 0,0-1 0 0 0,0 0 0 0 0,0 1 0 0 0,-11 4-2726 0 0,6-3 1414 0 0,-15 8-3837 0 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21.9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1 240 0 0,'-19'8'1209'0'0,"0"0"0"0"0,1 2 0 0 0,0 0 0 0 0,1 1 0 0 0,0 1 0 0 0,1 0 0 0 0,0 1 0 0 0,1 1 0 0 0,0 0 0 0 0,-15 22 1 0 0,15-17-508 0 0,1 1 0 0 0,1 0 0 0 0,1 2 0 0 0,1-1 0 0 0,1 1 0 0 0,1 0 0 0 0,1 1 1 0 0,0 0-1 0 0,-3 26 0 0 0,4-10-500 0 0,1 1-1 0 0,3-1 1 0 0,1 1 0 0 0,5 69 0 0 0,0-82 13 0 0,0 0 1 0 0,2 0-1 0 0,1 0 1 0 0,1-1-1 0 0,19 45 1 0 0,-21-62-99 0 0,0 1 0 0 0,0-1 1 0 0,1 0-1 0 0,0 0 1 0 0,1-1-1 0 0,0 0 0 0 0,13 12 1 0 0,-15-15-50 0 0,0-1 0 0 0,1 0 1 0 0,0-1-1 0 0,0 1 0 0 0,0-1 1 0 0,0 0-1 0 0,0-1 0 0 0,1 1 0 0 0,-1-2 1 0 0,1 1-1 0 0,0 0 0 0 0,-1-1 1 0 0,8 0-1 0 0,2-1-58 0 0,0 0 1 0 0,0-2-1 0 0,0 0 1 0 0,0 0-1 0 0,0-2 0 0 0,0 0 1 0 0,-1 0-1 0 0,0-2 1 0 0,21-10-1 0 0,7-6-1429 0 0,77-54-1 0 0,-8-8-6903 0 0,-19-4-5057 0 0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22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90 800 0 0,'-12'-14'3202'0'0,"133"-62"-4483"0"0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22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1 560 0 0,'-19'2'2081'0'0,"3"8"400"0"0,6 74 2882 0 0,3 127 1120 0 0,14-7-4322 0 0,12-56-2001 0 0,5-10-400 0 0,4 9 160 0 0,1 9 320 0 0,-5-10 80 0 0,-10-24 80 0 0,-5-36-240 0 0,-4-34-160 0 0,-3-30-480 0 0,-13-38-4882 0 0,-18-44-7444 0 0</inkml:trace>
  <inkml:trace contextRef="#ctx0" brushRef="#br0" timeOffset="1">65 1129 5042 0 0,'-29'-10'4562'0'0,"15"8"-1920"0"0,2 2-882 0 0,5 2-319 0 0,5-2-320 0 0,4 2-321 0 0,3-2-160 0 0,132-64-560 0 0,20-38-240 0 0,-27-7-80 0 0,-21-9-1040 0 0,-7-20-5444 0 0,7-34-959 0 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23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572 0 5923 0 0,'-16'9'2526'0'0,"0"1"0"0"0,-22 17 0 0 0,-48 56-674 0 0,59-55-1531 0 0,-44 42-303 0 0,24-25 1577 0 0,2 1-1 0 0,-65 88 1 0 0,89-96-1662 0 0,21-38 60 0 0,-1 1-1 0 0,1 0 0 0 0,0-1 0 0 0,0 1 1 0 0,-1 0-1 0 0,1-1 0 0 0,0 1 1 0 0,0 0-1 0 0,0-1 0 0 0,0 1 0 0 0,0 0 1 0 0,0 0-1 0 0,0-1 0 0 0,0 1 0 0 0,0 0 1 0 0,0-1-1 0 0,0 1 0 0 0,1 0 1 0 0,-1 0-1 0 0,0-1 0 0 0,0 1 0 0 0,1-1 1 0 0,-1 1-1 0 0,0 0 0 0 0,1-1 0 0 0,-1 1 1 0 0,1-1-1 0 0,-1 1 0 0 0,1-1 1 0 0,-1 1-1 0 0,1-1 0 0 0,-1 1 0 0 0,1-1 1 0 0,-1 1-1 0 0,1-1 0 0 0,0 0 0 0 0,-1 1 1 0 0,1-1-1 0 0,0 0 0 0 0,-1 1 1 0 0,1-1-1 0 0,0 0 0 0 0,-1 0 0 0 0,1 0 1 0 0,1 0-1 0 0,2 1-2 0 0,0-1-1 0 0,0 0 1 0 0,0 0 0 0 0,1 0 0 0 0,-1 0 0 0 0,4-2-1 0 0,20-5-144 0 0,46-18 0 0 0,-16 5-15 0 0,-36 12-207 0 0,1 2 0 0 0,-1 0-1 0 0,2 1 1 0 0,-1 2 0 0 0,0 0-1 0 0,26 1 1 0 0,-47 2 374 0 0,0 0-1 0 0,-1 0 1 0 0,1 0 0 0 0,0 0 0 0 0,0 0-1 0 0,-1 0 1 0 0,1 1 0 0 0,0-1-1 0 0,0 1 1 0 0,-1-1 0 0 0,1 1-1 0 0,0 0 1 0 0,-1-1 0 0 0,1 1 0 0 0,-1 0-1 0 0,1 0 1 0 0,-1 0 0 0 0,0 0-1 0 0,1 0 1 0 0,-1 1 0 0 0,0-1-1 0 0,0 0 1 0 0,0 1 0 0 0,0-1 0 0 0,0 1-1 0 0,0-1 1 0 0,0 1 0 0 0,0-1-1 0 0,0 1 1 0 0,-1 0 0 0 0,1-1-1 0 0,-1 1 1 0 0,1 0 0 0 0,-1 2 0 0 0,0 3 35 0 0,0-1 0 0 0,-1 1 0 0 0,0-1 0 0 0,0 1 0 0 0,-1-1 0 0 0,0 1 0 0 0,0-1 0 0 0,-5 10 0 0 0,-13 24 161 0 0,-50 73-1 0 0,45-75-70 0 0,10-16-44 0 0,-103 149 590 0 0,98-146-419 0 0,-1-1-1 0 0,-1-1 0 0 0,-1-1 1 0 0,-39 29-1 0 0,60-49-259 0 0,-7 4 84 0 0,1 0 1 0 0,-1-1 0 0 0,-13 6 0 0 0,21-10-137 0 0,-1 0 0 0 0,0 0 0 0 0,1-1 0 0 0,-1 1 0 0 0,0-1 1 0 0,1 1-1 0 0,-1-1 0 0 0,0 1 0 0 0,0-1 0 0 0,1 0 0 0 0,-1 0 0 0 0,0 0 0 0 0,0 0 0 0 0,0-1 1 0 0,1 1-1 0 0,-1 0 0 0 0,0-1 0 0 0,1 1 0 0 0,-1-1 0 0 0,0 1 0 0 0,1-1 0 0 0,-1 0 0 0 0,0 0 1 0 0,1 0-1 0 0,-1 0 0 0 0,-1-1 0 0 0,-1-3-741 0 0,1-1 1 0 0,0 1-1 0 0,0 0 0 0 0,1-1 0 0 0,0 0 1 0 0,0 0-1 0 0,-2-7 0 0 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23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0 960 0 0,'7'8'1521'0'0,"2"-2"-400"0"0,39 4 479 0 0,61 4 962 0 0,-17 0-722 0 0,-30 10-719 0 0,-31 14-161 0 0,-12 16 81 0 0,-15 14-2562 0 0,-22-8-6883 0 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23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53 3682 0 0,'-3'4'1103'0'0,"-17"19"1613"0"0,0-2-1 0 0,-1 0 1 0 0,-29 21-1 0 0,62-54-812 0 0,21-13-1685 0 0,-31 23-213 0 0,42-27 123 0 0,66-31 0 0 0,-97 54-116 0 0,0 0 1 0 0,0 1 0 0 0,0 1-1 0 0,1 0 1 0 0,0 1 0 0 0,0 0 0 0 0,-1 1-1 0 0,2 0 1 0 0,-1 2 0 0 0,22 0-1 0 0,-34 0-13 0 0,-1 0-1 0 0,1 0 1 0 0,-1 1-1 0 0,1-1 1 0 0,-1 0-1 0 0,1 1 1 0 0,-1-1-1 0 0,1 1 1 0 0,-1-1-1 0 0,1 1 1 0 0,-1-1-1 0 0,0 1 1 0 0,1 0-1 0 0,-1 0 1 0 0,0 0-1 0 0,0 0 1 0 0,0 0-1 0 0,0 0 1 0 0,1 0-1 0 0,-1 0 1 0 0,-1 1-1 0 0,1-1 1 0 0,0 0 0 0 0,0 0-1 0 0,0 1 1 0 0,-1-1-1 0 0,1 1 1 0 0,-1-1-1 0 0,1 0 1 0 0,-1 1-1 0 0,1-1 1 0 0,-1 1-1 0 0,0 0 1 0 0,0-1-1 0 0,0 1 1 0 0,0-1-1 0 0,0 1 1 0 0,0-1-1 0 0,-1 3 1 0 0,0 3 6 0 0,-1 1 1 0 0,0-1 0 0 0,0-1 0 0 0,-1 1 0 0 0,0 0-1 0 0,-1-1 1 0 0,-5 9 0 0 0,-3 2 12 0 0,-1 0 0 0 0,0-1 1 0 0,-1-1-1 0 0,-1 0 0 0 0,0-1 0 0 0,-22 14 1 0 0,-109 66 408 0 0,128-84-342 0 0,-2 1 168 0 0,27-14 41 0 0,15-4-4602 0 0,-4-4-721 0 0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24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35 230 720 0 0,'-6'-2'937'0'0,"-18"-12"3826"0"0,24 14-4619 0 0,0-1 0 0 0,-1 1-1 0 0,1-1 1 0 0,0 1-1 0 0,-1 0 1 0 0,1-1-1 0 0,0 1 1 0 0,-1-1 0 0 0,1 1-1 0 0,0-1 1 0 0,0 1-1 0 0,0-1 1 0 0,-1 1 0 0 0,1-1-1 0 0,0 1 1 0 0,0-1-1 0 0,0 1 1 0 0,0-1 0 0 0,0 1-1 0 0,0-1 1 0 0,0 1-1 0 0,0-1 1 0 0,0 1 0 0 0,0-1-1 0 0,0 1 1 0 0,0-1-1 0 0,1 1 1 0 0,-1-1 0 0 0,0 1-1 0 0,0-1 1 0 0,0 1-1 0 0,1-1 1 0 0,-1 1-1 0 0,0-1 1 0 0,1 1 0 0 0,-1 0-1 0 0,0-1 1 0 0,1 1-1 0 0,-1-1 1 0 0,0 1 0 0 0,1 0-1 0 0,-1-1 1 0 0,1 1-1 0 0,-1 0 1 0 0,1 0 0 0 0,-1-1-1 0 0,1 1 1 0 0,23-15 1712 0 0,0 1 1 0 0,1 0 0 0 0,29-9-1 0 0,85-27 1266 0 0,-106 39-2732 0 0,-32 11-427 0 0,-1 0 1 0 0,0 0-1 0 0,0 0 0 0 0,0 0 1 0 0,0 0-1 0 0,0 0 0 0 0,0 0 1 0 0,1 0-1 0 0,-1 0 0 0 0,0 0 0 0 0,0 0 1 0 0,0 0-1 0 0,0 0 0 0 0,0 0 1 0 0,0 0-1 0 0,1 0 0 0 0,-1 0 1 0 0,0 0-1 0 0,0 0 0 0 0,0 0 0 0 0,0 1 1 0 0,0-1-1 0 0,0 0 0 0 0,0 0 1 0 0,1 0-1 0 0,-1 0 0 0 0,0 0 1 0 0,0 0-1 0 0,0 0 0 0 0,0 0 1 0 0,0 1-1 0 0,0-1 0 0 0,0 0 0 0 0,0 0 1 0 0,0 0-1 0 0,0 0 0 0 0,0 0 1 0 0,0 0-1 0 0,0 1 0 0 0,0-1 1 0 0,0 0-1 0 0,0 0 0 0 0,0 0 0 0 0,0 0 1 0 0,0 0-1 0 0,0 1 0 0 0,0-1 1 0 0,0 0-1 0 0,0 0 0 0 0,0 0 1 0 0,0 0-1 0 0,0 0 0 0 0,0 0 1 0 0,0 1-1 0 0,0-1 0 0 0,0 0 0 0 0,-1 0 1 0 0,1 0-1 0 0,0 0 0 0 0,0 0 1 0 0,0 0-1 0 0,0 0 0 0 0,0 0 1 0 0,0 1-1 0 0,-1-11-7529 0 0,5-26-2039 0 0,-1 11 6271 0 0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24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27 172 240 0 0,'-8'-18'2801'0'0,"4"4"-79"0"0,-1 2-1 0 0,0 2-80 0 0,3 2-80 0 0,0 0-240 0 0,4 2-160 0 0,43-6 1041 0 0,59 0-81 0 0,-14 4-2641 0 0,-28 0-1280 0 0,-34 6-1921 0 0,-13-2-641 0 0,-11-2 1682 0 0,-8-6-1 0 0,-8-20-7363 0 0</inkml:trace>
  <inkml:trace contextRef="#ctx0" brushRef="#br0" timeOffset="1">197 14 8884 0 0,'-16'192'10405'0'0,"39"-40"-6483"0"0,11-28-3522 0 0,18 25-240 0 0,2 31 240 0 0,5 4 80 0 0,1-22-400 0 0,-6-35-240 0 0,-4-35-240 0 0,-19-28-961 0 0,-15-20-319 0 0,-13-28-161 0 0,-17-34-7043 0 0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24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0 1841 0 0,'-1'1'189'0'0,"1"0"0"0"0,0 0 0 0 0,0 0 0 0 0,0 0 0 0 0,0-1 0 0 0,0 1 0 0 0,1 0 1 0 0,-1 0-1 0 0,0 0 0 0 0,0 0 0 0 0,0 0 0 0 0,1-1 0 0 0,-1 1 0 0 0,0 0 0 0 0,1 0 0 0 0,-1 0 0 0 0,1-1 0 0 0,-1 1 0 0 0,1 0 1 0 0,0 0-1 0 0,29 12 5283 0 0,-23-11-4751 0 0,28 12 2374 0 0,0 0 0 0 0,45 27 0 0 0,-76-38-3110 0 0,0-1-1 0 0,0 1 1 0 0,0 0 0 0 0,-1 1 0 0 0,1-1 0 0 0,-1 0 0 0 0,0 1-1 0 0,0 0 1 0 0,0 0 0 0 0,0 0 0 0 0,-1 0 0 0 0,0 0 0 0 0,1 1-1 0 0,-2-1 1 0 0,1 1 0 0 0,1 4 0 0 0,-2-3-142 0 0,0 0 1 0 0,-1 1 0 0 0,0-1-1 0 0,0 0 1 0 0,0 0 0 0 0,-1 0-1 0 0,1 0 1 0 0,-2 0 0 0 0,1 0-1 0 0,-1 0 1 0 0,-2 6 0 0 0,-5 8-149 0 0,0-1 0 0 0,-2-1 1 0 0,0 1-1 0 0,-1-2 1 0 0,-27 31-1 0 0,22-30 352 0 0,-1 0-1 0 0,-1-2 1 0 0,-1 0 0 0 0,0-1 0 0 0,-34 19 0 0 0,-111 46 206 0 0,120-60 107 0 0,44-20-310 0 0,0 1 0 0 0,0-1 1 0 0,1 0-1 0 0,-1 1 0 0 0,0-1 1 0 0,1 1-1 0 0,-1-1 1 0 0,1 1-1 0 0,-1-1 0 0 0,0 1 1 0 0,1-1-1 0 0,-1 1 0 0 0,1 0 1 0 0,-1-1-1 0 0,1 1 0 0 0,0 0 1 0 0,-1-1-1 0 0,1 1 0 0 0,0 0 1 0 0,0 0-1 0 0,-1-1 0 0 0,1 1 1 0 0,0 0-1 0 0,0 0 1 0 0,0 0-1 0 0,0-1 0 0 0,0 1 1 0 0,0 0-1 0 0,0 0 0 0 0,0-1 1 0 0,0 1-1 0 0,0 0 0 0 0,0 0 1 0 0,1 0-1 0 0,-1-1 0 0 0,0 1 1 0 0,0 0-1 0 0,1-1 0 0 0,0 2 1 0 0,2 2 148 0 0,-1 0 1 0 0,2-1 0 0 0,-1 1 0 0 0,0-1-1 0 0,6 5 1 0 0,0 0-264 0 0,5 4 117 0 0,1 0 1 0 0,0-1 0 0 0,1 0-1 0 0,0-1 1 0 0,1-1-1 0 0,0-1 1 0 0,1 0-1 0 0,-1-1 1 0 0,34 8 0 0 0,-9-5 249 0 0,0-2-1 0 0,1-2 1 0 0,56 0 0 0 0,-11-5 262 0 0,23 1-4131 0 0,-42 3-5905 0 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30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1 510 6643 0 0,'490'-64'6790'0'0,"932"-76"-294"0"0,-860 105-4922 0 0,705-4 482 0 0,-591 23-1697 0 0,1487-66 374 0 0,-1790 59-582 0 0,-3-31 98 0 0,-364 53-241 0 0,-2 0-11 0 0,1 1 1 0 0,-1-1-1 0 0,0-1 0 0 0,0 1 1 0 0,0 0-1 0 0,-1-1 1 0 0,7-3-1 0 0,-10 5-5 0 0,-1 0 0 0 0,1 0 0 0 0,0 0 0 0 0,0 0 0 0 0,0 0 1 0 0,0 0-1 0 0,0 0 0 0 0,0 0 0 0 0,-1 0 0 0 0,1 0 0 0 0,0 0 0 0 0,0 0 0 0 0,0 0 0 0 0,0 0 0 0 0,0 0 0 0 0,0 0 0 0 0,-1 0 0 0 0,1 0 1 0 0,0 0-1 0 0,0 0 0 0 0,0 0 0 0 0,0 0 0 0 0,0 0 0 0 0,0-1 0 0 0,0 1 0 0 0,-1 0 0 0 0,1 0 0 0 0,0 0 0 0 0,0 0 0 0 0,0 0 0 0 0,0 0 1 0 0,0 0-1 0 0,0-1 0 0 0,0 1 0 0 0,0 0 0 0 0,0 0 0 0 0,0 0 0 0 0,0 0 0 0 0,0 0 0 0 0,0 0 0 0 0,0-1 0 0 0,0 1 0 0 0,0 0 0 0 0,0 0 0 0 0,0 0 1 0 0,0 0-1 0 0,0 0 0 0 0,0 0 0 0 0,0-1 0 0 0,0 1 0 0 0,0 0 0 0 0,0 0 0 0 0,0 0 0 0 0,0 0 0 0 0,0 0 0 0 0,0 0 0 0 0,0-1 0 0 0,1 1 1 0 0,-1 0-1 0 0,0 0 0 0 0,0 0 0 0 0,0 0 0 0 0,0 0 0 0 0,0 0 0 0 0,0 0 0 0 0,0 0 0 0 0,0 0 0 0 0,1 0 0 0 0,-14-5-359 0 0,-1 0 0 0 0,1 2 1 0 0,-1 0-1 0 0,1 0 0 0 0,-16 0 0 0 0,-6-2-913 0 0,-81-6-6737 0 0,9 16-4572 0 0,107-5 12585 0 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5:12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432 0 1441 0 0,'-6'21'2761'0'0,"-3"13"-2163"0"0,-9 25-463 0 0,-12 83-1 0 0,4 26 288 0 0,-6 47-150 0 0,-37 194 176 0 0,-31-8-483 0 0,53-257 29 0 0,26-82-111 0 0,-18 83 0 0 0,26-69-870 0 0,-9 30-2041 0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5:12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1 160 0 0,'0'12'400'0'0,"1"0"0"0"0,0-1 1 0 0,1 1-1 0 0,0 0 0 0 0,0-1 0 0 0,1 1 0 0 0,1-1 1 0 0,0 0-1 0 0,1 0 0 0 0,6 12 0 0 0,29 76-420 0 0,-30-71 56 0 0,0-1 0 0 0,2 0 0 0 0,1-1 0 0 0,32 47 0 0 0,-32-56 2 0 0,1-2 0 0 0,1 0 0 0 0,0 0-1 0 0,1-2 1 0 0,1 0 0 0 0,0 0 0 0 0,1-2 0 0 0,19 10-1 0 0,-6-6 23 0 0,1-1 0 0 0,0-1 0 0 0,1-2 0 0 0,37 7 0 0 0,-55-15-67 0 0,1-1 0 0 0,0-1 0 0 0,0 0-1 0 0,0-1 1 0 0,0-1 0 0 0,-1-1 0 0 0,1 0-1 0 0,0-1 1 0 0,-1 0 0 0 0,17-7-1 0 0,-7 1-5 0 0,0-1 0 0 0,-1-1-1 0 0,0-2 1 0 0,0 0 0 0 0,22-18-1 0 0,4-9-32 0 0,-3-2-1 0 0,-1-3 0 0 0,76-97 1 0 0,-46 41-955 0 0,-2-8-1653 0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51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459 0 320 0 0,'-31'1'485'0'0,"44"0"248"0"0,-3 0 330 0 0,-14-2-704 0 0,0 1-1 0 0,0 0 1 0 0,0 1-1 0 0,0-1 1 0 0,1 1-1 0 0,-1-1 0 0 0,0 1 1 0 0,0 0-1 0 0,-5 3 1 0 0,0 0 382 0 0,1 1 0 0 0,0 0 1 0 0,-14 10-1 0 0,-18 19 1269 0 0,1 2-1 0 0,-47 57 1 0 0,51-48-1713 0 0,1 2 1 0 0,-41 76-1 0 0,44-70-188 0 0,28-49-73 0 0,0 1 1 0 0,1 0 0 0 0,-1 0-1 0 0,1 1 1 0 0,0-1 0 0 0,-2 10-1 0 0,4-13-27 0 0,-1 0 0 0 0,1 0 0 0 0,0 1 0 0 0,1-1 0 0 0,-1 0 0 0 0,0 0 0 0 0,1 0 0 0 0,-1 0 0 0 0,1 0 0 0 0,-1 0 0 0 0,1 0 0 0 0,0 0 0 0 0,0 0 0 0 0,0 0 0 0 0,0 0 0 0 0,0-1 0 0 0,1 1-1 0 0,-1 0 1 0 0,1-1 0 0 0,-1 1 0 0 0,2 1 0 0 0,28 23-20 0 0,1-2-1 0 0,1-1 1 0 0,65 34-1 0 0,-51-31 13 0 0,58 43-1 0 0,-91-59 7 0 0,-2 1-1 0 0,0 0 1 0 0,0 0-1 0 0,-1 1 1 0 0,0 1-1 0 0,-1 0 1 0 0,-1 0-1 0 0,13 25 1 0 0,-18-29 6 0 0,0-1 0 0 0,-1 1 0 0 0,-1 0 0 0 0,0 0 0 0 0,0 0 0 0 0,0 0 0 0 0,-1 0 0 0 0,-1 1 0 0 0,0-1 0 0 0,0 0 0 0 0,0 1 0 0 0,-1-1 0 0 0,-1 0 0 0 0,0 0 0 0 0,0 0 0 0 0,-6 15 0 0 0,-1-2 108 0 0,-1-1 0 0 0,0-1 0 0 0,-2 1 0 0 0,0-2 0 0 0,-22 26 0 0 0,16-23-140 0 0,-1-1 0 0 0,0-1 1 0 0,-2-1-1 0 0,0 0 0 0 0,-1-2 1 0 0,-1 0-1 0 0,-1-2 0 0 0,0-1 1 0 0,-32 14-1 0 0,54-27-96 0 0,0 0-1 0 0,0 0 1 0 0,0 0 0 0 0,-1 0-1 0 0,1 0 1 0 0,0-1-1 0 0,-1 1 1 0 0,1-1 0 0 0,0 0-1 0 0,-1 1 1 0 0,1-1 0 0 0,-1 0-1 0 0,1-1 1 0 0,-1 1 0 0 0,1 0-1 0 0,0-1 1 0 0,-1 1 0 0 0,-1-2-1 0 0,2 1-232 0 0,0-1 0 0 0,0 0-1 0 0,0 0 1 0 0,1 0 0 0 0,-1 0 0 0 0,1 0 0 0 0,-1 0-1 0 0,1 0 1 0 0,0-1 0 0 0,0 1 0 0 0,0 0-1 0 0,0-1 1 0 0,0 1 0 0 0,0-1 0 0 0,0-3-1 0 0,-14-64-7614 0 0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52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0 899 160 0 0</inkml:trace>
  <inkml:trace contextRef="#ctx0" brushRef="#br0" timeOffset="1">472 348 2721 0 0,'116'-78'6483'0'0,"-31"22"-800"0"0,3 16-2482 0 0,19 12-2160 0 0,16 0-1041 0 0,7 4-80 0 0,-4 0 160 0 0,-10 4 240 0 0,-9 6 0 0 0,-15 10-400 0 0,-25 8-1761 0 0,-37-8-8484 0 0,-53-28 2962 0 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52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338 1 1361 0 0,'-66'58'1910'0'0,"-23"24"-133"0"0,77-69-1427 0 0,2 0 1 0 0,-1 1-1 0 0,2 0 0 0 0,0 0 1 0 0,-10 24-1 0 0,-10 36 4992 0 0,-29 117 1 0 0,50-158-4486 0 0,2 0 0 0 0,1 1 0 0 0,1 0 1 0 0,2 38-1 0 0,3-36-660 0 0,2 0 0 0 0,1 0 0 0 0,17 64 1 0 0,-13-72-483 0 0,1 0 0 0 0,1-1 1 0 0,2 0-1 0 0,0 0 0 0 0,2-2 1 0 0,1 1-1 0 0,1-2 0 0 0,0 0 1 0 0,2-1-1 0 0,1-1 0 0 0,1-1 0 0 0,26 22 1 0 0,-35-34-331 0 0,1 1 1 0 0,0-2-1 0 0,1 0 1 0 0,0 0 0 0 0,0-1-1 0 0,1-1 1 0 0,-1 0-1 0 0,1-1 1 0 0,20 4-1 0 0,-27-7 220 0 0,1-2 0 0 0,-1 1 0 0 0,0-1 0 0 0,1 0 1 0 0,-1 0-1 0 0,1-1 0 0 0,-1 0 0 0 0,0 0 0 0 0,0-1 0 0 0,0 0 0 0 0,1 0 0 0 0,-2-1 0 0 0,1 0 0 0 0,0 0 0 0 0,-1 0 0 0 0,1-1 0 0 0,-1 0 0 0 0,0 0 0 0 0,0-1 0 0 0,0 0 0 0 0,7-8 0 0 0,4-7-153 0 0,-1 0-1 0 0,0-1 0 0 0,-2-1 0 0 0,0 0 0 0 0,-1-1 1 0 0,15-41-1 0 0,50-168 534 0 0,-57 165 510 0 0,-16 51-190 0 0,12-46 1817 0 0,-16 57-1724 0 0,0 0-1 0 0,-1 1 1 0 0,1-1-1 0 0,-1 0 1 0 0,0 0-1 0 0,0 0 1 0 0,-1 1 0 0 0,1-1-1 0 0,-3-8 1 0 0,3 12-240 0 0,-1 0 0 0 0,1 0 0 0 0,0 1 0 0 0,-1-1 0 0 0,1 0 0 0 0,-1 0 0 0 0,1 0 1 0 0,-1 0-1 0 0,1 1 0 0 0,-1-1 0 0 0,0 0 0 0 0,1 1 0 0 0,-1-1 0 0 0,0 0 0 0 0,0 1 0 0 0,1-1 1 0 0,-1 1-1 0 0,0-1 0 0 0,0 1 0 0 0,0-1 0 0 0,0 1 0 0 0,0 0 0 0 0,-1-1 0 0 0,2 1 49 0 0,-1 0-1 0 0,0 0 1 0 0,1 0 0 0 0,-1 0-1 0 0,0 1 1 0 0,1-1-1 0 0,-1 0 1 0 0,0 0-1 0 0,1 0 1 0 0,-1 1 0 0 0,1-1-1 0 0,-1 0 1 0 0,0 1-1 0 0,1-1 1 0 0,-1 1 0 0 0,1-1-1 0 0,-1 0 1 0 0,1 1-1 0 0,0-1 1 0 0,-1 1-1 0 0,1-1 1 0 0,-1 1 0 0 0,1 0-1 0 0,0-1 1 0 0,-1 1-1 0 0,1-1 1 0 0,0 1 0 0 0,0 0-1 0 0,-1-1 1 0 0,1 1-1 0 0,0-1 1 0 0,0 1-1 0 0,0 1 1 0 0,-6 43 930 0 0,2-4-1167 0 0,-6 70-30 0 0,-25 185 841 0 0,-16-64-51 0 0,41-199-220 0 0,-1 0 0 0 0,-2-1 1 0 0,-1 0-1 0 0,-27 46 0 0 0,33-66 357 0 0,8-12-853 0 0,0 0-1 0 0,0 0 1 0 0,0 0-1 0 0,0 0 1 0 0,0 0-1 0 0,0 0 1 0 0,0 0-1 0 0,0-1 1 0 0,0 1-1 0 0,0 0 1 0 0,0 0-1 0 0,0 0 1 0 0,0 0-1 0 0,0 0 1 0 0,0 0-1 0 0,0 0 1 0 0,0 0-1 0 0,0 0 1 0 0,0 0 0 0 0,-1 0-1 0 0,1 0 1 0 0,0 0-1 0 0,0 0 1 0 0,0 0-1 0 0,0 0 1 0 0,0 0-1 0 0,0 0 1 0 0,0 0-1 0 0,0 0 1 0 0,0 0-1 0 0,0 0 1 0 0,0 0-1 0 0,0 0 1 0 0,0 0-1 0 0,10-24 160 0 0,-2 7-299 0 0,70-181-180 0 0,-38 115 289 0 0,74-114 1 0 0,77-74-1392 0 0,-114 176-2482 0 0,2 6-4172 0 0,-15 21 312 0 0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48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2721 0 0,'4'128'11766'0'0,"39"142"-4563"0"0,-8-51-5602 0 0,-1-13-2162 0 0,1 32-239 0 0,3 33 800 0 0,-7 17 880 0 0,-3-16-159 0 0,3-49-401 0 0,-7-77-240 0 0,7-26-160 0 0,7-18-1201 0 0,4-26-2801 0 0,8-40-2000 0 0,-10-54 479 0 0,-14-80 641 0 0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48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50 156 5202 0 0,'-11'-2'4150'0'0,"-25"-6"3933"0"0,33 4-6929 0 0,14 0-601 0 0,30-3-415 0 0,76-3 0 0 0,-48 6-54 0 0,550-20 1420 0 0,8 23 1057 0 0,-488 2-1797 0 0,316 3 1357 0 0,-250-1-1385 0 0,1030-4 329 0 0,-290-50-986 0 0,-350 16-11 0 0,-529 31-81 0 0,193-5-112 0 0,-197 10 42 0 0,-1 3 0 0 0,72 14 0 0 0,-119-16 61 0 0,1 1-1 0 0,-1 1 1 0 0,0 1 0 0 0,0 0-1 0 0,0 0 1 0 0,0 1 0 0 0,12 9 0 0 0,-21-12 15 0 0,0 1 0 0 0,0 0 0 0 0,0 0 1 0 0,0 0-1 0 0,-1 1 0 0 0,0 0 0 0 0,0 0 0 0 0,0 0 1 0 0,-1 0-1 0 0,0 0 0 0 0,0 1 0 0 0,0 0 1 0 0,-1-1-1 0 0,1 1 0 0 0,-1 0 0 0 0,-1 0 1 0 0,1 0-1 0 0,0 10 0 0 0,0-1 1 0 0,-2-1 1 0 0,0 1-1 0 0,0-1 1 0 0,-1 1-1 0 0,-5 19 1 0 0,-23 75-39 0 0,27-102 41 0 0,-106 329-67 0 0,-29 96 47 0 0,30 8 25 0 0,-30 106-1992 0 0,119-489-615 0 0,-3-1 0 0 0,-35 69 1 0 0,39-92 1016 0 0,-2-2 0 0 0,-1-1 0 0 0,-2 0 0 0 0,-1-2 1 0 0,-26 27-1 0 0,-96 70-3495 0 0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48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185 158 1441 0 0,'-176'6'7603'0'0,"168"-5"-5080"0"0,20 2 10 0 0,225 21 4510 0 0,-106-12-5469 0 0,235 22 627 0 0,74 1-1254 0 0,39-5-453 0 0,210-12 259 0 0,938-94 1 0 0,-1215 33-1296 0 0,-12-20-2518 0 0,-338 51-1044 0 0,0-3 0 0 0,104-38 0 0 0,-161 51 3448 0 0,1-1-1 0 0,-1 0 0 0 0,0 1 1 0 0,0-1-1 0 0,0-1 1 0 0,0 1-1 0 0,0-1 0 0 0,5-5 1 0 0,-9 8 437 0 0,-1 0 0 0 0,1 0 0 0 0,-1 0 0 0 0,1 0 0 0 0,0 0 0 0 0,-1-1 1 0 0,0 1-1 0 0,1 0 0 0 0,-1 0 0 0 0,0 0 0 0 0,0 0 0 0 0,1-1 0 0 0,-1 1 0 0 0,0 0 1 0 0,0 0-1 0 0,0 0 0 0 0,-1 0 0 0 0,1-1 0 0 0,0 1 0 0 0,-1-2 0 0 0,1 3 214 0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49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1 7684 0 0,'-50'265'11205'0'0,"38"-49"-6963"0"0,5-50-3922 0 0,-5 8-1281 0 0,0 19 241 0 0,7 3 240 0 0,13-22-1601 0 0,22-50-2641 0 0,18-62-2802 0 0,6-66 1441 0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49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638 7 720 0 0,'-45'-6'4402'0'0,"-102"60"4242"0"0,8 60 1041 0 0,51 30-6964 0 0,19 19-2561 0 0,15-5 640 0 0,2 34-79 0 0,18 22-401 0 0,25 1-160 0 0,28-17-240 0 0,26-42-160 0 0,40-48-160 0 0,34-48-1361 0 0,4-50-7443 0 0,-12-56-1921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50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337 200 6643 0 0,'-61'73'10080'0'0,"5"3"-5428"0"0,16-15-4379 0 0,3 2-1 0 0,2 1 0 0 0,-49 132 0 0 0,81-190-188 0 0,-15 57 908 0 0,17-59-924 0 0,0 0 0 0 0,1 0 0 0 0,-1 0 0 0 0,1 0 0 0 0,0 0 0 0 0,0 0 0 0 0,1 0 0 0 0,-1 0 0 0 0,1 1 0 0 0,0-1 0 0 0,0 0 0 0 0,2 3 0 0 0,-2-5-75 0 0,0 0 0 0 0,0-1 0 0 0,0 1-1 0 0,1 0 1 0 0,-1-1 0 0 0,0 0-1 0 0,1 1 1 0 0,-1-1 0 0 0,1 0-1 0 0,0 0 1 0 0,-1 0 0 0 0,1 0-1 0 0,0 0 1 0 0,0 0 0 0 0,0 0-1 0 0,-1-1 1 0 0,1 1 0 0 0,0-1 0 0 0,0 1-1 0 0,0-1 1 0 0,0 0 0 0 0,0 1-1 0 0,0-1 1 0 0,0 0 0 0 0,0-1-1 0 0,0 1 1 0 0,0 0 0 0 0,0 0-1 0 0,0-1 1 0 0,3-1 0 0 0,3 1 1 0 0,0-2 1 0 0,-1 1-1 0 0,1-1 1 0 0,-1 0-1 0 0,0 0 1 0 0,0-1-1 0 0,0 0 0 0 0,6-5 1 0 0,3-3-54 0 0,-2-1 0 0 0,24-24 0 0 0,5-17-932 0 0,-2-1 0 0 0,-3-2 0 0 0,37-72 0 0 0,15-24-1448 0 0,-72 124 2434 0 0,2 2 1 0 0,1 0-1 0 0,0 2 0 0 0,2 0 0 0 0,1 1 0 0 0,1 2 1 0 0,1 0-1 0 0,1 2 0 0 0,0 0 0 0 0,2 2 1 0 0,0 2-1 0 0,1 0 0 0 0,40-13 0 0 0,-61 25 46 0 0,0 1-1 0 0,0 1 1 0 0,1-1-1 0 0,0 2 0 0 0,16-2 1 0 0,-23 3-15 0 0,0 0 0 0 0,0 0 0 0 0,0 1 0 0 0,0-1 0 0 0,0 1 0 0 0,0 0 0 0 0,0 0 0 0 0,-1 0 0 0 0,1 0 0 0 0,0 0 0 0 0,-1 0 0 0 0,1 1 0 0 0,0-1 0 0 0,-1 1 0 0 0,0 0 0 0 0,1 0 0 0 0,-1 0 0 0 0,0 0 0 0 0,0 0 0 0 0,0 0 0 0 0,0 1 0 0 0,-1-1 0 0 0,2 4 0 0 0,1 2 121 0 0,0 1 0 0 0,-1 0 0 0 0,0 0-1 0 0,0 0 1 0 0,-1 0 0 0 0,-1 1 0 0 0,0-1-1 0 0,1 18 1 0 0,-3 17 173 0 0,-1-1 0 0 0,-2 1-1 0 0,-14 66 1 0 0,-50 134-78 0 0,5-61-2 0 0,51-143-133 0 0,12-40-110 0 0,0 0 1 0 0,0 0-1 0 0,0 0 1 0 0,0 1-1 0 0,0-1 1 0 0,-1 0-1 0 0,1 0 1 0 0,0 0-1 0 0,0 1 1 0 0,0-1-1 0 0,0 0 1 0 0,0 0-1 0 0,0 0 1 0 0,0 1-1 0 0,0-1 1 0 0,0 0-1 0 0,0 0 1 0 0,0 0-1 0 0,0 1 1 0 0,0-1 0 0 0,1 0-1 0 0,-1 0 1 0 0,0 0-1 0 0,0 1 1 0 0,0-1-1 0 0,0 0 1 0 0,0 0-1 0 0,0 0 1 0 0,0 0-1 0 0,0 1 1 0 0,1-1-1 0 0,-1 0 1 0 0,0 0-1 0 0,0 0 1 0 0,0 0-1 0 0,0 0 1 0 0,1 0-1 0 0,-1 1 1 0 0,0-1-1 0 0,0 0 1 0 0,0 0 0 0 0,0 0-1 0 0,1 0 1 0 0,-1 0-1 0 0,0 0 1 0 0,0 0-1 0 0,0 0 1 0 0,1 0-1 0 0,-1 0 1 0 0,0 0-1 0 0,0 0 1 0 0,0 0-1 0 0,1 0 1 0 0,-1 0-1 0 0,0 0 1 0 0,0 0-1 0 0,0 0 1 0 0,1 0-1 0 0,-1 0 1 0 0,0 0-1 0 0,0-1 1 0 0,0 1 0 0 0,0 0-1 0 0,1 0 1 0 0,-1 0-1 0 0,0 0 1 0 0,0 0-1 0 0,0 0 1 0 0,1-1-1 0 0,5-4-96 0 0,1-1-1 0 0,-1 0 0 0 0,1-1 1 0 0,-2 1-1 0 0,1-1 1 0 0,-1 0-1 0 0,6-11 0 0 0,5-5-117 0 0,51-83-1114 0 0,-40 59 323 0 0,56-69-1 0 0,-80 111 1018 0 0,1 1-1 0 0,-1 0 1 0 0,1 0 0 0 0,0 1-1 0 0,1-1 1 0 0,-1 1-1 0 0,0 0 1 0 0,1 0 0 0 0,0 0-1 0 0,0 1 1 0 0,0-1-1 0 0,0 1 1 0 0,7-2 0 0 0,-7 4 9 0 0,-1-1 1 0 0,0 1-1 0 0,0 0 1 0 0,1 0-1 0 0,-1 1 1 0 0,0-1-1 0 0,0 1 1 0 0,0 0-1 0 0,1 0 1 0 0,-1 0-1 0 0,0 1 1 0 0,0-1-1 0 0,-1 1 1 0 0,1 0-1 0 0,0 0 1 0 0,0 0-1 0 0,4 5 1 0 0,3 2 44 0 0,0 0 1 0 0,-1 1-1 0 0,0 0 1 0 0,0 0 0 0 0,-1 1-1 0 0,9 16 1 0 0,39 76 352 0 0,-19-31-117 0 0,-12-31 366 0 0,2-2-1 0 0,2-1 1 0 0,37 37-1 0 0,36 45 1347 0 0,-86-99-2322 0 0,40 58-2879 0 0,-51-69 1722 0 0,0 1-1 0 0,0 0 0 0 0,-1 1 1 0 0,0-1-1 0 0,5 20 1 0 0,-7-16-1449 0 0,-2 0 0 0 0,2 22 0 0 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50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6563 0 0,'225'32'13446'0'0,"45"-10"-8404"0"0,-7-18-4801 0 0,1-16-1362 0 0,3-4 241 0 0,13-4 720 0 0,-3 2 400 0 0,-28 8 0 0 0,-40 14-1361 0 0,-46 12-2480 0 0,-58-14-2322 0 0,-53 6-2241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51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339 0 2481 0 0,'-4'2'1244'0'0,"-2"3"-294"0"0,-1-1 1 0 0,1 0 0 0 0,-1-1 0 0 0,0 1 0 0 0,0-1-1 0 0,0-1 1 0 0,0 0 0 0 0,-1 0 0 0 0,-13 2 0 0 0,16-5 350 0 0,11 0-853 0 0,27-1 551 0 0,311 20 6417 0 0,-245-12-6824 0 0,1 5-1 0 0,101 24 1 0 0,-178-30-663 0 0,0 2 0 0 0,-1 1 0 0 0,0 1 0 0 0,0 1 0 0 0,-1 1 0 0 0,0 0 0 0 0,-1 2 0 0 0,0 0 0 0 0,26 24 0 0 0,-36-27 49 0 0,1 0 0 0 0,-2 1 0 0 0,1 1 1 0 0,-2 0-1 0 0,1 0 0 0 0,-2 0 0 0 0,0 1 0 0 0,0 0 1 0 0,-1 1-1 0 0,-1-1 0 0 0,0 1 0 0 0,-1 0 0 0 0,0 1 0 0 0,-1-1 1 0 0,-1 0-1 0 0,1 19 0 0 0,-3-11 24 0 0,-1 0 1 0 0,-1 0-1 0 0,-1 0 0 0 0,-1 0 1 0 0,-1 0-1 0 0,-1-1 0 0 0,-1 0 0 0 0,-1 0 1 0 0,-17 34-1 0 0,-1-10 42 0 0,-1 0 1 0 0,-2-2-1 0 0,-38 42 0 0 0,13-21-432 0 0,-4-2 0 0 0,-2-3 0 0 0,-3-3 0 0 0,-108 76-1 0 0,113-95-1912 0 0,-124 59 0 0 0,124-72-351 0 0,-1-2-1 0 0,-86 20 1 0 0,-117 3-4818 0 0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53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27 1841 0 0,'-3'2'6003'0'0,"-30"-30"-1121"0"0,111 50-2961 0 0,29-4 800 0 0,99-2 3442 0 0,67 0-3922 0 0,-46-14-1521 0 0,1-8 161 0 0,14-6-241 0 0,2 4-560 0 0,-2 14-1441 0 0,-17 10-1360 0 0,-36-2-160 0 0,15-12-8645 0 0,-128-26 3363 0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53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0 6483 0 0,'-104'8'19689'0'0,"100"-8"-18533"0"0,-13 2 2152 0 0,21 1-3240 0 0,-1-1-1 0 0,1 0 0 0 0,0 0 0 0 0,-1-1 0 0 0,1 1 0 0 0,0-1 0 0 0,0 0 0 0 0,0 0 1 0 0,6 1-1 0 0,405 111-7457 0 0,-200-42 7261 0 0,-178-56 315 0 0,-1 1-1 0 0,0 2 1 0 0,49 34-1 0 0,-74-44-180 0 0,0 0-1 0 0,0 0 1 0 0,-1 1 0 0 0,0 1-1 0 0,-1 0 1 0 0,0 0-1 0 0,-1 0 1 0 0,13 21 0 0 0,-18-25-14 0 0,-1 0 1 0 0,1 0 0 0 0,-1 0 0 0 0,0 1 0 0 0,0-1 0 0 0,-1 1 0 0 0,0-1 0 0 0,0 1 0 0 0,0 0 0 0 0,-1-1 0 0 0,0 1 0 0 0,-1 0 0 0 0,1-1 0 0 0,-1 1 0 0 0,0 0-1 0 0,-1-1 1 0 0,0 1 0 0 0,0-1 0 0 0,-5 12 0 0 0,-2-1 0 0 0,-1 0-1 0 0,0-1 0 0 0,-1 0 1 0 0,-1 0-1 0 0,-23 23 1 0 0,-2-3 47 0 0,-43 32 0 0 0,19-21 87 0 0,-85 49 0 0 0,106-73-196 0 0,-1-2 0 0 0,-1-2 1 0 0,-65 21-1 0 0,88-35-326 0 0,0 0 0 0 0,0-1 0 0 0,-36 2 0 0 0,46-6-79 0 0,0 0 1 0 0,0 0-1 0 0,0-1 1 0 0,0-1-1 0 0,0 1 1 0 0,0-1 0 0 0,0-1-1 0 0,1 0 1 0 0,-1 0-1 0 0,-9-5 1 0 0,5-1-1263 0 0,0 0 0 0 0,0-1-1 0 0,1 0 1 0 0,-14-16 0 0 0,25 26 1699 0 0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54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462 130 10885 0 0,'-85'-32'14793'0'0,"99"35"-15692"0"0,-1-1 0 0 0,1 0-1 0 0,0-1 1 0 0,0-1-1 0 0,0 0 1 0 0,15-3-1 0 0,-27 3 692 0 0,-1 0 0 0 0,1-1 1 0 0,0 1-1 0 0,-1-1 0 0 0,1 0 0 0 0,-1 1 0 0 0,0-1 0 0 0,1 0 0 0 0,-1 0 0 0 0,1 0 1 0 0,-1 0-1 0 0,0 0 0 0 0,0 0 0 0 0,0 0 0 0 0,0 0 0 0 0,0-1 0 0 0,0 1 0 0 0,0 0 1 0 0,0-1-1 0 0,0 1 0 0 0,0-1 0 0 0,-1 1 0 0 0,1-1 0 0 0,-1 1 0 0 0,1-1 0 0 0,-1 1 1 0 0,1-1-1 0 0,-1 1 0 0 0,0-1 0 0 0,0 0 0 0 0,0-2 0 0 0,0-1 43 0 0,1 0-1 0 0,-2 1 1 0 0,1-1 0 0 0,0 0 0 0 0,-1 0-1 0 0,0 1 1 0 0,0-1 0 0 0,0 0-1 0 0,-1 1 1 0 0,-1-5 0 0 0,2 9 169 0 0,1-1 0 0 0,0 1 0 0 0,-1-1 0 0 0,1 1 1 0 0,0-1-1 0 0,-1 1 0 0 0,1-1 0 0 0,-1 1 0 0 0,1 0 1 0 0,-1-1-1 0 0,1 1 0 0 0,-1 0 0 0 0,1-1 0 0 0,-1 1 1 0 0,1 0-1 0 0,-1 0 0 0 0,1 0 0 0 0,-1-1 0 0 0,1 1 1 0 0,-1 0-1 0 0,1 0 0 0 0,-1 0 0 0 0,0 0 0 0 0,1 0 1 0 0,-1 0-1 0 0,1 0 0 0 0,-1 0 0 0 0,1 0 0 0 0,-1 0 0 0 0,0 0 1 0 0,1 1-1 0 0,-1-1 0 0 0,1 0 0 0 0,-1 1 0 0 0,-35 17 637 0 0,-13 12 769 0 0,2 3-1 0 0,-79 72 1 0 0,57-39 1544 0 0,-70 89 1 0 0,117-125-2995 0 0,21-29 41 0 0,1-1 0 0 0,-1 1 0 0 0,1 0 0 0 0,0-1 0 0 0,-1 1 1 0 0,1-1-1 0 0,0 1 0 0 0,0-1 0 0 0,0 1 0 0 0,-1 0 0 0 0,1-1 1 0 0,0 1-1 0 0,0 0 0 0 0,0-1 0 0 0,0 1 0 0 0,0-1 0 0 0,0 1 1 0 0,0 0-1 0 0,0-1 0 0 0,0 1 0 0 0,0 0 0 0 0,1-1 0 0 0,-1 1 1 0 0,0-1-1 0 0,0 1 0 0 0,1 1 0 0 0,14 8 135 0 0,2 0-77 0 0,3 4 25 0 0,0-1-1 0 0,2-1 0 0 0,-1-1 1 0 0,46 17-1 0 0,-57-24-59 0 0,216 73 242 0 0,-211-71-257 0 0,94 41 53 0 0,-92-39-49 0 0,-1 1-1 0 0,-1 1 1 0 0,0 0 0 0 0,0 1-1 0 0,13 13 1 0 0,-24-20-9 0 0,0 0 0 0 0,0 0 0 0 0,-1 0-1 0 0,1 0 1 0 0,-1 1 0 0 0,0-1 0 0 0,0 1 0 0 0,-1 0-1 0 0,0 0 1 0 0,1 0 0 0 0,-1 0 0 0 0,-1 0 0 0 0,1 0 0 0 0,-1 1-1 0 0,0-1 1 0 0,0 1 0 0 0,-1-1 0 0 0,1 0 0 0 0,-2 11-1 0 0,-1-5 28 0 0,-1 1-1 0 0,0-1 0 0 0,-1 1 0 0 0,0-1 0 0 0,-1 0 0 0 0,0-1 0 0 0,-1 1 0 0 0,-9 11 0 0 0,-29 48 453 0 0,-57 68-1 0 0,87-121-531 0 0,-1 1-1 0 0,-1-2 0 0 0,-1 0 0 0 0,0-1 0 0 0,-1-1 0 0 0,0 0 0 0 0,-1-1 1 0 0,0-2-1 0 0,-23 11 0 0 0,39-20-217 0 0,0-1 0 0 0,0 0 0 0 0,0 0 1 0 0,0 0-1 0 0,0 0 0 0 0,0 0 0 0 0,0-1 1 0 0,0 0-1 0 0,0 1 0 0 0,0-1 0 0 0,0 0 0 0 0,0 0 1 0 0,-1-1-1 0 0,1 1 0 0 0,0-1 0 0 0,0 1 0 0 0,-4-3 1 0 0,4 1-403 0 0,1 0 0 0 0,-1-1 0 0 0,1 1 1 0 0,-1-1-1 0 0,1 0 0 0 0,0 1 0 0 0,0-1 0 0 0,1 0 1 0 0,-1 0-1 0 0,0 0 0 0 0,1-1 0 0 0,-2-5 1 0 0,3 9 638 0 0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54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1 284 2001 0 0,'47'-42'8164'0'0,"-6"22"-4403"0"0,30-4-3120 0 0,45-10-241 0 0,24 2 480 0 0,-34 10 1 0 0,-11-4-81 0 0,0 0-320 0 0,19-32-9124 0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55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0 2721 0 0,'-73'86'7844'0'0,"9"50"-561"0"0,19 34-5202 0 0,16-29-2001 0 0,8 15-240 0 0,0 20 1601 0 0,13 4 480 0 0,20-12-881 0 0,26-21-800 0 0,24-25-1200 0 0,14-34-6003 0 0,0-42-3522 0 0</inkml:trace>
  <inkml:trace contextRef="#ctx0" brushRef="#br0" timeOffset="1">1003 396 2801 0 0,'6'-34'1883'0'0,"1"-2"787"0"0,6 13 6765 0 0,-12 23-9299 0 0,-1 1 1 0 0,0-1 0 0 0,0 0-1 0 0,0 0 1 0 0,0 0 0 0 0,0 0-1 0 0,0 1 1 0 0,0-1 0 0 0,0 0-1 0 0,0 0 1 0 0,6 12 2042 0 0,-5-10-1374 0 0,4 8 633 0 0,3 6-832 0 0,-1-1 0 0 0,-1 1 0 0 0,0 1 1 0 0,5 21-1 0 0,-8-19-336 0 0,0 0-1 0 0,-1 0 0 0 0,-1 1 1 0 0,-3 29-1 0 0,-5 20 398 0 0,-25 105-1 0 0,-43 98-358 0 0,32-145-357 0 0,-6-2 0 0 0,-70 130 0 0 0,91-210 23 0 0,22-40-3 0 0,6-13-9 0 0,11-28-42 0 0,2 1 0 0 0,20-42 0 0 0,-20 49 13 0 0,42-87-1236 0 0,4 2 1 0 0,84-118-1 0 0,-96 168 1288 0 0,2 2 0 0 0,3 2 0 0 0,2 2 0 0 0,69-54 0 0 0,-35 40 36 0 0,3 5-1 0 0,117-65 0 0 0,-84 68-2100 0 0,-107 56 35 0 0,0 1-1 0 0,30-7 0 0 0,-34 11-1222 0 0,0 1 0 0 0,23 0 0 0 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56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216 228 1281 0 0,'-216'16'9124'0'0,"1070"-76"-2401"0"0,250-4-2721 0 0,-689 44-3442 0 0,-95 8-320 0 0,-43 0 0 0 0,-30 2-80 0 0,-22-2 320 0 0,-26-2 481 0 0,-21 0-401 0 0,-38-2-1280 0 0,-48 6-1281 0 0,-47 10-2641 0 0,-76 28-4482 0 0,-78 8 3441 0 0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57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1 960 0 0,'12'10'3202'0'0,"16"-16"-1"0"0,-32 8-79 0 0,-3 131 4641 0 0,14 169-2960 0 0,-5-102-4723 0 0,-4 25-481 0 0,-3 19 161 0 0,-5-10 400 0 0,-4-28 0 0 0,-7-35-400 0 0,0-35-880 0 0,13-30-1281 0 0,-8-38-1841 0 0,-22-36-2801 0 0,-14-36-1 0 0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57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63 219 2561 0 0,'-43'-44'4402'0'0,"24"44"1121"0"0,19 24-1521 0 0,0 0-1761 0 0,21 35-1041 0 0,69 153 321 0 0,-16-104 400 0 0,54 0-561 0 0,-31-64-1760 0 0,0-26 80 0 0,5-28 320 0 0,28-38 80 0 0,-11-28 80 0 0,-27-14-160 0 0,-4-38-240 0 0,-7-20-400 0 0,-17 3-3442 0 0,-17 19-6163 0 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58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17 4722 0 0,'-14'-16'10245'0'0,"57"366"-6243"0"0,-20 29-3362 0 0,-25-59-880 0 0,-17-69 240 0 0,-2-63 320 0 0,9-72 160 0 0,7-26-240 0 0,7-24-960 0 0,3-26-2321 0 0,5-40-2322 0 0,-13-54-880 0 0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59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25 2241 0 0,'-7'-3'1729'0'0,"0"1"0"0"0,0-1-1 0 0,-1 1 1 0 0,0 0 0 0 0,1 1 0 0 0,-1-1 0 0 0,0 2-1 0 0,1-1 1 0 0,-12 1 0 0 0,48 4-1822 0 0,249-11 2448 0 0,-148 2-549 0 0,-124 5-1735 0 0,92-1 557 0 0,-86 2-666 0 0,0 0-1 0 0,-1 1 0 0 0,1 0 1 0 0,-1 0-1 0 0,20 8 0 0 0,-28-9 4 0 0,-1 0 0 0 0,0 0 0 0 0,0 0 0 0 0,0 0 1 0 0,0 0-1 0 0,0 0 0 0 0,0 1 0 0 0,0-1 0 0 0,0 1 0 0 0,-1-1 0 0 0,1 1 0 0 0,0 0 0 0 0,-1 0 0 0 0,1 0 0 0 0,-1 0 0 0 0,0 0 0 0 0,0 0 0 0 0,2 4 0 0 0,-3-4-101 0 0,1 0 0 0 0,-1 1 0 0 0,0-1 0 0 0,0 0 0 0 0,0 0 0 0 0,0 1 0 0 0,0-1 0 0 0,-1 0 0 0 0,1 1 0 0 0,-1-1 0 0 0,0 0 0 0 0,1 0 0 0 0,-1 0-1 0 0,0 0 1 0 0,0 0 0 0 0,-2 3 0 0 0,-2 3-324 0 0,-2 0 1 0 0,1 0-1 0 0,-1 0 0 0 0,0-1 0 0 0,-1 0 0 0 0,1-1 0 0 0,-18 12 0 0 0,-21 9 474 0 0,-1-2 1 0 0,-72 28-1 0 0,-105 25 1971 0 0,159-59 736 0 0,47-14-787 0 0,24-4-1440 0 0,21 3-775 0 0,62 13 264 0 0,2-3-1 0 0,105 2 0 0 0,-190-16 25 0 0,68 6 118 0 0,-67-5-119 0 0,1 1 0 0 0,-1-1 0 0 0,0 1 0 0 0,0 1 0 0 0,0-1 0 0 0,12 7 0 0 0,-18-9-14 0 0,-1 1 1 0 0,1-1-1 0 0,0 0 1 0 0,-1 1-1 0 0,1-1 1 0 0,-1 1-1 0 0,1-1 1 0 0,0 1 0 0 0,-1-1-1 0 0,1 1 1 0 0,-1-1-1 0 0,1 1 1 0 0,-1-1-1 0 0,0 1 1 0 0,1-1 0 0 0,-1 1-1 0 0,0 0 1 0 0,1-1-1 0 0,-1 1 1 0 0,0 0-1 0 0,0 0 1 0 0,1-1-1 0 0,-1 1 1 0 0,0 0 0 0 0,0-1-1 0 0,0 1 1 0 0,0 1-1 0 0,-11 16-86 0 0,6-12 103 0 0,-101 122 263 0 0,64-81-304 0 0,32-34-5 0 0,0-1 0 0 0,-1-1 0 0 0,0 0 0 0 0,-1-1 0 0 0,-1 0 0 0 0,1 0 0 0 0,-1-1 0 0 0,-25 12 0 0 0,-16 0 23 0 0,48-18 107 0 0,13-1-50 0 0,23-2-40 0 0,-16-1-8 0 0,8 0-174 0 0,1-1-1 0 0,-1-1 1 0 0,0-1 0 0 0,0-1 0 0 0,0 0 0 0 0,-1-2 0 0 0,0-1 0 0 0,0-1 0 0 0,0 0-1 0 0,36-25 1 0 0,-23 11-1715 0 0,-2-1-1 0 0,-1-2 0 0 0,0-1 0 0 0,-2-1 0 0 0,37-48 0 0 0,56-98-7402 0 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59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1 2561 0 0,'0'24'6563'0'0,"-50"105"-1921"0"0,-9 67-2881 0 0,18 4-961 0 0,15-20-79 0 0,10 39 319 0 0,6 49 161 0 0,-6 22 79 0 0,1-13-159 0 0,4-41 640 0 0,18-62 240 0 0,28-70-1921 0 0,27-62-1601 0 0,-8-70-6563 0 0,-11-56-2801 0 0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4:59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48 111 1361 0 0,'-1'-1'210'0'0,"0"0"0"0"0,0 0 0 0 0,0 1 0 0 0,0-1 1 0 0,0 0-1 0 0,0 0 0 0 0,0 0 0 0 0,0 0 0 0 0,1 0 1 0 0,-1 0-1 0 0,0 0 0 0 0,0 0 0 0 0,1-1 1 0 0,-1 1-1 0 0,1 0 0 0 0,-1 0 0 0 0,1-1 0 0 0,0 1 1 0 0,-1 0-1 0 0,1 0 0 0 0,0-1 0 0 0,0 1 0 0 0,0 0 1 0 0,0-1-1 0 0,0 1 0 0 0,0 0 0 0 0,0-1 0 0 0,1-1 1 0 0,1 0 615 0 0,0 1 0 0 0,0-1 0 0 0,1 1 0 0 0,-1 0 0 0 0,1 0 0 0 0,-1 0 0 0 0,1 0 0 0 0,0 0 0 0 0,-1 0 0 0 0,1 1 0 0 0,0-1 0 0 0,4 0 0 0 0,12-6 1691 0 0,0 0 0 0 0,28-5 0 0 0,-18 6-2584 0 0,0 2 0 0 0,47-2 0 0 0,-66 7 2 0 0,-1 0 0 0 0,0 1 1 0 0,1 0-1 0 0,-1 0 0 0 0,0 1 0 0 0,0 1 0 0 0,0-1 0 0 0,0 1 0 0 0,0 1 1 0 0,0 0-1 0 0,8 5 0 0 0,-13-7 23 0 0,-1 0 0 0 0,1 1 0 0 0,-1-1 1 0 0,0 1-1 0 0,0 0 0 0 0,0 0 0 0 0,0 0 0 0 0,0 0 0 0 0,0 0 1 0 0,-1 1-1 0 0,0 0 0 0 0,0-1 0 0 0,0 1 0 0 0,0 0 0 0 0,0 0 1 0 0,-1 0-1 0 0,0 0 0 0 0,0 0 0 0 0,0 0 0 0 0,0 0 0 0 0,0 0 1 0 0,-1 0-1 0 0,0 1 0 0 0,0-1 0 0 0,0 0 0 0 0,-2 8 0 0 0,0-4 3 0 0,0 0 0 0 0,-1 0-1 0 0,0-1 1 0 0,0 1 0 0 0,-1-1-1 0 0,0 0 1 0 0,-1 0 0 0 0,1-1-1 0 0,-1 1 1 0 0,0-1 0 0 0,-1 0-1 0 0,0 0 1 0 0,-8 6 0 0 0,-10 8-129 0 0,-2-1 0 0 0,-28 15 1 0 0,-36 12-395 0 0,66-35 332 0 0,1 0 0 0 0,0 2 1 0 0,-21 16-1 0 0,38-23 541 0 0,7-3-65 0 0,15-2 18 0 0,-7-1-258 0 0,136-9 270 0 0,-97 4-141 0 0,64 1 1 0 0,-105 4-120 0 0,-1 0-3 0 0,0 1-1 0 0,0-1 1 0 0,1 1 0 0 0,9 2 0 0 0,-15-2-10 0 0,0-1 0 0 0,0 1 0 0 0,0-1 0 0 0,0 1 0 0 0,1-1 0 0 0,-1 1 0 0 0,0-1 1 0 0,0 1-1 0 0,0 0 0 0 0,0 0 0 0 0,0 0 0 0 0,0-1 0 0 0,-1 1 0 0 0,1 0 0 0 0,0 0 1 0 0,0 0-1 0 0,-1 0 0 0 0,1 1 0 0 0,0-1 0 0 0,-1 0 0 0 0,1 0 0 0 0,-1 0 0 0 0,0 0 1 0 0,1 1-1 0 0,-1-1 0 0 0,0 0 0 0 0,0 0 0 0 0,0 0 0 0 0,1 2 0 0 0,-2 5 9 0 0,-1 0 0 0 0,1 0 0 0 0,-1-1-1 0 0,0 1 1 0 0,-1 0 0 0 0,0-1 0 0 0,0 0 0 0 0,0 0-1 0 0,-1 0 1 0 0,0 0 0 0 0,-1 0 0 0 0,-6 7 0 0 0,-10 12 158 0 0,-41 37 0 0 0,-14 3 572 0 0,-2-4 1 0 0,-114 67 0 0 0,192-129-728 0 0,0 0 0 0 0,0 0 0 0 0,0 1 0 0 0,-1-1 0 0 0,1 0 0 0 0,0 0 0 0 0,0 0 0 0 0,0 0 0 0 0,-1 0 0 0 0,1 0 0 0 0,0 1 0 0 0,0-1 0 0 0,0 0 0 0 0,-1 0 0 0 0,1 0 0 0 0,0 0 0 0 0,0 1 0 0 0,0-1 0 0 0,0 0 0 0 0,0 0 0 0 0,0 0 0 0 0,-1 1 0 0 0,1-1 0 0 0,0 0 0 0 0,0 0 0 0 0,0 0-1 0 0,0 1 1 0 0,0-1 0 0 0,0 0 0 0 0,0 0 0 0 0,0 1 0 0 0,0-1 0 0 0,0 0 0 0 0,0 0 0 0 0,0 1 0 0 0,0-1 0 0 0,0 0 0 0 0,0 0 0 0 0,0 1 0 0 0,0-1 0 0 0,1 0 0 0 0,-1 0 0 0 0,0 0 0 0 0,0 1 0 0 0,14 5-63 0 0,24 0-819 0 0,-22-7 727 0 0,0 0 0 0 0,0-2 0 0 0,0 1 0 0 0,0-2 0 0 0,15-5 0 0 0,13-5-1040 0 0,-2-1-1 0 0,0-3 1 0 0,54-29-1 0 0,-77 35-2418 0 0,0-1-1 0 0,23-20 1 0 0,-40 31 3152 0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5:00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641 0 1761 0 0,'-13'1'7883'0'0,"1"1"-5171"0"0,6-1-1508 0 0,0 0 0 0 0,-1 0 1 0 0,1 1-1 0 0,0 0 0 0 0,0 0 1 0 0,-9 5-1 0 0,5-1-611 0 0,0 1 0 0 0,0 0-1 0 0,-11 11 1 0 0,-240 241 248 0 0,201-194-521 0 0,3 3 0 0 0,-55 85 0 0 0,91-119-80 0 0,21-33-233 0 0,0 0 0 0 0,-1-1 0 0 0,1 1-1 0 0,0 0 1 0 0,0-1 0 0 0,-1 1 0 0 0,1 0 0 0 0,0 0 0 0 0,0-1-1 0 0,0 1 1 0 0,0 0 0 0 0,0-1 0 0 0,0 1 0 0 0,0 0-1 0 0,0 0 1 0 0,1-1 0 0 0,-1 1 0 0 0,0 0 0 0 0,0 0-1 0 0,1-1 1 0 0,-1 1 0 0 0,0 0 0 0 0,1-1 0 0 0,-1 1 0 0 0,0-1-1 0 0,1 1 1 0 0,0 0 0 0 0,17 10 38 0 0,-14-9-27 0 0,6 2 4 0 0,0 0 1 0 0,0-1 0 0 0,0 0-1 0 0,0-1 1 0 0,1 0 0 0 0,-1-1-1 0 0,1 0 1 0 0,0-1 0 0 0,-1 0-1 0 0,1-1 1 0 0,-1 0-1 0 0,13-2 1 0 0,20-7 68 0 0,66-22 0 0 0,-99 29-87 0 0,269-95-885 0 0,-270 95 565 0 0,-1 0-1 0 0,1 1 0 0 0,13-2 0 0 0,-22 4 311 0 0,1 0 0 0 0,-1 0 0 0 0,0 0-1 0 0,0 0 1 0 0,1 0 0 0 0,-1 0 0 0 0,0 0-1 0 0,0 0 1 0 0,1 0 0 0 0,-1 0 0 0 0,0 0-1 0 0,0 0 1 0 0,1 0 0 0 0,-1 0 0 0 0,0 0-1 0 0,0 0 1 0 0,1 0 0 0 0,-1 0 0 0 0,0 0-1 0 0,0 0 1 0 0,1 0 0 0 0,-1 1 0 0 0,0-1-1 0 0,0 0 1 0 0,1 0 0 0 0,-1 0 0 0 0,0 0 0 0 0,0 1-1 0 0,0-1 1 0 0,0 0 0 0 0,1 0 0 0 0,-1 0-1 0 0,0 1 1 0 0,0-1 0 0 0,0 0 0 0 0,0 0-1 0 0,0 1 1 0 0,0-1 0 0 0,1 0 0 0 0,-1 0-1 0 0,0 0 1 0 0,0 1 0 0 0,0-1 0 0 0,0 0-1 0 0,0 1 1 0 0,0-1 0 0 0,0 0 0 0 0,0 0-1 0 0,0 1 1 0 0,0-1 0 0 0,0 0 0 0 0,0 0 0 0 0,-1 1-1 0 0,1-1 1 0 0,0 0 0 0 0,0 0 0 0 0,0 1-1 0 0,0-1 1 0 0,0 0 0 0 0,0 0 0 0 0,-1 1-1 0 0,-16 34-6 0 0,-175 265 600 0 0,161-256-664 0 0,3 2 1 0 0,1 1-1 0 0,-25 62 0 0 0,28-53 231 0 0,-47 120 599 0 0,57-143-806 0 0,-2-1-1 0 0,-1-1 1 0 0,-40 55 0 0 0,1-1-481 0 0,-2 3 1028 0 0,101-92-548 0 0,-16 0 0 0 0,0-2-1 0 0,0-1 0 0 0,-1 0 0 0 0,0-2 0 0 0,0-2 0 0 0,-1 0 1 0 0,-1-1-1 0 0,32-21 0 0 0,96-80-129 0 0,-53 33-2700 0 0,-76 60 658 0 0,-1-1 1 0 0,0 0-1 0 0,-2-2 1 0 0,0 0-1 0 0,22-36 1 0 0,10-33-5045 0 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5:01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0 225 1681 0 0,'3'6'2241'0'0,"1"-4"1120"0"0,11 0 241 0 0,101-16 5602 0 0,16-10-4402 0 0,-15-10-4882 0 0,-25 2-2001 0 0,-19 2-800 0 0,-23 6-1441 0 0,-14-4 400 0 0,-24-20-5762 0 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5:01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534 0 160 0 0,'-6'1'954'0'0,"5"-1"-820"0"0,0 0-1 0 0,0 1 1 0 0,0-1-1 0 0,0 0 0 0 0,0 0 1 0 0,0 1-1 0 0,-1-1 1 0 0,1 0-1 0 0,0 1 0 0 0,0-1 1 0 0,1 1-1 0 0,-1-1 0 0 0,-2 2 1 0 0,2 0 172 0 0,-1 0 0 0 0,0 0 0 0 0,1 1 0 0 0,-1-1 1 0 0,1 0-1 0 0,0 1 0 0 0,0-1 0 0 0,0 1 0 0 0,0-1 0 0 0,-1 4 1 0 0,-14 67 6162 0 0,-10 106 1 0 0,23-128-5848 0 0,7 78 0 0 0,0 11-538 0 0,-5-120-104 0 0,-1 0-1 0 0,-1 0 1 0 0,0 0 0 0 0,-13 38 0 0 0,6-32-793 0 0,0 0 0 0 0,-2-1-1 0 0,-1 0 1 0 0,-1-1 0 0 0,-1 0 0 0 0,-33 39-1 0 0,40-54 537 0 0,0-1-1 0 0,0 0 1 0 0,0 0-1 0 0,-1-1 0 0 0,0 0 1 0 0,-1 0-1 0 0,1-1 0 0 0,-1-1 1 0 0,0 0-1 0 0,-1 0 1 0 0,1-1-1 0 0,-1 0 0 0 0,0-1 1 0 0,0 0-1 0 0,0 0 0 0 0,-1-1 1 0 0,1-1-1 0 0,0 0 1 0 0,-13-1-1 0 0,-65-14 2519 0 0,77 15 655 0 0,26 1-1003 0 0,80-15 1782 0 0,-25 1-3455 0 0,0 4 0 0 0,125 2 0 0 0,-194 6-218 0 0,9 0 6 0 0,1 1-1 0 0,-1 0 0 0 0,0 1 1 0 0,16 4-1 0 0,-23-5-18 0 0,0 0 0 0 0,-1-1 0 0 0,1 1 0 0 0,0 0 0 0 0,0 0 0 0 0,-1 1 0 0 0,1-1 1 0 0,0 0-1 0 0,-1 0 0 0 0,1 1 0 0 0,-1-1 0 0 0,0 1 0 0 0,1-1 0 0 0,-1 1 0 0 0,0 0 0 0 0,0-1 0 0 0,0 1 0 0 0,0 0 1 0 0,0 0-1 0 0,0 0 0 0 0,-1 0 0 0 0,1 0 0 0 0,-1 0 0 0 0,1 0 0 0 0,-1 0 0 0 0,0 0 0 0 0,0 3 0 0 0,-1 8-7 0 0,0 0-1 0 0,-1-1 1 0 0,-1 1 0 0 0,0-1-1 0 0,-1 0 1 0 0,0 0-1 0 0,0 0 1 0 0,-2 0-1 0 0,1-1 1 0 0,-11 15 0 0 0,-1-1 42 0 0,-1 0 0 0 0,-1-2 0 0 0,-28 28 0 0 0,26-31 85 0 0,-1-1 0 0 0,-1-1 1 0 0,-1-1-1 0 0,-29 16 1 0 0,37-26 79 0 0,16-7-190 0 0,0 0 0 0 0,0 0 1 0 0,0 0-1 0 0,0 0 0 0 0,0 0 0 0 0,0 0 1 0 0,0 0-1 0 0,0 0 0 0 0,0 0 1 0 0,0 0-1 0 0,0-1 0 0 0,0 1 1 0 0,-1 0-1 0 0,1 0 0 0 0,0 0 1 0 0,0 0-1 0 0,0 0 0 0 0,0 0 1 0 0,0 0-1 0 0,0 0 0 0 0,0 0 1 0 0,0 0-1 0 0,0 0 0 0 0,0 0 1 0 0,0 0-1 0 0,0 0 0 0 0,0 0 1 0 0,0 0-1 0 0,0 0 0 0 0,0-1 1 0 0,0 1-1 0 0,0 0 0 0 0,0 0 1 0 0,0 0-1 0 0,-1 0 0 0 0,1 0 1 0 0,0 0-1 0 0,0 0 0 0 0,0 0 1 0 0,0 0-1 0 0,0 0 0 0 0,0 0 1 0 0,0 0-1 0 0,0 0 0 0 0,0 0 1 0 0,0 0-1 0 0,0 0 0 0 0,0 0 1 0 0,0 0-1 0 0,-1 0 0 0 0,1 0 1 0 0,0 0-1 0 0,0 0 0 0 0,0 0 1 0 0,0 1-1 0 0,0-1 0 0 0,0 0 1 0 0,0 0-1 0 0,2-2-71 0 0,0 0-1 0 0,1 1 1 0 0,-1-1 0 0 0,0 1-1 0 0,1 0 1 0 0,-1 0 0 0 0,1 0 0 0 0,-1 0-1 0 0,4-1 1 0 0,247-52 139 0 0,-193 47-135 0 0,-57 7 53 0 0,1 0-1 0 0,0 0 1 0 0,0 0-1 0 0,-1 0 1 0 0,1 1-1 0 0,0 0 1 0 0,0-1-1 0 0,-1 1 1 0 0,1 1-1 0 0,-1-1 1 0 0,5 2-1 0 0,-7-2 16 0 0,-1-1 0 0 0,1 1 0 0 0,-1-1 0 0 0,0 1 0 0 0,1-1 0 0 0,-1 1 0 0 0,0 0 0 0 0,1-1 0 0 0,-1 1 0 0 0,0-1 0 0 0,0 1 0 0 0,0 0 0 0 0,0-1 0 0 0,1 1 0 0 0,-1-1 0 0 0,0 1 0 0 0,0 0 0 0 0,0-1 0 0 0,0 1 0 0 0,0 0 0 0 0,-1-1 0 0 0,1 1 0 0 0,0 0 0 0 0,0-1 0 0 0,0 1 0 0 0,0-1 0 0 0,-1 1 0 0 0,1 0 0 0 0,0-1 0 0 0,-1 1 0 0 0,1-1 0 0 0,0 1 0 0 0,-1-1 0 0 0,1 1 0 0 0,-1-1 0 0 0,0 1 0 0 0,-16 25 114 0 0,0 0-1 0 0,-2-2 0 0 0,-1 0 1 0 0,-1-1-1 0 0,-28 23 1 0 0,-128 95 3001 0 0,171-136-2896 0 0,4-4-214 0 0,1-1-1 0 0,0 2 1 0 0,-1-1-1 0 0,1 0 0 0 0,0 0 1 0 0,0 0-1 0 0,0 1 0 0 0,0-1 1 0 0,0 0-1 0 0,-2 4 1 0 0,3-5-9 0 0,0 0 1 0 0,0 1-1 0 0,0-1 1 0 0,0 0-1 0 0,0 1 0 0 0,0-1 1 0 0,0 1-1 0 0,0-1 1 0 0,0 0-1 0 0,0 1 1 0 0,0-1-1 0 0,0 0 1 0 0,0 1-1 0 0,0-1 1 0 0,0 1-1 0 0,0-1 1 0 0,1 0-1 0 0,-1 1 1 0 0,0-1-1 0 0,0 0 1 0 0,0 1-1 0 0,1-1 1 0 0,-1 0-1 0 0,0 0 1 0 0,0 1-1 0 0,1-1 1 0 0,-1 0-1 0 0,0 1 0 0 0,1-1 1 0 0,2 1-10 0 0,-1 0 0 0 0,1 0 0 0 0,0 0 0 0 0,0 0 0 0 0,0 0 0 0 0,0-1 0 0 0,-1 1 0 0 0,1-1 0 0 0,0 0 0 0 0,0 0 0 0 0,5-1 0 0 0,0 0-13 0 0,1 0 0 0 0,-1-1 0 0 0,0 0-1 0 0,0 0 1 0 0,-1-1 0 0 0,15-6 0 0 0,1-3-156 0 0,24-19 0 0 0,72-60-1817 0 0,-5-11-4473 0 0,11-14-6600 0 0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5:01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3 2161 0 0,'-7'0'2801'0'0,"5"-2"-960"0"0,16 2-400 0 0,143 22 1600 0 0,25 2-320 0 0,-35-16-960 0 0,-28-8-560 0 0,-20 0-401 0 0,-18 6-560 0 0,-17-14-2321 0 0,-17-26-9524 0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5:02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451 1 3922 0 0,'-14'4'4242'0'0,"2"0"1120"0"0,14 51-640 0 0,27 119 721 0 0,2 18-4083 0 0,-10-42-1440 0 0,-9 0-240 0 0,0 19 320 0 0,-7 7 240 0 0,-1-10 1 0 0,-1-26-81 0 0,-6-26-561 0 0,-6-32-1519 0 0,-5-33-2322 0 0,9-39-1601 0 0</inkml:trace>
  <inkml:trace contextRef="#ctx0" brushRef="#br0" timeOffset="1">41 1243 1441 0 0,'-26'-18'6403'0'0,"14"26"-3762"0"0,10-4-1841 0 0,9-10-720 0 0,50-54-80 0 0,97-86-480 0 0,-12-4-2641 0 0,-40 31-2242 0 0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5:02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536 1 4882 0 0,'-2'1'4680'0'0,"-32"34"-2690"0"0,-184 191 1182 0 0,62-69 4914 0 0,141-142-7820 0 0,-1 2-1 0 0,2-1 0 0 0,0 2 0 0 0,1-1 0 0 0,1 2 0 0 0,1 0 0 0 0,-12 25 0 0 0,22-41-273 0 0,0-1 0 0 0,0 1 0 0 0,0 0-1 0 0,0 0 1 0 0,0 0 0 0 0,1 0 0 0 0,-1 0-1 0 0,1 0 1 0 0,-1 0 0 0 0,1 0 0 0 0,0 0 0 0 0,1 0-1 0 0,0 4 1 0 0,-1-6-16 0 0,1 1 1 0 0,0 0-1 0 0,0-1 0 0 0,0 1 0 0 0,0-1 1 0 0,1 1-1 0 0,-1-1 0 0 0,0 1 1 0 0,1-1-1 0 0,-1 0 0 0 0,0 0 0 0 0,1 1 1 0 0,0-1-1 0 0,-1 0 0 0 0,1-1 0 0 0,0 1 1 0 0,-1 0-1 0 0,1 0 0 0 0,0-1 1 0 0,3 1-1 0 0,7 3-4 0 0,1-1 0 0 0,0 0 0 0 0,0-1 0 0 0,0-1 0 0 0,17 0 0 0 0,66-8 352 0 0,-57 3-240 0 0,37-4 92 0 0,103-6 40 0 0,-150 14-212 0 0,0 1 0 0 0,-1 1 1 0 0,1 1-1 0 0,32 8 0 0 0,-53-9-11 0 0,-1-1 0 0 0,0 1-1 0 0,0 1 1 0 0,0-1 0 0 0,0 1-1 0 0,0 1 1 0 0,-1-1 0 0 0,1 1-1 0 0,-1 0 1 0 0,0 1 0 0 0,0-1-1 0 0,0 1 1 0 0,-1 0 0 0 0,0 1-1 0 0,0-1 1 0 0,0 1 0 0 0,-1 0-1 0 0,0 0 1 0 0,4 8 0 0 0,1 6-77 0 0,0 1-1 0 0,-2 0 1 0 0,-1 1 0 0 0,-1 0 0 0 0,0 0 0 0 0,-2 0-1 0 0,1 39 1 0 0,-3-3 107 0 0,-14 111 1 0 0,0-75 18 0 0,-5 0 1 0 0,-3-2 0 0 0,-4 0-1 0 0,-45 105 1 0 0,61-175-234 0 0,0-1 0 0 0,-2 0 0 0 0,0 0-1 0 0,-2-1 1 0 0,-23 29 0 0 0,35-47-22 0 0,0-1 0 0 0,0 1 0 0 0,-1-1 1 0 0,1 1-1 0 0,-1-1 0 0 0,1 0 0 0 0,-1 0 0 0 0,1 0 0 0 0,-1 0 0 0 0,1 0 1 0 0,-1 0-1 0 0,0 0 0 0 0,0 0 0 0 0,1-1 0 0 0,-1 1 0 0 0,0-1 1 0 0,0 1-1 0 0,0-1 0 0 0,0 0 0 0 0,0 1 0 0 0,0-1 0 0 0,-2 0 0 0 0,0-2-1258 0 0,-1-1-1 0 0,0 1 0 0 0,1-1 0 0 0,0 1 0 0 0,0-1 1 0 0,0-1-1 0 0,0 1 0 0 0,-6-6 0 0 0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5:02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401 1 1601 0 0,'-4'1'497'0'0,"0"0"0"0"0,0 0 0 0 0,0 0 0 0 0,0 0 0 0 0,0 1 0 0 0,1 0 1 0 0,-1 0-1 0 0,0 0 0 0 0,1 0 0 0 0,-1 1 0 0 0,1-1 0 0 0,0 1 0 0 0,0 0 0 0 0,0 0 0 0 0,-4 6 1 0 0,-8 6 1099 0 0,-91 81 5437 0 0,57-53-4168 0 0,-78 87 0 0 0,119-121-2601 0 0,5-5-236 0 0,0 0-1 0 0,-1-1 1 0 0,1 1 0 0 0,0 0-1 0 0,1 1 1 0 0,-1-1 0 0 0,1 0-1 0 0,0 1 1 0 0,0-1 0 0 0,0 1 0 0 0,0 0-1 0 0,1 0 1 0 0,-1 6 0 0 0,2-10-36 0 0,1 1 1 0 0,-1 0-1 0 0,1 0 1 0 0,-1-1-1 0 0,1 1 1 0 0,0 0-1 0 0,-1-1 1 0 0,1 1-1 0 0,0-1 1 0 0,0 1-1 0 0,0-1 1 0 0,0 0-1 0 0,1 1 1 0 0,-1-1 0 0 0,0 0-1 0 0,1 0 1 0 0,1 2-1 0 0,25 15 97 0 0,-19-14-93 0 0,0 0 1 0 0,0-1-1 0 0,1 0 1 0 0,-1-1-1 0 0,0 0 0 0 0,1-1 1 0 0,0 1-1 0 0,-1-2 1 0 0,17 0-1 0 0,-10-1-70 0 0,-1-1-1 0 0,0 0 1 0 0,0-1-1 0 0,0 0 1 0 0,21-9-1 0 0,0-5-179 0 0,-1-1-1 0 0,0-1 1 0 0,-2-2-1 0 0,-1-2 1 0 0,30-26-1 0 0,-47 37-993 0 0,23-25-1 0 0,-33 31 178 0 0,0 0-1 0 0,-1 0 1 0 0,1 0-1 0 0,-1-1 1 0 0,-1 0 0 0 0,1 0-1 0 0,2-8 1 0 0,-3 4-1401 0 0,-1 1 1 0 0,0-1-1 0 0,0-17 1 0 0,-1 28 2361 0 0</inkml:trace>
  <inkml:trace contextRef="#ctx0" brushRef="#br0" timeOffset="1">593 43 4482 0 0,'-19'8'5042'0'0,"8"0"-2000"0"0,1-2-801 0 0,-2 10 80 0 0,3 6-1201 0 0,-17 93 641 0 0,14-19-1121 0 0,24-40-880 0 0,4-18-480 0 0,10-2-2561 0 0,5-10 799 0 0,-12-8-3921 0 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5:03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693 5 4722 0 0,'-14'-4'11045'0'0,"-22"8"-4722"0"0,12 0-3041 0 0,8 2-1362 0 0,-20 132-6642 0 0,-9 28 2001 0 0,-5-27 3121 0 0,1-27 481 0 0,-8 4-81 0 0,-10 16-160 0 0,-49 84 1 0 0,43-87-241 0 0,-13 5-240 0 0,67-104-3041 0 0,15-64-8405 0 0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5:03.5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280 272 480 0 0,'0'32'2481'0'0,"-12"28"-560"0"0,-5 44 80 0 0,-11 32 160 0 0,-15 16 5042 0 0,3-26 1041 0 0,4-5-4082 0 0,1 15-3121 0 0,-1 10-1362 0 0,10-14-319 0 0,19-30-160 0 0,24-40-2242 0 0,37-70-4161 0 0,62-80-9124 0 0</inkml:trace>
  <inkml:trace contextRef="#ctx0" brushRef="#br0" timeOffset="1">1534 1 2721 0 0,'-5'12'10085'0'0,"-12"14"-241"0"0,-18 26-3761 0 0,-15 21-5523 0 0,-12 7-1520 0 0,-16 20 720 0 0,-7 18 400 0 0,2-4 160 0 0,7-22-80 0 0,14-26-320 0 0,1-12-400 0 0,-3-20-160 0 0,28-48-721 0 0,36-72-2481 0 0,24-48-12405 0 0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5:03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3041 0 0,'1'-4'1199'0'0,"2"-9"3024"0"0,-3 12-4102 0 0,0 1-1 0 0,1 0 1 0 0,-1 0 0 0 0,0 0 0 0 0,0 0 0 0 0,0 0-1 0 0,0 0 1 0 0,1 0 0 0 0,-1 0 0 0 0,0 0-1 0 0,0 0 1 0 0,0 0 0 0 0,0 0 0 0 0,1 0 0 0 0,-1 0-1 0 0,0 0 1 0 0,0 0 0 0 0,0 0 0 0 0,0 0 0 0 0,3 1 1811 0 0,-3 0-1811 0 0,0-1 0 0 0,0 0 0 0 0,0 0-1 0 0,0 0 1 0 0,0 0 0 0 0,0 1 0 0 0,0-1-1 0 0,0 0 1 0 0,0 0 0 0 0,0 0 0 0 0,1 2 84 0 0,0-1-1 0 0,0 0 1 0 0,0 0 0 0 0,-1 1 0 0 0,1-1 0 0 0,-1 0 0 0 0,1 1-1 0 0,-1-1 1 0 0,1 0 0 0 0,-1 1 0 0 0,0-1 0 0 0,0 1-1 0 0,1-1 1 0 0,-1 0 0 0 0,0 1 0 0 0,0-1 0 0 0,-1 1-1 0 0,1-1 1 0 0,0 1 0 0 0,-1 2 0 0 0,0 6-131 0 0,-8 244 935 0 0,6-120-377 0 0,3 66 1898 0 0,8 0 0 0 0,45 269 0 0 0,-8-240-1969 0 0,-30-169-555 0 0,38 96 1 0 0,-44-134-36 0 0,1-1 0 0 0,1 0 1 0 0,0 0-1 0 0,2-1 0 0 0,1-1 1 0 0,0 0-1 0 0,20 19 1 0 0,-22-27-4 0 0,-1-1-1 0 0,2 0 1 0 0,-1-1 0 0 0,1-1 0 0 0,0 0 0 0 0,1 0 0 0 0,0-2 0 0 0,0 1 0 0 0,1-2 0 0 0,0 0 0 0 0,21 4 0 0 0,-14-5-284 0 0,0-1 1 0 0,0-1-1 0 0,1-1 1 0 0,-1-1-1 0 0,0-1 0 0 0,0-1 1 0 0,0-1-1 0 0,32-8 1 0 0,-38 7-485 0 0,0-1 1 0 0,0-1 0 0 0,-1-1-1 0 0,1 0 1 0 0,-1-1 0 0 0,-1 0-1 0 0,0-1 1 0 0,0-1 0 0 0,-1 0-1 0 0,0-1 1 0 0,21-23 0 0 0,-14 8-3917 0 0,28-48 1 0 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5:04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1137 8804 0 0,'-77'-18'10925'0'0,"75"16"-10165"0"0,14-4-239 0 0,95-30-281 0 0,418-90-94 0 0,-195 82 1882 0 0,102 0 400 0 0,657-61 53 0 0,556-18-1627 0 0,-845 79-227 0 0,-13-4-2 0 0,-297 13-277 0 0,419-45 131 0 0,458-59 55 0 0,107-10-193 0 0,-494 66-241 0 0,-410 47-113 0 0,-59 17-307 0 0,-68 27-1374 0 0,-330 0-594 0 0,135 30 0 0 0,-214-32 1201 0 0,-1 2 0 0 0,0 1 0 0 0,0 2 0 0 0,-2 1 0 0 0,48 26-1 0 0,-71-34 656 0 0,-1 0 0 0 0,0 1-1 0 0,-1 0 1 0 0,1 1 0 0 0,-1-1-1 0 0,0 1 1 0 0,0 0 0 0 0,-1 1-1 0 0,0 0 1 0 0,0-1 0 0 0,-1 1-1 0 0,1 1 1 0 0,-1-1-1 0 0,-1 1 1 0 0,0-1 0 0 0,4 16-1 0 0,-5-10-417 0 0,-1 0-1 0 0,0 0 1 0 0,-2 1 0 0 0,1-1-1 0 0,-2 0 1 0 0,1 0-1 0 0,-8 24 1 0 0,9-35 770 0 0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6:54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1 200 720 0 0,'630'-84'2562'0'0,"-936"106"-402"0"0,870-80 2323 0 0,-116 18 2640 0 0,-211 24-3041 0 0,-109 12-4483 0 0,-54 8-4721 0 0,-31-2-961 0 0,-20-8 961 0 0,-11-14 1440 0 0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6:54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2401 0 0,'26'-10'2561'0'0,"57"-4"-400"0"0,43 0-400 0 0,-3 20-80 0 0,-14 22-241 0 0,-9 28-159 0 0,14 82 320 0 0,-86-46-881 0 0,-30 25 1041 0 0,-32 35 1200 0 0,-25 16-960 0 0,-14-12-1360 0 0,-15-30-1042 0 0,-9-40-4321 0 0,-17-39-5362 0 0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6:54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613 1 4482 0 0,'-54'71'8469'0'0,"-43"63"-5537"0"0,-59 79-2768 0 0,-142 163 1064 0 0,290-363-1138 0 0,8-13-89 0 0,0 0 0 0 0,0 1 1 0 0,0-1-1 0 0,0 0 1 0 0,0 0-1 0 0,0 0 0 0 0,0 0 1 0 0,0 1-1 0 0,0-1 1 0 0,0 0-1 0 0,1 0 0 0 0,-1 0 1 0 0,0 0-1 0 0,0 0 1 0 0,0 1-1 0 0,0-1 0 0 0,0 0 1 0 0,0 0-1 0 0,0 0 1 0 0,0 0-1 0 0,1 0 0 0 0,-1 0 1 0 0,0 1-1 0 0,0-1 1 0 0,0 0-1 0 0,0 0 0 0 0,0 0 1 0 0,1 0-1 0 0,-1 0 1 0 0,0 0-1 0 0,0 0 0 0 0,0 0 1 0 0,0 0-1 0 0,1 0 1 0 0,-1 0-1 0 0,0 0 0 0 0,0 0 1 0 0,0 0-1 0 0,0 0 1 0 0,1 0-1 0 0,-1 0 0 0 0,0 0 1 0 0,0 0-1 0 0,0 0 1 0 0,0 0-1 0 0,1 0 0 0 0,-1 0 1 0 0,0 0-1 0 0,0 0 1 0 0,71-20 78 0 0,1-4-98 0 0,0-3 0 0 0,72-39 0 0 0,9-28 4 0 0,30-15 82 0 0,-171 103-82 0 0,0 1 1 0 0,1 0 0 0 0,18-4-1 0 0,-30 8-6 0 0,1 1 1 0 0,-1-1-1 0 0,1 1 0 0 0,-1 0 0 0 0,1-1 0 0 0,-1 1 0 0 0,1 0 0 0 0,-1 0 1 0 0,1 0-1 0 0,0 0 0 0 0,-1 1 0 0 0,1-1 0 0 0,-1 0 0 0 0,1 1 1 0 0,1 0-1 0 0,-2 0 1 0 0,-1-1 1 0 0,0 1 0 0 0,0 0-1 0 0,0 0 1 0 0,1 0-1 0 0,-1-1 1 0 0,0 1 0 0 0,0 0-1 0 0,0 0 1 0 0,0 0 0 0 0,-1-1-1 0 0,1 1 1 0 0,0 0-1 0 0,0 0 1 0 0,0-1 0 0 0,-1 1-1 0 0,1 0 1 0 0,0 0 0 0 0,-1-1-1 0 0,1 1 1 0 0,0 0-1 0 0,-1-1 1 0 0,1 1 0 0 0,-1 0-1 0 0,0-1 1 0 0,0 2 0 0 0,-226 295 525 0 0,206-272-130 0 0,2 1 0 0 0,-26 44 1 0 0,39-58-245 0 0,0 0 1 0 0,1 0-1 0 0,0 1 1 0 0,1 0 0 0 0,1-1-1 0 0,0 1 1 0 0,0 0-1 0 0,0 23 1 0 0,3-30-145 0 0,0-1-1 0 0,0 0 1 0 0,1 0 0 0 0,0 0 0 0 0,0 1 0 0 0,0-1-1 0 0,1 0 1 0 0,-1 0 0 0 0,1 0 0 0 0,1-1-1 0 0,-1 1 1 0 0,1 0 0 0 0,-1-1 0 0 0,5 6 0 0 0,2-1 7 0 0,-1 0 0 0 0,2 0 1 0 0,-1-1-1 0 0,13 9 0 0 0,67 45 4 0 0,-87-59-6 0 0,1-1 0 0 0,-1 1 0 0 0,0 0-1 0 0,0 0 1 0 0,0 0 0 0 0,0 0 0 0 0,0 0-1 0 0,0 0 1 0 0,-1 0 0 0 0,0 1 0 0 0,0-1 0 0 0,0 1-1 0 0,0-1 1 0 0,0 1 0 0 0,0-1 0 0 0,-1 1-1 0 0,0-1 1 0 0,0 1 0 0 0,0-1 0 0 0,0 1 0 0 0,-1 4-1 0 0,-2 7-35 0 0,0-1-1 0 0,-1 0 1 0 0,-10 24 0 0 0,10-27 28 0 0,-21 46 24 0 0,-3 0 0 0 0,-2-1 0 0 0,-2-2 0 0 0,-3-2 0 0 0,-2-1 0 0 0,-2-1 0 0 0,-75 71 0 0 0,72-78 190 0 0,41-42-196 0 0,0 0 0 0 0,0 0 0 0 0,0-1 0 0 0,0 1 0 0 0,1 0 0 0 0,-1 0 0 0 0,0 0 0 0 0,0 0 0 0 0,1 0 0 0 0,-1 1 0 0 0,1-1 0 0 0,-1 0 0 0 0,1 0 0 0 0,0 0 0 0 0,-1 0 0 0 0,1 1 0 0 0,0-1 0 0 0,0 0-1 0 0,0 0 1 0 0,0 1 0 0 0,0-1 0 0 0,0 0 0 0 0,0 2 0 0 0,1-2-3 0 0,0 0 0 0 0,1 1-1 0 0,-1-1 1 0 0,0 0-1 0 0,1 0 1 0 0,-1-1 0 0 0,1 1-1 0 0,-1 0 1 0 0,1 0-1 0 0,-1-1 1 0 0,1 1 0 0 0,-1-1-1 0 0,1 1 1 0 0,0-1-1 0 0,-1 0 1 0 0,1 1 0 0 0,0-1-1 0 0,2 0 1 0 0,10 1-4 0 0,1-1-1 0 0,-1 0 1 0 0,0-1 0 0 0,1 0-1 0 0,-1-1 1 0 0,20-6 0 0 0,77-29-66 0 0,-97 32 54 0 0,51-22-630 0 0,-2-3 1 0 0,72-46-1 0 0,-88 47-996 0 0,-2-2 0 0 0,-1-3 1 0 0,47-45-1 0 0,-13 3-5122 0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6:55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53 187 5202 0 0,'-43'-10'5523'0'0,"34"0"-3922"0"0,52-8-1521 0 0,61-24 560 0 0,19-2 400 0 0,3 10 1282 0 0,-22 20 559 0 0,-35 12-4002 0 0,-17 4-3201 0 0,-19-16-4001 0 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6:55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493 162 1040 0 0,'-87'-95'8183'0'0,"24"29"-1852"0"0,73 79-5990 0 0,-1 1 0 0 0,0 0 0 0 0,-1 1 0 0 0,-1 0-1 0 0,0 0 1 0 0,7 25 0 0 0,-8-18-556 0 0,0 0-1 0 0,-1 0 1 0 0,-1 1 0 0 0,-1 0-1 0 0,1 26 1 0 0,-8 1-895 0 0,-2 0 1 0 0,-13 55-1 0 0,7-46-217 0 0,7-36 851 0 0,-1 0 1 0 0,-1-1-1 0 0,-1 0 0 0 0,-2-1 1 0 0,0 0-1 0 0,-15 24 0 0 0,-85 111-843 0 0,77-113 1433 0 0,-140 171 1300 0 0,167-207 1132 0 0,11-9-1395 0 0,21-18-592 0 0,-14 11 0 0 0,10-8-360 0 0,148-103 383 0 0,-146 106-565 0 0,0 0-1 0 0,1 2 1 0 0,0 1 0 0 0,0 1-1 0 0,45-10 1 0 0,-62 18-48 0 0,1 0 0 0 0,0 1 1 0 0,-1 0-1 0 0,1 1 1 0 0,13 0-1 0 0,-19 1-3 0 0,1-1 0 0 0,-1 1 0 0 0,0-1 1 0 0,0 1-1 0 0,0 0 0 0 0,0 1 0 0 0,0-1 0 0 0,-1 0 0 0 0,1 1 0 0 0,0-1 1 0 0,-1 1-1 0 0,1 0 0 0 0,-1 0 0 0 0,1 0 0 0 0,-1 0 0 0 0,0 1 0 0 0,0-1 0 0 0,3 5 1 0 0,-1-2 15 0 0,-2 0-1 0 0,1 1 1 0 0,0 0 0 0 0,-1-1 0 0 0,0 1 0 0 0,0 0 0 0 0,-1 0 0 0 0,0 0 0 0 0,0 0 0 0 0,0 0-1 0 0,-1 1 1 0 0,0-1 0 0 0,0 0 0 0 0,-1 7 0 0 0,-1 1-64 0 0,-1 0 1 0 0,0-1-1 0 0,-1 1 0 0 0,-8 18 0 0 0,4-14-85 0 0,0-1-1 0 0,-1-1 1 0 0,-1 0-1 0 0,0 0 0 0 0,-19 21 1 0 0,0-6-1451 0 0,-35 29 1 0 0,-8 7-1239 0 0,-30 52 3684 0 0,55-60 238 0 0,45-56-854 0 0,-1 0 0 0 0,0 0 0 0 0,1 1 0 0 0,0-1-1 0 0,0 1 1 0 0,0 0 0 0 0,1 0 0 0 0,-1-1 0 0 0,1 1 0 0 0,0 0 0 0 0,0 1 0 0 0,0-1 0 0 0,0 0 0 0 0,1 0-1 0 0,0 7 1 0 0,0-9-187 0 0,0 1 0 0 0,1-1-1 0 0,0 1 1 0 0,-1-1 0 0 0,1 0 0 0 0,0 1-1 0 0,0-1 1 0 0,0 0 0 0 0,0 0-1 0 0,1 0 1 0 0,-1 0 0 0 0,1 0-1 0 0,-1 0 1 0 0,1 0 0 0 0,-1 0-1 0 0,1-1 1 0 0,0 1 0 0 0,0 0 0 0 0,0-1-1 0 0,0 0 1 0 0,0 1 0 0 0,0-1-1 0 0,1 0 1 0 0,-1 0 0 0 0,0 0-1 0 0,1-1 1 0 0,2 2 0 0 0,0-1 10 0 0,1 0 0 0 0,0 0 0 0 0,0-1 1 0 0,0 0-1 0 0,0 0 0 0 0,-1 0 0 0 0,1 0 1 0 0,8-3-1 0 0,49-13 124 0 0,-36 8-88 0 0,9-2 6 0 0,-9 1 6 0 0,-1 2-1 0 0,2 1 1 0 0,43-4 0 0 0,-64 10-76 0 0,0 0-1 0 0,0 0 1 0 0,0 0 0 0 0,0 1 0 0 0,0 0 0 0 0,0 0 0 0 0,0 1 0 0 0,0 0 0 0 0,0 0 0 0 0,-1 0 0 0 0,1 1 0 0 0,-1 0 0 0 0,0 0 0 0 0,0 1 0 0 0,0 0 0 0 0,0 0 0 0 0,-1 0 0 0 0,1 1 0 0 0,6 7 0 0 0,-7-6-9 0 0,-1 0 0 0 0,0 0-1 0 0,-1 0 1 0 0,1 0 0 0 0,-1 0 0 0 0,0 1 0 0 0,-1-1 0 0 0,1 1 0 0 0,-1 0 0 0 0,-1 0 0 0 0,1 0 0 0 0,-1 0 0 0 0,-1 0 0 0 0,1 0 0 0 0,-1 0 0 0 0,0 0 0 0 0,-1 0 0 0 0,1 0 0 0 0,-2 0 0 0 0,1 0 0 0 0,-1 0-1 0 0,0 0 1 0 0,0-1 0 0 0,-1 1 0 0 0,-6 11 0 0 0,-1 1 42 0 0,-1-2 0 0 0,-1 1 0 0 0,-1-2 0 0 0,0 0 0 0 0,-1 0 0 0 0,-1-1 0 0 0,-1-1 0 0 0,0 0 0 0 0,0-2 0 0 0,-1 1 0 0 0,-36 17 0 0 0,25-15 681 0 0,-1-2-1 0 0,0-1 0 0 0,-52 13 1 0 0,67-23-304 0 0,14-2-411 0 0,0 0 0 0 0,0 0 0 0 0,0 0 0 0 0,0 0-1 0 0,0 0 1 0 0,0 0 0 0 0,1 0 0 0 0,-1 0 0 0 0,0 0 0 0 0,0 0 0 0 0,0 0 0 0 0,0 0 0 0 0,0 0 0 0 0,0 0-1 0 0,0 0 1 0 0,0 0 0 0 0,0 0 0 0 0,0 0 0 0 0,0 0 0 0 0,0 0 0 0 0,0 0 0 0 0,0 0 0 0 0,0 0 0 0 0,0-1-1 0 0,0 1 1 0 0,0 0 0 0 0,0 0 0 0 0,0 0 0 0 0,0 0 0 0 0,0 0 0 0 0,0 0 0 0 0,0 0 0 0 0,0 0 0 0 0,0 0 0 0 0,0 0-1 0 0,0 0 1 0 0,0 0 0 0 0,0 0 0 0 0,0 0 0 0 0,0 0 0 0 0,0 0 0 0 0,0 0 0 0 0,0-1 0 0 0,0 1 0 0 0,0 0-1 0 0,0 0 1 0 0,0 0 0 0 0,0 0 0 0 0,0 0 0 0 0,0 0 0 0 0,0 0 0 0 0,0 0 0 0 0,0 0 0 0 0,-1 0 0 0 0,26-12 365 0 0,-11 5-324 0 0,89-39-636 0 0,21-10-1876 0 0,-98 42 1332 0 0,26-13-2390 0 0,-40 24 1965 0 0,0 0 0 0 0,-1 0 0 0 0,1 2 0 0 0,17-2 0 0 0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6:56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98 1521 0 0,'61'10'2321'0'0,"-120"-22"-240"0"0,76 12-240 0 0,123 14 1920 0 0,2-14-639 0 0,-45-20-1201 0 0,-50-14-3122 0 0,-37-22-8323 0 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6:56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0 7924 0 0,'-2'1'242'0'0,"0"0"0"0"0,0-1 0 0 0,1 1 1 0 0,-1 0-1 0 0,0 0 0 0 0,1 0 1 0 0,-1 0-1 0 0,1 0 0 0 0,-3 2 0 0 0,2 0 14 0 0,0 0-1 0 0,0 0 0 0 0,0 0 1 0 0,0 0-1 0 0,1 1 0 0 0,-1-1 0 0 0,1 0 1 0 0,0 1-1 0 0,-1 3 0 0 0,-6 36 2161 0 0,-5 82 0 0 0,8 74 36 0 0,44 319-1782 0 0,-19-338-605 0 0,-3 195 0 0 0,-17-370-82 0 0,-9 151-332 0 0,6-139-79 0 0,0-1 0 0 0,0 1 0 0 0,-2-1 0 0 0,0 0 0 0 0,-1 0 0 0 0,-14 28 0 0 0,20-43 283 0 0,-1 0 0 0 0,1 0-1 0 0,-1 1 1 0 0,0-1 0 0 0,1 0-1 0 0,-1 0 1 0 0,0 0 0 0 0,1 0-1 0 0,-1 0 1 0 0,0 0 0 0 0,0 0-1 0 0,0 0 1 0 0,0 0 0 0 0,0 0-1 0 0,0-1 1 0 0,0 1 0 0 0,-1 0-1 0 0,1-1 1 0 0,0 1 0 0 0,0-1-1 0 0,0 1 1 0 0,-3 0 0 0 0,2-2-65 0 0,0 0 1 0 0,0-1-1 0 0,1 1 1 0 0,-1 0-1 0 0,0-1 1 0 0,1 1-1 0 0,-1-1 1 0 0,1 1-1 0 0,0-1 1 0 0,-1 1-1 0 0,1-1 1 0 0,0 0-1 0 0,0 0 1 0 0,0 0-1 0 0,0 0 1 0 0,0 0-1 0 0,1 0 1 0 0,-2-2-1 0 0,-22-60-2831 0 0,-17-71-1 0 0,26 77 3407 0 0,-3 1-1 0 0,-46-101 1 0 0,57 147-28 0 0,1-1 0 0 0,-1 1 0 0 0,-11-11-1 0 0,17 20-267 0 0,-1 0-1 0 0,0 1 0 0 0,1-1 0 0 0,-1 1 0 0 0,0-1 0 0 0,0 1 0 0 0,0 0 1 0 0,-4-3-1 0 0,7 3 580 0 0,11-3 678 0 0,0-3-558 0 0,0-1 0 0 0,14-10 1 0 0,14-10-579 0 0,167-119-1875 0 0,-139 93-480 0 0,68-68-1 0 0,-12-9-1716 0 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6:57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347 3 4482 0 0,'-4'-1'308'0'0,"0"1"-1"0"0,1-1 1 0 0,-1 1-1 0 0,0-1 1 0 0,0 1-1 0 0,1 0 1 0 0,-1 0-1 0 0,0 1 1 0 0,0-1-1 0 0,1 1 1 0 0,-1 0-1 0 0,0 0 1 0 0,1 0-1 0 0,-1 0 1 0 0,1 1-1 0 0,-1-1 1 0 0,-3 3-1 0 0,-5 3 7 0 0,1 0 0 0 0,1 1-1 0 0,-16 13 1 0 0,-3 9 1350 0 0,1 2 0 0 0,1 0 0 0 0,-32 52 0 0 0,52-73-1670 0 0,0 0-1 0 0,0 0 0 0 0,1 1 1 0 0,1-1-1 0 0,-1 1 0 0 0,2 1 1 0 0,-5 16-1 0 0,1 15-60 0 0,-7-18-173 0 0,15-26 232 0 0,0 0 1 0 0,0 1-1 0 0,0-1 1 0 0,0 0-1 0 0,0 1 0 0 0,-1-1 1 0 0,1 1-1 0 0,0-1 0 0 0,0 0 1 0 0,0 1-1 0 0,0-1 1 0 0,0 0-1 0 0,1 1 0 0 0,-1-1 1 0 0,0 0-1 0 0,0 1 0 0 0,0-1 1 0 0,0 0-1 0 0,0 1 1 0 0,0-1-1 0 0,0 0 0 0 0,1 1 1 0 0,-1-1-1 0 0,0 0 0 0 0,0 0 1 0 0,0 1-1 0 0,1-1 1 0 0,-1 0-1 0 0,0 0 0 0 0,0 1 1 0 0,1-1-1 0 0,-1 0 0 0 0,0 0 1 0 0,1 0-1 0 0,-1 1 1 0 0,0-1-1 0 0,1 0 0 0 0,-1 0 1 0 0,0 0-1 0 0,1 0 1 0 0,-1 0-1 0 0,0 0 0 0 0,1 0 1 0 0,-1 0-1 0 0,0 0 0 0 0,1 0 1 0 0,-1 0-1 0 0,1 0 1 0 0,25 6-16 0 0,1-1 1 0 0,-1-1 0 0 0,47 0 0 0 0,7 1 30 0 0,-62-3-31 0 0,0 1 0 0 0,-1 0-1 0 0,1 1 1 0 0,-1 0 0 0 0,0 2-1 0 0,0 0 1 0 0,17 10-1 0 0,-28-14 20 0 0,-1 2-1 0 0,0-1 0 0 0,0 1 0 0 0,-1-1 0 0 0,1 1 1 0 0,-1 1-1 0 0,1-1 0 0 0,-1 1 0 0 0,-1-1 1 0 0,1 1-1 0 0,-1 0 0 0 0,1 0 0 0 0,-1 1 0 0 0,-1-1 1 0 0,1 1-1 0 0,-1-1 0 0 0,0 1 0 0 0,0 0 0 0 0,-1 0 1 0 0,0 0-1 0 0,0 0 0 0 0,0 0 0 0 0,-1 0 0 0 0,0 12 1 0 0,-2 4 8 0 0,-1 0 1 0 0,-1 0-1 0 0,0-1 1 0 0,-10 26-1 0 0,-32 70 38 0 0,43-111-40 0 0,-35 77-35 0 0,-79 124 0 0 0,107-191-270 0 0,0 1 0 0 0,-1-1 0 0 0,-1-1 0 0 0,0 0 0 0 0,-1-1 0 0 0,-28 24 0 0 0,29-30-1628 0 0,0-1 0 0 0,-1-1 0 0 0,-18 7 0 0 0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6:57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550 12 480 0 0,'0'-1'223'0'0,"-1"0"0"0"0,1 0 0 0 0,-1 1-1 0 0,1-1 1 0 0,-1 0 0 0 0,0 1 0 0 0,1-1 0 0 0,-1 0-1 0 0,0 1 1 0 0,1-1 0 0 0,-1 1 0 0 0,0-1 0 0 0,0 1-1 0 0,0-1 1 0 0,1 1 0 0 0,-1 0 0 0 0,0-1 0 0 0,0 1-1 0 0,0 0 1 0 0,0 0 0 0 0,0 0 0 0 0,0 0 0 0 0,-1-1-1 0 0,0 2-19 0 0,-1-1-1 0 0,1 1 1 0 0,0-1-1 0 0,-1 1 1 0 0,1-1-1 0 0,0 1 1 0 0,0 0-1 0 0,0 0 1 0 0,-3 2-1 0 0,-6 5 533 0 0,1 0 0 0 0,-18 16 1 0 0,20-16 491 0 0,-78 67 2294 0 0,12-10-3414 0 0,44-37-107 0 0,1 2 0 0 0,2 1 0 0 0,-35 53 0 0 0,47-64 78 0 0,0-1-1 0 0,-26 25 1 0 0,25-28 72 0 0,-27 35 1 0 0,33-34-65 0 0,10-16-80 0 0,0-1-1 0 0,0 1 1 0 0,0-1 0 0 0,-1 0 0 0 0,1 1-1 0 0,0-1 1 0 0,0 1 0 0 0,0-1-1 0 0,0 0 1 0 0,0 1 0 0 0,0-1-1 0 0,0 1 1 0 0,0-1 0 0 0,0 1 0 0 0,0-1-1 0 0,1 0 1 0 0,-1 1 0 0 0,0-1-1 0 0,0 1 1 0 0,0-1 0 0 0,0 0-1 0 0,1 1 1 0 0,1 1 18 0 0,0-1 0 0 0,1 0 0 0 0,-1 0 0 0 0,0 0 0 0 0,1-1 0 0 0,-1 1 0 0 0,0 0 0 0 0,1-1-1 0 0,-1 1 1 0 0,6-1 0 0 0,40 6 136 0 0,2-3 1 0 0,-1-2-1 0 0,64-6 0 0 0,149-29-2132 0 0,-120 12-4180 0 0,-21 6-2212 0 0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6:57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1281 0 0,'10'46'9604'0'0,"4"132"-5282"0"0,17 126-3362 0 0,0 11-880 0 0,-3-37 81 0 0,10 38 719 0 0,-5-183-80 0 0,3-43-79 0 0,-3-32 159 0 0,0-34-800 0 0,-2-50-4562 0 0,-5-124-7604 0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6:58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9 146 1841 0 0,'-8'-4'1976'0'0,"7"1"-432"0"0,27-2 819 0 0,194-16 1505 0 0,281 6-258 0 0,-109 6 1797 0 0,102-14 1517 0 0,246-27-5804 0 0,-700 47-1169 0 0,179-9-310 0 0,-190 12 254 0 0,1 2-1 0 0,-1 0 1 0 0,-1 2 0 0 0,1 2-1 0 0,34 10 1 0 0,-45-8 1 0 0,-15-7 64 0 0,0 1-1 0 0,-1-1 1 0 0,1 0 0 0 0,0 0-1 0 0,-1 0 1 0 0,1-1-1 0 0,0 1 1 0 0,3 0 0 0 0,-6-1 38 0 0,0 0 0 0 0,1 0 0 0 0,-1 1 0 0 0,0-1 0 0 0,0 0 0 0 0,0 0 0 0 0,0 1 0 0 0,0-1 1 0 0,1 0-1 0 0,-1 1 0 0 0,0-1 0 0 0,0 0 0 0 0,0 0 0 0 0,0 1 0 0 0,0-1 0 0 0,0 0 0 0 0,0 1 0 0 0,0-1 0 0 0,0 0 0 0 0,0 1 1 0 0,0-1-1 0 0,-1 0 0 0 0,1 0 0 0 0,0 1 0 0 0,0-1 0 0 0,0 0 0 0 0,0 0 0 0 0,0 1 0 0 0,0-1 0 0 0,-1 0 0 0 0,1 0 1 0 0,0 1-1 0 0,0-1 0 0 0,-1 0 0 0 0,-2 11 42 0 0,-24 221-80 0 0,-51 123 143 0 0,28-137 7 0 0,-42 242 16 0 0,0 3-158 0 0,31-141-1355 0 0,56-299-145 0 0,-1-1 1 0 0,-12 30 0 0 0,13-38 123 0 0,-2-1 1 0 0,0 0-1 0 0,-1 0 1 0 0,0 0-1 0 0,0-1 1 0 0,-2 0-1 0 0,1-1 1 0 0,-15 13-1 0 0,-54 37-5563 0 0,78-61 6966 0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6:58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326 264 1601 0 0,'-24'-3'1526'0'0,"-42"-6"4067"0"0,-111 1 0 0 0,169 8-4830 0 0,0 0-1 0 0,0 1 1 0 0,1 0 0 0 0,-1 1-1 0 0,-7 2 1 0 0,14-4-732 0 0,1 0 0 0 0,0 0 1 0 0,0 0-1 0 0,0 0 0 0 0,-1 0 1 0 0,1 0-1 0 0,0 0 0 0 0,0 0 1 0 0,0 0-1 0 0,0 0 0 0 0,-1 0 1 0 0,1 1-1 0 0,0-1 0 0 0,0 0 1 0 0,0 0-1 0 0,0 0 0 0 0,0 0 1 0 0,-1 0-1 0 0,1 0 0 0 0,0 0 0 0 0,0 1 1 0 0,0-1-1 0 0,0 0 0 0 0,0 0 1 0 0,0 0-1 0 0,0 0 0 0 0,-1 0 1 0 0,1 1-1 0 0,0-1 0 0 0,0 0 1 0 0,0 0-1 0 0,0 0 0 0 0,0 1 1 0 0,0-1-1 0 0,0 0 0 0 0,0 0 1 0 0,0 0-1 0 0,0 0 0 0 0,0 1 1 0 0,0-1-1 0 0,0 0 0 0 0,0 0 1 0 0,0 0-1 0 0,0 0 0 0 0,0 1 1 0 0,1-1-1 0 0,16 8 911 0 0,30 5-600 0 0,1-2-1 0 0,71 7 1 0 0,114-1 111 0 0,-199-15-317 0 0,139 5 891 0 0,283-25 0 0 0,385-88 1455 0 0,-779 97-2301 0 0,187-33 718 0 0,-246 41-937 0 0,-1 1 1 0 0,1-1-1 0 0,-1 0 0 0 0,1 0 0 0 0,-1 0 1 0 0,0 0-1 0 0,1 0 0 0 0,-1 0 1 0 0,0-1-1 0 0,0 1 0 0 0,0-1 0 0 0,0 1 1 0 0,0-1-1 0 0,0 0 0 0 0,0 0 0 0 0,0 0 1 0 0,-1 0-1 0 0,1 0 0 0 0,-1 0 1 0 0,2-3-1 0 0,-2 1-467 0 0,0-1 0 0 0,1 1 0 0 0,-2-1 0 0 0,1 1 0 0 0,0-1 0 0 0,-1 1 0 0 0,0-1-1 0 0,0 1 1 0 0,-2-10 0 0 0,-1-6-6278 0 0,-10-32 0 0 0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6:59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 1281 0 0,'-24'49'2414'0'0,"23"-48"-2307"0"0,1 0 1 0 0,-1 0-1 0 0,0 0 1 0 0,1 0-1 0 0,0 0 1 0 0,-1 1-1 0 0,1-1 0 0 0,0 0 1 0 0,-1 0-1 0 0,1 1 1 0 0,0-1-1 0 0,0 0 1 0 0,0 0-1 0 0,0 0 1 0 0,0 1-1 0 0,0-1 0 0 0,1 0 1 0 0,-1 0-1 0 0,0 1 1 0 0,1-1-1 0 0,0 2 1 0 0,0-1 1 0 0,0 0 0 0 0,1 0 0 0 0,-1 0-1 0 0,1 0 1 0 0,0 0 0 0 0,0-1 0 0 0,-1 1 0 0 0,1 0 0 0 0,0-1 0 0 0,3 2 0 0 0,6 3 221 0 0,0 0-1 0 0,1-1 1 0 0,18 5 0 0 0,-24-8-49 0 0,18 5 516 0 0,0 2 0 0 0,27 14-1 0 0,-43-19-603 0 0,-1 1 1 0 0,1 0-1 0 0,-1 1 0 0 0,1-1 0 0 0,-2 1 0 0 0,1 1 1 0 0,-1-1-1 0 0,0 1 0 0 0,7 11 0 0 0,-7-9-36 0 0,0 1-1 0 0,-1 0 1 0 0,-1 0-1 0 0,0 0 0 0 0,0 0 1 0 0,-1 1-1 0 0,0-1 1 0 0,-1 1-1 0 0,0 0 0 0 0,0 0 1 0 0,-2 0-1 0 0,1 0 1 0 0,-1 0-1 0 0,-3 19 0 0 0,-4 7 222 0 0,-1-1-1 0 0,-2-1 0 0 0,-15 39 0 0 0,-13 45 491 0 0,33-89-754 0 0,1 0 1 0 0,2 0 0 0 0,1 1-1 0 0,5 56 1 0 0,-3-83-150 0 0,-1-1 0 0 0,1 1-1 0 0,0-1 1 0 0,0 0 0 0 0,0 1 0 0 0,0-1-1 0 0,0 0 1 0 0,1 0 0 0 0,2 5 0 0 0,-3-7-111 0 0,0 0 1 0 0,0 0-1 0 0,0 0 1 0 0,0 0-1 0 0,0 0 1 0 0,0 0-1 0 0,0 0 1 0 0,0 0-1 0 0,0-1 1 0 0,0 1-1 0 0,0 0 1 0 0,2 0-1 0 0,-2-1-175 0 0,0 0-1 0 0,0 0 1 0 0,0 1-1 0 0,0-1 1 0 0,1 0-1 0 0,-1 0 1 0 0,0 0-1 0 0,0 0 0 0 0,0 0 1 0 0,0-1-1 0 0,0 1 1 0 0,0 0-1 0 0,1 0 1 0 0,-1-1-1 0 0,0 1 0 0 0,1-1 1 0 0,28-22-10124 0 0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6:59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35 400 0 0,'27'-3'1501'0'0,"1"-12"6282"0"0,-7 3-1740 0 0,-19 11-5888 0 0,1 1 0 0 0,-1-1 0 0 0,1 0 0 0 0,-1 1-1 0 0,1-1 1 0 0,-1 1 0 0 0,1 0 0 0 0,-1 0 0 0 0,1 0-1 0 0,0 0 1 0 0,-1 0 0 0 0,1 1 0 0 0,-1-1 0 0 0,1 1 0 0 0,-1-1-1 0 0,0 1 1 0 0,1 0 0 0 0,4 2 0 0 0,-2 0-239 0 0,1 1 1 0 0,-1-1 0 0 0,1 1-1 0 0,-1 0 1 0 0,8 8-1 0 0,-10-7 158 0 0,0-1-1 0 0,0 0 0 0 0,0 1 1 0 0,-1 0-1 0 0,1 0 1 0 0,-1 0-1 0 0,-1 0 0 0 0,1 0 1 0 0,-1 0-1 0 0,1 0 1 0 0,-2 0-1 0 0,1 1 0 0 0,0-1 1 0 0,-1 0-1 0 0,0 1 1 0 0,0-1-1 0 0,-2 11 0 0 0,-1-1 85 0 0,0 1-1 0 0,-1-1 0 0 0,0 0 1 0 0,-11 26-1 0 0,-15 9-166 0 0,23-40 4 0 0,1 0 1 0 0,0 0 0 0 0,-9 22-1 0 0,14-29 1 0 0,0 1 0 0 0,1-1 0 0 0,-1 1-1 0 0,1-1 1 0 0,0 1 0 0 0,0-1 0 0 0,1 1 0 0 0,-1-1-1 0 0,1 1 1 0 0,-1-1 0 0 0,1 1 0 0 0,0-1 0 0 0,0 0-1 0 0,1 1 1 0 0,-1-1 0 0 0,1 0 0 0 0,0 0-1 0 0,2 4 1 0 0,4 4-16 0 0,0 0 0 0 0,1-1 0 0 0,13 13 0 0 0,10 8 22 0 0,-14-15 1 0 0,-1 0 0 0 0,0 1 0 0 0,-1 1 1 0 0,-1 1-1 0 0,-1 0 0 0 0,-1 1 0 0 0,11 21 0 0 0,-12-14 78 0 0,-2 1-1 0 0,0 0 1 0 0,-3 0-1 0 0,0 1 1 0 0,-1 0 0 0 0,-2 0-1 0 0,-1 0 1 0 0,-2 1 0 0 0,-1-1-1 0 0,-3 33 1 0 0,1-40-9 0 0,-1 0 1 0 0,-1 0-1 0 0,-1-1 1 0 0,-1 0-1 0 0,0 0 1 0 0,-2 0-1 0 0,0-1 1 0 0,-2 0-1 0 0,0 0 1 0 0,-1-1-1 0 0,-1-1 1 0 0,-1 0-1 0 0,0-1 1 0 0,-17 18-1 0 0,22-28 11 0 0,0 0 1 0 0,-1 0-1 0 0,-14 8 1 0 0,21-14-76 0 0,0 0 0 0 0,0 0 0 0 0,0 0 0 0 0,0 0 0 0 0,0 0 0 0 0,-1 0 0 0 0,1-1 1 0 0,0 1-1 0 0,0-1 0 0 0,-1 0 0 0 0,1 1 0 0 0,0-1 0 0 0,-1 0 0 0 0,1 0 0 0 0,0-1 0 0 0,-1 1 1 0 0,1 0-1 0 0,0-1 0 0 0,0 1 0 0 0,-1-1 0 0 0,1 0 0 0 0,-3-1 0 0 0,-11-3-2854 0 0,-6 0-3939 0 0,-45-2-5073 0 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7:32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614 25 4002 0 0,'-2'0'3762'0'0,"42"-24"-2962"0"0,-26 28-720 0 0,-16 12 400 0 0,-3 0 80 0 0,-26 42 241 0 0,-61 84 3041 0 0,-15 5 1200 0 0,-2-13-3281 0 0,24-22-1681 0 0,4-6-480 0 0,5-8-1 0 0,24-24 81 0 0,26-36-960 0 0,40-30-1762 0 0,39-34-559 0 0,1-36-4483 0 0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7:32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0 2241 0 0,'9'6'5202'0'0,"-14"34"-3041"0"0,-4 54-1280 0 0,4 52 3121 0 0,0 22-881 0 0,-2-22-1200 0 0,-2-36-1041 0 0,2 7-640 0 0,4 23-240 0 0,8-6-160 0 0,9-28-240 0 0,29-44-1361 0 0,23-58-3281 0 0,58-124-5683 0 0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7:32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920 1 3201 0 0,'-50'42'7284'0'0,"-125"76"-961"0"0,-34 14-4402 0 0,-47 45-721 0 0,147-89-800 0 0,33-18-320 0 0,33-12 0 0 0,41-32-240 0 0,42-34-640 0 0,29-50-6483 0 0,9-48-4403 0 0</inkml:trace>
  <inkml:trace contextRef="#ctx0" brushRef="#br0" timeOffset="1">251 552 1361 0 0,'-64'126'1680'0'0,"43"8"-239"0"0,35-22-481 0 0,27-12 1522 0 0,23-13 2240 0 0,26 1-1201 0 0,31-6-1920 0 0,28-20-1361 0 0,26-28-560 0 0,1-36-880 0 0,-6-36-4963 0 0,-23-36-880 0 0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27:33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3939 1109 1441 0 0,'-515'-16'5389'0'0,"399"22"-4277"0"0,1 4-1 0 0,-164 37 1 0 0,146-11-475 0 0,1 5 1 0 0,3 5-1 0 0,1 7 1 0 0,-121 68-1 0 0,-176 133 783 0 0,157-70-612 0 0,-84 85 169 0 0,28 36-85 0 0,259-231-637 0 0,2 3 0 0 0,-76 122 0 0 0,101-135-106 0 0,3 2-1 0 0,3 2 1 0 0,-45 135 0 0 0,59-137-52 0 0,2 1 0 0 0,4 1 1 0 0,2 0-1 0 0,3 1 0 0 0,4-1 1 0 0,6 91-1 0 0,4-79 5 0 0,4-1 0 0 0,4 0 0 0 0,3-1 0 0 0,3 0 0 0 0,40 92 1 0 0,-15-63 57 0 0,5-3 0 0 0,74 113 0 0 0,-13-53 87 0 0,6-4-1 0 0,7-6 1 0 0,169 159 0 0 0,-190-213-210 0 0,5-6 0 0 0,3-4 0 0 0,5-5 0 0 0,3-5 0 0 0,4-6 0 0 0,2-5 0 0 0,4-6 0 0 0,195 67 0 0 0,-158-79-103 0 0,2-8-1 0 0,1-7 1 0 0,3-8-1 0 0,297 10 1 0 0,-220-37-59 0 0,0-11 0 0 0,417-71 0 0 0,-373 22-1 0 0,-4-13 0 0 0,-2-12-1 0 0,-5-12 1 0 0,421-207-1 0 0,-441 165 53 0 0,-6-11 1 0 0,332-255-1 0 0,-104-11 60 0 0,-361 293 34 0 0,199-254 0 0 0,-185 183 80 0 0,153-282 0 0 0,-239 376-36 0 0,-5-1-1 0 0,-5-3 1 0 0,45-165-1 0 0,-62 168 21 0 0,-5-1 1 0 0,-4-1-1 0 0,-5 0 0 0 0,-5-1 1 0 0,-11-183-1 0 0,-4 194 0 0 0,-4 0 0 0 0,-4 2 0 0 0,-5 0 0 0 0,-3 1 0 0 0,-4 1 0 0 0,-66-137 0 0 0,51 141-19 0 0,-3 3-1 0 0,-4 2 1 0 0,-3 2 0 0 0,-4 2 0 0 0,-3 3 0 0 0,-2 3 0 0 0,-90-74-1 0 0,60 67 10 0 0,-3 5 0 0 0,-3 4-1 0 0,-3 4 1 0 0,-3 5 0 0 0,-149-60-1 0 0,100 59 7 0 0,-2 7 0 0 0,-189-37 0 0 0,132 49 0 0 0,-316-17 0 0 0,230 48-39 0 0,0 13 0 0 0,1 13 0 0 0,-477 90 0 0 0,388-23-122 0 0,3 17-1 0 0,-456 184 1 0 0,105 36-234 0 0,-4 100-383 0 0,-7 116-997 0 0,606-422 528 0 0,-200 215 0 0 0,232-208-260 0 0,-106 158-1 0 0,169-215 591 0 0,3 2 0 0 0,3 1 0 0 0,-50 124 0 0 0,72-145 265 0 0,3 1 1 0 0,2 0-1 0 0,2 1 0 0 0,2 0 1 0 0,2 1-1 0 0,1 58 0 0 0,10-8-1602 0 0,36 194 0 0 0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1:36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3567 720 0 0,'1'-1'554'0'0,"0"0"0"0"0,1 0 0 0 0,-1 0-1 0 0,0 0 1 0 0,0-1 0 0 0,0 1 0 0 0,1 0-1 0 0,-1-1 1 0 0,1-2 0 0 0,-1 2-130 0 0,0-1 0 0 0,-1 0 1 0 0,1 1-1 0 0,-1-1 0 0 0,0 1 1 0 0,1-1-1 0 0,-1 0 0 0 0,0 1 0 0 0,0-1 1 0 0,-2-5-1 0 0,-10-45 3022 0 0,-7-38 31 0 0,18 77-3197 0 0,0 0-1 0 0,1 1 1 0 0,1-1-1 0 0,0 0 1 0 0,0 1-1 0 0,2-1 1 0 0,-1 1-1 0 0,2 0 1 0 0,6-17 0 0 0,2 2 144 0 0,2 0 0 0 0,31-48 1 0 0,272-379 1682 0 0,19 15-1972 0 0,-21 28-190 0 0,72-85 41 0 0,26 44 15 0 0,33 29 151 0 0,-147 149 334 0 0,-197 182-177 0 0,-86 79-466 0 0,7-8 726 0 0,-19 17-1898 0 0,-10 6-2316 0 0,-43 26-7787 0 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1:37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1007 1 880 0 0,'-204'57'6790'0'0,"190"-54"-5854"0"0,10-2-458 0 0,1-1 0 0 0,0 1 0 0 0,-1 0 0 0 0,1 0 0 0 0,-1 0 0 0 0,1 0 0 0 0,0 1 0 0 0,0-1 0 0 0,0 1 0 0 0,0 0 0 0 0,0 0 0 0 0,-4 3 0 0 0,-1 4 8 0 0,0 0 0 0 0,1 0 0 0 0,0 1 0 0 0,0 0 0 0 0,1 0 0 0 0,-6 16 0 0 0,-78 208-555 0 0,31-71-583 0 0,-63 142-62 0 0,-46 118 828 0 0,9 71 780 0 0,133-403-294 0 0,4 2 0 0 0,-17 182 1 0 0,37-255-526 0 0,1 0 0 0 0,1 1 0 0 0,1-1 1 0 0,1 0-1 0 0,6 25 0 0 0,-6-38-69 0 0,0 0 0 0 0,0 0-1 0 0,0-1 1 0 0,1 1 0 0 0,0-1 0 0 0,1 0-1 0 0,-1 0 1 0 0,1 0 0 0 0,1 0-1 0 0,-1-1 1 0 0,1 0 0 0 0,-1 1 0 0 0,2-2-1 0 0,-1 1 1 0 0,0-1 0 0 0,1 1-1 0 0,0-2 1 0 0,10 6 0 0 0,-4-3-13 0 0,1-2 0 0 0,0 1 0 0 0,0-2 0 0 0,0 0 0 0 0,0 0 0 0 0,0-1 1 0 0,21 0-1 0 0,-2-2-2 0 0,-1-2 1 0 0,44-7 0 0 0,-11-3-19 0 0,69-24 1 0 0,106-49 12 0 0,357-187-1380 0 0,-16-36-1961 0 0,-89 12-5515 0 0,-307 159 5045 0 0,-184 137 3821 0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1:37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510 353 640 0 0,'2'28'2628'0'0,"-2"-11"1640"0"0,-4-40 1615 0 0,-2 3-1571 0 0,6 20-4283 0 0,0 0 0 0 0,0-1 0 0 0,0 1-1 0 0,0 0 1 0 0,0 0 0 0 0,0 0 0 0 0,0 0-1 0 0,0 0 1 0 0,0 0 0 0 0,0 0 0 0 0,0 0-1 0 0,0 0 1 0 0,0 0 0 0 0,-1-1 0 0 0,1 1 0 0 0,0 0-1 0 0,0 0 1 0 0,0 0 0 0 0,0 0 0 0 0,0 0-1 0 0,0 0 1 0 0,0 0 0 0 0,0 0 0 0 0,0 0-1 0 0,0 0 1 0 0,0 0 0 0 0,0 0 0 0 0,-1 0-1 0 0,1 0 1 0 0,0 0 0 0 0,0 0 0 0 0,0 0 0 0 0,0 0-1 0 0,0 0 1 0 0,0 0 0 0 0,0 0 0 0 0,0 0-1 0 0,0 0 1 0 0,-1 0 0 0 0,1 0 0 0 0,0 0-1 0 0,0 0 1 0 0,0 0 0 0 0,0 0 0 0 0,0 0 0 0 0,0 0-1 0 0,0 0 1 0 0,0 0 0 0 0,0 0 0 0 0,0 0-1 0 0,0 0 1 0 0,-1 0 0 0 0,1 0 0 0 0,0 0-1 0 0,0 0 1 0 0,0 1 0 0 0,0-1 0 0 0,0 0 0 0 0,-3 15 1218 0 0,-123 654 2328 0 0,89-518-3648 0 0,-77 200-1 0 0,72-246 34 0 0,-95 171 0 0 0,105-223 94 0 0,26-47-42 0 0,5-11-11 0 0,13-27-28 0 0,41-83-93 0 0,108-270-42 0 0,19-45 24 0 0,-122 309 42 0 0,101-161-1 0 0,28 34-50 0 0,-10 60 54 0 0,-57 87 35 0 0,-104 90 54 0 0,0 0 0 0 0,0 1 1 0 0,1 1-1 0 0,0 1 0 0 0,25-8 1 0 0,-38 14 2 0 0,1 1 0 0 0,0 0 1 0 0,-1 0-1 0 0,1 0 1 0 0,0 0-1 0 0,0 1 1 0 0,0 0-1 0 0,5 0 1 0 0,-8 1-3 0 0,0-1 1 0 0,0 0 0 0 0,0 1-1 0 0,-1 0 1 0 0,1-1 0 0 0,0 1-1 0 0,0 0 1 0 0,-1 0 0 0 0,1 0-1 0 0,-1 0 1 0 0,1 0 0 0 0,0 0-1 0 0,-1 0 1 0 0,0 0 0 0 0,1 1-1 0 0,1 1 1 0 0,-1 2 1 0 0,0-1 1 0 0,0 1-1 0 0,0 0 1 0 0,-1 0-1 0 0,0 0 1 0 0,0 0-1 0 0,0 0 1 0 0,0 1-1 0 0,-1-1 0 0 0,0 0 1 0 0,0 0-1 0 0,0 0 1 0 0,-1 1-1 0 0,1-1 1 0 0,-3 8-1 0 0,-6 28 48 0 0,-2 0-1 0 0,-2-1 1 0 0,-32 72-1 0 0,-78 114 128 0 0,76-156-110 0 0,-4-1 0 0 0,-2-3 0 0 0,-4-2-1 0 0,-2-2 1 0 0,-3-4 0 0 0,-2-2 0 0 0,-3-2-1 0 0,-87 52 1 0 0,143-98-421 0 0,-1-1 0 0 0,1-1 1 0 0,-24 9-1 0 0,35-15 315 0 0,-1 0 0 0 0,1 1 1 0 0,0-1-1 0 0,-1 0 0 0 0,1 0 1 0 0,-1 0-1 0 0,1 0 0 0 0,-1 0 0 0 0,1 0 1 0 0,-1 1-1 0 0,1-1 0 0 0,-1 0 1 0 0,1-1-1 0 0,-1 1 0 0 0,1 0 1 0 0,-1 0-1 0 0,1 0 0 0 0,0 0 1 0 0,-1 0-1 0 0,1 0 0 0 0,-1 0 1 0 0,1-1-1 0 0,-1 1 0 0 0,1 0 1 0 0,0 0-1 0 0,-1-1 0 0 0,1 1 0 0 0,-1 0 1 0 0,1-1-1 0 0,-1-1-132 0 0,1 1 1 0 0,0-1-1 0 0,0 1 0 0 0,0-1 1 0 0,0 1-1 0 0,0-1 1 0 0,0 1-1 0 0,0-1 0 0 0,0 0 1 0 0,1 1-1 0 0,-1-1 0 0 0,0 1 1 0 0,2-2-1 0 0,43-109-9364 0 0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1:38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612 3 240 0 0,'11'-1'791'0'0,"-3"0"-335"0"0,1 1 0 0 0,0-1 0 0 0,0 2 0 0 0,0-1 0 0 0,9 2 0 0 0,-15-1-219 0 0,-1 0 0 0 0,0-1 0 0 0,1 1 0 0 0,-1 0 0 0 0,0 0 0 0 0,0 0 1 0 0,0 1-1 0 0,0-1 0 0 0,0 0 0 0 0,0 1 0 0 0,0-1 0 0 0,0 1 0 0 0,0 0 0 0 0,-1 0 1 0 0,1 0-1 0 0,-1-1 0 0 0,1 2 0 0 0,-1-1 0 0 0,0 0 0 0 0,1 0 0 0 0,-1 0 0 0 0,0 0 1 0 0,1 5-1 0 0,-1 0 251 0 0,0 0 0 0 0,0 1 1 0 0,0-1-1 0 0,-1 1 0 0 0,0-1 1 0 0,0 0-1 0 0,-1 1 0 0 0,0-1 0 0 0,0 0 1 0 0,-4 13-1 0 0,-5 11 694 0 0,-17 36 0 0 0,23-59-1007 0 0,-35 75 739 0 0,-4-1 1 0 0,-4-3-1 0 0,-73 96 0 0 0,20-49 332 0 0,-119 117 0 0 0,191-214-1006 0 0,13-13-143 0 0,0-1 0 0 0,-1 0-1 0 0,-22 15 1 0 0,35-29-155 0 0,8-10-30 0 0,37-51-99 0 0,320-411 40 0 0,-141 242-101 0 0,-170 184-1061 0 0,2 2 0 0 0,89-54 0 0 0,-125 86 148 0 0,2 1 1 0 0,-1 1-1 0 0,1 0 1 0 0,0 2-1 0 0,1 0 1 0 0,25-5-1 0 0,-39 11 564 0 0,1 0 0 0 0,-1 0 0 0 0,1 1 0 0 0,-1 0 1 0 0,1 0-1 0 0,-1 0 0 0 0,11 3 0 0 0,0 2-1413 0 0,0 0 0 0 0,20 11 0 0 0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1:38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129 360 4242 0 0,'-5'9'1156'0'0,"-13"17"341"0"0,1 0 0 0 0,1 2 0 0 0,2 0 0 0 0,1 0 0 0 0,-11 35 0 0 0,18-39-813 0 0,0 0-1 0 0,3 0 1 0 0,-3 45 0 0 0,6-63-611 0 0,0-1 0 0 0,0 1 0 0 0,0-1 1 0 0,1 1-1 0 0,0-1 0 0 0,0 1 1 0 0,1-1-1 0 0,-1 1 0 0 0,1-1 1 0 0,0 0-1 0 0,1 0 0 0 0,-1 0 1 0 0,1 0-1 0 0,0-1 0 0 0,0 1 1 0 0,0-1-1 0 0,1 1 0 0 0,0-1 1 0 0,-1 0-1 0 0,1-1 0 0 0,1 1 1 0 0,-1-1-1 0 0,1 1 0 0 0,-1-1 1 0 0,10 4-1 0 0,-3-3 59 0 0,-1 0 1 0 0,1-1-1 0 0,-1-1 1 0 0,1 0-1 0 0,0 0 0 0 0,0-1 1 0 0,0 0-1 0 0,0-1 0 0 0,0 0 1 0 0,0-1-1 0 0,12-2 0 0 0,-7 0-84 0 0,-1 0-1 0 0,0-2 1 0 0,0 0-1 0 0,0 0 0 0 0,0-1 1 0 0,-1-1-1 0 0,16-10 0 0 0,-9 3 19 0 0,0-2 0 0 0,-1 0 0 0 0,32-32-1 0 0,-9-2 82 0 0,-2-1-1 0 0,49-80 0 0 0,-70 102-53 0 0,-2-1 1 0 0,-1 0-1 0 0,-1-1 0 0 0,22-65 1 0 0,-36 89-61 0 0,0-1 1 0 0,-1 0 0 0 0,0 1 0 0 0,0-1-1 0 0,-1 0 1 0 0,0 0 0 0 0,0 1-1 0 0,-1-1 1 0 0,0 0 0 0 0,-1 1-1 0 0,1-1 1 0 0,-1 1 0 0 0,-5-12-1 0 0,2 9 60 0 0,0 0 0 0 0,-1 0 0 0 0,1 1 0 0 0,-2 0-1 0 0,1 1 1 0 0,-1-1 0 0 0,-14-11 0 0 0,15 14-40 0 0,0 1 1 0 0,-1 0-1 0 0,0 0 1 0 0,0 1-1 0 0,0-1 1 0 0,0 2-1 0 0,-1-1 1 0 0,1 1-1 0 0,-1 0 1 0 0,0 1-1 0 0,-16-3 1 0 0,13 3-40 0 0,0 1 1 0 0,-1 1 0 0 0,1 0 0 0 0,-1 1-1 0 0,1 0 1 0 0,0 1 0 0 0,-21 6 0 0 0,10-1-39 0 0,1 1 1 0 0,0 2 0 0 0,0 0-1 0 0,1 1 1 0 0,0 1 0 0 0,1 1 0 0 0,-32 27-1 0 0,37-27-49 0 0,1 0-1 0 0,0 1 0 0 0,1 1 1 0 0,0 0-1 0 0,-17 30 0 0 0,23-35-369 0 0,1 0-1 0 0,1 0 0 0 0,0 1 1 0 0,0 0-1 0 0,1-1 0 0 0,0 1 1 0 0,1 1-1 0 0,0-1 0 0 0,1 0 1 0 0,0 20-1 0 0,2-27-54 0 0,-1 1 0 0 0,0 0 0 0 0,1-1 0 0 0,0 1 0 0 0,0-1 0 0 0,0 1 0 0 0,1-1 0 0 0,-1 0 0 0 0,1 1 0 0 0,0-1 0 0 0,3 4 0 0 0,0-2-1023 0 0,0 0 0 0 0,1-1 1 0 0,0 1-1 0 0,0-1 0 0 0,10 6 1 0 0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1:39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321 157 5843 0 0,'-22'-10'10825'0'0,"20"9"-10539"0"0,-1 0-1 0 0,1 0 1 0 0,0-1 0 0 0,0 1 0 0 0,0-1-1 0 0,0 1 1 0 0,0-1 0 0 0,0 0 0 0 0,0 1-1 0 0,1-1 1 0 0,-1 0 0 0 0,-2-4 0 0 0,4 6-313 0 0,0-1 0 0 0,0 1 0 0 0,1 0 1 0 0,-1-1-1 0 0,0 1 0 0 0,0 0 0 0 0,0-1 0 0 0,0 1 1 0 0,0 0-1 0 0,0-1 0 0 0,0 1 0 0 0,1 0 0 0 0,-1-1 1 0 0,0 1-1 0 0,0 0 0 0 0,0-1 0 0 0,1 1 1 0 0,-1 0-1 0 0,0 0 0 0 0,0-1 0 0 0,1 1 0 0 0,-1 0 1 0 0,0 0-1 0 0,0 0 0 0 0,1 0 0 0 0,-1-1 0 0 0,0 1 1 0 0,1 0-1 0 0,-1 0 0 0 0,0 0 0 0 0,1 0 1 0 0,-1 0-1 0 0,0 0 0 0 0,1 0 0 0 0,15-4-395 0 0,-13 4 288 0 0,6-2-303 0 0,0 0 0 0 0,1 1 0 0 0,11 0 1 0 0,-19 1 346 0 0,1 0 0 0 0,-1 0 0 0 0,0 0 1 0 0,0 1-1 0 0,0-1 0 0 0,0 0 0 0 0,0 1 1 0 0,0 0-1 0 0,0-1 0 0 0,0 1 0 0 0,0 0 1 0 0,0 0-1 0 0,0 0 0 0 0,0 0 0 0 0,0 1 0 0 0,-1-1 1 0 0,1 0-1 0 0,0 1 0 0 0,-1-1 0 0 0,1 1 1 0 0,1 2-1 0 0,22 26 3554 0 0,-19-25-2613 0 0,-2 0-1 0 0,1 0 1 0 0,7 11 0 0 0,-10-13-923 0 0,-1 0 0 0 0,1 0 0 0 0,-1 0 0 0 0,0 1 0 0 0,0-1 0 0 0,2 6 0 0 0,-2 5 137 0 0,0 1 0 0 0,0-1-1 0 0,-1 1 1 0 0,-4 24 0 0 0,3-31-42 0 0,-8 62 484 0 0,-4-1 0 0 0,-3-1-1 0 0,-46 127 1 0 0,-112 190 400 0 0,133-306-1180 0 0,-91 130-1 0 0,128-203 252 0 0,12-17 118 0 0,3-3-23 0 0,3-14-73 0 0,69-177 94 0 0,184-403-94 0 0,-116 354-156 0 0,-119 206 131 0 0,2 3 1 0 0,2 0-1 0 0,47-43 1 0 0,-78 84 24 0 0,33-30 0 0 0,-36 32 0 0 0,1 1 0 0 0,-1-1 0 0 0,0 0 0 0 0,1 1 0 0 0,0-1 0 0 0,-1 1 0 0 0,1 0 0 0 0,0 0 0 0 0,0 0 0 0 0,0 0 0 0 0,4 0 0 0 0,-7 1 0 0 0,1 0 1 0 0,-1 0-1 0 0,0 0 0 0 0,0 0 1 0 0,0 0-1 0 0,1 0 0 0 0,-1 1 1 0 0,0-1-1 0 0,0 0 0 0 0,0 0 0 0 0,0 0 1 0 0,1 0-1 0 0,-1 1 0 0 0,0-1 1 0 0,0 0-1 0 0,0 0 0 0 0,0 0 1 0 0,0 0-1 0 0,0 1 0 0 0,0-1 1 0 0,0 0-1 0 0,1 0 0 0 0,-1 1 0 0 0,0-1 1 0 0,0 0-1 0 0,0 0 0 0 0,0 0 1 0 0,0 1-1 0 0,0-1 0 0 0,0 0 1 0 0,0 0-1 0 0,0 0 0 0 0,0 1 0 0 0,-1-1 1 0 0,1 0-1 0 0,0 0 0 0 0,0 0 1 0 0,0 1-1 0 0,-3 13 44 0 0,1-6-7 0 0,-2 8-11 0 0,2 0-1 0 0,0 1 1 0 0,0 30-1 0 0,-1 13-86 0 0,-5-11 33 0 0,-3 0 0 0 0,-1 0 0 0 0,-36 85 0 0 0,41-113 73 0 0,0-2-5 0 0,0 1 0 0 0,-5 35 0 0 0,12-55-37 0 0,0 0 1 0 0,0 0-1 0 0,-1 0 1 0 0,1 1-1 0 0,0-1 0 0 0,0 0 1 0 0,0 0-1 0 0,0 0 1 0 0,0 1-1 0 0,0-1 1 0 0,0 0-1 0 0,0 0 0 0 0,-1 1 1 0 0,1-1-1 0 0,0 0 1 0 0,0 0-1 0 0,0 0 1 0 0,0 1-1 0 0,0-1 0 0 0,0 0 1 0 0,0 0-1 0 0,0 1 1 0 0,0-1-1 0 0,1 0 0 0 0,-1 0 1 0 0,0 1-1 0 0,0-1 1 0 0,0 0-1 0 0,0 0 1 0 0,0 0-1 0 0,0 1 0 0 0,0-1 1 0 0,0 0-1 0 0,1 0 1 0 0,-1 0-1 0 0,0 0 1 0 0,0 1-1 0 0,0-1 0 0 0,0 0 1 0 0,1 0-1 0 0,-1 0 1 0 0,0 0-1 0 0,0 0 1 0 0,0 1-1 0 0,1-1 0 0 0,-1 0 1 0 0,0 0-1 0 0,0 0 1 0 0,1 0-1 0 0,11-9 35 0 0,-1 0-74 0 0,25-20-78 0 0,0-3-1 0 0,-2 0 0 0 0,45-58 1 0 0,-2 4 52 0 0,-46 53 13 0 0,2 2 0 0 0,69-52 1 0 0,-86 73 30 0 0,0 0 1 0 0,0 0 0 0 0,1 2-1 0 0,1 0 1 0 0,-1 1-1 0 0,1 0 1 0 0,0 2 0 0 0,1 0-1 0 0,28-3 1 0 0,-40 7 7 0 0,1 0 0 0 0,0 1 1 0 0,-1 0-1 0 0,1 1 0 0 0,0 0 0 0 0,-1 0 1 0 0,1 0-1 0 0,-1 1 0 0 0,0 0 1 0 0,1 1-1 0 0,12 6 0 0 0,-14-6 9 0 0,0 1 0 0 0,-1 0 0 0 0,1 0-1 0 0,-1 1 1 0 0,-1 0 0 0 0,1 0 0 0 0,0 0 0 0 0,-1 0-1 0 0,0 1 1 0 0,0-1 0 0 0,-1 1 0 0 0,0 0 0 0 0,4 10-1 0 0,0 4 56 0 0,-1 0 0 0 0,-1 0 0 0 0,0 0-1 0 0,-2 0 1 0 0,-1 1 0 0 0,0 0 0 0 0,-2-1-1 0 0,0 1 1 0 0,-1 0 0 0 0,-6 30 0 0 0,-4 6 46 0 0,-3-1 1 0 0,-32 85 0 0 0,23-81-169 0 0,8-24 2 0 0,2 1-1 0 0,-11 48 1 0 0,24-84 66 0 0,-1 0-1 0 0,1 0 0 0 0,0 0 1 0 0,-1-1-1 0 0,1 1 0 0 0,0 0 0 0 0,0 0 1 0 0,0 0-1 0 0,0 0 0 0 0,0 0 0 0 0,0 0 1 0 0,0 0-1 0 0,0 0 0 0 0,0 0 1 0 0,1 0-1 0 0,-1 0 0 0 0,0 0 0 0 0,1 1 1 0 0,0-2 0 0 0,0 0 0 0 0,0 0 0 0 0,0-1 0 0 0,0 1 0 0 0,0-1 0 0 0,-1 1 0 0 0,1-1 0 0 0,0 1 0 0 0,0-1 0 0 0,-1 1 0 0 0,1-1 0 0 0,0 1 0 0 0,0-1 0 0 0,-1 0 0 0 0,2-1 0 0 0,29-33-866 0 0,-1-1-1 0 0,-1-1 0 0 0,41-74 1 0 0,10-13-2831 0 0,71-71-278 0 0,-66 94-1775 0 0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1:39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424 31 2561 0 0,'0'1'337'0'0,"1"0"0"0"0,-1 0 0 0 0,0 0 0 0 0,1 0 1 0 0,-1 1-1 0 0,0-1 0 0 0,0 0 0 0 0,0 0 0 0 0,0 0 0 0 0,0 0 0 0 0,0 1 0 0 0,0-1 0 0 0,0 0 0 0 0,-1 0 0 0 0,1 0 0 0 0,0 0 0 0 0,-1 2 0 0 0,-3 21 2173 0 0,0 25 1468 0 0,-9 90-165 0 0,-72 240-2808 0 0,-33 2-27 0 0,76-249-427 0 0,-116 306 2077 0 0,216-554-2108 0 0,16-38-493 0 0,73-199-197 0 0,-29 64-47 0 0,-80 204 124 0 0,74-121 0 0 0,-85 163 82 0 0,2 2 0 0 0,2 1 1 0 0,2 1-1 0 0,55-50 0 0 0,-71 73 19 0 0,2 1 1 0 0,0 1-1 0 0,1 0 1 0 0,0 2-1 0 0,1 0 1 0 0,1 2-1 0 0,-1 0 1 0 0,2 2-1 0 0,-1 0 1 0 0,30-6-1 0 0,-39 12 11 0 0,0 0 0 0 0,-1 1 0 0 0,1 0 0 0 0,0 1 0 0 0,0 0 0 0 0,0 1 0 0 0,-1 1-1 0 0,16 3 1 0 0,-23-3-8 0 0,1-1-1 0 0,0 2 0 0 0,0-1 0 0 0,-1 0 0 0 0,1 1 0 0 0,-1 0 1 0 0,0 1-1 0 0,0-1 0 0 0,0 1 0 0 0,0 0 0 0 0,0 0 0 0 0,-1 0 1 0 0,0 1-1 0 0,0-1 0 0 0,0 1 0 0 0,-1 0 0 0 0,1 0 1 0 0,-1 1-1 0 0,2 5 0 0 0,0 2 9 0 0,-1-1 0 0 0,-1 1 1 0 0,0 1-1 0 0,-1-1 0 0 0,0 0 0 0 0,-1 0 1 0 0,-1 1-1 0 0,0-1 0 0 0,-1 1 0 0 0,0-1 1 0 0,-1 0-1 0 0,0 1 0 0 0,-8 21 0 0 0,-4 7 109 0 0,-2 0 0 0 0,-38 71 1 0 0,12-39 493 0 0,-3-2 1 0 0,-76 91-1 0 0,78-111-414 0 0,-2-2 0 0 0,-2-2 0 0 0,-2-2 0 0 0,-56 40 1 0 0,103-84-327 0 0,-1 0 0 0 0,0 1 1 0 0,0-1-1 0 0,0 0 1 0 0,0-1-1 0 0,0 1 1 0 0,0 0-1 0 0,0-1 1 0 0,0 0-1 0 0,-1 0 0 0 0,1 0 1 0 0,-1 0-1 0 0,1 0 1 0 0,0-1-1 0 0,-5 1 1 0 0,6-2-242 0 0,-1 1 1 0 0,1-1 0 0 0,0 0-1 0 0,0 0 1 0 0,0 0 0 0 0,0-1-1 0 0,0 1 1 0 0,1 0 0 0 0,-1-1-1 0 0,0 1 1 0 0,1-1 0 0 0,-1 0-1 0 0,1 1 1 0 0,-1-1-1 0 0,1 0 1 0 0,0 0 0 0 0,0 0-1 0 0,-1 0 1 0 0,2 0 0 0 0,-1 0-1 0 0,-1-3 1 0 0,-2-7-3390 0 0,0 1-1 0 0,1-1 1 0 0,-3-23 0 0 0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1:39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1 446 3842 0 0,'92'-12'9284'0'0,"13"16"-2561"0"0,8-2-3842 0 0,-4-4-2400 0 0,-9-8-802 0 0,-5-8 241 0 0,0-8 641 0 0,4-14-1202 0 0,-6-14-3120 0 0,-13-20-721 0 0,-13-28-1361 0 0,-20-12-640 0 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1:40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1108 1 3442 0 0,'-20'7'1785'0'0,"0"0"0"0"0,0 2 0 0 0,-28 16 0 0 0,27-11-917 0 0,0 1 1 0 0,-27 24-1 0 0,5 3-509 0 0,-60 79 0 0 0,102-120-351 0 0,-81 107 396 0 0,-123 212-1 0 0,-18 138 1311 0 0,148-274-447 0 0,-51 203 1 0 0,82-188-335 0 0,40-177-782 0 0,2 0 0 0 0,1 0-1 0 0,1 0 1 0 0,0 0-1 0 0,2 0 1 0 0,7 38-1 0 0,-5-45-48 0 0,0 0 0 0 0,2-1 0 0 0,-1 0 0 0 0,2 0 0 0 0,0 0 0 0 0,0-1-1 0 0,2 0 1 0 0,-1 0 0 0 0,2-1 0 0 0,10 11 0 0 0,-3-6-189 0 0,1-1 0 0 0,0 0 0 0 0,1-1 0 0 0,1-2 0 0 0,0 0 0 0 0,1-1 0 0 0,1-1 0 0 0,0 0 1 0 0,0-2-1 0 0,0-1 0 0 0,1-1 0 0 0,1-1 0 0 0,42 6 0 0 0,-44-9-719 0 0,1-2 1 0 0,-1-1-1 0 0,0 0 1 0 0,0-2-1 0 0,1 0 1 0 0,34-10-1 0 0,-38 7-236 0 0,0-1 0 0 0,-1-1 0 0 0,0-1 0 0 0,0-1 0 0 0,-1 0 0 0 0,0-1 0 0 0,0-1 0 0 0,15-14 0 0 0,78-84-4401 0 0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1:41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0 126 1361 0 0,'458'-56'2561'0'0,"-617"62"-1041"0"0,391-42-1359 0 0,-118-3-2803 0 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1:41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1 640 0 0,'-79'62'6563'0'0,"27"40"2882"0"0,7 30-6404 0 0,19 15-2961 0 0,19-3 1441 0 0,12 120 1280 0 0,19-76-2001 0 0,6-7-720 0 0,-11-21-400 0 0,-14-34-400 0 0,-17-40-1121 0 0,-7-36-6483 0 0,-12-36-1440 0 0</inkml:trace>
  <inkml:trace contextRef="#ctx0" brushRef="#br0" timeOffset="1">12 1223 5442 0 0,'40'-16'4963'0'0,"-7"-22"-4243"0"0,24-29-1200 0 0,31-21 320 0 0,9-4 320 0 0,7-6-480 0 0,-18 12-2642 0 0,-3-12-2080 0 0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1:41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0 560 0 0,'-21'52'1841'0'0,"-5"20"2561"0"0,-3 0-2001 0 0,3-8-3041 0 0,14 0-961 0 0,-2 0-640 0 0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1:42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149 118 2721 0 0,'-13'0'2793'0'0,"10"1"-2208"0"0,0-1 1 0 0,0 1-1 0 0,0-1 0 0 0,-1 0 1 0 0,1 0-1 0 0,0 0 1 0 0,0-1-1 0 0,0 1 1 0 0,0-1-1 0 0,0 0 1 0 0,-4-1-1 0 0,7 2-553 0 0,0 0 1 0 0,0 0-1 0 0,0 0 0 0 0,0-1 0 0 0,-1 1 0 0 0,1 0 1 0 0,0 0-1 0 0,0 0 0 0 0,0-1 0 0 0,0 1 1 0 0,0 0-1 0 0,0 0 0 0 0,0 0 0 0 0,0-1 0 0 0,0 1 1 0 0,0 0-1 0 0,0 0 0 0 0,0 0 0 0 0,1-1 1 0 0,-1 1-1 0 0,0 0 0 0 0,0 0 0 0 0,0 0 0 0 0,0-1 1 0 0,0 1-1 0 0,0 0 0 0 0,0 0 0 0 0,0 0 1 0 0,1 0-1 0 0,-1 0 0 0 0,0-1 0 0 0,0 1 1 0 0,0 0-1 0 0,0 0 0 0 0,0 0 0 0 0,1 0 0 0 0,-1 0 1 0 0,0 0-1 0 0,0 0 0 0 0,0-1 0 0 0,1 1 1 0 0,-1 0-1 0 0,0 0 0 0 0,0 0 0 0 0,0 0 0 0 0,1 0 1 0 0,-1 0-1 0 0,0 0 0 0 0,0 0 0 0 0,0 0 1 0 0,0 0-1 0 0,1 0 0 0 0,-1 0 0 0 0,36-12 549 0 0,293-74 1647 0 0,-304 82-2121 0 0,-1 1-1 0 0,2 1 1 0 0,-1 1 0 0 0,0 1-1 0 0,0 2 1 0 0,41 6 0 0 0,-59-6-197 0 0,-1-1-28 0 0,-1 0 0 0 0,1 0 0 0 0,-1 1 0 0 0,11 4 0 0 0,-15-5 41 0 0,0-1 0 0 0,0 1 0 0 0,0 0 0 0 0,0 0 0 0 0,0 0 0 0 0,0-1 0 0 0,0 1 0 0 0,0 0 0 0 0,0 0 0 0 0,0 1 0 0 0,0-1 0 0 0,0 0 0 0 0,-1 0 0 0 0,1 0 0 0 0,-1 0 0 0 0,1 1 0 0 0,-1-1 0 0 0,1 0 0 0 0,-1 0 0 0 0,0 1 0 0 0,1-1 0 0 0,-1 0 1 0 0,0 1-1 0 0,0-1 0 0 0,0 2 0 0 0,-1 7-317 0 0,-1 0 0 0 0,0 0 0 0 0,0 0 0 0 0,-1-1 0 0 0,-1 1 0 0 0,1-1 0 0 0,-2 0 0 0 0,1 0 0 0 0,-1 0 0 0 0,0 0 0 0 0,-11 12 0 0 0,-3 2-111 0 0,0-1 0 0 0,-41 36 0 0 0,8-16 818 0 0,-1-1 1 0 0,-3-3-1 0 0,-108 56 1 0 0,135-81-92 0 0,-78 42 1404 0 0,94-47-1296 0 0,1 0 0 0 0,0 0 0 0 0,1 1 0 0 0,0 1 0 0 0,-18 19 0 0 0,78-32 804 0 0,126-17-1265 0 0,-2 0 102 0 0,-171 20-6 0 0,-1 0-1 0 0,1 0 1 0 0,-1-1 0 0 0,1 1-1 0 0,-1 0 1 0 0,1 1 0 0 0,-1-1-1 0 0,1 0 1 0 0,-1 0 0 0 0,1 1-1 0 0,-1-1 1 0 0,1 1 0 0 0,-1-1-1 0 0,1 1 1 0 0,-1-1 0 0 0,0 1-1 0 0,1 0 1 0 0,-1 0 0 0 0,0 0-1 0 0,0 0 1 0 0,0 0 0 0 0,2 1-1 0 0,-3-1-10 0 0,0 0 0 0 0,1 1 1 0 0,-1-1-1 0 0,0 0 0 0 0,0 0 0 0 0,0 1 0 0 0,0-1 0 0 0,0 0 0 0 0,0 0 0 0 0,0 1 0 0 0,0-1 1 0 0,0 0-1 0 0,-1 1 0 0 0,1-1 0 0 0,0 0 0 0 0,-1 0 0 0 0,1 0 0 0 0,-1 1 0 0 0,0-1 1 0 0,0 1-1 0 0,-6 8-77 0 0,1 0 1 0 0,-2-1 0 0 0,1 0-1 0 0,-12 10 1 0 0,-9 7 178 0 0,-1-3 1 0 0,-58 38-1 0 0,-17 11 335 0 0,97-67-191 0 0,0 0 1 0 0,1 1-1 0 0,0-1 0 0 0,0 1 0 0 0,1 0 0 0 0,0 1 0 0 0,0-1 0 0 0,0 1 0 0 0,1 0 0 0 0,-6 12 0 0 0,10-19-190 0 0,0 1 0 0 0,0-1 0 0 0,0 1 0 0 0,0-1 0 0 0,0 1 0 0 0,0-1 0 0 0,0 1-1 0 0,0-1 1 0 0,0 1 0 0 0,0 0 0 0 0,0-1 0 0 0,0 1 0 0 0,1-1 0 0 0,-1 0 0 0 0,0 1-1 0 0,0-1 1 0 0,0 1 0 0 0,1-1 0 0 0,-1 1 0 0 0,0-1 0 0 0,1 1 0 0 0,-1-1 0 0 0,0 0-1 0 0,1 1 1 0 0,-1-1 0 0 0,1 0 0 0 0,-1 1 0 0 0,1-1 0 0 0,-1 0 0 0 0,0 0 0 0 0,1 1-1 0 0,-1-1 1 0 0,1 0 0 0 0,-1 0 0 0 0,1 0 0 0 0,-1 0 0 0 0,1 0 0 0 0,-1 0 0 0 0,1 0-1 0 0,-1 0 1 0 0,1 0 0 0 0,0 0 0 0 0,-1 0 0 0 0,1 0 0 0 0,36 0 130 0 0,-22-1-58 0 0,24 0 38 0 0,-24 0-96 0 0,1 0 0 0 0,-1 2 1 0 0,0-1-1 0 0,1 2 0 0 0,-1 0 0 0 0,15 4 0 0 0,-25-5-25 0 0,-1 1-1 0 0,0 0 1 0 0,0 0 0 0 0,0 0-1 0 0,0 0 1 0 0,0 1 0 0 0,-1-1-1 0 0,1 1 1 0 0,-1 0 0 0 0,0 0 0 0 0,0 1-1 0 0,0-1 1 0 0,0 0 0 0 0,0 1-1 0 0,-1 0 1 0 0,1 0 0 0 0,-1 0-1 0 0,0 0 1 0 0,0 0 0 0 0,-1 0 0 0 0,1 0-1 0 0,-1 0 1 0 0,0 1 0 0 0,0-1-1 0 0,0 1 1 0 0,-1 4 0 0 0,2 6 15 0 0,-2 0-1 0 0,0 0 1 0 0,-1 0 0 0 0,0 0-1 0 0,-2 0 1 0 0,1 0 0 0 0,-7 16 0 0 0,2-8 48 0 0,-1 0 1 0 0,-2 0-1 0 0,-20 36 1 0 0,18-41 122 0 0,0-1 0 0 0,-1-1 0 0 0,0 0 0 0 0,-26 23-1 0 0,-68 48 543 0 0,64-54-684 0 0,-46 33 1264 0 0,88-66-1260 0 0,1 1-1 0 0,-1-1 0 0 0,0 0 0 0 0,1 1 0 0 0,-1-1 0 0 0,0 1 1 0 0,1-1-1 0 0,-1 1 0 0 0,1 0 0 0 0,-1-1 0 0 0,1 1 1 0 0,-1-1-1 0 0,1 1 0 0 0,-1 0 0 0 0,1 0 0 0 0,0-1 0 0 0,-1 1 1 0 0,1 0-1 0 0,0-1 0 0 0,-1 1 0 0 0,1 0 0 0 0,0 0 1 0 0,0 0-1 0 0,0-1 0 0 0,0 1 0 0 0,0 0 0 0 0,0 0 0 0 0,0 0 1 0 0,0-1-1 0 0,0 1 0 0 0,0 0 0 0 0,1 0 0 0 0,-1 0 1 0 0,0-1-1 0 0,0 1 0 0 0,1 0 0 0 0,-1-1 0 0 0,0 1 0 0 0,1 0 1 0 0,-1-1-1 0 0,1 1 0 0 0,-1 0 0 0 0,1-1 0 0 0,-1 1 1 0 0,1-1-1 0 0,0 1 0 0 0,-1-1 0 0 0,1 1 0 0 0,-1-1 0 0 0,2 1 1 0 0,2 2-52 0 0,1-1 0 0 0,-1 0 0 0 0,1 0 0 0 0,-1 0 0 0 0,1-1 0 0 0,7 2 0 0 0,-4-1 14 0 0,0-1 0 0 0,1-1 0 0 0,-1 0 0 0 0,1 0 0 0 0,-1 0 0 0 0,0-1 0 0 0,0 0 0 0 0,1-1 0 0 0,-1 0 0 0 0,14-5 0 0 0,1-3-216 0 0,-1 0 1 0 0,33-22 0 0 0,10-11-2201 0 0,65-56 0 0 0,44-63-6692 0 0,-82 60 2389 0 0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1:42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404 1 6083 0 0,'-105'35'7258'0'0,"2"6"-4127"0"0,79-30-2791 0 0,0 2-1 0 0,1 0 1 0 0,1 2-1 0 0,0 0 1 0 0,1 1-1 0 0,-23 23 1 0 0,42-37-320 0 0,1-1 1 0 0,0 0-1 0 0,-1 1 1 0 0,1 0 0 0 0,0-1-1 0 0,0 1 1 0 0,0-1 0 0 0,0 1-1 0 0,0 0 1 0 0,1 0-1 0 0,-1-1 1 0 0,1 1 0 0 0,-1 0-1 0 0,1 0 1 0 0,-1 0 0 0 0,1 0-1 0 0,0 0 1 0 0,0 0-1 0 0,0 0 1 0 0,0 0 0 0 0,0 0-1 0 0,0-1 1 0 0,1 1-1 0 0,-1 0 1 0 0,2 3 0 0 0,0 1 59 0 0,2 1 0 0 0,-1-1 0 0 0,1 0 1 0 0,-1-1-1 0 0,8 9 0 0 0,-7-9-44 0 0,7 8-2 0 0,1-1-1 0 0,0-1 0 0 0,1 0 0 0 0,0 0 0 0 0,1-1 0 0 0,0-1 0 0 0,1 0 0 0 0,0-1 1 0 0,0-1-1 0 0,1 0 0 0 0,-1-1 0 0 0,1 0 0 0 0,1-2 0 0 0,-1 0 0 0 0,1-1 0 0 0,0 0 0 0 0,-1-1 1 0 0,1-1-1 0 0,0-1 0 0 0,0-1 0 0 0,0 0 0 0 0,0-1 0 0 0,0-1 0 0 0,-1 0 0 0 0,1-1 1 0 0,-1-1-1 0 0,0 0 0 0 0,28-15 0 0 0,-34 14-292 0 0,0 0 0 0 0,0 0 0 0 0,-1-1 0 0 0,0-1 0 0 0,11-10 0 0 0,-15 13-237 0 0,-1 0 0 0 0,-1 0 0 0 0,1 0 0 0 0,-1-1 0 0 0,0 1 0 0 0,0-1-1 0 0,4-11 1 0 0,-4 6-369 0 0,-1 0 0 0 0,0 1 0 0 0,-1-1 0 0 0,0 0 0 0 0,0 0 0 0 0,-1 0 0 0 0,-1 0 0 0 0,-2-17 0 0 0,2 19 963 0 0,-1 0 0 0 0,-1 1 0 0 0,1-1-1 0 0,-1 0 1 0 0,-1 1 0 0 0,0-1 0 0 0,0 1-1 0 0,0 0 1 0 0,-1 0 0 0 0,-9-11 0 0 0,12 17-28 0 0,0 0-1 0 0,0 0 1 0 0,-1 0 0 0 0,1 0 0 0 0,0 0 0 0 0,-1 1 0 0 0,1-1 0 0 0,-1 1 0 0 0,1 0-1 0 0,-1-1 1 0 0,1 1 0 0 0,-1 0 0 0 0,0 1 0 0 0,0-1 0 0 0,-4 0 0 0 0,5 1-2 0 0,0 0 0 0 0,-1 0 0 0 0,1 0-1 0 0,0 1 1 0 0,0-1 0 0 0,0 1 0 0 0,0-1 0 0 0,0 1 0 0 0,0 0 0 0 0,0 0 0 0 0,0 0 0 0 0,0 0 0 0 0,0 0-1 0 0,0 0 1 0 0,0 1 0 0 0,1-1 0 0 0,-1 1 0 0 0,1-1 0 0 0,-1 1 0 0 0,1 0 0 0 0,-1-1 0 0 0,1 1 0 0 0,-2 4 0 0 0,-5 9 992 0 0,0 0 1 0 0,1 1 0 0 0,-8 28 0 0 0,-13 62 1529 0 0,26-98-2474 0 0,-51 305 1030 0 0,24 9-583 0 0,2-23-163 0 0,-19-8 253 0 0,33-237-769 0 0,-2-1 0 0 0,-26 64 1 0 0,39-113 48 0 0,-1 5-516 0 0,-2 1 0 0 0,1-1 0 0 0,-8 10-1 0 0,11-17 204 0 0,0 0 1 0 0,-1 0-1 0 0,1 0 0 0 0,-1-1 0 0 0,0 1 0 0 0,0-1 0 0 0,0 1 0 0 0,1-1 0 0 0,-1 1 0 0 0,0-1 0 0 0,-1 0 0 0 0,1 0 1 0 0,0 0-1 0 0,0 0 0 0 0,0-1 0 0 0,-1 1 0 0 0,1 0 0 0 0,-3-1 0 0 0,0 0-981 0 0,-1 0 1 0 0,0 0-1 0 0,1-1 1 0 0,-1 0-1 0 0,-9-3 0 0 0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1:43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84 593 1921 0 0,'-74'-161'9071'0'0,"72"158"-8952"0"0,1-1 1 0 0,-1 1 0 0 0,1-1-1 0 0,0 1 1 0 0,0-1 0 0 0,0 0-1 0 0,0-4 1 0 0,1 6 105 0 0,1 0 0 0 0,-1-1 0 0 0,1 1 0 0 0,0 0 0 0 0,-1-1 0 0 0,1 1 1 0 0,0 0-1 0 0,0 0 0 0 0,0 0 0 0 0,1 0 0 0 0,-1 0 0 0 0,1 0 0 0 0,1-2 0 0 0,4-5 568 0 0,1 0 0 0 0,0 1 0 0 0,1 0 0 0 0,0 0-1 0 0,0 1 1 0 0,1 0 0 0 0,13-7 0 0 0,78-32-32 0 0,-43 21-741 0 0,116-66-255 0 0,22-11 470 0 0,-175 93-195 0 0,35-9 0 0 0,-51 16-49 0 0,1 1 1 0 0,-1 0-1 0 0,1 0 1 0 0,-1 1-1 0 0,1-1 1 0 0,-1 1-1 0 0,1 0 1 0 0,-1 1-1 0 0,1 0 1 0 0,8 1-1 0 0,-13-1-1 0 0,0-1 0 0 0,0 1 0 0 0,0-1 0 0 0,0 1 0 0 0,0-1 0 0 0,0 1 0 0 0,0 0 0 0 0,0-1 0 0 0,0 1 0 0 0,0 0 0 0 0,0 0 0 0 0,0 0 0 0 0,0 0 0 0 0,-1 0 0 0 0,1 0 0 0 0,0 0 0 0 0,-1 0 0 0 0,1 0 0 0 0,-1 0 0 0 0,1 0 0 0 0,-1 0 0 0 0,0 1 0 0 0,1-1 0 0 0,-1 0 0 0 0,0 0 0 0 0,0 0 0 0 0,0 1 0 0 0,0-1 0 0 0,0 0 0 0 0,0 2 0 0 0,-1 3-32 0 0,0 0 0 0 0,0 0 0 0 0,-1 0 0 0 0,-3 10 0 0 0,-5 9-12 0 0,-1-1 0 0 0,-2-1 1 0 0,0 0-1 0 0,-1-1 0 0 0,-22 27 0 0 0,-96 99-284 0 0,66-77 279 0 0,54-59 65 0 0,1 0 1 0 0,1 1 0 0 0,0 1-1 0 0,0-1 1 0 0,2 2 0 0 0,0-1-1 0 0,0 1 1 0 0,1 1 0 0 0,-4 15-1 0 0,10-29-11 0 0,0 0 1 0 0,0 0-1 0 0,1 0 0 0 0,0 0 0 0 0,-1 0 0 0 0,1 1 1 0 0,0-1-1 0 0,0 0 0 0 0,0 0 0 0 0,0 0 0 0 0,0 0 0 0 0,0 0 1 0 0,1 1-1 0 0,-1-1 0 0 0,1 0 0 0 0,-1 0 0 0 0,1 0 0 0 0,0 0 1 0 0,0 0-1 0 0,0 0 0 0 0,0-1 0 0 0,2 3 0 0 0,-1-2-19 0 0,0 0 0 0 0,0-1-1 0 0,1 1 1 0 0,-1-1 0 0 0,0 1-1 0 0,1-1 1 0 0,-1 0 0 0 0,1 0-1 0 0,0 0 1 0 0,-1 0 0 0 0,1-1 0 0 0,0 1-1 0 0,-1-1 1 0 0,6 1 0 0 0,7-1-328 0 0,-1-1 0 0 0,0 0 0 0 0,0-1 0 0 0,0-1-1 0 0,20-5 1 0 0,-4-3-665 0 0,0-2-1 0 0,-1-1 1 0 0,-1-1-1 0 0,0-1 0 0 0,-1-1 1 0 0,40-34-1 0 0,-58 43 408 0 0,-1 1 0 0 0,0-2-1 0 0,11-14 1 0 0,5-16-3472 0 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1:43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790 0 2081 0 0,'-5'14'9105'0'0,"-2"8"-6245"0"0,6 3-2810 0 0,4 39 0 0 0,0-9-43 0 0,9 194 3101 0 0,2 90-1214 0 0,-18-203-1946 0 0,-35 211 0 0 0,-64 127-884 0 0,102-469 748 0 0,-5 14-1675 0 0,3-48-1128 0 0,24-378-3715 0 0,-2 122 6406 0 0,-17 203 701 0 0,-9-102 1 0 0,7 179-276 0 0,-1 1 0 0 0,1-1 0 0 0,-1 1 0 0 0,1 0-1 0 0,-1-1 1 0 0,0 1 0 0 0,-1 0 0 0 0,1-1 0 0 0,-3-4 0 0 0,3 9-99 0 0,1 0 1 0 0,0 0-1 0 0,0-1 0 0 0,-1 1 1 0 0,1 0-1 0 0,0 0 0 0 0,0 0 0 0 0,-1 0 1 0 0,1 0-1 0 0,0 0 0 0 0,0 0 1 0 0,-1 0-1 0 0,1 0 0 0 0,0 0 0 0 0,-1 0 1 0 0,1 0-1 0 0,0 0 0 0 0,0 0 1 0 0,-1 0-1 0 0,1 0 0 0 0,0 0 1 0 0,0 0-1 0 0,-1 1 0 0 0,1-1 0 0 0,0 0 1 0 0,0 0-1 0 0,-1 0 0 0 0,1 0 1 0 0,0 0-1 0 0,0 1 0 0 0,0-1 1 0 0,-1 0-1 0 0,1 0 0 0 0,0 0 0 0 0,0 1 1 0 0,-13 17 1158 0 0,-165 334 3429 0 0,117-219-4721 0 0,-109 173-1 0 0,152-280-798 0 0,0 0 0 0 0,-2-1 0 0 0,-1-1 1 0 0,0-1-1 0 0,-30 23 0 0 0,-45 24-5004 0 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1:44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130 237 2241 0 0,'10'-17'1056'0'0,"-13"17"-501"0"0,-10 11 35 0 0,-96 108 2065 0 0,108-117-2572 0 0,0-1 0 0 0,-1 0 1 0 0,1 1-1 0 0,0-1 0 0 0,0 1 1 0 0,0-1-1 0 0,0 1 1 0 0,0 0-1 0 0,0-1 0 0 0,1 1 1 0 0,-1 0-1 0 0,0 0 0 0 0,1-1 1 0 0,-1 1-1 0 0,1 3 1 0 0,0-5-34 0 0,1 1 0 0 0,0-1 0 0 0,-1 0 0 0 0,1 1 0 0 0,0-1 0 0 0,-1 0 1 0 0,1 0-1 0 0,0 0 0 0 0,0 1 0 0 0,-1-1 0 0 0,1 0 0 0 0,0 0 1 0 0,0 0-1 0 0,-1 0 0 0 0,1 0 0 0 0,0-1 0 0 0,-1 1 0 0 0,1 0 1 0 0,0 0-1 0 0,0 0 0 0 0,-1 0 0 0 0,1-1 0 0 0,0 1 0 0 0,0-1 0 0 0,37-14 1120 0 0,-1-2-1 0 0,53-32 0 0 0,-68 37-888 0 0,146-89 2118 0 0,126-66 3472 0 0,-286 164-5948 0 0,-1 0 0 0 0,0 0-1 0 0,1 1 1 0 0,13-4-1 0 0,-20 6 49 0 0,0 0 0 0 0,-1 0 0 0 0,1 0 0 0 0,0 0 0 0 0,-1 0 0 0 0,1 0-1 0 0,0 0 1 0 0,-1 0 0 0 0,1 0 0 0 0,-1 0 0 0 0,1 1 0 0 0,0-1 0 0 0,-1 0-1 0 0,1 0 1 0 0,0 0 0 0 0,-1 1 0 0 0,1-1 0 0 0,0 1 0 0 0,-1 8-381 0 0,-16 17-285 0 0,12-20 486 0 0,-162 198 123 0 0,129-161 919 0 0,4-6 127 0 0,-1-2 1 0 0,-69 55-1 0 0,78-72-511 0 0,-59 50 893 0 0,74-58-1264 0 0,0 0-1 0 0,1 0 0 0 0,0 1 0 0 0,1 0 0 0 0,-11 18 1 0 0,19-28-80 0 0,-1-1 0 0 0,0 1 0 0 0,1 0-1 0 0,-1 0 1 0 0,0 0 0 0 0,1 1 0 0 0,-1-1 0 0 0,1 0 0 0 0,0 0 0 0 0,-1 0 0 0 0,1 0 0 0 0,0 0 0 0 0,0 0 0 0 0,-1 1 0 0 0,1-1 0 0 0,0 0 0 0 0,0 0 0 0 0,0 0 0 0 0,1 1 0 0 0,-1-1 0 0 0,0 0 0 0 0,0 0 0 0 0,1 0 0 0 0,-1 0 0 0 0,0 0 0 0 0,1 1 0 0 0,0 0 0 0 0,2 0-22 0 0,-1 0 1 0 0,1-1-1 0 0,0 1 1 0 0,0-1 0 0 0,0 1-1 0 0,0-1 1 0 0,0 0-1 0 0,0 0 1 0 0,3 1 0 0 0,-3-1 7 0 0,22 5-35 0 0,1-2 0 0 0,1 0 1 0 0,-1-1-1 0 0,45-2 0 0 0,-64-1 42 0 0,-1 0 0 0 0,1 0 0 0 0,-1 1 0 0 0,1 0 0 0 0,-1 0 0 0 0,0 0 0 0 0,7 3-1 0 0,-11-3 11 0 0,-1 0-1 0 0,1-1 0 0 0,-1 1 0 0 0,1 0 0 0 0,-1 0 1 0 0,0 0-1 0 0,0 0 0 0 0,1 0 0 0 0,-1 1 0 0 0,0-1 1 0 0,0 0-1 0 0,0 0 0 0 0,0 1 0 0 0,0-1 0 0 0,-1 1 0 0 0,1-1 1 0 0,0 1-1 0 0,-1-1 0 0 0,1 1 0 0 0,-1-1 0 0 0,1 1 1 0 0,-1 0-1 0 0,0-1 0 0 0,1 1 0 0 0,-1 0 0 0 0,0-1 1 0 0,0 1-1 0 0,0 0 0 0 0,-1-1 0 0 0,1 1 0 0 0,0 0 0 0 0,-2 2 1 0 0,0 7 7 0 0,-2-1 0 0 0,1 0 0 0 0,-1 1 1 0 0,-1-2-1 0 0,0 1 0 0 0,0 0 1 0 0,-9 9-1 0 0,-51 62 6 0 0,54-68-1 0 0,-24 26 169 0 0,-1-3 1 0 0,-73 59-1 0 0,109-95-173 0 0,0 0 0 0 0,0 0 0 0 0,0 0 0 0 0,0 0 0 0 0,0 0 0 0 0,0 0 1 0 0,1 0-1 0 0,-1 0 0 0 0,0 1 0 0 0,0-1 0 0 0,0 0 0 0 0,0 0 0 0 0,0 0 0 0 0,0 0 0 0 0,0 0 0 0 0,0 0 0 0 0,0 0 0 0 0,0 0 1 0 0,0 0-1 0 0,0 0 0 0 0,0 1 0 0 0,0-1 0 0 0,0 0 0 0 0,0 0 0 0 0,0 0 0 0 0,0 0 0 0 0,0 0 0 0 0,0 0 0 0 0,0 0 0 0 0,0 0 0 0 0,0 0 1 0 0,0 1-1 0 0,0-1 0 0 0,0 0 0 0 0,0 0 0 0 0,0 0 0 0 0,0 0 0 0 0,0 0 0 0 0,0 0 0 0 0,0 0 0 0 0,12-4 72 0 0,25-14-274 0 0,-1-1 0 0 0,-1-2 0 0 0,61-48-1 0 0,-38 20-806 0 0,60-67-1 0 0,-17-2-4068 0 0,-20 4-3642 0 0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1:44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44 4242 0 0,'-26'-12'11605'0'0,"0"14"-7123"0"0,9 2-4162 0 0,34 6 401 0 0,0-6-401 0 0,32 8-80 0 0,75 6 881 0 0,11-16 479 0 0,-24-10-2240 0 0,-47 0-1601 0 0,-24 2 960 0 0,-13-14-639 0 0,-18-22-8405 0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1:45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494 1 1921 0 0,'-17'1'3048'0'0,"-31"4"5177"0"0,44-4-7563 0 0,0 0 0 0 0,0 0 0 0 0,1 0 0 0 0,-1 0 0 0 0,0 1 0 0 0,1-1 0 0 0,-1 1 0 0 0,1 0 0 0 0,0 0 0 0 0,-4 3 0 0 0,5-3-530 0 0,1 1 1 0 0,-1-1-1 0 0,1 0 0 0 0,-1 1 0 0 0,1 0 1 0 0,0-1-1 0 0,-1 1 0 0 0,1 0 1 0 0,1-1-1 0 0,-1 1 0 0 0,0 6 0 0 0,-43 233-78 0 0,37-201-180 0 0,-1 0 1 0 0,-19 54 0 0 0,19-73 63 0 0,-1 0 0 0 0,-1-1 0 0 0,-1 0 0 0 0,-1-1 1 0 0,-18 24-1 0 0,4-11 16 0 0,-3 0 1 0 0,0-2 0 0 0,-2-1-1 0 0,-42 32 1 0 0,57-50 300 0 0,23-14-7 0 0,13-3-351 0 0,49-4 150 0 0,103-1 0 0 0,-160 10-91 0 0,0 0 1 0 0,-1 1 0 0 0,1 1-1 0 0,-1 0 1 0 0,1 0-1 0 0,-1 1 1 0 0,14 6 0 0 0,-24-9 37 0 0,0 0 1 0 0,0 1-1 0 0,-1-1 1 0 0,1 0-1 0 0,0 1 1 0 0,0-1-1 0 0,-1 1 1 0 0,1-1-1 0 0,-1 1 1 0 0,1-1-1 0 0,0 1 1 0 0,-1 0-1 0 0,1-1 1 0 0,-1 1-1 0 0,1 0 1 0 0,-1-1-1 0 0,1 1 1 0 0,-1 0-1 0 0,0 0 1 0 0,1-1-1 0 0,-1 1 1 0 0,0 0-1 0 0,0 0 1 0 0,0 0-1 0 0,1-1 1 0 0,-1 2-1 0 0,-8 18-59 0 0,4-12 52 0 0,-8 19 29 0 0,-1-1-1 0 0,-1 0 1 0 0,-2-1-1 0 0,0 0 1 0 0,-31 33-1 0 0,-44 37 297 0 0,71-76-120 0 0,0-2 0 0 0,-1 0 1 0 0,-29 16-1 0 0,49-32-172 0 0,-1 0 1 0 0,1 0-1 0 0,0 0 0 0 0,0-1 1 0 0,-1 1-1 0 0,1-1 0 0 0,-1 1 1 0 0,1-1-1 0 0,0 1 0 0 0,-1-1 1 0 0,1 0-1 0 0,-3 0 1 0 0,25 1 274 0 0,12 5-206 0 0,0-2 0 0 0,34-1 0 0 0,22 3 58 0 0,-65-4-76 0 0,1 2 0 0 0,40 11 0 0 0,-64-14-72 0 0,0-1 0 0 0,0 0 0 0 0,1 1-1 0 0,-1-1 1 0 0,0 1 0 0 0,0-1 0 0 0,0 1 0 0 0,0 0 0 0 0,0-1-1 0 0,0 1 1 0 0,0 0 0 0 0,0 0 0 0 0,0-1 0 0 0,0 1 0 0 0,-1 0-1 0 0,1 0 1 0 0,0 0 0 0 0,0 0 0 0 0,0 2 0 0 0,-1-1-2 0 0,0-1 0 0 0,0 1 0 0 0,0 0 0 0 0,0-1 0 0 0,0 1 0 0 0,0-1 0 0 0,-1 1 1 0 0,1 0-1 0 0,-1-1 0 0 0,1 1 0 0 0,-1-1 0 0 0,1 1 0 0 0,-1-1 0 0 0,-1 2 0 0 0,-10 18-5 0 0,-1-2 0 0 0,-1 1 0 0 0,-1-2 0 0 0,0 0 0 0 0,-22 19 0 0 0,-2-2 425 0 0,-54 38 1 0 0,62-53 316 0 0,23-12-481 0 0,20-10-355 0 0,29-11-142 0 0,-12-1-761 0 0,-1-2 0 0 0,-1 0 0 0 0,0-2 0 0 0,-1-1 0 0 0,23-22 0 0 0,-4 5-355 0 0,-17 13-635 0 0,43-42 1 0 0,21-54-5089 0 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1:45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43 348 640 0 0,'0'0'1601'0'0,"-43"-6"560"0"0,43 2 320 0 0,12 2 320 0 0,87-12 2962 0 0,110-26 1120 0 0,-60-12-5202 0 0,-54 0-2321 0 0,-26 8-1441 0 0,-29 6-721 0 0,-11-2-1039 0 0,-29-16-3603 0 0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1:45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12 4642 0 0,'-8'-2'1179'0'0,"-38"-7"3487"0"0,43 9-4425 0 0,0 0 0 0 0,0 0-1 0 0,0 0 1 0 0,0 0 0 0 0,0 0 0 0 0,0 1 0 0 0,0 0 0 0 0,1-1 0 0 0,-1 1-1 0 0,0 0 1 0 0,0 0 0 0 0,1 1 0 0 0,-1-1 0 0 0,-4 3 0 0 0,1 7 234 0 0,4 24 290 0 0,37 452 3237 0 0,-15-177-2376 0 0,-20-249-1474 0 0,-2 0 0 0 0,-21 114-1 0 0,17-150-282 0 0,0 0-1 0 0,-2-1 1 0 0,-1 0-1 0 0,-1 0 1 0 0,-1-1-1 0 0,-14 23 1 0 0,23-42 49 0 0,-1-1 0 0 0,1 1 0 0 0,-1 0 1 0 0,1-1-1 0 0,-1 0 0 0 0,0 1 0 0 0,0-1 0 0 0,0 0 1 0 0,-1-1-1 0 0,1 1 0 0 0,-1-1 0 0 0,0 1 0 0 0,-5 2 1 0 0,7-5-77 0 0,0 0 1 0 0,0 0 0 0 0,0 1-1 0 0,0-1 1 0 0,0 0-1 0 0,0-1 1 0 0,-1 1 0 0 0,1 0-1 0 0,0-1 1 0 0,0 1-1 0 0,0-1 1 0 0,0 1 0 0 0,0-1-1 0 0,0 0 1 0 0,0 0 0 0 0,0 0-1 0 0,1 0 1 0 0,-1 0-1 0 0,0-1 1 0 0,1 1 0 0 0,-1 0-1 0 0,0-1 1 0 0,-1-2-1 0 0,-2-1-275 0 0,0 0-1 0 0,1 0 0 0 0,0-1 1 0 0,0 0-1 0 0,0 1 0 0 0,0-2 0 0 0,1 1 1 0 0,0 0-1 0 0,1-1 0 0 0,-3-6 1 0 0,4 8 480 0 0,0 1 0 0 0,0 0 0 0 0,0-1 0 0 0,1 1 0 0 0,0-1 0 0 0,0 1 0 0 0,0-1 1 0 0,0 1-1 0 0,1-1 0 0 0,-1 1 0 0 0,1 0 0 0 0,0-1 0 0 0,1 1 0 0 0,-1 0 0 0 0,1 0 1 0 0,0 0-1 0 0,0-1 0 0 0,0 2 0 0 0,4-7 0 0 0,24-25 52 0 0,1 1 1 0 0,52-42-1 0 0,5-6-277 0 0,225-272-5371 0 0,-199 212 987 0 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1:46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476 1 3682 0 0,'-71'48'8464'0'0,"4"4"-4774"0"0,-118 119-1931 0 0,66-35 2016 0 0,116-132-3649 0 0,-2 1-87 0 0,1 1 1 0 0,0-1 0 0 0,0 1 0 0 0,0 0 0 0 0,-3 8-1 0 0,7-13-48 0 0,-1 0-1 0 0,1 0 0 0 0,0 0 0 0 0,-1 1 0 0 0,1-1 0 0 0,0 0 0 0 0,0 0 1 0 0,0 0-1 0 0,0 0 0 0 0,0 1 0 0 0,0-1 0 0 0,0 0 0 0 0,0 0 0 0 0,0 0 1 0 0,1 0-1 0 0,-1 1 0 0 0,0-1 0 0 0,1 0 0 0 0,-1 0 0 0 0,1 0 0 0 0,0 0 1 0 0,-1 0-1 0 0,1 0 0 0 0,-1 0 0 0 0,1 0 0 0 0,0 0 0 0 0,0-1 0 0 0,0 1 1 0 0,0 0-1 0 0,0 0 0 0 0,-1-1 0 0 0,1 1 0 0 0,0 0 0 0 0,1-1 0 0 0,-1 1 1 0 0,2 0-1 0 0,6 3 1 0 0,0-1 0 0 0,1 0 0 0 0,0-1 0 0 0,-1 0 0 0 0,1 0 0 0 0,0-1 1 0 0,0-1-1 0 0,13 0 0 0 0,88-10-60 0 0,-62 4 58 0 0,-34 4 11 0 0,51-5-27 0 0,0 2 0 0 0,92 6 1 0 0,-146 0 18 0 0,0 1 0 0 0,-1 0 0 0 0,1 0 0 0 0,-1 2 0 0 0,0-1 0 0 0,0 1 0 0 0,0 1 0 0 0,19 10 0 0 0,-24-11 11 0 0,-1 0 0 0 0,0 0 0 0 0,0 0 1 0 0,0 1-1 0 0,-1-1 0 0 0,0 1 0 0 0,0 0 1 0 0,0 1-1 0 0,0-1 0 0 0,-1 1 1 0 0,0-1-1 0 0,0 1 0 0 0,-1 0 0 0 0,1 0 1 0 0,-1 0-1 0 0,0 0 0 0 0,1 11 0 0 0,-1 10-2 0 0,-1 0 0 0 0,-2 0 0 0 0,0-1 0 0 0,-11 53 0 0 0,9-57-6 0 0,-7 39 6 0 0,-4-1 0 0 0,-25 72 0 0 0,26-94-268 0 0,-3-1 0 0 0,0 0-1 0 0,-3-2 1 0 0,-33 50-1 0 0,50-81-81 0 0,-1-1-1 0 0,1 1 1 0 0,-1-1-1 0 0,0 0 1 0 0,0 0-1 0 0,0 0 1 0 0,0 0-1 0 0,0 0 1 0 0,-1-1-1 0 0,1 0 1 0 0,-1 1-1 0 0,1-1 1 0 0,-1 0-1 0 0,-4 1 1 0 0,2-3-889 0 0,0 1 0 0 0,0-2 0 0 0,0 1 0 0 0,0 0 0 0 0,0-1 1 0 0,0 0-1 0 0,0-1 0 0 0,0 1 0 0 0,-7-4 0 0 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1:46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418 614 3602 0 0,'-14'0'2191'0'0,"0"1"1"0"0,0 1-1 0 0,-23 5 1 0 0,19-2-1239 0 0,0 1 0 0 0,-22 11 0 0 0,11-2 90 0 0,0 2-1 0 0,-49 36 1 0 0,57-36-101 0 0,-29 28-1 0 0,43-38-713 0 0,-1 1 1 0 0,2 1-1 0 0,-1-1 1 0 0,1 1-1 0 0,1 0 0 0 0,-8 16 1 0 0,12-23-222 0 0,1-1 1 0 0,-1 1 0 0 0,0-1 0 0 0,1 1-1 0 0,0-1 1 0 0,-1 1 0 0 0,1-1 0 0 0,0 1-1 0 0,0 0 1 0 0,0-1 0 0 0,0 1-1 0 0,0-1 1 0 0,0 1 0 0 0,1-1 0 0 0,-1 1-1 0 0,0-1 1 0 0,1 1 0 0 0,-1-1 0 0 0,1 1-1 0 0,1 2 1 0 0,0-2 8 0 0,-1 0 1 0 0,1 0-1 0 0,0 0 1 0 0,0 0-1 0 0,0 0 1 0 0,0-1-1 0 0,0 1 0 0 0,0-1 1 0 0,1 1-1 0 0,-1-1 1 0 0,4 1-1 0 0,2 2 22 0 0,1-2 0 0 0,0 1 1 0 0,-1-1-1 0 0,1-1 0 0 0,0 1 0 0 0,11-1 1 0 0,-4-1-219 0 0,-1-1 0 0 0,1-1 0 0 0,-1-1 0 0 0,0 0 0 0 0,0 0 0 0 0,0-2 0 0 0,0 0 0 0 0,-1 0 0 0 0,0-2 0 0 0,0 0 0 0 0,26-17 0 0 0,1-6-2964 0 0,-2-2 1 0 0,46-47-1 0 0,-11 10-646 0 0,-68 63 3534 0 0,0 1 0 0 0,1 0 0 0 0,0 1 0 0 0,11-7 0 0 0,-7 9 65 0 0,-8 7 206 0 0,-9 12 291 0 0,4-11-210 0 0,-10 22 1202 0 0,1 1-1 0 0,2 0 0 0 0,1 1 0 0 0,1 0 1 0 0,2 0-1 0 0,1 1 0 0 0,-1 41 1 0 0,5-68-1333 0 0,0-1 1 0 0,1 1 0 0 0,-1-1 0 0 0,0 1 0 0 0,1 0 0 0 0,0-1 0 0 0,0 1 0 0 0,0-1 0 0 0,0 1-1 0 0,0-1 1 0 0,1 0 0 0 0,2 5 0 0 0,-3-7-23 0 0,0-1-1 0 0,-1 1 1 0 0,1 0-1 0 0,0-1 0 0 0,0 1 1 0 0,0 0-1 0 0,0-1 1 0 0,-1 1-1 0 0,1-1 1 0 0,0 1-1 0 0,0-1 0 0 0,0 0 1 0 0,0 1-1 0 0,0-1 1 0 0,0 0-1 0 0,0 0 1 0 0,2 0-1 0 0,0 0-143 0 0,-1 0-1 0 0,0 0 1 0 0,1-1-1 0 0,-1 1 1 0 0,0-1 0 0 0,1 0-1 0 0,-1 0 1 0 0,0 0-1 0 0,0 0 1 0 0,3-1-1 0 0,4-5-1714 0 0,0 1 0 0 0,15-16-1 0 0</inkml:trace>
  <inkml:trace contextRef="#ctx0" brushRef="#br0" timeOffset="1">1748 1 3762 0 0,'-55'39'3922'0'0,"-18"17"-1361"0"0,-15 8-720 0 0,-14 16-161 0 0,-7 24 1 0 0,-3 4-80 0 0,25-16-241 0 0,25-30 1362 0 0,27-32-401 0 0,35-24-4722 0 0,11-36-9205 0 0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1:46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114 292 3762 0 0,'-11'42'10404'0'0,"-8"28"-4881"0"0,0 28-2562 0 0,2 12-1040 0 0,5-2-1200 0 0,-14-11-721 0 0,17-7-321 0 0,30-22 241 0 0,19-26-160 0 0,10-40-2081 0 0,7-54-11045 0 0</inkml:trace>
  <inkml:trace contextRef="#ctx0" brushRef="#br0" timeOffset="1">1266 1 6563 0 0,'-68'49'12086'0'0,"-13"15"-6964"0"0,-52 66-5522 0 0,34-28 160 0 0,2-4 800 0 0,11-6 80 0 0,20-12-240 0 0,7-12-240 0 0,21-16-880 0 0,50-52-7204 0 0,-8-24-6722 0 0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1:47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7924 0 0,'0'32'7443'0'0,"2"48"-3281"0"0,29 72-1601 0 0,12-48-2241 0 0,6-2-240 0 0,30 1 320 0 0,-3-45-79 0 0,2-16-1 0 0,7-14-320 0 0,-9-28-560 0 0,5-46-13527 0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1:49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2481 0 0,'118'6'9605'0'0,"420"72"-5364"0"0,26 2-4160 0 0,-90-18-802 0 0,-90-10 241 0 0,-211-24 480 0 0,-14 8 0 0 0,66 34-400 0 0,-40 10-1681 0 0,-71-18-2721 0 0,-102-37 79 0 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1:51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4 160 0 0,'-16'-2'6083'0'0,"-10"16"-5843"0"0,0-8-1521 0 0,11-8-639 0 0,3-18-161 0 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1:52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17 2721 0 0,'-61'-10'6323'0'0,"144"4"-2561"0"0,-166 12-1841 0 0,80-12-1921 0 0,27 8-561 0 0,38 38 1 0 0,-8 32-3922 0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1:52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472 31 720 0 0,'-189'-28'2241'0'0,"37"26"321"0"0,107 26 1199 0 0,21-8-799 0 0,8-2-1282 0 0,4 4-2640 0 0,-21 39-8164 0 0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1:54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1699 510 8324 0 0,'-259'-32'4108'0'0,"233"30"-3948"0"0,0 1 1 0 0,0 2-1 0 0,-1 1 0 0 0,1 1 0 0 0,-26 6 0 0 0,-1 4-129 0 0,0 2 0 0 0,-73 31 0 0 0,25 2 308 0 0,2 5 0 0 0,3 3 0 0 0,3 5-1 0 0,-94 80 1 0 0,145-105 170 0 0,1 1-1 0 0,2 3 0 0 0,1 1 1 0 0,3 2-1 0 0,1 1 1 0 0,2 2-1 0 0,3 1 0 0 0,-39 82 1 0 0,51-89-335 0 0,2 1 0 0 0,1 1 0 0 0,3 0 1 0 0,-11 73-1 0 0,15-50-104 0 0,3 1-1 0 0,5 83 1 0 0,3-94-8 0 0,2 0-1 0 0,2 0 0 0 0,3-1 1 0 0,18 54-1 0 0,-9-48 16 0 0,4-1 1 0 0,2-1-1 0 0,2-1 0 0 0,48 71 1 0 0,-26-60 15 0 0,3-1 1 0 0,3-3-1 0 0,75 67 0 0 0,237 175 147 0 0,-276-240-160 0 0,166 90-1 0 0,-194-125 15 0 0,1-3-1 0 0,1-2 1 0 0,123 29 0 0 0,-104-38 29 0 0,0-5 1 0 0,0-3-1 0 0,105-4 1 0 0,315-41 196 0 0,-377 18-260 0 0,184-52 0 0 0,-154 20-20 0 0,-3-6 0 0 0,-3-7 0 0 0,259-149 0 0 0,-328 160-10 0 0,-2-4-1 0 0,-3-3 1 0 0,92-91 0 0 0,-115 93-11 0 0,-2-3 0 0 0,-3-2-1 0 0,-2-2 1 0 0,45-81 0 0 0,-63 91-32 0 0,-3 0 0 0 0,-2-2-1 0 0,22-72 1 0 0,-27 61-4 0 0,-3-1-1 0 0,14-116 1 0 0,-26 129 32 0 0,-4 0 1 0 0,-1 0 0 0 0,-3 0 0 0 0,-19-102 0 0 0,6 85 54 0 0,-3 0 0 0 0,-3 2 0 0 0,-56-120 0 0 0,47 130 52 0 0,-2 1 0 0 0,-4 2 1 0 0,-1 1-1 0 0,-3 3 0 0 0,-62-64 0 0 0,32 49 205 0 0,-2 4 0 0 0,-4 2 0 0 0,-115-70 0 0 0,120 88-104 0 0,-2 4 1 0 0,-1 3-1 0 0,-146-49 0 0 0,103 51-31 0 0,-2 4-1 0 0,-226-26 0 0 0,166 45-47 0 0,0 9 0 0 0,0 7 0 0 0,-257 39-1 0 0,180-1-37 0 0,-408 123 0 0 0,562-132-164 0 0,2 3 0 0 0,-96 52 1 0 0,152-65-63 0 0,0 2 0 0 0,2 2-1 0 0,1 2 1 0 0,-76 68 0 0 0,103-82-2 0 0,1 1-1 0 0,0 1 1 0 0,1 0-1 0 0,1 1 1 0 0,0 1-1 0 0,2-1 1 0 0,0 2 0 0 0,1-1-1 0 0,1 1 1 0 0,-6 24-1 0 0,10-30-25 0 0,1 0 1 0 0,1 0-1 0 0,1 1 0 0 0,0-1 0 0 0,1 1 1 0 0,0-1-1 0 0,1 0 0 0 0,0 1 0 0 0,2-1 0 0 0,-1 0 1 0 0,2 0-1 0 0,8 22 0 0 0,3-1-683 0 0,1 0-1 0 0,1-1 1 0 0,3-1-1 0 0,0 0 1 0 0,31 35-1 0 0,167 161-10345 0 0,-216-228 11096 0 0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1:58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922 0 14727 0 0,'-204'212'7043'0'0,"39"72"-7603"0"0,51-31 1360 0 0,-66 113 1281 0 0,4 65-1441 0 0,93-93-720 0 0,98-147-5042 0 0,46-179-3362 0 0,8-133-2241 0 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1:59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335 1 5202 0 0,'-105'153'14727'0'0,"-32"183"-16168"0"0,75-30 2882 0 0,31-17 0 0 0,67-97-641 0 0,109-140-160 0 0,68-132-239 0 0,83-140-1442 0 0,36-135-5442 0 0,-140 101-8083 0 0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2:00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37 362 5202 0 0,'20'18'1424'0'0,"36"26"0"0"0,-53-42-1362 0 0,-1 0-1 0 0,1-1 0 0 0,-1 1 1 0 0,1-1-1 0 0,0 1 0 0 0,0-1 0 0 0,-1 0 1 0 0,1 0-1 0 0,0 0 0 0 0,0 0 1 0 0,0 0-1 0 0,0-1 0 0 0,1 0 1 0 0,-1 1-1 0 0,0-1 0 0 0,0 0 0 0 0,0-1 1 0 0,0 1-1 0 0,0 0 0 0 0,5-2 1 0 0,-4-1-128 0 0,-1 1-1 0 0,1-1 1 0 0,-1 0 0 0 0,0 1 0 0 0,0-2 0 0 0,0 1 0 0 0,0 0 0 0 0,-1-1 0 0 0,1 1 0 0 0,-1-1 0 0 0,0 0 0 0 0,0 0-1 0 0,3-8 1 0 0,2-6-530 0 0,0-2 0 0 0,6-37-1 0 0,-6 15-45 0 0,-2 0-1 0 0,-1-78 0 0 0,-5 103 1114 0 0,0 0-1 0 0,-6-21 0 0 0,7 36-360 0 0,0 2-4 0 0,0 0 0 0 0,0-1 0 0 0,0 1-1 0 0,0-1 1 0 0,0 1 0 0 0,0 0 0 0 0,0-1 0 0 0,0 1 0 0 0,0-1-1 0 0,0 1 1 0 0,0 0 0 0 0,0-1 0 0 0,0 1 0 0 0,1-1-1 0 0,-1 1 1 0 0,0 0 0 0 0,0-1 0 0 0,0 1 0 0 0,1 0-1 0 0,-1-1 1 0 0,0 1 0 0 0,0 0 0 0 0,1 0 0 0 0,-1-1 0 0 0,0 1-1 0 0,1 0 1 0 0,-1 0 0 0 0,0-1 0 0 0,1 1 0 0 0,-1 0-1 0 0,0 0 1 0 0,1 0 0 0 0,-1 0 0 0 0,1-1 0 0 0,-1 1-1 0 0,0 0 1 0 0,1 0 0 0 0,-1 0 0 0 0,1 0 0 0 0,-1 0 0 0 0,0 0-1 0 0,1 0 1 0 0,-1 0 0 0 0,1 0 0 0 0,-1 0 0 0 0,0 0-1 0 0,1 1 1 0 0,0-1 0 0 0,31 6 3542 0 0,-19-3-2049 0 0,85 21 1830 0 0,-52-10-3370 0 0,51 23 1 0 0,-90-34-59 0 0,0 0 0 0 0,0 0 1 0 0,0 1-1 0 0,-1 0 0 0 0,1 0 0 0 0,-1 1 1 0 0,0-1-1 0 0,0 1 0 0 0,-1 1 1 0 0,1-1-1 0 0,-1 1 0 0 0,0 0 0 0 0,-1 0 1 0 0,5 9-1 0 0,-6-9-23 0 0,-1 0 0 0 0,-1 0 0 0 0,1 1 0 0 0,-1-1 0 0 0,0 1 0 0 0,-1-1 0 0 0,1 1 0 0 0,-1-1 0 0 0,-1 1 0 0 0,1-1 0 0 0,-1 1 0 0 0,0-1 0 0 0,0 1-1 0 0,-1-1 1 0 0,-4 12 0 0 0,1-6-159 0 0,0 0-1 0 0,-1-1 1 0 0,0 1-1 0 0,-1-1 0 0 0,0 0 1 0 0,0 0-1 0 0,-1-1 1 0 0,-1 0-1 0 0,0-1 0 0 0,-14 12 1 0 0,-4 0-185 0 0,0-1 0 0 0,-55 28 1 0 0,-79 33 284 0 0,80-42 781 0 0,-85 54 1 0 0,157-85-189 0 0,18-9-50 0 0,111-22 404 0 0,-57 13-779 0 0,66-21 1 0 0,-43 0-160 0 0,-47 16-19 0 0,70-18 0 0 0,-105 32 82 0 0,1 0 0 0 0,-1 1-1 0 0,1-1 1 0 0,-1 1 0 0 0,8 0 0 0 0,-11 0 11 0 0,-1 0 1 0 0,1 1 0 0 0,0-1 0 0 0,0 0-1 0 0,-1 0 1 0 0,1 0 0 0 0,0 1-1 0 0,-1-1 1 0 0,1 0 0 0 0,0 0 0 0 0,-1 1-1 0 0,1-1 1 0 0,-1 1 0 0 0,1-1-1 0 0,0 1 1 0 0,-1-1 0 0 0,1 1 0 0 0,-1-1-1 0 0,0 1 1 0 0,1-1 0 0 0,-1 1-1 0 0,1 1 1 0 0,0 2 27 0 0,-1 0 0 0 0,0 0 0 0 0,0-1 0 0 0,0 1 0 0 0,-1 0 1 0 0,1 0-1 0 0,-1 0 0 0 0,0 0 0 0 0,0 0 0 0 0,-3 6 0 0 0,-3 16 112 0 0,-11 44 192 0 0,-38 97-1 0 0,50-154-322 0 0,-44 117 36 0 0,45-111-58 0 0,0 1-1 0 0,0-1 1 0 0,2 1-1 0 0,-2 39 0 0 0,6-38-169 0 0,0-1 0 0 0,1 1 0 0 0,1-1 0 0 0,0 1 0 0 0,2-1 0 0 0,8 21 0 0 0,-13-40 82 0 0,1 1 1 0 0,-1-1-1 0 0,1 1 1 0 0,0-1-1 0 0,-1 1 1 0 0,1-1-1 0 0,0 0 1 0 0,0 1-1 0 0,0-1 0 0 0,0 0 1 0 0,2 2-1 0 0,-3-3 18 0 0,0 0 0 0 0,1 0 0 0 0,-1 1 0 0 0,1-1 0 0 0,-1 0 0 0 0,0 0 0 0 0,1 0 0 0 0,-1 0 0 0 0,1 0 0 0 0,-1 0 1 0 0,0 0-1 0 0,1 0 0 0 0,-1 0 0 0 0,1 0 0 0 0,-1 0 0 0 0,0 0 0 0 0,1 0 0 0 0,-1 0 0 0 0,1 0 0 0 0,-1 0 0 0 0,0 0 0 0 0,1 0 0 0 0,-1-1 0 0 0,1 1 0 0 0,-1 0 0 0 0,0 0 0 0 0,1 0 0 0 0,-1-1 0 0 0,4-2-770 0 0,-1-1 1 0 0,0 0 0 0 0,0 0-1 0 0,0 0 1 0 0,0 0-1 0 0,3-8 1 0 0,-1 3 23 0 0,0-1 1 0 0,-1 0 0 0 0,-1 0 0 0 0,1-1 0 0 0,1-11-1 0 0,-3 11 858 0 0,-1 0-1 0 0,0 0 0 0 0,0 0 1 0 0,-1 0-1 0 0,-2-15 0 0 0,-2-9 1064 0 0,4 34-1043 0 0,0 1 0 0 0,0-1 0 0 0,0 1 0 0 0,-1-1 0 0 0,1 0 0 0 0,0 1 0 0 0,1-1 0 0 0,-1 1 0 0 0,0-1 0 0 0,0 1 0 0 0,0-1 0 0 0,0 0 0 0 0,0 1 0 0 0,0-1 0 0 0,1 1 0 0 0,-1-1 0 0 0,0 1 0 0 0,1-1 0 0 0,-1 1 0 0 0,0-1 0 0 0,1 1 0 0 0,-1-1 0 0 0,0 1 0 0 0,2-1 0 0 0,15-5 567 0 0,-1 2 10 0 0,24-10 533 0 0,102-30 1787 0 0,-138 43-2919 0 0,1 0 0 0 0,-1 0 0 0 0,0 0 0 0 0,0 1 0 0 0,0-1 0 0 0,1 1 0 0 0,-1 0 1 0 0,0 1-1 0 0,0-1 0 0 0,6 2 0 0 0,-9-2-194 0 0,1 1 1 0 0,-1 0-1 0 0,1 0 1 0 0,-1 0-1 0 0,0 0 1 0 0,1 0-1 0 0,-1 0 1 0 0,0 0-1 0 0,0 0 1 0 0,1 1-1 0 0,-1-1 1 0 0,0 0-1 0 0,0 1 1 0 0,0 1-1 0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2:00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1 1841 0 0,'-104'160'6643'0'0,"2"46"5362"0"0,52-47-11604 0 0,67-45-81 0 0,42-34 960 0 0,48-48 81 0 0,120-70-1681 0 0,53-184-4322 0 0,-69-87-13126 0 0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2:01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1 3201 0 0,'-12'5'2878'0'0,"-1"0"-1"0"0,1 1 0 0 0,-1 0 0 0 0,2 1 0 0 0,-14 9 0 0 0,14-7-2567 0 0,1 0 0 0 0,0 1-1 0 0,-9 11 1 0 0,-17 24-256 0 0,2 2-1 0 0,-32 60 0 0 0,58-92 62 0 0,1 1-1 0 0,0 0 0 0 0,-5 22 0 0 0,0 10-2838 0 0,21-74-1329 0 0,9-11 2328 0 0,0 3 593 0 0,3-19 207 0 0,-17 40 952 0 0,1 0 1 0 0,0 0-1 0 0,1 0 1 0 0,1 1-1 0 0,7-12 0 0 0,-11 22 80 0 0,-1-1-1 0 0,0 1 1 0 0,1 0-1 0 0,-1-1 1 0 0,1 2-1 0 0,-1-1 1 0 0,1 0-1 0 0,0 0 1 0 0,0 1-1 0 0,0-1 1 0 0,0 1-1 0 0,4-1 1 0 0,41-6 1974 0 0,-24 5-1211 0 0,1 0-357 0 0,14-3-256 0 0,-1 1 1 0 0,1 2 0 0 0,0 1-1 0 0,60 6 1 0 0,-87-2-228 0 0,0 1 1 0 0,0 0 0 0 0,-1 0 0 0 0,1 1 0 0 0,-1 0-1 0 0,1 1 1 0 0,-1 1 0 0 0,-1-1 0 0 0,1 2-1 0 0,-1 0 1 0 0,0 0 0 0 0,16 15 0 0 0,-14-9 4 0 0,0 1 1 0 0,-1 0-1 0 0,0 0 1 0 0,-2 1-1 0 0,1 0 1 0 0,-2 1-1 0 0,14 33 1 0 0,-15-25-2 0 0,0 0-1 0 0,-2 0 1 0 0,0 0 0 0 0,-2 1 0 0 0,0-1-1 0 0,-2 50 1 0 0,-9 19-121 0 0,-3-1 1 0 0,-4 0-1 0 0,-42 138 0 0 0,37-174-1165 0 0,-32 59 0 0 0,51-113 1208 0 0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2:01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27 304 10805 0 0,'-27'-50'1681'0'0,"42"-20"-481"0"0,39-22 81 0 0,24 31-1361 0 0,-11 31 80 0 0,-32 42-80 0 0,13 31-480 0 0,-13 9 560 0 0,-30-8 0 0 0,-41 12-81 0 0,-9 28 162 0 0,-40 40 319 0 0,28-14 240 0 0,52-58 80 0 0,39-42-79 0 0,32-26-241 0 0,34-66-80 0 0,51-146-7363 0 0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2:02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283 118 3362 0 0,'96'-103'2734'0'0,"-82"89"628"0"0,-27 32-1814 0 0,-47 53 932 0 0,20-22-751 0 0,-130 142 3305 0 0,127-154-4579 0 0,31-27-378 0 0,1-1 0 0 0,0 1 0 0 0,1 1 1 0 0,-12 14-1 0 0,22-20 25 0 0,12-6 13 0 0,-5 0-79 0 0,228-37-692 0 0,-217 35 565 0 0,15-3-109 0 0,0 1 0 0 0,45 1 0 0 0,-73 3 139 0 0,0 1-1 0 0,-1 0 1 0 0,1 1 0 0 0,0-1 0 0 0,-1 1 0 0 0,1 0-1 0 0,-1 0 1 0 0,1 1 0 0 0,-1-1 0 0 0,0 1 0 0 0,1 0-1 0 0,-1 0 1 0 0,0 1 0 0 0,0-1 0 0 0,0 1 0 0 0,-1 0-1 0 0,8 6 1 0 0,-9-5-13 0 0,1 1 0 0 0,-1 0 0 0 0,1 0 0 0 0,-1 0 0 0 0,-1 0 0 0 0,1 0 0 0 0,-1 0 0 0 0,0 0-1 0 0,0 0 1 0 0,0 0 0 0 0,-1 1 0 0 0,0-1 0 0 0,0 0 0 0 0,0 0 0 0 0,-1 1 0 0 0,-1 8 0 0 0,-6 21 240 0 0,0-1 0 0 0,-2 0 1 0 0,-28 61-1 0 0,-61 96 1597 0 0,82-163-1620 0 0,-1 0 0 0 0,-2-1 1 0 0,-34 36-1 0 0,48-56-205 0 0,-1-1 0 0 0,0 0 0 0 0,-1 0 0 0 0,0-1 0 0 0,-10 6 1 0 0,15-9-116 0 0,-1-1 1 0 0,0 1 0 0 0,1-1 0 0 0,-1 0 0 0 0,0 0 0 0 0,0 0 0 0 0,1 0 0 0 0,-1-1 0 0 0,0 0 0 0 0,-8 0 0 0 0,9 0-77 0 0,-1-1-1 0 0,1 0 1 0 0,0 0 0 0 0,-1 0-1 0 0,1 0 1 0 0,0 0 0 0 0,0-1-1 0 0,0 1 1 0 0,0-1 0 0 0,0 0-1 0 0,-5-4 1 0 0,2 1-273 0 0,1 0 0 0 0,0-1 0 0 0,0 0 0 0 0,1 0-1 0 0,-1 0 1 0 0,-3-8 0 0 0,0-2-165 0 0,1 0 0 0 0,0-1-1 0 0,2 0 1 0 0,0 0 0 0 0,-3-19-1 0 0,2 7-148 0 0,-1-57-1 0 0,7 78 1199 0 0,1-21 699 0 0,5 17 3944 0 0,9 7-2093 0 0,66-14-1080 0 0,-29 9-1176 0 0,144-35-1748 0 0,-127 25-2850 0 0,90-38-1 0 0,35-30-455 0 0,-46 25 7043 0 0,-146 62-2478 0 0,1 1-1 0 0,0-1 1 0 0,0 0 0 0 0,0 1 0 0 0,-1-1-1 0 0,1 1 1 0 0,0 0 0 0 0,0 0 0 0 0,0 0 0 0 0,0 0-1 0 0,5 1 1 0 0,-8-1-120 0 0,1 1 0 0 0,0-1-1 0 0,-1 0 1 0 0,1 1 0 0 0,-1-1 0 0 0,1 1 0 0 0,-1-1-1 0 0,1 0 1 0 0,-1 1 0 0 0,0-1 0 0 0,1 1-1 0 0,-1-1 1 0 0,1 1 0 0 0,-1 0 0 0 0,0-1 0 0 0,0 1-1 0 0,1-1 1 0 0,-1 1 0 0 0,0 0 0 0 0,0-1-1 0 0,0 1 1 0 0,1-1 0 0 0,-1 1 0 0 0,0 0 0 0 0,0-1-1 0 0,0 1 1 0 0,0 0 0 0 0,0-1 0 0 0,0 1-1 0 0,-1 0 1 0 0,1 0 0 0 0,-3 8 289 0 0,0-1-1 0 0,-1 1 0 0 0,1-1 1 0 0,-2 0-1 0 0,1 0 1 0 0,-7 7-1 0 0,-47 64 3064 0 0,-127 131 0 0 0,114-144-2005 0 0,14-11-552 0 0,56-52-645 0 0,10-5 2 0 0,-1 1-116 0 0,52-10 7 0 0,65-2 1 0 0,-115 12-164 0 0,0 1 1 0 0,0 0-1 0 0,0 1 0 0 0,0 0 1 0 0,0 0-1 0 0,0 1 0 0 0,0 0 0 0 0,11 4 1 0 0,-17-4 39 0 0,0 0 1 0 0,-1 0-1 0 0,1 1 1 0 0,0-1 0 0 0,-1 1-1 0 0,0 0 1 0 0,0 0-1 0 0,0 0 1 0 0,0 0 0 0 0,0 0-1 0 0,0 1 1 0 0,-1-1-1 0 0,0 1 1 0 0,0-1 0 0 0,0 1-1 0 0,0 0 1 0 0,0 0-1 0 0,-1 0 1 0 0,0 0-1 0 0,1 0 1 0 0,-2 1 0 0 0,1-1-1 0 0,0 0 1 0 0,-1 7-1 0 0,0 9 50 0 0,-1 0 1 0 0,-1 0-1 0 0,0 0 0 0 0,-2 0 0 0 0,0 0 0 0 0,-2-1 0 0 0,-10 27 0 0 0,0-4 99 0 0,-2-1 0 0 0,-37 60 0 0 0,-20 7-159 0 0,65-96-28 0 0,-1 0 1 0 0,0-1-1 0 0,0 0 1 0 0,-1-1 0 0 0,-18 12-1 0 0,27-20 31 0 0,-1 1 1 0 0,0-1-1 0 0,0 0 0 0 0,1 0 0 0 0,-1-1 1 0 0,0 1-1 0 0,-1-1 0 0 0,1 0 1 0 0,0 0-1 0 0,0 0 0 0 0,0-1 1 0 0,-1 1-1 0 0,1-1 0 0 0,-6 0 0 0 0,6-1-80 0 0,1 0 0 0 0,1 0-1 0 0,-1 0 1 0 0,0 0-1 0 0,0-1 1 0 0,0 1 0 0 0,1-1-1 0 0,-1 1 1 0 0,1-1-1 0 0,-1 0 1 0 0,1 0 0 0 0,0-1-1 0 0,-1 1 1 0 0,1 0-1 0 0,0-1 1 0 0,1 1-1 0 0,-1-1 1 0 0,0 1 0 0 0,1-1-1 0 0,-3-5 1 0 0,-1-4-656 0 0,1-1-1 0 0,0 0 1 0 0,0 0-1 0 0,2-1 1 0 0,-1 1 0 0 0,2-1-1 0 0,0 1 1 0 0,0-1 0 0 0,2-19-1 0 0,0 25 749 0 0,-1 6 55 0 0,0 0 0 0 0,1 0 0 0 0,-1 0 0 0 0,0 0 0 0 0,1 0 0 0 0,-1 0 0 0 0,1 0-1 0 0,0 0 1 0 0,1-2 0 0 0,0 2 118 0 0,0-1-1 0 0,0 1 0 0 0,0 0 1 0 0,0 1-1 0 0,0-1 1 0 0,1 0-1 0 0,-1 1 0 0 0,1-1 1 0 0,4-1-1 0 0,82-40 2362 0 0,49-26-1704 0 0,-112 54-1720 0 0,-1-1 0 0 0,-1-1 1 0 0,33-30-1 0 0,-24 11-4187 0 0,52-70 0 0 0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2:02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94 18649 0 0,'-6'0'1192'0'0,"5"0"-1137"0"0,1 0 0 0 0,0 1 0 0 0,-1-1 0 0 0,1 0 0 0 0,0 0 0 0 0,-1 0 0 0 0,1 0 0 0 0,0 0 0 0 0,-1 0 1 0 0,1 0-1 0 0,0 0 0 0 0,-1 0 0 0 0,1 0 0 0 0,0 0 0 0 0,-1 0 0 0 0,1 0 0 0 0,-1 0 0 0 0,1-1 0 0 0,0 1 1 0 0,0 0-1 0 0,-1 0 0 0 0,1 0 0 0 0,0 0 0 0 0,-1-1 0 0 0,1 1 0 0 0,0 0 0 0 0,-1 0 0 0 0,1-1 0 0 0,0 1 1 0 0,0 0-1 0 0,-1 0 0 0 0,1-1 0 0 0,0 1 0 0 0,4-3-161 0 0,0 0-1 0 0,0 0 1 0 0,1 0 0 0 0,-1 1-1 0 0,1 0 1 0 0,5-3 0 0 0,-8 5 76 0 0,116-48-200 0 0,-106 44 105 0 0,0 0 0 0 0,1 0-1 0 0,0 1 1 0 0,-1 1 0 0 0,1 0-1 0 0,0 1 1 0 0,0 0 0 0 0,22 2-1 0 0,-33-1-26 0 0,0 0 0 0 0,0 1-1 0 0,0-1 1 0 0,0 1 0 0 0,0 0 0 0 0,-1 0-1 0 0,1-1 1 0 0,0 1 0 0 0,0 0 0 0 0,0 1-1 0 0,-1-1 1 0 0,1 0 0 0 0,0 0-1 0 0,-1 1 1 0 0,1-1 0 0 0,-1 1 0 0 0,0-1-1 0 0,0 1 1 0 0,1 0 0 0 0,-1-1 0 0 0,0 1-1 0 0,0 0 1 0 0,0 0 0 0 0,-1 0-1 0 0,1 0 1 0 0,0 0 0 0 0,-1 0 0 0 0,1 2-1 0 0,-1 1-89 0 0,1-1 0 0 0,-1 1 0 0 0,-1 0 0 0 0,1-1 0 0 0,-1 1 0 0 0,0 0 0 0 0,0-1-1 0 0,0 1 1 0 0,-1-1 0 0 0,1 0 0 0 0,-1 1 0 0 0,-3 4 0 0 0,-5 7 213 0 0,0 0-1 0 0,-1 0 1 0 0,-1-1 0 0 0,-1-1 0 0 0,-15 15-1 0 0,-74 58 543 0 0,86-74-463 0 0,-82 67 1430 0 0,93-76-1017 0 0,0 1 0 0 0,0 0 1 0 0,1 0-1 0 0,-1 0 0 0 0,1 0 0 0 0,-4 8 0 0 0,8-13-450 0 0,0 0 0 0 0,0 0 0 0 0,-1 0 0 0 0,1 0 1 0 0,0 1-1 0 0,0-1 0 0 0,0 0 0 0 0,0 0 0 0 0,0 0 0 0 0,0 1 0 0 0,-1-1 1 0 0,1 0-1 0 0,0 0 0 0 0,0 1 0 0 0,0-1 0 0 0,0 0 0 0 0,0 0 0 0 0,0 0 0 0 0,0 1 1 0 0,0-1-1 0 0,0 0 0 0 0,0 0 0 0 0,0 1 0 0 0,0-1 0 0 0,0 0 0 0 0,0 0 1 0 0,0 0-1 0 0,1 1 0 0 0,-1-1 0 0 0,0 0 0 0 0,0 0 0 0 0,0 0 0 0 0,0 1 1 0 0,0-1-1 0 0,0 0 0 0 0,0 0 0 0 0,1 0 0 0 0,-1 1 0 0 0,0-1 0 0 0,0 0 1 0 0,0 0-1 0 0,1 0 0 0 0,-1 0 0 0 0,0 0 0 0 0,0 0 0 0 0,0 1 0 0 0,1-1 0 0 0,-1 0 1 0 0,0 0-1 0 0,0 0 0 0 0,0 0 0 0 0,1 0 0 0 0,-1 0 0 0 0,0 0 0 0 0,0 0 1 0 0,1 0-1 0 0,-1 0 0 0 0,0 0 0 0 0,0 0 0 0 0,1 0 0 0 0,-1 0 0 0 0,0 0 1 0 0,0 0-1 0 0,0 0 0 0 0,1-1 0 0 0,15 0-135 0 0,30-8 1 0 0,-18 3 57 0 0,21-5-122 0 0,74-14-642 0 0,-103 26-44 0 0,-19-1 844 0 0,-1 0 0 0 0,0 0 0 0 0,1 0-1 0 0,-1 1 1 0 0,0-1 0 0 0,1 0 0 0 0,-1 0 0 0 0,0 1 0 0 0,1-1-1 0 0,-1 0 1 0 0,0 1 0 0 0,0-1 0 0 0,1 0 0 0 0,-1 1-1 0 0,0-1 1 0 0,0 0 0 0 0,0 1 0 0 0,0-1 0 0 0,1 0-1 0 0,-1 1 1 0 0,0-1 0 0 0,0 1 0 0 0,0-1 0 0 0,0 0-1 0 0,0 1 1 0 0,0-1 0 0 0,0 1 0 0 0,0-1 0 0 0,0 0 0 0 0,0 1-1 0 0,0 0 1 0 0,-4 8-87 0 0,1 1-1 0 0,-1-1 0 0 0,-1 0 1 0 0,0-1-1 0 0,-10 15 1 0 0,-35 48 719 0 0,-3-1 1 0 0,-96 97 0 0 0,187-161 809 0 0,49 5-1299 0 0,52 7-170 0 0,-118-14 69 0 0,0 1 1 0 0,-1 1 0 0 0,0 1-1 0 0,29 13 1 0 0,-43-17 1 0 0,0 0 1 0 0,-1 1-1 0 0,1-1 1 0 0,-1 1-1 0 0,0 0 1 0 0,0 1-1 0 0,0-1 0 0 0,-1 1 1 0 0,0 0-1 0 0,0 0 1 0 0,0 0-1 0 0,0 1 1 0 0,-1-1-1 0 0,0 1 0 0 0,3 7 1 0 0,-3-5 36 0 0,-1 1 0 0 0,0-1 0 0 0,0 1 0 0 0,-1-1 1 0 0,0 1-1 0 0,0 0 0 0 0,-1 0 0 0 0,0 0 0 0 0,-1 0 0 0 0,-2 9 1 0 0,-2 4 173 0 0,0 0 1 0 0,-2 0-1 0 0,-1 0 1 0 0,-1-1-1 0 0,0-1 1 0 0,-2 1-1 0 0,-22 31 1 0 0,26-41-188 0 0,0-1 0 0 0,-1-1 0 0 0,0 1 0 0 0,-1-1 0 0 0,0-1 0 0 0,0 0 0 0 0,-1 0 0 0 0,0-1 0 0 0,-17 10 0 0 0,24-15-63 0 0,1-1 0 0 0,0 0 0 0 0,-1-1 0 0 0,1 1 0 0 0,-1 0 1 0 0,1-1-1 0 0,-1 1 0 0 0,1-1 0 0 0,-1 0 0 0 0,0 0 0 0 0,1 0 0 0 0,-1 0 0 0 0,1 0 0 0 0,-1 0 0 0 0,-4-2 0 0 0,4 1-90 0 0,1-1 0 0 0,-1 1-1 0 0,1-1 1 0 0,0 1-1 0 0,0-1 1 0 0,0 0 0 0 0,0 0-1 0 0,0 0 1 0 0,0 0-1 0 0,0 0 1 0 0,0 0 0 0 0,1-1-1 0 0,-1 1 1 0 0,1 0-1 0 0,0-1 1 0 0,-2-4 0 0 0,-2-8-993 0 0,0 0 0 0 0,1-1 0 0 0,-2-21 0 0 0,-7-73-4808 0 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2:03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1 1761 0 0,'7'92'6723'0'0,"-45"92"4642"0"0,-7-69-9924 0 0,38-93-2242 0 0,36-44-8243 0 0</inkml:trace>
  <inkml:trace contextRef="#ctx0" brushRef="#br0" timeOffset="1">105 41 160 0 0,'14'-8'5843'0'0,"-2"16"-321"0"0,64-6 721 0 0,106-26-2081 0 0,-75 6-4882 0 0,-84 42-2242 0 0,-25 76-3441 0 0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2:03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52 182 8164 0 0,'8'-5'194'0'0,"-1"0"0"0"0,1-1 0 0 0,9-10 0 0 0,3-2-250 0 0,6-5 275 0 0,1 2-1 0 0,1 1 0 0 0,60-32 1 0 0,-80 47-253 0 0,18-6-609 0 0,-26 11 627 0 0,0 0 0 0 0,0 0-1 0 0,1 0 1 0 0,-1 0 0 0 0,0 0 0 0 0,0 0 0 0 0,0 0 0 0 0,0 0 0 0 0,1 1-1 0 0,-1-1 1 0 0,0 0 0 0 0,0 0 0 0 0,0 0 0 0 0,0 0 0 0 0,1 0 0 0 0,-1 0-1 0 0,0 0 1 0 0,0 0 0 0 0,0 1 0 0 0,0-1 0 0 0,0 0 0 0 0,0 0 0 0 0,0 0 0 0 0,1 0-1 0 0,-1 0 1 0 0,0 1 0 0 0,0-1 0 0 0,0 0 0 0 0,0 0 0 0 0,0 0 0 0 0,0 0-1 0 0,0 0 1 0 0,0 1 0 0 0,0-1 0 0 0,0 0 0 0 0,0 0 0 0 0,0 0 0 0 0,0 1-1 0 0,0-1 1 0 0,0 0 0 0 0,0 0 0 0 0,0 0 0 0 0,0 0 0 0 0,0 1 0 0 0,0-1-1 0 0,0 0 1 0 0,0 0 0 0 0,0 0 0 0 0,-1 0 0 0 0,1 0 0 0 0,0 1 0 0 0,0-1 0 0 0,0 0-1 0 0,0 0 1 0 0,0 0 0 0 0,-29 50-1131 0 0,3-6 736 0 0,-97 153 2183 0 0,96-157-843 0 0,-2-1 0 0 0,-55 57 2918 0 0,94-98-2383 0 0,30-14-930 0 0,17-6 140 0 0,263-104 753 0 0,-188 75-1233 0 0,-113 45-139 0 0,0 1-1 0 0,0 1 1 0 0,1 0-1 0 0,35 0 1 0 0,-48 3-31 0 0,-1 1-1 0 0,0 1 1 0 0,0-1-1 0 0,0 1 1 0 0,0 0 0 0 0,1 0-1 0 0,-1 1 1 0 0,0 0 0 0 0,6 3-1 0 0,-10-4-15 0 0,0 0 0 0 0,0 1-1 0 0,0-1 1 0 0,0 1-1 0 0,-1 0 1 0 0,1-1 0 0 0,-1 1-1 0 0,1 0 1 0 0,-1 0 0 0 0,1 0-1 0 0,-1 0 1 0 0,0 0-1 0 0,0 0 1 0 0,0 1 0 0 0,0-1-1 0 0,0 0 1 0 0,-1 0-1 0 0,1 1 1 0 0,-1-1 0 0 0,1 1-1 0 0,-1-1 1 0 0,0 0 0 0 0,0 1-1 0 0,0 4 1 0 0,-1 2-11 0 0,0 0 0 0 0,0 1 0 0 0,-1-1 0 0 0,0 0 0 0 0,-1 0 0 0 0,0 0 0 0 0,0 0 0 0 0,-7 12 0 0 0,8-16-193 0 0,-1 0 1 0 0,0 0 0 0 0,0-1-1 0 0,0 1 1 0 0,-1-1 0 0 0,0 0-1 0 0,0 0 1 0 0,0 0-1 0 0,0-1 1 0 0,0 1 0 0 0,-1-1-1 0 0,1 0 1 0 0,-1 0 0 0 0,0-1-1 0 0,0 1 1 0 0,-6 1 0 0 0,4-2-1254 0 0,0-1 1 0 0,1-1 0 0 0,-1 1-1 0 0,0-1 1 0 0,1 0 0 0 0,-8-1 0 0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2:04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1 320 0 0,'-4'2'1094'0'0,"1"1"0"0"0,0-1 0 0 0,0 1-1 0 0,0 0 1 0 0,1 0 0 0 0,-1 0 0 0 0,0 1 0 0 0,1-1 0 0 0,0 1-1 0 0,0-1 1 0 0,0 1 0 0 0,-2 6 0 0 0,-2 12-131 0 0,1 0 0 0 0,1 0 0 0 0,1 0 0 0 0,-1 27 1 0 0,-2 209 394 0 0,-10 143-475 0 0,8-337-809 0 0,-3 0 1 0 0,-3 0 0 0 0,-2-2-1 0 0,-46 112 1 0 0,53-154-166 0 0,-2 0 1 0 0,0 0-1 0 0,-1-1 0 0 0,-21 27 1 0 0,30-42 17 0 0,0-1 1 0 0,-1 0-1 0 0,1 0 1 0 0,-1 0-1 0 0,1 0 1 0 0,-7 4 0 0 0,0-4-235 0 0,30-10 560 0 0,35-11-270 0 0,113-43 199 0 0,-131 46-152 0 0,-1-3-1 0 0,55-35 1 0 0,-32 8-1092 0 0,75-72 0 0 0,-65 54-1336 0 0,-60 56 1729 0 0,-1-1 1 0 0,1 1 0 0 0,0 1 0 0 0,1 0-1 0 0,-1 0 1 0 0,1 1 0 0 0,19-7 0 0 0,-25 11 559 0 0,0 0 0 0 0,1 0 0 0 0,-1 1 0 0 0,0-1 0 0 0,1 1 0 0 0,-1 0 0 0 0,1 0 1 0 0,-1 1-1 0 0,0 0 0 0 0,1-1 0 0 0,-1 1 0 0 0,0 1 0 0 0,1-1 0 0 0,-1 1 1 0 0,0-1-1 0 0,0 1 0 0 0,0 1 0 0 0,-1-1 0 0 0,7 5 0 0 0,0 1 206 0 0,-1 1-1 0 0,1 0 0 0 0,-1 1 1 0 0,-1 0-1 0 0,0 1 0 0 0,-1-1 1 0 0,0 1-1 0 0,6 13 0 0 0,64 140 1140 0 0,-1-3-404 0 0,-45-105-806 0 0,19 38-1239 0 0,-31-48-1811 0 0,14 53 0 0 0,-33-98 2962 0 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2:06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1630 11285 0 0,'95'-20'14167'0'0,"339"-62"-14968"0"0,319-47-319 0 0,319-31 1280 0 0,-10 36 240 0 0,-147 26-160 0 0,263-34 0 0 0,75-34-320 0 0,-226 11-2161 0 0,400-71-3842 0 0,-403 66 721 0 0,151-18-1441 0 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4:36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223 594 2801 0 0,'-18'309'14354'0'0,"16"62"-9192"0"0,-30-33-5682 0 0,20-271 440 0 0,-40 130 0 0 0,28-132 620 0 0,-34 63 0 0 0,36-93-65 0 0,22-35-473 0 0,0 0 1 0 0,0 0-1 0 0,0 0 0 0 0,0 0 0 0 0,0 0 0 0 0,0 0 0 0 0,-1 0 1 0 0,1 0-1 0 0,0 0 0 0 0,0 0 0 0 0,0 0 0 0 0,0 0 1 0 0,0 0-1 0 0,0 0 0 0 0,0 0 0 0 0,-1 0 0 0 0,1 0 0 0 0,0 0 1 0 0,0-1-1 0 0,0 1 0 0 0,0 0 0 0 0,0 0 0 0 0,0 0 0 0 0,0 0 1 0 0,0 0-1 0 0,0 0 0 0 0,0 0 0 0 0,0 0 0 0 0,-1-1 0 0 0,1 1 1 0 0,0 0-1 0 0,0 0 0 0 0,0 0 0 0 0,0 0 0 0 0,0 0 0 0 0,0 0 1 0 0,0-1-1 0 0,0 1 0 0 0,0 0 0 0 0,0 0 0 0 0,0 0 1 0 0,0 0-1 0 0,0 0 0 0 0,0 0 0 0 0,0-1 0 0 0,0 1 0 0 0,1 0 1 0 0,-1 0-1 0 0,0 0 0 0 0,0 0 0 0 0,0 0 0 0 0,0 0 0 0 0,0 0 1 0 0,0-1-1 0 0,4-21 3 0 0,60-232-1219 0 0,-45 173 754 0 0,67-253-1107 0 0,-37 195 1567 0 0,5 2 0 0 0,6 2 0 0 0,6 3 0 0 0,131-194 0 0 0,-151 261 114 0 0,3 2 0 0 0,110-109 0 0 0,-119 136-65 0 0,1 2 0 0 0,1 1 0 0 0,2 3 0 0 0,50-27 0 0 0,-76 48-44 0 0,0 0 0 0 0,1 1 0 0 0,29-8 0 0 0,-40 14-8 0 0,-1 1 1 0 0,0 0-1 0 0,1 0 1 0 0,-1 0-1 0 0,1 1 1 0 0,-1 0-1 0 0,12 1 1 0 0,-17-1 3 0 0,0 1-1 0 0,-1-1 1 0 0,1 0 0 0 0,0 1 0 0 0,0 0-1 0 0,-1-1 1 0 0,1 1 0 0 0,-1 0 0 0 0,1-1-1 0 0,0 1 1 0 0,-1 0 0 0 0,1 0 0 0 0,-1 1 0 0 0,0-1-1 0 0,1 0 1 0 0,-1 0 0 0 0,0 1 0 0 0,0-1-1 0 0,0 0 1 0 0,0 1 0 0 0,0-1 0 0 0,0 1-1 0 0,1 3 1 0 0,-1 0 18 0 0,0 0 0 0 0,0 1 0 0 0,-1-1 0 0 0,0 1 0 0 0,0-1 0 0 0,0 1 0 0 0,-1 0 0 0 0,0-1 0 0 0,0 0 0 0 0,-3 10 0 0 0,-11 32 311 0 0,-3-1 0 0 0,-1-1 0 0 0,-50 85 0 0 0,23-61-11 0 0,-2-2-1 0 0,-4-3 1 0 0,-2-2-1 0 0,-3-2 0 0 0,-79 65 1 0 0,0-16-514 0 0,-211 130 0 0 0,325-227 225 0 0,1 2 0 0 0,0 1 0 0 0,-19 18 0 0 0,38-30-24 0 0,-1-1-1 0 0,1 1 1 0 0,-1-1 0 0 0,1 1-1 0 0,0 0 1 0 0,0 0 0 0 0,1 0-1 0 0,-1 1 1 0 0,0-1 0 0 0,1 0 0 0 0,0 1-1 0 0,0-1 1 0 0,0 1 0 0 0,0-1-1 0 0,0 1 1 0 0,1-1 0 0 0,0 1-1 0 0,0-1 1 0 0,0 1 0 0 0,0 0 0 0 0,0-1-1 0 0,1 1 1 0 0,-1-1 0 0 0,2 4-1 0 0,1 2-6 0 0,1-1 0 0 0,0 0 1 0 0,1-1-1 0 0,-1 1 0 0 0,1-1 0 0 0,1 0 0 0 0,-1 0 0 0 0,1 0 0 0 0,10 7 0 0 0,3 4-8 0 0,2-2 1 0 0,0 0-1 0 0,1-1 0 0 0,1-1 0 0 0,32 14 0 0 0,3-3-389 0 0,2-3 0 0 0,0-3 0 0 0,1-2 0 0 0,1-3 0 0 0,107 11 0 0 0,78-18-10430 0 0,-245-7 10758 0 0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4:36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1057 7 480 0 0,'0'-6'9124'0'0,"-114"156"8885"0"0,-104 155-17289 0 0,41-29-1040 0 0,-30 34 400 0 0,8-35 160 0 0,57-61-160 0 0,161-230-3682 0 0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4:36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503 130 3201 0 0,'98'-130'10645'0'0,"-56"148"-4722"0"0,18 188-5043 0 0,22 173 481 0 0,-10 151 320 0 0,-30 31-401 0 0,-30-235-239 0 0,-2-99-1 0 0,-13-123-5522 0 0,-23-66-5442 0 0,-118-166-801 0 0</inkml:trace>
  <inkml:trace contextRef="#ctx0" brushRef="#br0" timeOffset="1">51 1293 8964 0 0,'-43'20'13686'0'0,"36"-22"-11044"0"0,21-4-3363 0 0,81-12 801 0 0,320-58-640 0 0,-124 44-9044 0 0,-139 24-3362 0 0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4:37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1039 1 11285 0 0,'-89'2'3922'0'0,"-108"17"0"0"0,148-11-3505 0 0,0 3-1 0 0,0 2 1 0 0,-79 32 0 0 0,90-29-171 0 0,2 1-1 0 0,1 2 1 0 0,0 2-1 0 0,1 1 0 0 0,-31 27 1 0 0,47-33 66 0 0,1 0 1 0 0,1 1-1 0 0,0 0 0 0 0,1 2 1 0 0,2 0-1 0 0,-1 0 1 0 0,2 1-1 0 0,1 1 0 0 0,1 0 1 0 0,-14 37-1 0 0,16-30-18 0 0,0 1-1 0 0,2 1 0 0 0,1-1 1 0 0,2 1-1 0 0,1 0 1 0 0,1 0-1 0 0,3 37 1 0 0,-1-55-289 0 0,1 1 0 0 0,0-1 1 0 0,1 1-1 0 0,0-1 0 0 0,1 0 1 0 0,0 0-1 0 0,1 0 0 0 0,0-1 1 0 0,1 0-1 0 0,0 0 0 0 0,1 0 1 0 0,0-1-1 0 0,1 1 0 0 0,0-2 1 0 0,0 1-1 0 0,1-1 0 0 0,0-1 1 0 0,1 0-1 0 0,0 0 0 0 0,0-1 1 0 0,1 0-1 0 0,14 7 0 0 0,-8-7-52 0 0,0-1 0 0 0,1 0-1 0 0,-1-1 1 0 0,1-1 0 0 0,0-1 0 0 0,1-1-1 0 0,-1 0 1 0 0,0-1 0 0 0,1-1-1 0 0,-1-1 1 0 0,0-1 0 0 0,1 0 0 0 0,-1-1-1 0 0,21-7 1 0 0,-11 1-75 0 0,1-1 0 0 0,-1-2 1 0 0,-1-1-1 0 0,-1-1 0 0 0,0-1 1 0 0,0-1-1 0 0,26-23 0 0 0,1-5-422 0 0,56-62 0 0 0,53-73-363 0 0,19-17 448 0 0,-160 175 444 0 0,1 2 0 0 0,37-27 0 0 0,-51 41 24 0 0,0 0 1 0 0,1 0-1 0 0,-1 1 0 0 0,1 0 1 0 0,0 1-1 0 0,0-1 1 0 0,0 2-1 0 0,13-3 1 0 0,-16 4 4 0 0,-1 1-1 0 0,1 0 1 0 0,0 0 0 0 0,0 1 0 0 0,-1-1 0 0 0,1 1 0 0 0,-1 0 0 0 0,1 1-1 0 0,0-1 1 0 0,-1 1 0 0 0,0 0 0 0 0,7 4 0 0 0,-4-1 13 0 0,-1 0 1 0 0,1 0-1 0 0,-1 0 1 0 0,-1 1-1 0 0,1 0 1 0 0,-1 1-1 0 0,10 13 1 0 0,-7-8 19 0 0,-1 0 0 0 0,-1 1 0 0 0,0 1 0 0 0,10 25 0 0 0,-8-10 75 0 0,-1 1-1 0 0,6 39 1 0 0,-7-8 164 0 0,-1 0-1 0 0,-4 0 1 0 0,-2 1-1 0 0,-10 72 0 0 0,-4-44 146 0 0,-3 0-1 0 0,-4-1 0 0 0,-58 151 0 0 0,19-97-90 0 0,-149 257 1 0 0,164-328-305 0 0,-4-1 1 0 0,-2-3 0 0 0,-61 63-1 0 0,83-102-17 0 0,-1-1 0 0 0,0-1-1 0 0,-2-1 1 0 0,-61 36 0 0 0,74-51-8 0 0,-1-1 1 0 0,0-1 0 0 0,0-1-1 0 0,-1-1 1 0 0,0 0 0 0 0,0-2-1 0 0,-1-1 1 0 0,1 0 0 0 0,-1-1-1 0 0,0-2 1 0 0,0 0-1 0 0,0-1 1 0 0,0-2 0 0 0,-30-4-1 0 0,30 1-30 0 0,0-1 0 0 0,0-1 0 0 0,1-1 0 0 0,0-1 0 0 0,0 0 0 0 0,1-2-1 0 0,1 0 1 0 0,-1-2 0 0 0,2 0 0 0 0,0-1 0 0 0,0 0 0 0 0,2-2-1 0 0,-23-25 1 0 0,20 17-34 0 0,0 0 0 0 0,2-2-1 0 0,1 0 1 0 0,1 0 0 0 0,-17-43-1 0 0,27 58 34 0 0,0-1-1 0 0,1-1 1 0 0,1 1-1 0 0,0 0 1 0 0,0-1-1 0 0,1 0 1 0 0,1 0 0 0 0,0 1-1 0 0,1-1 1 0 0,0 0-1 0 0,1 0 1 0 0,1 0-1 0 0,0 0 1 0 0,7-22-1 0 0,-2 17 8 0 0,0 0 0 0 0,1 0-1 0 0,1 1 1 0 0,1 0 0 0 0,1 1-1 0 0,0 0 1 0 0,1 1 0 0 0,0 0-1 0 0,2 0 1 0 0,-1 2 0 0 0,2 0-1 0 0,0 0 1 0 0,28-17 0 0 0,-19 16 17 0 0,1 1 0 0 0,0 2 1 0 0,1 0-1 0 0,47-11 0 0 0,-18 9 32 0 0,97-9 0 0 0,-34 15 24 0 0,199 15 0 0 0,64 35-73 0 0,-324-33 6 0 0,-2 2 0 0 0,1 2 0 0 0,-2 3 1 0 0,70 31-1 0 0,-94-34-455 0 0,-2 2 1 0 0,0 1-1 0 0,-1 1 0 0 0,0 1 1 0 0,-2 2-1 0 0,0 0 0 0 0,-1 2 1 0 0,22 27-1 0 0,-37-39-329 0 0,0 0 1 0 0,0 0-1 0 0,-1 1 0 0 0,-1 0 1 0 0,0 1-1 0 0,-1-1 0 0 0,0 1 1 0 0,0 1-1 0 0,-2-1 0 0 0,5 23 1 0 0,-7-11-1789 0 0,-2 0 0 0 0,0 1 0 0 0,-2-1 0 0 0,-1 0 0 0 0,-10 39 0 0 0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4:37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0 418 12886 0 0,'50'18'8564'0'0,"260"-24"-5843"0"0,591 4-1280 0 0,83 24-801 0 0,421 4 481 0 0,-108-34-241 0 0,-95-40-320 0 0,-328-16-240 0 0,221-36 0 0 0,-128 2 1 0 0,-154 16-161 0 0,-177 26-320 0 0,-395 36-80 0 0,-155 20-161 0 0,-96 18-319 0 0,-130 70-9285 0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4:48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367 0 800 0 0,'-49'422'2401'0'0,"-72"-159"3842"0"0,-36 129 640 0 0,117-282-6802 0 0,121-262-10326 0 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4:48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0 202 960 0 0,'107'-132'2161'0'0,"-3"62"3362"0"0,-9 96-1441 0 0,-81 158-2321 0 0,-75 168-1121 0 0,-15-79 160 0 0,-2 23 481 0 0,47-58-721 0 0,81-98-400 0 0,149-75-560 0 0,111-136-2401 0 0,-73-81-3282 0 0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4:49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586 21 6883 0 0,'-19'-15'9614'0'0,"18"14"-9406"0"0,-1 1 1 0 0,0-1-1 0 0,0 0 1 0 0,0 0-1 0 0,0 1 1 0 0,0-1-1 0 0,0 1 1 0 0,0 0-1 0 0,0 0 1 0 0,0-1-1 0 0,0 1 1 0 0,0 0-1 0 0,0 1 0 0 0,0-1 1 0 0,0 0-1 0 0,1 1 1 0 0,-5 0-1 0 0,-12 11-149 0 0,-27 31-611 0 0,-255 299-2210 0 0,281-320 2793 0 0,4-3-45 0 0,0-1-1 0 0,1 2 1 0 0,-16 28 0 0 0,27-35-73 0 0,9-8-280 0 0,-2-4 206 0 0,0-1-1 0 0,1 1 1 0 0,-1-1 0 0 0,0 0-1 0 0,0-1 1 0 0,1 1-1 0 0,-1-1 1 0 0,0 1 0 0 0,6-3-1 0 0,96-34-451 0 0,167-51-727 0 0,-199 67 703 0 0,128-17-1 0 0,-184 36 547 0 0,1 1-1 0 0,0 0 1 0 0,-1 1-1 0 0,1 1 1 0 0,0 1-1 0 0,23 6 1 0 0,-40-8 53 0 0,0 1 0 0 0,0-1 0 0 0,0 1 0 0 0,0 0 0 0 0,0 0 0 0 0,0 0 0 0 0,0 0 0 0 0,0 0 0 0 0,0 1 0 0 0,-1-1 0 0 0,1 0 0 0 0,0 1-1 0 0,-1-1 1 0 0,3 4 0 0 0,-4-4 11 0 0,1 0-1 0 0,0 1 0 0 0,-1-1 1 0 0,1 1-1 0 0,-1-1 0 0 0,0 1 1 0 0,0 0-1 0 0,1-1 1 0 0,-1 1-1 0 0,0-1 0 0 0,0 1 1 0 0,0-1-1 0 0,-1 1 0 0 0,1 0 1 0 0,0-1-1 0 0,-1 3 0 0 0,-3 5 30 0 0,1-1-1 0 0,-1 1 0 0 0,-1-1 1 0 0,1 0-1 0 0,-1-1 0 0 0,-1 1 1 0 0,1-1-1 0 0,-1 0 0 0 0,-9 8 1 0 0,-18 16 133 0 0,-1-2 0 0 0,-2-2 0 0 0,-1-1 0 0 0,-57 30 0 0 0,-183 79 1431 0 0,197-100-852 0 0,-143 71 3587 0 0,208-97-3746 0 0,15-9-552 0 0,0 0-1 0 0,0 0 0 0 0,0 1 0 0 0,0-1 0 0 0,0 0 0 0 0,0 0 1 0 0,0 0-1 0 0,0 0 0 0 0,0 0 0 0 0,0 0 0 0 0,0 0 0 0 0,0 0 1 0 0,0 1-1 0 0,0-1 0 0 0,0 0 0 0 0,0 0 0 0 0,0 0 0 0 0,0 0 0 0 0,0 0 1 0 0,0 0-1 0 0,0 0 0 0 0,0 0 0 0 0,1 1 0 0 0,-1-1 0 0 0,0 0 1 0 0,0 0-1 0 0,0 0 0 0 0,0 0 0 0 0,0 0 0 0 0,0 0 0 0 0,0 0 0 0 0,0 0 1 0 0,0 0-1 0 0,0 0 0 0 0,1 0 0 0 0,-1 0 0 0 0,0 0 0 0 0,0 0 1 0 0,0 0-1 0 0,0 0 0 0 0,0 0 0 0 0,0 0 0 0 0,0 0 0 0 0,0 0 1 0 0,1 0-1 0 0,-1 0 0 0 0,0 0 0 0 0,0 0 0 0 0,0 0 0 0 0,0 0 0 0 0,0 0 1 0 0,0 0-1 0 0,0 0 0 0 0,0 0 0 0 0,1 0 0 0 0,-1 0 0 0 0,0 0 1 0 0,50-4 183 0 0,-16-2-281 0 0,1-1 1 0 0,-1-3-1 0 0,0 0 0 0 0,-1-2 0 0 0,0-2 0 0 0,-1-1 0 0 0,-1-1 0 0 0,47-32 1 0 0,-30 12-729 0 0,-1-2 0 0 0,47-48 1 0 0,-81 74 561 0 0,0-1 0 0 0,-1-1 0 0 0,0 0 0 0 0,-2-1 0 0 0,1 0 0 0 0,-2 0 0 0 0,0-1 0 0 0,9-23 0 0 0,-15 29-46 0 0,0 0 0 0 0,-1 0 0 0 0,0 0 1 0 0,-1 0-1 0 0,0 0 0 0 0,0-1 1 0 0,-1 1-1 0 0,-1 0 0 0 0,1-1 1 0 0,-2 1-1 0 0,0 0 0 0 0,0 0 0 0 0,-6-17 1 0 0,3 15 118 0 0,0 0 1 0 0,0 0-1 0 0,-2 1 0 0 0,1-1 1 0 0,-2 2-1 0 0,1-1 0 0 0,-1 1 1 0 0,-1 0-1 0 0,-13-12 1 0 0,16 16 451 0 0,-1 0 0 0 0,0 0 1 0 0,-1 1-1 0 0,1 0 1 0 0,-1 0-1 0 0,0 1 0 0 0,0 0 1 0 0,0 0-1 0 0,-1 1 0 0 0,1 0 1 0 0,-1 1-1 0 0,-17-3 0 0 0,24 4-154 0 0,1 1 0 0 0,-1 0-1 0 0,0 0 1 0 0,0 0 0 0 0,0 0-1 0 0,0 1 1 0 0,0-1-1 0 0,0 0 1 0 0,1 1 0 0 0,-1-1-1 0 0,0 1 1 0 0,0 0-1 0 0,1 0 1 0 0,-1-1 0 0 0,0 1-1 0 0,1 0 1 0 0,-1 1-1 0 0,-1 0 1 0 0,1 1 24 0 0,0 0 1 0 0,0 0-1 0 0,0 0 1 0 0,0 0-1 0 0,1 0 0 0 0,-1 0 1 0 0,1 0-1 0 0,0 1 0 0 0,0-1 1 0 0,0 1-1 0 0,-1 6 0 0 0,-1 31 270 0 0,1 0 0 0 0,2 0-1 0 0,5 44 1 0 0,24 148 709 0 0,26 56 228 0 0,30 375-647 0 0,-84-659-706 0 0,28 308-2417 0 0,-28-285 504 0 0,-1-28 1874 0 0,0 0 0 0 0,0 1-1 0 0,0-1 1 0 0,0 1 0 0 0,0-1-1 0 0,-1 0 1 0 0,1 1 0 0 0,0-1-1 0 0,0 0 1 0 0,0 1 0 0 0,-1-1-1 0 0,1 0 1 0 0,0 1 0 0 0,0-1-1 0 0,-1 0 1 0 0,1 1 0 0 0,0-1-1 0 0,-1 0 1 0 0,1 0 0 0 0,0 1 0 0 0,-1-1-1 0 0,1 0 1 0 0,0 0 0 0 0,-1 0-1 0 0,1 0 1 0 0,-1 1 0 0 0,1-1-1 0 0,0 0 1 0 0,-1 0 0 0 0,1 0-1 0 0,-1 0 1 0 0,1 0 0 0 0,0 0-1 0 0,-1 0 1 0 0,1 0 0 0 0,-1 0-1 0 0,1 0 1 0 0,0 0 0 0 0,-1 0-1 0 0,0-1 1 0 0,-14-5-552 0 0,-1 0 0 0 0,0-1 0 0 0,1-1 0 0 0,-15-11 0 0 0,-312-165 550 0 0,336 181 113 0 0,-128-66 1704 0 0,107 54-322 0 0,1-1 0 0 0,-37-31-1 0 0,51 34 87 0 0,12 13-1489 0 0,0-1-1 0 0,0 1 1 0 0,0 0 0 0 0,0-1-1 0 0,0 1 1 0 0,0 0 0 0 0,0-1 0 0 0,1 1-1 0 0,-1-1 1 0 0,0 1 0 0 0,0 0 0 0 0,0-1-1 0 0,1 1 1 0 0,-1 0 0 0 0,0-1 0 0 0,0 1-1 0 0,1 0 1 0 0,-1 0 0 0 0,0-1 0 0 0,1 1-1 0 0,-1 0 1 0 0,0 0 0 0 0,1-1-1 0 0,-1 1 1 0 0,1 0 0 0 0,23-14 228 0 0,33-13 0 0 0,396-170-341 0 0,-400 174-79 0 0,210-94-3102 0 0,54-37-7123 0 0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4:50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0 258 1761 0 0,'154'-14'9444'0'0,"235"-22"-5362"0"0,-365 44-6003 0 0,-69-60-10004 0 0,-22-50 12085 0 0,11 58 3922 0 0,22 27-2242 0 0,8 27-1039 0 0,-35 363 960 0 0,61-137 1520 0 0,12-45-239 0 0,-5 35-2162 0 0,-7 72-1280 0 0,4-148-4082 0 0,4-110-7604 0 0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4:50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401 262 5442 0 0,'-94'50'10005'0'0,"-63"54"-10005"0"0,39 29 240 0 0,87-71 961 0 0,85-90-7924 0 0</inkml:trace>
  <inkml:trace contextRef="#ctx0" brushRef="#br0" timeOffset="1">612 0 3842 0 0,'24'8'7763'0'0,"16"50"-7443"0"0,50 20 4563 0 0,24 6-3523 0 0,21-10-1680 0 0,10-24-880 0 0,18-12-7925 0 0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4:51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1 5843 0 0,'-61'178'3281'0'0,"2"63"-2160"0"0,14-51 479 0 0,-1 32 962 0 0,46-120-1602 0 0,67-302-14806 0 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4:51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19 5843 0 0,'-4'-18'13446'0'0,"49"18"-14006"0"0,80 10 800 0 0,115 33 3441 0 0,-63 15-1840 0 0,-25 74-2401 0 0,-95 98 240 0 0,-57 54 160 0 0,-45 65-160 0 0,-62 95-1681 0 0,27-163-1601 0 0,80-229-8484 0 0</inkml:trace>
  <inkml:trace contextRef="#ctx0" brushRef="#br0" timeOffset="1">216 540 8484 0 0,'-38'2'8884'0'0,"76"6"-9444"0"0,5-6 1760 0 0,154 26 1922 0 0,-126-4-7284 0 0,-57 40-2641 0 0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4:51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112 812 7283 0 0,'-85'47'6083'0'0,"59"7"-3122"0"0,57-16-880 0 0,97 30-1920 0 0,87-90-322 0 0,39-102-1359 0 0,-124-7-9765 0 0</inkml:trace>
  <inkml:trace contextRef="#ctx0" brushRef="#br0" timeOffset="1">601 1 11525 0 0,'-24'85'3282'0'0,"14"101"-2642"0"0,1 64 1361 0 0,9-32-1361 0 0,12 121-800 0 0,-5-75 0 0 0,33-54-3361 0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4:52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334 1 5763 0 0,'-102'70'4402'0'0,"38"55"-3282"0"0,-19 119 481 0 0,27 0-481 0 0,27 6-319 0 0,36 69-161 0 0,71-101-5682 0 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4:52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252 296 7443 0 0,'-55'-80'4099'0'0,"48"72"-3472"0"0,-1-1-1 0 0,1 1 1 0 0,-2 0-1 0 0,1 1 0 0 0,-1 0 1 0 0,-12-7-1 0 0,18 12-337 0 0,0 0 0 0 0,0 0 1 0 0,0 1-1 0 0,0-1 0 0 0,0 1 0 0 0,-1 0 0 0 0,1 0 0 0 0,0 0 0 0 0,-1 0 0 0 0,1 1 0 0 0,-1-1 0 0 0,1 1 0 0 0,-7 0 0 0 0,7 1-216 0 0,1 0 0 0 0,-1 0 0 0 0,1 0 0 0 0,-1 0-1 0 0,1 1 1 0 0,0-1 0 0 0,0 1 0 0 0,-1-1 0 0 0,1 1-1 0 0,0 0 1 0 0,0 0 0 0 0,1 0 0 0 0,-1 0 0 0 0,0 1-1 0 0,1-1 1 0 0,-1 0 0 0 0,1 1 0 0 0,0-1 0 0 0,-1 0-1 0 0,0 6 1 0 0,-5 8-77 0 0,1 0 1 0 0,1 1-1 0 0,1-1 0 0 0,0 1 1 0 0,1 0-1 0 0,1 1 0 0 0,0 20 1 0 0,1-29 11 0 0,1 0 1 0 0,1 0 0 0 0,0 0 0 0 0,0 0 0 0 0,0 0-1 0 0,1 0 1 0 0,1-1 0 0 0,-1 1 0 0 0,2-1 0 0 0,-1 0-1 0 0,1 1 1 0 0,0-2 0 0 0,1 1 0 0 0,-1 0 0 0 0,2-1-1 0 0,6 9 1 0 0,-9-13-20 0 0,0-1 1 0 0,0 1-1 0 0,0 0 0 0 0,1-1 0 0 0,-1 0 0 0 0,1 0 1 0 0,-1 0-1 0 0,1 0 0 0 0,0-1 0 0 0,0 1 0 0 0,-1-1 0 0 0,1 0 1 0 0,0 0-1 0 0,0 0 0 0 0,0-1 0 0 0,0 1 0 0 0,7-1 1 0 0,-4-1-70 0 0,-1 0 1 0 0,1 0-1 0 0,-1-1 1 0 0,0 0 0 0 0,1 0-1 0 0,-1-1 1 0 0,0 0 0 0 0,-1 0-1 0 0,1 0 1 0 0,0-1-1 0 0,9-7 1 0 0,5-7-449 0 0,-2 0 1 0 0,1-1-1 0 0,-2-1 1 0 0,22-33-1 0 0,62-106-1895 0 0,-5 9 1708 0 0,-93 145 752 0 0,0 0 0 0 0,0 1 0 0 0,1 0-1 0 0,0-1 1 0 0,0 2 0 0 0,0-1 0 0 0,1 0 0 0 0,8-5 0 0 0,-13 9-20 0 0,1 0-1 0 0,0 0 1 0 0,-1-1 0 0 0,1 1 0 0 0,-1 0-1 0 0,1 0 1 0 0,0 0 0 0 0,0 0 0 0 0,-1 0-1 0 0,1 0 1 0 0,0 0 0 0 0,-1 0 0 0 0,1 0-1 0 0,0 0 1 0 0,-1 0 0 0 0,1 0 0 0 0,0 1-1 0 0,-1-1 1 0 0,1 0 0 0 0,0 0 0 0 0,-1 1-1 0 0,1-1 1 0 0,-1 0 0 0 0,2 1 0 0 0,-1 1 46 0 0,0-1 0 0 0,1 1 0 0 0,-1 0 0 0 0,0-1 0 0 0,0 1 0 0 0,0 0 0 0 0,-1 0 0 0 0,1-1 0 0 0,0 1 0 0 0,0 0 0 0 0,0 4 0 0 0,6 39 529 0 0,-3 1-1 0 0,-1 78 0 0 0,-3-121-590 0 0,-10 227 225 0 0,9-222-246 0 0,1 0 0 0 0,0 1 0 0 0,1-1 0 0 0,0 0 0 0 0,3 13 0 0 0,-4-20 5 0 0,0-1 1 0 0,1 1-1 0 0,-1 0 0 0 0,0 0 0 0 0,0-1 0 0 0,0 1 0 0 0,1 0 0 0 0,-1 0 0 0 0,0-1 0 0 0,1 1 0 0 0,-1 0 1 0 0,1-1-1 0 0,-1 1 0 0 0,1 0 0 0 0,-1-1 0 0 0,1 1 0 0 0,-1-1 0 0 0,1 1 0 0 0,0-1 0 0 0,-1 1 1 0 0,1-1-1 0 0,0 1 0 0 0,-1-1 0 0 0,1 0 0 0 0,0 1 0 0 0,0-1 0 0 0,-1 0 0 0 0,1 0 0 0 0,0 1 1 0 0,0-1-1 0 0,0 0 0 0 0,-1 0 0 0 0,1 0 0 0 0,0 0 0 0 0,0 0 0 0 0,0 0 0 0 0,-1 0 0 0 0,1 0 1 0 0,0 0-1 0 0,0-1 0 0 0,-1 1 0 0 0,2-1 0 0 0,4-2-200 0 0,0-1 0 0 0,-1-1 0 0 0,1 1 0 0 0,-1-1 0 0 0,0 0 1 0 0,-1 0-1 0 0,1 0 0 0 0,4-8 0 0 0,46-74-4174 0 0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4:52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73 4722 0 0,'86'-62'2001'0'0,"-44"52"400"0"0,-18 76 80 0 0,-36 98 961 0 0,-24 17-1761 0 0,25-67-721 0 0,25-102-1040 0 0,12-46-80 0 0,43-72-1601 0 0,4-51-880 0 0,48-11 2001 0 0,-33 110 800 0 0,-50 84-240 0 0,-69 120 2241 0 0,12-10-2241 0 0,40-79-1841 0 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4:53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502 1 480 0 0,'-12'5'2294'0'0,"-11"3"-195"0"0,1 1 1 0 0,-21 13 0 0 0,32-15-1551 0 0,1 0-1 0 0,0 0 1 0 0,1 1-1 0 0,0 0 1 0 0,0 1-1 0 0,-14 18 1 0 0,1 4 338 0 0,1 1 0 0 0,2 0 0 0 0,1 1 0 0 0,2 1 0 0 0,-16 48 0 0 0,29-72-496 0 0,0 0 0 0 0,1-1 0 0 0,0 1-1 0 0,1 0 1 0 0,0 1 0 0 0,1 12 0 0 0,0-19-366 0 0,1-1 1 0 0,-1 1-1 0 0,1-1 1 0 0,0 0-1 0 0,0 0 0 0 0,0 1 1 0 0,0-1-1 0 0,0 0 1 0 0,1 0-1 0 0,-1 0 0 0 0,1 0 1 0 0,0 0-1 0 0,0-1 1 0 0,0 1-1 0 0,0 0 0 0 0,1-1 1 0 0,-1 0-1 0 0,0 1 1 0 0,1-1-1 0 0,0 0 0 0 0,3 2 1 0 0,-2-2-48 0 0,-1-1 0 0 0,0 0 1 0 0,1 1-1 0 0,-1-1 0 0 0,1 0 0 0 0,-1-1 1 0 0,1 1-1 0 0,-1 0 0 0 0,1-1 0 0 0,-1 0 0 0 0,1 0 1 0 0,0 0-1 0 0,-1 0 0 0 0,1-1 0 0 0,-1 0 1 0 0,1 1-1 0 0,-1-1 0 0 0,7-3 0 0 0,4-2-37 0 0,0-1 0 0 0,0-1 0 0 0,-1 0 0 0 0,0-1 0 0 0,-1 0 0 0 0,19-18 0 0 0,25-31-351 0 0,59-76 1 0 0,-16 16-653 0 0,-90 108 943 0 0,1 0 1 0 0,0 0-1 0 0,1 0 1 0 0,0 2-1 0 0,0-1 1 0 0,0 1-1 0 0,1 1 0 0 0,15-7 1 0 0,-24 13 117 0 0,-1 0 0 0 0,0 0-1 0 0,1 1 1 0 0,-1-1 0 0 0,0 1 0 0 0,1 0 0 0 0,-1 0 0 0 0,0 0-1 0 0,1 0 1 0 0,-1 0 0 0 0,0 0 0 0 0,1 0 0 0 0,-1 1 0 0 0,0-1 0 0 0,1 1-1 0 0,-1 0 1 0 0,0 0 0 0 0,0 0 0 0 0,0 0 0 0 0,0 0 0 0 0,0 0 0 0 0,0 0-1 0 0,0 1 1 0 0,0-1 0 0 0,0 1 0 0 0,0 0 0 0 0,-1-1 0 0 0,1 1 0 0 0,-1 0-1 0 0,1 0 1 0 0,-1 0 0 0 0,0 0 0 0 0,0 0 0 0 0,2 4 0 0 0,4 7 35 0 0,-1 0 1 0 0,-1 1-1 0 0,0-1 1 0 0,-1 1-1 0 0,5 29 1 0 0,-5-16 141 0 0,-2-1 0 0 0,-2 51 1 0 0,-3-40 178 0 0,-2 0 0 0 0,-1 0 1 0 0,-2 0-1 0 0,-1-1 0 0 0,-15 36 1 0 0,5-25-235 0 0,-3-1 1 0 0,-1-1-1 0 0,-3-1 0 0 0,-2-1 1 0 0,-1-1-1 0 0,-2-1 0 0 0,-2-2 1 0 0,-1-2-1 0 0,-64 54 1 0 0,78-75-91 0 0,-1-1 1 0 0,-1 0 0 0 0,0-2-1 0 0,-36 16 1 0 0,40-22-62 0 0,1-2 0 0 0,-1 0-1 0 0,0 0 1 0 0,0-2 0 0 0,0 0 0 0 0,-37 0-1 0 0,10-4-357 0 0,-46-9 0 0 0,79 8 311 0 0,-27 0-307 0 0,38 2 359 0 0,1 0 0 0 0,0-1 0 0 0,-1 1 0 0 0,1 0 0 0 0,0 0 0 0 0,0 0 0 0 0,-1 0 0 0 0,1 0 0 0 0,0 0 0 0 0,0 0 0 0 0,-1 0 0 0 0,1 0-1 0 0,0 0 1 0 0,-1 0 0 0 0,1 0 0 0 0,0 0 0 0 0,0 0 0 0 0,-1 0 0 0 0,1 1 0 0 0,0-1 0 0 0,0 0 0 0 0,-1 0 0 0 0,1 0 0 0 0,0 0 0 0 0,0 0 0 0 0,-1 1-1 0 0,1-1 1 0 0,0 0 0 0 0,0 0 0 0 0,0 0 0 0 0,-1 1 0 0 0,1-1 0 0 0,0 0 0 0 0,0 0 0 0 0,0 1 0 0 0,0-1 0 0 0,-1 0 0 0 0,3 1-287 0 0,0 0 0 0 0,0 0 0 0 0,0 0 0 0 0,0-1 0 0 0,0 1 0 0 0,0-1 0 0 0,0 1 0 0 0,0-1 0 0 0,0 0 0 0 0,0 0 0 0 0,0 0 0 0 0,0 0-1 0 0,0 0 1 0 0,4-1 0 0 0,8-3-1985 0 0,0-1-1 0 0,-1 0 0 0 0,23-12 1 0 0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4:53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415 1 11525 0 0,'-132'34'9365'0'0,"-8"84"-7845"0"0,24 74 881 0 0,89-37-2321 0 0,56-17 0 0 0,28-52-80 0 0,28-54-480 0 0,15-78-6083 0 0,21-102-3121 0 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4:53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1 7684 0 0,'-17'102'9764'0'0,"-23"71"-8964"0"0,-53 129 881 0 0,39-108-400 0 0,-24 19-1041 0 0,40-93-160 0 0,80-174-961 0 0,110-183 561 0 0,-19 69-1681 0 0,-34 70-1920 0 0,1 72 4001 0 0,-12 64 640 0 0,-58 70-240 0 0,-72 76 1761 0 0,-13-19-2481 0 0,41-69-1841 0 0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4:54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212 118 560 0 0,'-95'104'3202'0'0,"-4"36"12565"0"0,82-69-12646 0 0,45-45-4241 0 0,55-54 1120 0 0,83-155-961 0 0,-47 41-4241 0 0,-27 46 4082 0 0,-30 86 1440 0 0,-41 136-480 0 0,-23 8 160 0 0,11-32-160 0 0,8-7-1841 0 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4:54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1 640 0 0,'-19'20'3922'0'0,"-23"130"6403"0"0,23-32-9525 0 0,14-57-1280 0 0,7-71 240 0 0,27-19 0 0 0,42-55 160 0 0,38-42-240 0 0,-33 64-1 0 0,-45 64 241 0 0,-5 26 320 0 0,-24 60 561 0 0,-26-8-561 0 0,8 2 80 0 0,13-37-240 0 0,6-27-1200 0 0,11-20-1762 0 0,0-53-7442 0 0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4:54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269 1 2001 0 0,'-24'20'4402'0'0,"-7"44"480"0"0,8 61-1040 0 0,30-67-7604 0 0</inkml:trace>
  <inkml:trace contextRef="#ctx0" brushRef="#br0" timeOffset="1">219 442 6563 0 0,'-47'176'10165'0'0,"2"14"-10966"0"0,2-37 641 0 0,-7 17 1441 0 0,17-30 159 0 0,45-52 81 0 0,30-106-2721 0 0,-1-110-15368 0 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4:55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0 6003 0 0,'-59'18'13846'0'0,"42"-26"-15046"0"0,38 14 399 0 0,79 54-12885 0 0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4:55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0 80 0 0,'-88'206'8244'0'0,"-56"32"1920"0"0,63-106-8563 0 0,143-140-1441 0 0,49-76 160 0 0,88-116-320 0 0,-61 86-2081 0 0,-34 92 641 0 0,-28 86 1680 0 0,-41 158 160 0 0,-27 21 0 0 0,-8-73-320 0 0,0 10-400 0 0,-10-34-3762 0 0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4:56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0 251 1361 0 0,'312'-38'9017'0'0,"127"13"-3574"0"0,167 29-4390 0 0,333 35-1173 0 0,-68 24 494 0 0,126 23 680 0 0,440 0 322 0 0,56-89-365 0 0,97-58 17 0 0,193-33-28 0 0,-152 6-213 0 0,150-2-53 0 0,-262 25-187 0 0,42 18 13 0 0,-174 29 80 0 0,-280 31 67 0 0,-277 28-13 0 0,-293 20-201 0 0,-484-53-519 0 0,0 3-1 0 0,57 19 0 0 0,-108-30-7 0 0,-1 1 0 0 0,0-1 0 0 0,0 0-1 0 0,1 1 1 0 0,-1-1 0 0 0,0 1-1 0 0,0-1 1 0 0,0 1 0 0 0,0-1 0 0 0,0 1-1 0 0,0 0 1 0 0,1-1 0 0 0,-2 1-1 0 0,1 0 1 0 0,0 0 0 0 0,0 0 0 0 0,1 1-1 0 0,-3-1-137 0 0,-1 0 0 0 0,0-1 0 0 0,1 1 0 0 0,-1-1 0 0 0,0 1 0 0 0,0-1-1 0 0,1 0 1 0 0,-1 0 0 0 0,0 0 0 0 0,0 0 0 0 0,1 0 0 0 0,-4 0 0 0 0,-147-13-10807 0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5:01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1585 1409 3762 0 0,'-333'-83'3441'0'0,"127"32"-1827"0"0,199 50-1598 0 0,0-1-1 0 0,-1 1 1 0 0,1 0-1 0 0,-1 0 1 0 0,1 1-1 0 0,-1 0 1 0 0,1 0-1 0 0,-1 1 0 0 0,1 0 1 0 0,-1 0-1 0 0,1 1 1 0 0,0 0-1 0 0,-10 4 1 0 0,7 0-52 0 0,1 0 1 0 0,0 1 0 0 0,0 0-1 0 0,1 0 1 0 0,0 1 0 0 0,-12 15 0 0 0,13-15 25 0 0,-142 175-120 0 0,87-104 127 0 0,-8 12-37 0 0,-85 146 0 0 0,80-100 43 0 0,6 3 1 0 0,6 3-1 0 0,-68 227 0 0 0,107-282 64 0 0,-21 139 0 0 0,40-187-63 0 0,2 0 1 0 0,2 0-1 0 0,1 0 1 0 0,2 0 0 0 0,2 0-1 0 0,2 0 1 0 0,20 70-1 0 0,-11-66-8 0 0,2 1 1 0 0,2-2-1 0 0,2 0 0 0 0,2-2 0 0 0,54 76 0 0 0,-40-70-3 0 0,2-2 1 0 0,2-1-1 0 0,72 59 0 0 0,265 168-126 0 0,-148-135 35 0 0,5-11 0 0 0,268 102 0 0 0,-391-186 92 0 0,172 40-1 0 0,-45-31 47 0 0,462 37 0 0 0,-312-72-40 0 0,466-42 0 0 0,-212-44-13 0 0,-67-21 39 0 0,64-44 81 0 0,-62-21-67 0 0,-351 84 67 0 0,321-153 0 0 0,-462 184-42 0 0,87-58 0 0 0,-127 69 3 0 0,-2-2 0 0 0,63-61-1 0 0,-83 70-26 0 0,-2-2 1 0 0,0 0-1 0 0,-2-1 1 0 0,0-1-1 0 0,-2-1 0 0 0,-2 0 1 0 0,0-2-1 0 0,-2 0 0 0 0,-1 0 1 0 0,16-65-1 0 0,-16 32 44 0 0,-4-1 0 0 0,-2 0 0 0 0,-3 0 0 0 0,-8-127 1 0 0,-8 49 67 0 0,-38-173 0 0 0,17 172-6 0 0,-94-259 0 0 0,70 266 4 0 0,-6 2 0 0 0,-99-156 0 0 0,109 210-44 0 0,-3 2 0 0 0,-4 2 0 0 0,-3 4-1 0 0,-101-92 1 0 0,19 40-17 0 0,-6 7-1 0 0,-4 6 1 0 0,-5 7-1 0 0,-5 8 1 0 0,-4 6-1 0 0,-265-100 1 0 0,267 133-154 0 0,-2 8 0 0 0,-3 8 0 0 0,-1 6 1 0 0,-2 9-1 0 0,-1 7 0 0 0,0 8 0 0 0,-1 7 0 0 0,1 8 0 0 0,-1 8 1 0 0,1 8-1 0 0,2 7 0 0 0,0 8 0 0 0,-196 65 0 0 0,184-34-1003 0 0,2 8 0 0 0,-274 151 0 0 0,73 12-1249 0 0,11 18-211 0 0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5:02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1 764 1761 0 0,'33'-27'3055'0'0,"16"-9"455"0"0,62-34 1 0 0,-42 33-1532 0 0,129-47-1 0 0,-92 49-1091 0 0,205-40 0 0 0,285-8-220 0 0,109 35-200 0 0,-113 28-67 0 0,47-4 200 0 0,85-4 67 0 0,874-21 664 0 0,-1071 35-807 0 0,898-42 836 0 0,-1099 38-1112 0 0,682-29 398 0 0,-361 35-326 0 0,-191 21-53 0 0,-110 26 26 0 0,-153 3-119 0 0,-124-19-508 0 0,-56-14-286 0 0,-13-5 575 0 0,1 1-1 0 0,-1-1 1 0 0,0 0 0 0 0,0 0-1 0 0,0 0 1 0 0,0 0 0 0 0,1 1-1 0 0,-1-1 1 0 0,0 0 0 0 0,0 0-1 0 0,0 0 1 0 0,0 1 0 0 0,0-1 0 0 0,0 0-1 0 0,0 0 1 0 0,0 1 0 0 0,0-1-1 0 0,0 0 1 0 0,1 0 0 0 0,-1 1-1 0 0,0-1 1 0 0,0 0 0 0 0,0 0-1 0 0,-1 1 1 0 0,1-1 0 0 0,0 0-1 0 0,0 0 1 0 0,0 1 0 0 0,0-1-1 0 0,0 0 1 0 0,0 0 0 0 0,0 0 0 0 0,0 1-1 0 0,-4 4-1264 0 0,0-1 0 0 0,0 1 0 0 0,0-1 0 0 0,-7 6 1 0 0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5:44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422 38 2241 0 0,'-251'250'14247'0'0,"80"47"-11926"0"0,306-217-1681 0 0,53-126 160 0 0,44-146-1280 0 0,-28-55 400 0 0,-69 69-80 0 0,-69 176-80 0 0,-66 226 800 0 0,7 47-160 0 0,3-91-160 0 0,11-66-1360 0 0,67-118-5923 0 0,30-226-4883 0 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5:45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32 128 640 0 0,'0'70'4322'0'0,"-8"156"8244"0"0,-11 51-10085 0 0,15-179-2321 0 0,35-126-400 0 0,142-225 80 0 0,9-15 80 0 0,-11 56-240 0 0,-43 174 0 0 0,-55 188 1040 0 0,-37 96-320 0 0,-22-47-400 0 0,22-69-720 0 0,68-144-12966 0 0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5:45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1207 1 5763 0 0,'-170'99'9844'0'0,"4"27"-5682"0"0,-7-14 80 0 0,83-42-4002 0 0,101-74 400 0 0,77 56-239 0 0,118 48-321 0 0,-4 14 80 0 0,-105 36-80 0 0,-118 15 400 0 0,-105 25 961 0 0,-118-20-1441 0 0,-33-170-80 0 0,47-96-321 0 0,59-90-4881 0 0,29-65-13847 0 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5:34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8 2081 0 0,'-16'-8'2721'0'0,"18"22"-640"0"0,107 356 6883 0 0,-61-137-1280 0 0,-29 53-6324 0 0,-8 22-1760 0 0,-4-65 560 0 0,12-77 160 0 0,0-84-159 0 0,0-76-4323 0 0,-12-58-12646 0 0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5:34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2 531 3041 0 0,'-2'-7'10905'0'0,"13"-1"-7407"0"0,3 1-3161 0 0,47-28 350 0 0,3 3 0 0 0,1 3 0 0 0,117-36 0 0 0,166-26 1808 0 0,161 0-1401 0 0,567-23-962 0 0,-353 74 336 0 0,-215 29-95 0 0,-93 29-306 0 0,-109 21-520 0 0,-240-26 279 0 0,87 29 1 0 0,-135-36 154 0 0,-1 0 0 0 0,1 2-1 0 0,-1 0 1 0 0,0 1 0 0 0,21 15 0 0 0,-31-18 28 0 0,0 0 0 0 0,0 0-1 0 0,-1 1 1 0 0,1 0 0 0 0,-2 0 0 0 0,1 1 0 0 0,-1 0 0 0 0,0 0-1 0 0,-1 0 1 0 0,0 0 0 0 0,0 1 0 0 0,4 13 0 0 0,-2 2-15 0 0,-1 0 0 0 0,0 1 1 0 0,-2-1-1 0 0,0 33 0 0 0,-9 111-59 0 0,-12 43 65 0 0,-10 63 67 0 0,-15 63 53 0 0,3-48 147 0 0,14-64-80 0 0,21-126-317 0 0,3-53-1752 0 0,-1 0 0 0 0,-17 79 0 0 0,9-88-2560 0 0,-18 42 0 0 0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5:35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78 144 3842 0 0,'-68'18'11365'0'0,"58"-10"-9044"0"0,39-6-2241 0 0,419 6-2321 0 0,-100-20 3522 0 0,19 2 2000 0 0,103 2-1280 0 0,30-10 160 0 0,-38-16-1681 0 0,24-2-880 0 0,-50 14 320 0 0,-57 10 400 0 0,-201 10-80 0 0,-74-14-160 0 0,-61 6 160 0 0,-43 16-800 0 0,-38-12-2961 0 0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5:36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0 16247 0 0,'-55'260'3202'0'0,"22"12"-3282"0"0,-5-95 960 0 0,12-17-79 0 0,17-36 959 0 0,30-74 161 0 0,52-26-2081 0 0,37-6 400 0 0,48-10-240 0 0,-34 4-160 0 0,-34-46-10565 0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5:37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0 5603 0 0,'-38'22'14726'0'0,"19"6"-11124"0"0,-45 256-6403 0 0,-5-30 5122 0 0,41-93-1761 0 0,18-47-640 0 0,41-64 320 0 0,59-28-160 0 0,38-24 0 0 0,-14-28-800 0 0,5-2-3042 0 0,-62-58-14566 0 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5:37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6 960 0 0,'-33'-6'2161'0'0,"19"8"-560"0"0,4 12 160 0 0,-33 234 5202 0 0,-21-86-5682 0 0,-14-13-1041 0 0,21-73-9604 0 0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5:37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2401 0 0,'19'-26'16888'0'0,"-4"30"-13447"0"0,-34-6-1120 0 0,21 2-1920 0 0,29 2-1042 0 0,9-6 241 0 0,-16 4 320 0 0,-12 4-240 0 0,-12 0-480 0 0,-10 2-3282 0 0,-11-4-1841 0 0,-12 2 0 0 0,-10 4-159 0 0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5:38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339 0 3121 0 0,'-26'62'9685'0'0,"-90"262"3681"0"0,40-67-14006 0 0,3-45-561 0 0,32-110-1440 0 0,34-276-18969 0 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5:38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2321 0 0,'14'6'5363'0'0,"-33"88"-1682"0"0,47 208-79 0 0,15-80-1121 0 0,21-146-560 0 0,14-110-801 0 0,22-180-719 0 0,-15-84-161 0 0,-21 154 0 0 0,-31 146 80 0 0,3 122 1681 0 0,35 170-881 0 0,-21-48-1280 0 0,-10 13 160 0 0,5-49-320 0 0,-21-218-20249 0 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5:39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59 1121 0 0,'-31'-28'10724'0'0,"29"4"-8643"0"0,7 18-1360 0 0,11 38 2160 0 0,29 191 961 0 0,-59 97-3362 0 0,-45 101 1601 0 0,-15 57-1361 0 0,29-115-640 0 0,43-173-480 0 0,16-130-6083 0 0,-71-86-10325 0 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5:39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7603 0 0,'0'4'4402'0'0,"-14"169"-800"0"0,54 127 2561 0 0,27-96-6243 0 0,63 19 160 0 0,-4-81 160 0 0,21-118-80 0 0,76-172 160 0 0,-10-103-160 0 0,-111 35-1920 0 0,-57 92-11767 0 0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9:43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12 4322 0 0,'-102'-12'4562'0'0,"46"18"-10084"0"0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9:47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10805 0 0,'121'164'5362'0'0,"-3"85"-4001"0"0,-63-21-1201 0 0,-3 22 400 0 0,-5-49-320 0 0,-2-81-2561 0 0,3-116-8724 0 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9:47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52 627 2161 0 0,'-15'-12'3361'0'0,"11"9"-2448"0"0,0 0 0 0 0,0 0 0 0 0,1 0 0 0 0,-1 0 0 0 0,1-1 0 0 0,-1 1 0 0 0,1-1 1 0 0,-4-7-1 0 0,7 10-880 0 0,0 1 0 0 0,0 0 0 0 0,0 0 0 0 0,0-1 0 0 0,0 1 0 0 0,-1 0 0 0 0,1 0 0 0 0,0-1 0 0 0,0 1 0 0 0,0 0 0 0 0,1 0 1 0 0,-1-1-1 0 0,0 1 0 0 0,0 0 0 0 0,0 0 0 0 0,0-1 0 0 0,0 1 0 0 0,0 0 0 0 0,0 0 0 0 0,0-1 0 0 0,0 1 0 0 0,1 0 0 0 0,-1 0 0 0 0,0 0 1 0 0,0-1-1 0 0,0 1 0 0 0,0 0 0 0 0,1 0 0 0 0,-1 0 0 0 0,0 0 0 0 0,0-1 0 0 0,0 1 0 0 0,1 0 0 0 0,-1 0 0 0 0,0 0 0 0 0,1 0 1 0 0,32-16 929 0 0,159-47 998 0 0,-110 44-1212 0 0,0 3 1 0 0,90-4-1 0 0,171 4-561 0 0,-99 8-196 0 0,197-39 8 0 0,110-62 245 0 0,8-3 217 0 0,428-1 1680 0 0,0 82-1670 0 0,-614 32-565 0 0,-70 1 66 0 0,-64 11-26 0 0,-71 8 26 0 0,-153-19 7 0 0,-1 1-1 0 0,1 0 1 0 0,-1 1-1 0 0,0 1 0 0 0,0 0 1 0 0,0 1-1 0 0,24 14 0 0 0,-33-16 4 0 0,0 0 0 0 0,0 1-1 0 0,0 0 1 0 0,-1 0 0 0 0,1 0-1 0 0,-1 0 1 0 0,0 0 0 0 0,-1 1-1 0 0,1 0 1 0 0,-1 0-1 0 0,-1 0 1 0 0,1 0 0 0 0,-1 0-1 0 0,0 0 1 0 0,0 1 0 0 0,0-1-1 0 0,-1 1 1 0 0,0-1 0 0 0,-1 1-1 0 0,1 0 1 0 0,-2 6-1 0 0,-1 23-15 0 0,-1-1-1 0 0,-2 0 0 0 0,-2 0 0 0 0,-1 0 0 0 0,-2-1 1 0 0,-14 34-1 0 0,-98 201-396 0 0,48-137-1425 0 0,-12-17-4058 0 0,86-114 5864 0 0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9:48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8 514 3362 0 0,'-2'0'1533'0'0,"-4"4"2282"0"0,6-3-3714 0 0,0-1 0 0 0,1 0 0 0 0,-1 0 0 0 0,0 1 0 0 0,0-1 0 0 0,1 0 0 0 0,-1 0 0 0 0,0 0 0 0 0,1 1 0 0 0,-1-1 0 0 0,0 0 0 0 0,0 0 0 0 0,1 0 0 0 0,-1 0 0 0 0,0 0 0 0 0,1 0 0 0 0,-1 1 0 0 0,0-1 0 0 0,1 0 0 0 0,-1 0 0 0 0,0 0 0 0 0,1 0 0 0 0,-1 0 0 0 0,0 0 0 0 0,1 0 0 0 0,-1 0 0 0 0,0-1 0 0 0,1 1 0 0 0,-1 0 0 0 0,0 0 1 0 0,1 0-1 0 0,-1 0 0 0 0,0 0 0 0 0,1-1 0 0 0,108-7 1139 0 0,165-16 748 0 0,72-3 26 0 0,92 3-1427 0 0,143-18-374 0 0,76-16 121 0 0,-50 5-41 0 0,-93 3 108 0 0,80-18 182 0 0,158-17 209 0 0,0 35-33 0 0,-430 45-346 0 0,-86 3 54 0 0,43-16 614 0 0,-227 13-2122 0 0,-83 10-4761 0 0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9:49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6883 0 0,'100'362'8404'0'0,"-43"-255"-8084"0"0,-12-153-10164 0 0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9:49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9 624 7123 0 0,'-8'-6'3433'0'0,"7"6"-3356"0"0,1-1-1 0 0,0 1 0 0 0,0 0 0 0 0,0-1 0 0 0,0 1 0 0 0,0 0 0 0 0,0 0 0 0 0,0-1 0 0 0,0 1 0 0 0,0 0 0 0 0,0-1 0 0 0,0 1 1 0 0,0 0-1 0 0,1-1 0 0 0,-1 1 0 0 0,0 0 0 0 0,0-1 0 0 0,0 1 0 0 0,0 0 0 0 0,0 0 0 0 0,1-1 0 0 0,-1 1 0 0 0,0 0 0 0 0,0 0 1 0 0,0-1-1 0 0,1 1 0 0 0,-1 0 0 0 0,0 0 0 0 0,0 0 0 0 0,1-1 0 0 0,-1 1 0 0 0,0 0 0 0 0,0 0 0 0 0,1 0 0 0 0,19-11 738 0 0,1 1 0 0 0,24-7 0 0 0,22-8 726 0 0,84-20 1 0 0,229-24 927 0 0,71 22-2001 0 0,112-7-187 0 0,84-19 187 0 0,-54-6 93 0 0,-248 29-100 0 0,149-19 67 0 0,-139 29-340 0 0,-120 22-107 0 0,-211 17-89 0 0,0 0 0 0 0,39 6 0 0 0,-62-5 6 0 0,1 0 0 0 0,-1 0-1 0 0,0 0 1 0 0,0 0 0 0 0,0 0 0 0 0,0 0-1 0 0,0 1 1 0 0,0-1 0 0 0,1 0-1 0 0,-1 1 1 0 0,0-1 0 0 0,0 1 0 0 0,0-1-1 0 0,0 1 1 0 0,0 0 0 0 0,-1 0 0 0 0,1-1-1 0 0,0 1 1 0 0,0 0 0 0 0,0 0 0 0 0,0 0-1 0 0,-1 0 1 0 0,1-1 0 0 0,-1 1 0 0 0,1 0-1 0 0,0 1 1 0 0,-1-1 0 0 0,0 0-1 0 0,1 0 1 0 0,-1 0 0 0 0,0 0 0 0 0,1 0-1 0 0,-1 0 1 0 0,0 0 0 0 0,0 0 0 0 0,0 1-1 0 0,0-1 1 0 0,0 0 0 0 0,0 0 0 0 0,0 0-1 0 0,0 0 1 0 0,-1 0 0 0 0,1 1 0 0 0,-1 1-1 0 0,-8 28 21 0 0,-20 48 0 0 0,26-71-11 0 0,-122 397 70 0 0,74-222-85 0 0,-66 191-123 0 0,73-240-283 0 0,7-25-2546 0 0,30-94-619 0 0,-1 0 1 0 0,-18 25 0 0 0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9:50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1 256 3362 0 0,'78'-8'9604'0'0,"237"-12"-4882"0"0,164 8-3361 0 0,185-12-961 0 0,115-6 961 0 0,-155-2 1280 0 0,-110 12-1841 0 0,22 2-560 0 0,9-2-160 0 0,-265 4 0 0 0,-112-9 80 0 0,-87 5-320 0 0,-60 14 80 0 0,-52 10-480 0 0,-35-12-9365 0 0,-1 8 321 0 0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9:50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4642 0 0,'38'12'9364'0'0,"-38"50"-7523"0"0,38 250-2241 0 0,10-142 2721 0 0,32-72-2801 0 0,41-57-3522 0 0,-26-78-7523 0 0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9:51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1 373 7924 0 0,'2'-5'315'0'0,"1"-1"1"0"0,-1 1 0 0 0,1 0 0 0 0,1-1 0 0 0,-1 1 0 0 0,1 1 0 0 0,0-1-1 0 0,0 0 1 0 0,0 1 0 0 0,0 0 0 0 0,1 0 0 0 0,0 0 0 0 0,7-4 0 0 0,3 0-69 0 0,0 1 1 0 0,1 1 0 0 0,26-7-1 0 0,-20 6 210 0 0,27-7 792 0 0,0 3 1 0 0,67-9-1 0 0,348 0 2243 0 0,-222 16-2648 0 0,239-21 823 0 0,642-78-753 0 0,-710 61-1028 0 0,-115 21 61 0 0,-262 20 89 0 0,0 2-1 0 0,37 5 1 0 0,-65-5-22 0 0,-6-1-12 0 0,1 1 1 0 0,-1-1 0 0 0,1 0 0 0 0,-1 1 0 0 0,1-1 0 0 0,-1 1 0 0 0,0 0 0 0 0,1 0-1 0 0,-1 0 1 0 0,3 1 0 0 0,-5-1-8 0 0,0 1 1 0 0,0-1-1 0 0,0 0 0 0 0,0 0 0 0 0,0 0 0 0 0,0 0 1 0 0,0 0-1 0 0,0 0 0 0 0,-1 0 0 0 0,1 1 0 0 0,0-1 1 0 0,-1 0-1 0 0,1 0 0 0 0,-1 0 0 0 0,1 0 0 0 0,-1 0 1 0 0,0 0-1 0 0,1-1 0 0 0,-2 2 0 0 0,-5 12-51 0 0,-48 96 29 0 0,-90 119-1 0 0,-46 79-144 0 0,126-173-101 0 0,-31 60-2455 0 0,20-81-1367 0 0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9:51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28 160 0 0,'149'-28'3202'0'0,"-80"50"6802"0"0,284 8-4962 0 0,66-2-4881 0 0,-25-30 559 0 0,-24-18 0 0 0,-65 14-400 0 0,-96 10-80 0 0,-100 14-560 0 0,-92 30-13126 0 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9:52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11765 0 0,'79'414'6403'0'0,"41"-298"-6803"0"0,11-106-1441 0 0,-62-116-11525 0 0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9:52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0 238 10725 0 0,'24'-15'3041'0'0,"130"-57"1842"0"0,199 12-1842 0 0,-14 34-960 0 0,159 4-1281 0 0,97 10-720 0 0,-107 10-240 0 0,-135-12-80 0 0,-76 4 240 0 0,-75 6 160 0 0,-98 16-320 0 0,-97 22-160 0 0,-26 66 240 0 0,-73 81 160 0 0,9-25-160 0 0,-9-12-240 0 0,16-24-160 0 0,-5-18-4723 0 0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9:52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257 248 2721 0 0,'-209'-38'11766'0'0,"162"28"-9765"0"0,163-30-721 0 0,251 0 1 0 0,36 16 560 0 0,133 9 1760 0 0,-109-5-3281 0 0,-100 6-480 0 0,-114 6 320 0 0,-104-8-240 0 0,-76 8-960 0 0,-21-6-9445 0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9:55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 13046 0 0,'-78'124'1921'0'0,"64"1"-1441"0"0,14 7 881 0 0,43-46-1681 0 0,106-68-6804 0 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9:55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0 12726 0 0,'-59'128'1921'0'0,"-26"44"-1361"0"0,47 24 400 0 0,-19-47-79 0 0,43-43-241 0 0,35-80-320 0 0,53-36-1360 0 0,23-64 800 0 0,19-39-1361 0 0,10 37 480 0 0,-55 86 1362 0 0,-45 44-81 0 0,-31 75 240 0 0,-7-7-80 0 0,41-66-560 0 0,35-52-4082 0 0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9:55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23 3442 0 0,'-5'2'4402'0'0,"1"18"-481"0"0,18 215 2802 0 0,45-161-7123 0 0,3-68-240 0 0,30-96 0 0 0,5-69-2002 0 0,-37 57 1762 0 0,-68 94-320 0 0,-8 40 3841 0 0,-10 65-2641 0 0,40-25-801 0 0,40-70-8883 0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9:56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25 560 0 0,'-42'102'9605'0'0,"-15"47"-5203"0"0,40-87-2081 0 0,36-66-1761 0 0,38-54-1040 0 0,88-105-2001 0 0,-29 69 2401 0 0,-55 76-1841 0 0,-70 62 1681 0 0,-22 63 1120 0 0,43-87-720 0 0,43-53-5602 0 0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9:56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36 240 0 0,'10'-36'9284'0'0,"-15"58"-4722"0"0,17 28-3121 0 0,23 132-881 0 0,-61 12 321 0 0,10-99-481 0 0,54-105-12646 0 0</inkml:trace>
  <inkml:trace contextRef="#ctx0" brushRef="#br0" timeOffset="1">425 90 7924 0 0,'-50'20'10324'0'0,"17"-6"-6802"0"0,-58 56-4563 0 0,-65 56 641 0 0,156-130 1041 0 0,31 10-801 0 0,59 42 640 0 0,62-10-1121 0 0,25-72-5761 0 0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9:56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0 6963 0 0,'-15'40'6003'0'0,"-20"116"-3282"0"0,21 60 3682 0 0,54-30-6963 0 0,22-41-2482 0 0,-22 23-11764 0 0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9:57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0 6483 0 0,'-31'328'12246'0'0,"142"-282"-14407"0"0,41-112-8244 0 0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9:57.7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 16007 0 0,'-62'213'4562'0'0,"29"47"-3841"0"0,26-126 879 0 0,54-84-559 0 0,27-122-4483 0 0,18-130 2562 0 0,-4 4-1761 0 0,-36 116 2641 0 0,-45 96 160 0 0,24 114 560 0 0,-19 64 401 0 0,-5-52 319 0 0,52-44-6562 0 0,-4-124-8164 0 0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9:58.0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0 3282 0 0,'-41'194'15367'0'0,"122"-158"-16728"0"0,-22-64 1041 0 0,19-66 320 0 0,-33 0 80 0 0,-35 88-160 0 0,9 126 240 0 0,26 70 320 0 0,9-90-160 0 0,8-64-1440 0 0,-15-56-5523 0 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9:58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32 8964 0 0,'0'-32'5443'0'0,"-12"46"-2642"0"0,-14 74 240 0 0,-24 170 1281 0 0,55-272-4882 0 0,19-18-2081 0 0,63-96-561 0 0,13-4 881 0 0,-27 78 721 0 0,-4 58 2080 0 0,-71 140 1841 0 0,-15 0-1761 0 0,20-42-480 0 0,16-76-3842 0 0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9:58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 13366 0 0,'-31'74'6323'0'0,"13"137"-9204"0"0,18-41 4321 0 0,30-78-1039 0 0,30-118-12407 0 0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9:59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1 5122 0 0,'-83'18'10965'0'0,"24"29"-6883"0"0,-98 139-3201 0 0,143-146-641 0 0,28 4 0 0 0,5-24-320 0 0,29 0-320 0 0,18-6-721 0 0,43-50-8563 0 0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9:59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1 12086 0 0,'-11'10'3921'0'0,"25"-10"-879"0"0,69 14-721 0 0,71 62-881 0 0,-173 40-1199 0 0,-83 49 639 0 0,-21-61-640 0 0,47-70-400 0 0,47-4 240 0 0,34-28-240 0 0,54 26-320 0 0,48-28 240 0 0,9 28-241 0 0,-38 12-8723 0 0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0:00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14 1441 0 0,'3'-14'7203'0'0,"-198"252"-1681"0"0,117-68-4961 0 0,73-70-481 0 0,46-32 240 0 0,65-50-1361 0 0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0:00.6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1 11605 0 0,'-76'114'2481'0'0,"27"59"-2641"0"0,39 53 1841 0 0,17-150-880 0 0,10-78-481 0 0,64-124-640 0 0,9-14-1 0 0,-5 76-559 0 0,-33 104-721 0 0,-47 80 2322 0 0,-15 0 1840 0 0,3-26-2401 0 0,31-60-480 0 0,28-58-4803 0 0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0:01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 1281 0 0,'-3'5'753'0'0,"0"1"1"0"0,1-1 0 0 0,-1 1-1 0 0,1 0 1 0 0,1 0 0 0 0,-1 0-1 0 0,-1 11 1 0 0,-5 25 2114 0 0,3 0 0 0 0,-1 50 0 0 0,6-63-2017 0 0,2-1 0 0 0,9 46 1 0 0,2 10-711 0 0,33-138 72 0 0,0-8-306 0 0,22-25 159 0 0,-67 86-65 0 0,-1 1-1 0 0,0 0 0 0 0,0 0 0 0 0,0 0 1 0 0,0 0-1 0 0,0 0 0 0 0,0 0 1 0 0,0 0-1 0 0,0 0 0 0 0,1 0 0 0 0,-1 0 1 0 0,0 0-1 0 0,0 0 0 0 0,0-1 1 0 0,0 1-1 0 0,0 0 0 0 0,0 0 0 0 0,1 0 1 0 0,-1 0-1 0 0,0 0 0 0 0,0 0 0 0 0,0 0 1 0 0,0 0-1 0 0,0 0 0 0 0,0 0 1 0 0,1 0-1 0 0,-1 1 0 0 0,0-1 0 0 0,0 0 1 0 0,0 0-1 0 0,0 0 0 0 0,0 0 1 0 0,0 0-1 0 0,1 0 0 0 0,-1 0 0 0 0,0 0 1 0 0,0 0-1 0 0,0 0 0 0 0,0 0 1 0 0,0 0-1 0 0,0 1 0 0 0,0-1 0 0 0,0 0 1 0 0,0 0-1 0 0,0 0 0 0 0,0 0 1 0 0,1 0-1 0 0,-1 0 0 0 0,0 0 0 0 0,0 1 1 0 0,0-1-1 0 0,0 0 0 0 0,4 13 291 0 0,2 21 364 0 0,-2 3-335 0 0,-4-37-322 0 0,0 0 1 0 0,0 1-1 0 0,0-1 0 0 0,0 0 1 0 0,0 0-1 0 0,0 0 0 0 0,0 0 1 0 0,0 0-1 0 0,0 1 0 0 0,0-1 1 0 0,0 0-1 0 0,0 0 0 0 0,0 0 1 0 0,0 0-1 0 0,0 0 0 0 0,0 1 1 0 0,0-1-1 0 0,1 0 0 0 0,-1 0 1 0 0,0 0-1 0 0,0 0 0 0 0,0 0 1 0 0,0 1-1 0 0,0-1 1 0 0,0 0-1 0 0,0 0 0 0 0,0 0 1 0 0,1 0-1 0 0,-1 0 0 0 0,0 0 1 0 0,0 0-1 0 0,0 0 0 0 0,0 0 1 0 0,0 0-1 0 0,1 0 0 0 0,-1 1 1 0 0,0-1-1 0 0,0 0 0 0 0,0 0 1 0 0,0 0-1 0 0,0 0 0 0 0,1 0 1 0 0,-1 0-1 0 0,0 0 0 0 0,0 0 1 0 0,0 0-1 0 0,0 0 0 0 0,0 0 1 0 0,1-1-1 0 0,-1 1 0 0 0,0 0 1 0 0,0 0-1 0 0,0 0 1 0 0,0 0-1 0 0,0 0 0 0 0,1 0 1 0 0,-1 0-1 0 0,0 0 0 0 0,0 0 1 0 0,0-1-1 0 0,19-2-124 0 0,-18 4-13 0 0,0-1 1 0 0,0 0-1 0 0,0 0 0 0 0,0 0 0 0 0,0 0 1 0 0,0 0-1 0 0,0 0 0 0 0,0-1 0 0 0,0 1 0 0 0,0 0 1 0 0,0 0-1 0 0,0-1 0 0 0,0 1 0 0 0,0-1 1 0 0,0 1-1 0 0,0-1 0 0 0,0 1 0 0 0,-1-1 1 0 0,1 1-1 0 0,0-1 0 0 0,0 0 0 0 0,0-1 1 0 0,0 0-588 0 0,0 0 1 0 0,0-1 0 0 0,-1 1-1 0 0,1-1 1 0 0,-1 0 0 0 0,0 1-1 0 0,1-1 1 0 0,-1 1 0 0 0,-1-4-1 0 0,-2-33-7477 0 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0:01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1681 0 0,'-26'32'4962'0'0,"38"197"4082"0"0,26-45-9444 0 0,-20-36 1841 0 0,13-112-1281 0 0,26-66-320 0 0,33-120-321 0 0,-21-36-3600 0 0,-19 74 3440 0 0,-38 110 1202 0 0,-17 62 2160 0 0,7 60-320 0 0,20-18-2481 0 0,-1-62-2161 0 0,24-88-12246 0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0:02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0 9925 0 0,'-5'30'5842'0'0,"-16"116"-4081"0"0,37 10-1441 0 0,6-134 160 0 0,-29-40-400 0 0,47-74-1520 0 0,15-38 1440 0 0,-1 56-240 0 0,-14 60-161 0 0,-18 68 321 0 0,-1 58 881 0 0,-14 0-481 0 0,-5-34-1361 0 0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0:02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 4162 0 0,'-19'26'5362'0'0,"-22"183"4083"0"0,44-63-8245 0 0,9-56-4481 0 0,7-114-11846 0 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0:02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0 1121 0 0,'0'8'1840'0'0,"-12"8"1922"0"0,-19 38 2321 0 0,-73 136 4562 0 0,94-166-9845 0 0,20 0-1120 0 0,35 24 720 0 0,57-20-80 0 0,26-20-160 0 0,-29-18-800 0 0,-37 6-240 0 0,-5 6-15448 0 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9:45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98 18649 0 0,'393'58'5282'0'0,"-139"-66"-5282"0"0,-17-22-320 0 0,-40-16 0 0 0,-79-10-401 0 0,-116 40-4801 0 0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9:45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3842 0 0,'102'0'11685'0'0,"209"26"-3601"0"0,-46-18-6964 0 0,24-30-2000 0 0,-4-2-81 0 0,-131 4-8003 0 0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9:45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1 880 0 0,'-43'0'5123'0'0,"50"6"-1442"0"0,401 144 12247 0 0,-119-25-16649 0 0,-66 107 81 0 0,-150 30 800 0 0,-148 7-480 0 0,-108-17 80 0 0,-18-76 0 0 0,20-104-1201 0 0,-32-150-12325 0 0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0:04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8724 0 0,'121'14'1201'0'0,"99"58"239"0"0,55 22-399 0 0,76 27-961 0 0,154-29 0 0 0,151-80 160 0 0,72-66 960 0 0,-211 14-559 0 0,-55 16-721 0 0,95 3-160 0 0,-180 9 79 0 0,-114 16-719 0 0,-149 25-4482 0 0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0:05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80 0 0,'24'22'1601'0'0,"-41"-26"-241"0"0,-2 12-2320 0 0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0:06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0 480 0 0,'0'66'2001'0'0,"-7"-16"-2241"0"0,0-4-1361 0 0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5:38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1 720 0 0,'29'12'5203'0'0,"-41"-18"-481"0"0,-33 373 6563 0 0,47-17-9284 0 0,29 65-1441 0 0,16 59-480 0 0,-9-238-1680 0 0,-49-111-1362 0 0,-51-115-5362 0 0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5:39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0 10805 0 0,'-22'62'5282'0'0,"65"222"-5682"0"0,59 7 5923 0 0,2-165-4963 0 0,74-78-960 0 0,59-164 480 0 0,-71-113-1121 0 0,-102 139-5041 0 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5:41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175 170 12086 0 0,'-136'285'5575'0'0,"128"-265"-5489"0"0,1 0 0 0 0,1 0 0 0 0,1 1-1 0 0,1 0 1 0 0,0 0 0 0 0,-1 32 0 0 0,5-45-66 0 0,0 1 1 0 0,1-1-1 0 0,-1 0 1 0 0,2 1 0 0 0,-1-1-1 0 0,1 0 1 0 0,0 1-1 0 0,4 8 1 0 0,-4-14-10 0 0,-1-1 0 0 0,0 0 0 0 0,1 0 0 0 0,-1 0 0 0 0,1 0 1 0 0,-1 0-1 0 0,1 0 0 0 0,0 0 0 0 0,0 0 0 0 0,0-1 0 0 0,0 1 0 0 0,0-1 0 0 0,0 1 0 0 0,1-1 0 0 0,-1 0 0 0 0,0 0 1 0 0,1 0-1 0 0,-1 0 0 0 0,0 0 0 0 0,1-1 0 0 0,0 1 0 0 0,-1-1 0 0 0,1 1 0 0 0,-1-1 0 0 0,1 0 0 0 0,-1 0 0 0 0,1 0 1 0 0,4-1-1 0 0,1-1-9 0 0,0 0 0 0 0,-1 0 0 0 0,0 0 0 0 0,1-1 0 0 0,-1 0 0 0 0,0-1 0 0 0,0 1 0 0 0,-1-1 0 0 0,1-1 0 0 0,-1 1 0 0 0,0-1 0 0 0,7-7 0 0 0,11-13-42 0 0,-1 0 0 0 0,-1-2 0 0 0,29-47 0 0 0,157-308-1291 0 0,-178 322 1101 0 0,14-22 324 0 0,-43 80 0 0 0,-2 5 11 0 0,-7 39 269 0 0,-15 148 427 0 0,-48 289 813 0 0,-52-30-1681 0 0,136-482-13 0 0,2-1-1 0 0,24-41 0 0 0,-10 23 30 0 0,274-457-1367 0 0,-94 203-3807 0 0,-165 249-671 0 0,62-60 0 0 0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5:42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94 3121 0 0,'-109'210'12166'0'0,"53"-30"-11766"0"0,82-104 240 0 0,102-68 321 0 0,64-132-641 0 0,2-98-1040 0 0,-59 46 720 0 0,-78 131 80 0 0,-48 118 80 0 0,18 133 480 0 0,41 14 641 0 0,34-84-321 0 0,45-92-14406 0 0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5:42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88 350 3201 0 0,'-24'32'5763'0'0,"29"-24"-480"0"0,64-40-2002 0 0,132-100-1600 0 0,-158 36-481 0 0,-55 15-1360 0 0,-62 33 80 0 0,-35 74 0 0 0,-33 217 560 0 0,97-1-79 0 0,81-108-161 0 0,77-56-3042 0 0,60-102-1119 0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5:42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50 220 1521 0 0,'57'-121'11845'0'0,"-43"153"-9604"0"0,-5 91-80 0 0,-51 85-2001 0 0,-20-70 160 0 0,36-94 161 0 0,57-96-161 0 0,54-128-240 0 0,8 10-801 0 0,9 51-2560 0 0,73-3-4563 0 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35:43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1 5763 0 0,'-28'48'1926'0'0,"2"2"0"0"0,2 1 0 0 0,2 1 1 0 0,-28 101-1 0 0,47-138-1493 0 0,1 0 0 0 0,-1 22 0 0 0,2-33-339 0 0,2 0 0 0 0,-1 0 1 0 0,0 0-1 0 0,1 0 0 0 0,-1 0 0 0 0,1 0 1 0 0,0 0-1 0 0,3 5 0 0 0,-4-8-77 0 0,1 1-1 0 0,-1-1 1 0 0,1 0-1 0 0,0 0 1 0 0,0 0-1 0 0,-1 0 1 0 0,1 0-1 0 0,0 0 1 0 0,0 0 0 0 0,0 0-1 0 0,0 0 1 0 0,0-1-1 0 0,0 1 1 0 0,1 0-1 0 0,-1-1 1 0 0,0 1-1 0 0,0 0 1 0 0,0-1-1 0 0,1 0 1 0 0,0 1-1 0 0,2 0-6 0 0,-1-1 0 0 0,0 0-1 0 0,1 0 1 0 0,-1-1 0 0 0,1 1-1 0 0,-1 0 1 0 0,0-1 0 0 0,0 0-1 0 0,1 0 1 0 0,3-2 0 0 0,8-3 23 0 0,1-2 1 0 0,-1 0-1 0 0,-1-1 0 0 0,0 0 1 0 0,0-1-1 0 0,0-1 0 0 0,12-12 1 0 0,10-18-122 0 0,60-84 0 0 0,7-7-670 0 0,-69 101 598 0 0,-33 30 158 0 0,0 0 0 0 0,0 0-1 0 0,1 1 1 0 0,-1-1 0 0 0,0 0-1 0 0,1 1 1 0 0,-1-1 0 0 0,1 0-1 0 0,-1 1 1 0 0,1 0 0 0 0,-1-1-1 0 0,1 1 1 0 0,-1 0 0 0 0,1 0-1 0 0,1 0 1 0 0,-2 0 3 0 0,0 0 1 0 0,0 1 0 0 0,0-1-1 0 0,0 0 1 0 0,-1 1 0 0 0,1-1-1 0 0,0 1 1 0 0,0-1 0 0 0,-1 1-1 0 0,1 0 1 0 0,-1-1 0 0 0,1 1-1 0 0,0 0 1 0 0,-1-1-1 0 0,1 1 1 0 0,-1 0 0 0 0,1 0-1 0 0,-1-1 1 0 0,0 1 0 0 0,1 0-1 0 0,-1 0 1 0 0,0 0 0 0 0,0 0-1 0 0,1 1 1 0 0,0 4 11 0 0,0 1-1 0 0,0 0 1 0 0,-1-1 0 0 0,0 1-1 0 0,0 7 1 0 0,-3 22 80 0 0,-1 0 1 0 0,-13 53-1 0 0,5-47 5 0 0,-1 0 1 0 0,-2-1-1 0 0,-2 0 1 0 0,-28 49-1 0 0,32-68 73 0 0,-1-1 0 0 0,0 0 0 0 0,-2 0 0 0 0,-1-2 0 0 0,0 0-1 0 0,-1-1 1 0 0,-1-1 0 0 0,-1 0 0 0 0,-32 20 0 0 0,18-18 87 0 0,0-2 0 0 0,-45 15 0 0 0,66-27-245 0 0,0-1 0 0 0,0 0 1 0 0,-1 0-1 0 0,-13 0 0 0 0,11-5-57 0 0,16 1 45 0 0,-1 0-1 0 0,1 0 1 0 0,0 0 0 0 0,0 0-1 0 0,0 0 1 0 0,0 0 0 0 0,0 0 0 0 0,0 0-1 0 0,0 0 1 0 0,-1 0 0 0 0,1 0 0 0 0,0 0-1 0 0,0 0 1 0 0,0 0 0 0 0,0 0 0 0 0,0 0-1 0 0,0 0 1 0 0,0 0 0 0 0,-1 0 0 0 0,1 0-1 0 0,0 0 1 0 0,0 0 0 0 0,0 0-1 0 0,0 0 1 0 0,0 0 0 0 0,0 0 0 0 0,0-1-1 0 0,0 1 1 0 0,0 0 0 0 0,-1 0 0 0 0,1 0-1 0 0,0 0 1 0 0,0 0 0 0 0,0 0 0 0 0,0 0-1 0 0,0 0 1 0 0,0-1 0 0 0,0 1 0 0 0,0 0-1 0 0,0 0 1 0 0,0 0 0 0 0,0 0 0 0 0,0 0-1 0 0,0 0 1 0 0,0 0 0 0 0,0-1-1 0 0,0 1 1 0 0,0 0 0 0 0,0 0 0 0 0,0 0-1 0 0,0 0 1 0 0,0 0 0 0 0,4-2-12 0 0,1 1-1 0 0,-1 1 1 0 0,0-1 0 0 0,0 1 0 0 0,1-1-1 0 0,-1 1 1 0 0,0 0 0 0 0,9 2 0 0 0,132 16-256 0 0,-64-5-597 0 0,-1 4 0 0 0,0 3 1 0 0,81 33-1 0 0,-1 23-5426 0 0,-157-75 6164 0 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0:19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1845 624 480 0 0,'-13'-5'295'0'0,"-1"1"1"0"0,-1 1-1 0 0,1 0 0 0 0,0 0 0 0 0,-1 2 1 0 0,1 0-1 0 0,-1 0 0 0 0,1 2 0 0 0,-1 0 1 0 0,0 0-1 0 0,1 1 0 0 0,0 1 0 0 0,0 0 1 0 0,-19 8-1 0 0,-5 4 365 0 0,0 2 0 0 0,-61 38 0 0 0,-43 38 233 0 0,115-75-725 0 0,20-14-53 0 0,9-8-40 0 0,0 0-31 0 0,-11 9-24 0 0,-131 97-30 0 0,-137 98 113 0 0,75-69 244 0 0,-9 17 191 0 0,170-114-424 0 0,3 1 0 0 0,-60 70 0 0 0,68-67-30 0 0,1 2-1 0 0,-43 81 0 0 0,52-79-47 0 0,1 1 1 0 0,2 0 0 0 0,2 1-1 0 0,2 1 1 0 0,-12 80-1 0 0,21-89-25 0 0,1 1-1 0 0,2-1 1 0 0,1 1-1 0 0,2-1 1 0 0,2 0-1 0 0,8 39 1 0 0,-5-45-11 0 0,2-1 1 0 0,1 0-1 0 0,1-1 1 0 0,1 0 0 0 0,1-1-1 0 0,2 0 1 0 0,32 45-1 0 0,-19-37 1 0 0,2-1 0 0 0,1-2 0 0 0,2-2 0 0 0,1 0 0 0 0,1-2 0 0 0,1-2 0 0 0,2-2 0 0 0,0-1 0 0 0,1-1 0 0 0,2-3 0 0 0,0-1 0 0 0,1-2 0 0 0,54 13 0 0 0,486 98-15 0 0,-468-109-127 0 0,0-5 0 0 0,122-2-1 0 0,230-25-551 0 0,-130 1 463 0 0,-198 11 259 0 0,240-8 221 0 0,-4-31-75 0 0,-220 9-252 0 0,0-7 0 0 0,172-69 0 0 0,273-158-133 0 0,-466 198 212 0 0,128-91 0 0 0,-177 100-8 0 0,-2-3 1 0 0,103-103-1 0 0,-150 128 12 0 0,-1-1-1 0 0,-2-2 1 0 0,-1-1 0 0 0,-3-1 0 0 0,-1-2-1 0 0,21-47 1 0 0,-35 61-2 0 0,0 0-1 0 0,-2-1 1 0 0,-2-1 0 0 0,0 0-1 0 0,-3 0 1 0 0,0-1-1 0 0,-2 1 1 0 0,-2-1 0 0 0,0 0-1 0 0,-5-46 1 0 0,-6 21 12 0 0,-1 0-1 0 0,-4 1 1 0 0,-1 0-1 0 0,-4 1 1 0 0,-25-56-1 0 0,28 79 72 0 0,-2-1 0 0 0,-1 2 0 0 0,-41-52 0 0 0,-84-78 262 0 0,139 157-339 0 0,-73-77 293 0 0,-5 3 0 0 0,-2 5-1 0 0,-4 3 1 0 0,-118-72 0 0 0,146 107-192 0 0,-2 2 0 0 0,-1 3 0 0 0,-1 3 0 0 0,-2 3 0 0 0,-1 3 0 0 0,0 2 0 0 0,-133-18-1 0 0,66 26 87 0 0,-1 5-1 0 0,0 7 0 0 0,0 6 1 0 0,1 5-1 0 0,0 7 0 0 0,-201 52 0 0 0,319-66-199 0 0,-189 56-53 0 0,169-47 48 0 0,0 2-1 0 0,0 2 1 0 0,-47 29-1 0 0,56-27-169 0 0,1 0-1 0 0,1 2 1 0 0,1 1-1 0 0,1 1 1 0 0,0 1 0 0 0,2 1-1 0 0,-23 33 1 0 0,-72 116-3544 0 0,53-75-893 0 0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0:21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2561 0 0,'0'-1'63'0'0,"0"1"0"0"0,1-1-1 0 0,-1 0 1 0 0,0 1 0 0 0,1-1 0 0 0,-1 1 0 0 0,0-1-1 0 0,1 1 1 0 0,-1-1 0 0 0,1 1 0 0 0,-1 0-1 0 0,1-1 1 0 0,-1 1 0 0 0,1-1 0 0 0,-1 1-1 0 0,1 0 1 0 0,-1 0 0 0 0,1-1 0 0 0,-1 1 0 0 0,1 0-1 0 0,0 0 1 0 0,-1-1 0 0 0,1 1 0 0 0,-1 0-1 0 0,1 0 1 0 0,0 0 0 0 0,-1 0 0 0 0,1 0-1 0 0,-1 0 1 0 0,1 0 0 0 0,0 0 0 0 0,-1 0 0 0 0,1 0-1 0 0,0 1 1 0 0,-1-1 0 0 0,1 0 0 0 0,0 1-1 0 0,42 9-739 0 0,185 71 519 0 0,-190-67 489 0 0,-6 0-202 0 0,-1 2 0 0 0,46 30 1 0 0,-2-1 96 0 0,-8-8 14 0 0,1-4 0 0 0,1-2 0 0 0,106 31 0 0 0,162 8 251 0 0,-190-44-355 0 0,-121-20-113 0 0,612 145 194 0 0,-259-38-279 0 0,31 11 137 0 0,13 14 132 0 0,274 94 1734 0 0,-294-109-1313 0 0,-121-39-389 0 0,299 81-281 0 0,-482-138 84 0 0,868 198 358 0 0,-712-183-285 0 0,4 2 197 0 0,751 164 2476 0 0,678 219-1961 0 0,-1130-271-360 0 0,324 94 560 0 0,-585-184-1050 0 0,-123-29 46 0 0,-88-21 120 0 0,102 7 0 0 0,89-8-130 0 0,15 0-58 0 0,-225-8 107 0 0,-21-1-2 0 0,1-2-1 0 0,49-3 0 0 0,71-6 154 0 0,-159 5-219 0 0,-1 0-1 0 0,1 1 1 0 0,-1 0-1 0 0,1 0 0 0 0,8 4 1 0 0,-10-3 17 0 0,1-1 0 0 0,-1 1 0 0 0,1-1 0 0 0,0-1 0 0 0,12 1 0 0 0,22-2 69 0 0,-27 1-31 0 0,-1-1 0 0 0,26-4 0 0 0,-28 5 236 0 0,-12 6-102 0 0,2-6-210 0 0,-1 0 1 0 0,0 0-1 0 0,0 0 0 0 0,0 0 1 0 0,0 0-1 0 0,0 0 0 0 0,0 0 1 0 0,0 0-1 0 0,0 0 0 0 0,0 0 0 0 0,0 0 1 0 0,0 0-1 0 0,0 0 0 0 0,0 0 1 0 0,0 0-1 0 0,0 0 0 0 0,1 0 1 0 0,-1 0-1 0 0,0 0 0 0 0,0 0 0 0 0,0 0 1 0 0,0 0-1 0 0,0 0 0 0 0,0 0 1 0 0,0 0-1 0 0,0 0 0 0 0,0 0 0 0 0,0 0 1 0 0,0 0-1 0 0,0 0 0 0 0,0 0 1 0 0,0 0-1 0 0,0 1 0 0 0,0-1 1 0 0,0 0-1 0 0,0 0 0 0 0,0 0 0 0 0,0 0 1 0 0,0 0-1 0 0,0 0 0 0 0,0 0 1 0 0,0 0-1 0 0,0 0 0 0 0,0 0 1 0 0,0 0-1 0 0,0 0 0 0 0,0 0 0 0 0,0 0 1 0 0,0 0-1 0 0,0 1 0 0 0,0-1 1 0 0,0 0-1 0 0,0 0 0 0 0,0 0 1 0 0,0 0-1 0 0,0 0 0 0 0,0 0 0 0 0,0 0 1 0 0,0 0-1 0 0,0 0 0 0 0,0 0 1 0 0,0 0-1 0 0,0 0 0 0 0,0 0 1 0 0,0 0-1 0 0,-1 0 0 0 0,2 0-259 0 0,0-1 1 0 0,0 0-1 0 0,0 1 1 0 0,0-1-1 0 0,0 0 0 0 0,0 0 1 0 0,0 0-1 0 0,-1 0 1 0 0,1 0-1 0 0,0 0 0 0 0,-1 0 1 0 0,1 0-1 0 0,-1 0 0 0 0,1 0 1 0 0,-1 0-1 0 0,1 0 1 0 0,0-3-1 0 0,4-21-6472 0 0,-5 10 3490 0 0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0:21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0 2321 0 0,'49'116'7844'0'0,"6"0"-3442"0"0,-12-36-4242 0 0,-13-20-881 0 0,-1-6 561 0 0,-6 2 320 0 0,-18 0 81 0 0,-19 9-241 0 0,-14 11-81 0 0,-17-12-479 0 0,-15-20 160 0 0,-13-16-560 0 0,-17-24-561 0 0,-31-20-3441 0 0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0:22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572 0 1921 0 0,'9'2'4015'0'0,"-24"4"-934"0"0,-21 4-1616 0 0,-112 36 172 0 0,123-36-1769 0 0,1 0 0 0 0,0 2 0 0 0,0 0 0 0 0,-36 27 0 0 0,38-20 149 0 0,-39 43 1 0 0,-6 4 307 0 0,43-47-263 0 0,18-15-58 0 0,0 0 1 0 0,0 0-1 0 0,1 1 1 0 0,-1-1-1 0 0,1 1 1 0 0,-7 10-1 0 0,11-14-20 0 0,1 0-1 0 0,-1 0 1 0 0,1 0 0 0 0,-1 1-1 0 0,1-1 1 0 0,-1 0 0 0 0,1 0-1 0 0,0 0 1 0 0,0 1 0 0 0,-1-1-1 0 0,1 0 1 0 0,0 0-1 0 0,0 1 1 0 0,0-1 0 0 0,0 0-1 0 0,1 0 1 0 0,-1 0 0 0 0,0 1-1 0 0,0-1 1 0 0,1 0 0 0 0,-1 0-1 0 0,1 0 1 0 0,-1 1 0 0 0,1-1-1 0 0,1 1 1 0 0,21 23-245 0 0,-18-21 280 0 0,34 29 181 0 0,1-1 0 0 0,83 48 0 0 0,120 72 125 0 0,-129-79-1949 0 0,2-2-3359 0 0,-37-24 460 0 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0:23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86 960 0 0,'161'-4'3442'0'0,"31"6"6403"0"0,-71-2-3843 0 0,-48 4-5842 0 0,-18-8-3281 0 0,-10-8-721 0 0,-19-16-640 0 0,-22-16-3842 0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0:23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410 0 640 0 0,'-28'18'2161'0'0,"4"28"2802"0"0,-7 70 1199 0 0,17 18-4321 0 0,21 2-2001 0 0,5-12 0 0 0,7-24 400 0 0,2 3 80 0 0,3 5 81 0 0,-3-4-161 0 0,-9-20-480 0 0,-2-28-2162 0 0,-20-26-2240 0 0,-25-38-2161 0 0</inkml:trace>
  <inkml:trace contextRef="#ctx0" brushRef="#br0" timeOffset="1">147 953 480 0 0,'-54'-40'4802'0'0,"18"14"-1360"0"0,12 12-1041 0 0,10 4-560 0 0,2 6-480 0 0,7 2-321 0 0,3 2-400 0 0,68-8-400 0 0,115-24-400 0 0,-18-8 400 0 0,-30 8-159 0 0,-10-1-1202 0 0,3-7-2161 0 0,-34 0-1920 0 0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0:24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389 0 9364 0 0,'-229'222'5496'0'0,"97"-105"-6630"0"0,106-94 819 0 0,25-22 10 0 0,2-3-165 0 0,11-12-1161 0 0,61-68-2716 0 0,-42 51 3959 0 0,65-48 1 0 0,-63 54 914 0 0,42-22 1 0 0,-61 39-105 0 0,1 1 0 0 0,0 1-1 0 0,1 0 1 0 0,-1 1 0 0 0,1 1 0 0 0,17-2 0 0 0,-6 2-122 0 0,0 2-1 0 0,0 0 1 0 0,0 2 0 0 0,0 2 0 0 0,-1 0-1 0 0,1 1 1 0 0,0 2 0 0 0,-1 1 0 0 0,0 1-1 0 0,36 15 1 0 0,-59-21-268 0 0,1 0 0 0 0,-1 1 1 0 0,0-1-1 0 0,0 1 0 0 0,1 0 0 0 0,-1 0 0 0 0,-1 1 1 0 0,1-1-1 0 0,0 1 0 0 0,0-1 0 0 0,-1 1 1 0 0,0 0-1 0 0,1 0 0 0 0,-1 0 0 0 0,2 4 0 0 0,-3-3-29 0 0,0 0 0 0 0,0 0-1 0 0,-1 0 1 0 0,1 0 0 0 0,-1 0 0 0 0,0 0-1 0 0,0 0 1 0 0,0 0 0 0 0,-1 0-1 0 0,1 0 1 0 0,-1 0 0 0 0,0 0 0 0 0,0 0-1 0 0,-3 5 1 0 0,0 2-163 0 0,0-1 0 0 0,-1 0 0 0 0,0 0 0 0 0,0 0 0 0 0,-1 0 0 0 0,-1-1 0 0 0,0 0 0 0 0,-14 15 0 0 0,8-12-85 0 0,-1-1 0 0 0,1-1 0 0 0,-2 0 0 0 0,0 0 0 0 0,-15 6 0 0 0,-214 93 212 0 0,118-55 771 0 0,126-54-704 0 0,0 0-1 0 0,-1 0 0 0 0,1 0 1 0 0,0 0-1 0 0,0 0 0 0 0,0 0 1 0 0,0 0-1 0 0,-1 0 0 0 0,1 0 1 0 0,0 0-1 0 0,0 0 0 0 0,0 0 1 0 0,0 0-1 0 0,0 0 1 0 0,0 1-1 0 0,-1-1 0 0 0,1 0 1 0 0,0 0-1 0 0,0 0 0 0 0,0 0 1 0 0,0 0-1 0 0,0 0 0 0 0,0 0 1 0 0,0 1-1 0 0,0-1 0 0 0,0 0 1 0 0,0 0-1 0 0,0 0 0 0 0,-1 0 1 0 0,1 0-1 0 0,0 1 0 0 0,0-1 1 0 0,0 0-1 0 0,0 0 0 0 0,0 0 1 0 0,0 0-1 0 0,0 1 0 0 0,0-1 1 0 0,0 0-1 0 0,0 0 0 0 0,1 0 1 0 0,-1 1-1 0 0,8 4 427 0 0,23 6-781 0 0,-19-7 396 0 0,102 24-110 0 0,-21-5 42 0 0,-71-13-59 0 0,-21-10 50 0 0,-1 1 1 0 0,1-1-1 0 0,-1 1 1 0 0,1-1-1 0 0,-1 1 1 0 0,1-1-1 0 0,-1 1 1 0 0,1-1-1 0 0,-1 1 1 0 0,0 0-1 0 0,1-1 1 0 0,-1 1-1 0 0,0 0 1 0 0,1-1-1 0 0,-1 1 1 0 0,0 0-1 0 0,0-1 0 0 0,0 2 1 0 0,0 1 4 0 0,-1-1 0 0 0,0 1 0 0 0,0-1 0 0 0,0 1 0 0 0,0-1 0 0 0,0 0 0 0 0,0 0 0 0 0,-1 0 0 0 0,1 1 0 0 0,-1-1 1 0 0,1 0-1 0 0,-1-1 0 0 0,0 1 0 0 0,-2 2 0 0 0,-13 11 92 0 0,0-1 0 0 0,-1-1 0 0 0,-36 21 0 0 0,10-7 173 0 0,11-10 38 0 0,33-17-304 0 0,0 0 0 0 0,0 0 0 0 0,0 0 0 0 0,0 0 0 0 0,0 1 1 0 0,0-1-1 0 0,0 0 0 0 0,0 0 0 0 0,0 0 0 0 0,0 0 0 0 0,0 0 0 0 0,0 0 0 0 0,0 0 0 0 0,0 1 0 0 0,0-1 0 0 0,0 0 0 0 0,0 0 0 0 0,0 0 0 0 0,0 0 0 0 0,0 0 0 0 0,0 0 1 0 0,0 0-1 0 0,0 1 0 0 0,0-1 0 0 0,0 0 0 0 0,0 0 0 0 0,0 0 0 0 0,1 0 0 0 0,-1 0 0 0 0,0 0 0 0 0,0 0 0 0 0,0 0 0 0 0,0 0 0 0 0,0 1 0 0 0,0-1 0 0 0,0 0 0 0 0,0 0 1 0 0,0 0-1 0 0,1 0 0 0 0,-1 0 0 0 0,0 0 0 0 0,0 0 0 0 0,0 0 0 0 0,0 0 0 0 0,0 0 0 0 0,0 0 0 0 0,0 0 0 0 0,1 0 0 0 0,-1 0 0 0 0,0 0 0 0 0,0 0 0 0 0,0 0 0 0 0,0 0 1 0 0,0 0-1 0 0,0 0 0 0 0,0 0 0 0 0,1 0 0 0 0,-1 0 0 0 0,0 0 0 0 0,0 0 0 0 0,17 4 50 0 0,22 0-190 0 0,-1-2 0 0 0,56-3 0 0 0,-18-1-492 0 0,-73 2 617 0 0,1 0 0 0 0,-1 0 0 0 0,1 0 1 0 0,-1 0-1 0 0,1 1 0 0 0,-1-1 0 0 0,0 1 0 0 0,7 2 1 0 0,-10-3 13 0 0,1 1 0 0 0,-1-1 0 0 0,0 0 0 0 0,1 1 0 0 0,-1-1 0 0 0,0 0 0 0 0,1 1 0 0 0,-1-1 0 0 0,0 0 0 0 0,1 1 0 0 0,-1-1 0 0 0,0 1 0 0 0,0-1 1 0 0,0 0-1 0 0,1 1 0 0 0,-1-1 0 0 0,0 1 0 0 0,0-1 0 0 0,0 1 0 0 0,0-1 0 0 0,0 1 0 0 0,0-1 0 0 0,0 1 0 0 0,0-1 0 0 0,0 1 0 0 0,0 1 4 0 0,-1 0-1 0 0,0 0 0 0 0,1 0 0 0 0,-1 0 1 0 0,0 0-1 0 0,0 0 0 0 0,0 0 0 0 0,0 0 1 0 0,-2 1-1 0 0,-15 21 4 0 0,-1-1-1 0 0,-2-1 1 0 0,0 0 0 0 0,-26 19 0 0 0,-105 72 382 0 0,97-74 1 0 0,-85 59 2302 0 0,140-98-2687 0 0,0 0-1 0 0,0 0 1 0 0,0 0-1 0 0,0 0 0 0 0,0 0 1 0 0,0 0-1 0 0,0 0 0 0 0,0 0 1 0 0,0 0-1 0 0,0 0 1 0 0,0 0-1 0 0,0 0 0 0 0,0 0 1 0 0,0 0-1 0 0,0 0 0 0 0,0 0 1 0 0,0 0-1 0 0,1 0 1 0 0,-1 0-1 0 0,0 0 0 0 0,0 0 1 0 0,0 1-1 0 0,0-1 0 0 0,0 0 1 0 0,0 0-1 0 0,0 0 1 0 0,0 0-1 0 0,0 0 0 0 0,0 0 1 0 0,0 0-1 0 0,0 0 0 0 0,0 0 1 0 0,0 0-1 0 0,0 0 1 0 0,0 0-1 0 0,0 0 0 0 0,0 0 1 0 0,0 0-1 0 0,0 0 0 0 0,0 1 1 0 0,0-1-1 0 0,0 0 1 0 0,0 0-1 0 0,0 0 0 0 0,-1 0 1 0 0,1 0-1 0 0,0 0 1 0 0,0 0-1 0 0,0 0 0 0 0,0 0 1 0 0,0 0-1 0 0,0 0 0 0 0,12-1 122 0 0,18-4-33 0 0,6-3-99 0 0,-1-2 1 0 0,-1-1 0 0 0,48-23-1 0 0,96-63-1023 0 0,-53 11-2214 0 0,-7-12-5590 0 0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0:25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72 190 400 0 0,'-71'10'1521'0'0,"142"-30"2721"0"0,81-20 1761 0 0,-48 4-3602 0 0,-38 12-1041 0 0,-6 8-1040 0 0,-37-10-5202 0 0,-16-12-5362 0 0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0:25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1 880 0 0,'-19'8'2241'0'0,"-19"62"2722"0"0,-5 85 1920 0 0,27-37-4242 0 0,23-42-2961 0 0,14-18-400 0 0,5-8 479 0 0,17-2 81 0 0,-17-4-1360 0 0,-47-6-7204 0 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0:25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80 320 0 0,'-19'4'2824'0'0,"0"0"-1"0"0,-21 11 1834 0 0,40-15-4570 0 0,31-8 914 0 0,218-64 2000 0 0,-234 67-3244 0 0,0 0 0 0 0,0 2-1 0 0,1-1 1 0 0,-1 2-1 0 0,1 0 1 0 0,0 1-1 0 0,17 1 1 0 0,-14 6-529 0 0,-19-6 762 0 0,0 0 0 0 0,0 0 0 0 0,1 1 0 0 0,-1-1 0 0 0,0 0 0 0 0,0 0 0 0 0,0 1 0 0 0,0-1 0 0 0,0 0-1 0 0,0 0 1 0 0,1 1 0 0 0,-1-1 0 0 0,0 0 0 0 0,0 0 0 0 0,0 1 0 0 0,0-1 0 0 0,0 0 0 0 0,0 1 0 0 0,0-1 0 0 0,0 0 0 0 0,0 0 0 0 0,0 1 0 0 0,0-1-1 0 0,0 0 1 0 0,-1 1 0 0 0,1-1 0 0 0,0 0 0 0 0,0 0 0 0 0,0 1 0 0 0,0-1 0 0 0,0 0 0 0 0,0 0 0 0 0,-1 0 0 0 0,1 1 0 0 0,-3 2-3 0 0,-1 1 0 0 0,1-1 1 0 0,-1 0-1 0 0,0 0 1 0 0,-6 3-1 0 0,3-2 12 0 0,-172 122 980 0 0,50-35 737 0 0,112-79-1631 0 0,-29 20 67 0 0,42-29-123 0 0,0 1 0 0 0,0-1-1 0 0,1 0 1 0 0,0 1 0 0 0,-1 0-1 0 0,1 0 1 0 0,-5 8 0 0 0,8-11-27 0 0,0-1 0 0 0,0 0 0 0 0,0 1 0 0 0,0-1 0 0 0,-1 0-1 0 0,1 1 1 0 0,0-1 0 0 0,0 0 0 0 0,0 1 0 0 0,0-1 0 0 0,0 1 0 0 0,0-1 0 0 0,0 0 0 0 0,0 1 0 0 0,0-1 0 0 0,0 0 0 0 0,0 1 0 0 0,0-1 0 0 0,0 0 0 0 0,0 1 0 0 0,0-1 0 0 0,1 0 0 0 0,-1 1 0 0 0,0-1 0 0 0,0 0 0 0 0,0 1 0 0 0,0-1 0 0 0,1 0 0 0 0,-1 1-1 0 0,0-1 1 0 0,0 0 0 0 0,1 0 0 0 0,-1 1 0 0 0,0-1 0 0 0,1 0 0 0 0,-1 0 0 0 0,0 1 0 0 0,1-1 0 0 0,19 3-88 0 0,22-8-358 0 0,48-19 99 0 0,-42 9 343 0 0,-49 20-78 0 0,-5 8 63 0 0,-1-1-1 0 0,-1 1 0 0 0,0-1 0 0 0,0 0 0 0 0,-13 12 1 0 0,-58 53 492 0 0,71-70-390 0 0,-41 48 408 0 0,49-55-498 0 0,-1 0 0 0 0,1 1 0 0 0,0-1 0 0 0,0 0 0 0 0,0 0 0 0 0,0 0 0 0 0,0 0 0 0 0,0 0 0 0 0,0 1-1 0 0,0-1 1 0 0,0 0 0 0 0,0 0 0 0 0,0 0 0 0 0,0 0 0 0 0,-1 1 0 0 0,1-1 0 0 0,0 0 0 0 0,0 0 0 0 0,0 0 0 0 0,0 0-1 0 0,1 1 1 0 0,-1-1 0 0 0,0 0 0 0 0,0 0 0 0 0,0 0 0 0 0,0 0 0 0 0,0 1 0 0 0,0-1 0 0 0,0 0 0 0 0,0 0 0 0 0,0 0-1 0 0,0 0 1 0 0,0 1 0 0 0,0-1 0 0 0,1 0 0 0 0,-1 0 0 0 0,0 0 0 0 0,0 0 0 0 0,0 0 0 0 0,0 0 0 0 0,0 0-1 0 0,0 1 1 0 0,1-1 0 0 0,-1 0 0 0 0,0 0 0 0 0,0 0 0 0 0,0 0 0 0 0,0 0 0 0 0,1 0 0 0 0,-1 0 0 0 0,0 0 0 0 0,0 0-1 0 0,0 0 1 0 0,0 0 0 0 0,1 0 0 0 0,-1 0 0 0 0,0 0 0 0 0,0 0 0 0 0,0 0 0 0 0,0 0 0 0 0,1 0 0 0 0,-1 0-1 0 0,0 0 1 0 0,0 0 0 0 0,1-1 0 0 0,18 2-125 0 0,6-6-24 0 0,-1 0 1 0 0,1-2 0 0 0,-2 0 0 0 0,1-2 0 0 0,30-15 0 0 0,25-9-1503 0 0,-55 24 1076 0 0,-10 5 72 0 0,-1 0 0 0 0,0-2 0 0 0,0 1 1 0 0,0-2-1 0 0,-1 0 0 0 0,23-16 0 0 0,-34 23 483 0 0,0-1 0 0 0,-1 0 1 0 0,1 1-1 0 0,0-1 0 0 0,0 0 1 0 0,0 1-1 0 0,-1-1 0 0 0,1 0 1 0 0,0 0-1 0 0,-1 1 0 0 0,1-1 1 0 0,-1 0-1 0 0,1 0 0 0 0,-1 0 0 0 0,0 0 1 0 0,1 0-1 0 0,-1 0 0 0 0,0 0 1 0 0,1 0-1 0 0,-1 0 0 0 0,0 0 1 0 0,0 0-1 0 0,0 0 0 0 0,0-2 1 0 0,-1 2 8 0 0,0 0 1 0 0,0 0-1 0 0,1-1 1 0 0,-1 1-1 0 0,0 0 1 0 0,-1 0 0 0 0,1 0-1 0 0,0 0 1 0 0,0 0-1 0 0,0 0 1 0 0,-3-1-1 0 0,-7-6 5 0 0,3 0 72 0 0,-1 0 193 0 0,8 9-233 0 0,0-1 0 0 0,0 0 0 0 0,1 0 0 0 0,-1 0 0 0 0,0 1 0 0 0,0-1 0 0 0,1 1 1 0 0,-1-1-1 0 0,0 0 0 0 0,0 1 0 0 0,1-1 0 0 0,-1 1 0 0 0,0 0 0 0 0,1-1 0 0 0,-1 1 0 0 0,1-1 0 0 0,-2 2 0 0 0,-5 6 168 0 0,1 0 1 0 0,0 0 0 0 0,0 1-1 0 0,0-1 1 0 0,1 1 0 0 0,0 1-1 0 0,1-1 1 0 0,0 1 0 0 0,1-1-1 0 0,0 1 1 0 0,0 0 0 0 0,1 0-1 0 0,0 0 1 0 0,1 1 0 0 0,0-1-1 0 0,1 0 1 0 0,0 0 0 0 0,0 1-1 0 0,1-1 1 0 0,1 0-1 0 0,0 0 1 0 0,4 16 0 0 0,0-8-199 0 0,-4-8-21 0 0,1 0 0 0 0,0-1 0 0 0,1 1 1 0 0,0-1-1 0 0,0 0 0 0 0,1 0 0 0 0,1 0 0 0 0,-1-1 1 0 0,11 13-1 0 0,12 0-261 0 0,-22-17 166 0 0,0-1 0 0 0,-1 1-1 0 0,0 0 1 0 0,0 0 0 0 0,0 0 0 0 0,0 1 0 0 0,-1 0 0 0 0,0 0 0 0 0,0 0 0 0 0,4 7 0 0 0,-8-12 88 0 0,0 0 0 0 0,0 0 0 0 0,0 1 1 0 0,0-1-1 0 0,0 0 0 0 0,0 0 1 0 0,0 1-1 0 0,0-1 0 0 0,0 0 1 0 0,0 0-1 0 0,0 1 0 0 0,0-1 0 0 0,0 0 1 0 0,0 0-1 0 0,0 1 0 0 0,0-1 1 0 0,0 0-1 0 0,0 0 0 0 0,-1 1 0 0 0,1-1 1 0 0,0 0-1 0 0,0 0 0 0 0,0 0 1 0 0,0 1-1 0 0,-1-1 0 0 0,1 0 1 0 0,0 0-1 0 0,0 0 0 0 0,0 1 0 0 0,-1-1 1 0 0,1 0-1 0 0,0 0 0 0 0,0 0 1 0 0,0 0-1 0 0,-1 0 0 0 0,1 0 1 0 0,0 0-1 0 0,0 0 0 0 0,-1 0 0 0 0,1 1 1 0 0,0-1-1 0 0,-1 0 0 0 0,1 0 1 0 0,0 0-1 0 0,0 0 0 0 0,-1 0 1 0 0,1-1-1 0 0,0 1 0 0 0,0 0 0 0 0,-1 0 1 0 0,1 0-1 0 0,0 0 0 0 0,0 0 1 0 0,-1 0-1 0 0,1 0 0 0 0,0 0 1 0 0,0-1-1 0 0,-1 1 0 0 0,-17-6-3013 0 0,-5-5 289 0 0,7-1 933 0 0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0:26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307 19 1040 0 0,'-43'-7'1473'0'0,"-1"1"0"0"0,0 2-1 0 0,0 3 1 0 0,-51 3 0 0 0,92-1-1337 0 0,0-1 54 0 0,-1 0-1 0 0,1 0 1 0 0,0 1-1 0 0,0-1 1 0 0,0 1-1 0 0,0 0 0 0 0,-5 2 1 0 0,8-3-157 0 0,-1 1-1 0 0,1-1 1 0 0,0 0-1 0 0,0 0 1 0 0,-1 0-1 0 0,1 0 1 0 0,0 1 0 0 0,0-1-1 0 0,0 0 1 0 0,0 0-1 0 0,-1 1 1 0 0,1-1 0 0 0,0 0-1 0 0,0 0 1 0 0,0 1-1 0 0,0-1 1 0 0,0 0 0 0 0,0 1-1 0 0,0-1 1 0 0,0 0-1 0 0,0 0 1 0 0,0 1-1 0 0,0-1 1 0 0,0 0 0 0 0,0 1-1 0 0,0-1 1 0 0,0 0-1 0 0,0 0 1 0 0,0 1 0 0 0,0-1-1 0 0,0 0 1 0 0,0 1-1 0 0,0-1 1 0 0,0 0 0 0 0,0 0-1 0 0,1 1 1 0 0,-1-1-1 0 0,0 0 1 0 0,2 3 183 0 0,0-1 1 0 0,0 0 0 0 0,1 0-1 0 0,-1 0 1 0 0,0 0-1 0 0,1-1 1 0 0,4 3-1 0 0,21 12 1495 0 0,1-2 0 0 0,59 19 0 0 0,-68-26-1322 0 0,0-2 0 0 0,1-1 0 0 0,0-1 0 0 0,-1 0 1 0 0,1-1-1 0 0,37-3 0 0 0,172-36-93 0 0,11 0-3420 0 0,-193 36-2945 0 0,-21 7-2508 0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0:28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15356 1425 1121 0 0,'1'-1'121'0'0,"-1"1"0"0"0,1-1 0 0 0,-1 1 1 0 0,0-1-1 0 0,1 1 0 0 0,-1-1 1 0 0,0 0-1 0 0,1 1 0 0 0,-1-1 1 0 0,0 1-1 0 0,0-1 0 0 0,1 0 1 0 0,-1 1-1 0 0,0-1 0 0 0,0 0 1 0 0,0 1-1 0 0,0-1 0 0 0,0 0 1 0 0,0 1-1 0 0,0-1 0 0 0,0-1 1 0 0,-13 4 4263 0 0,10-1-3874 0 0,-1 0 0 0 0,0 0 0 0 0,0 0 0 0 0,1-1 0 0 0,-1 0 0 0 0,-6 0 0 0 0,-121-8 295 0 0,-159 11-1 0 0,229-1-642 0 0,27-1-112 0 0,-29 1 37 0 0,-84 12 0 0 0,57-3-111 0 0,-146-3 0 0 0,124-7 69 0 0,-235 15 173 0 0,-174 35 736 0 0,-415 56 1806 0 0,270-75-573 0 0,555-34-1739 0 0,-401-4 294 0 0,170 14-508 0 0,152-1 452 0 0,0-9 0 0 0,-1-8 0 0 0,-222-41 0 0 0,294 29-754 0 0,-271-46-141 0 0,-6 28 363 0 0,208 33-129 0 0,-13 2-86 0 0,-206-34 1 0 0,279 17 56 0 0,-257-38 86 0 0,142 23-137 0 0,-75-9 134 0 0,263 38 27 0 0,0-3 0 0 0,-54-17-1 0 0,15 3 401 0 0,33 16-334 0 0,45 7-112 0 0,-30-6-1 0 0,-106-47 233 0 0,71 34-251 0 0,-138-44 90 0 0,137 37 77 0 0,-130-24 0 0 0,86 23-80 0 0,65 17-196 0 0,-1 3 0 0 0,-97-2 1 0 0,24 3-201 0 0,-83-16-1295 0 0,-278-13 1563 0 0,205 36 348 0 0,-149-14 142 0 0,254 4-144 0 0,-188-36 0 0 0,358 43-343 0 0,-355-82 339 0 0,125 24 55 0 0,175 46-396 0 0,-77-13-33 0 0,67 15-827 0 0,-87-28 0 0 0,-254-86 650 0 0,-10 27 1109 0 0,334 80-909 0 0,60 11 15 0 0,-1 3 0 0 0,-69-6 1 0 0,-121 23-1156 0 0,190-7 1271 0 0,0-2-1 0 0,0-1 0 0 0,0-2 1 0 0,0-2-1 0 0,-71-16 0 0 0,76 12-27 0 0,-78-23 304 0 0,86 24-266 0 0,1 2 0 0 0,-50-6 0 0 0,-5 0 41 0 0,44 5-86 0 0,-25-6-149 0 0,61 12 15 0 0,0 0-1 0 0,-1 0 1 0 0,1 0 0 0 0,0 0 0 0 0,0 0 0 0 0,0 0 0 0 0,-1 0-1 0 0,1 0 1 0 0,0 0 0 0 0,0 0 0 0 0,-1 0 0 0 0,1 0-1 0 0,0 0 1 0 0,0-1 0 0 0,0 1 0 0 0,-1 0 0 0 0,1 0-1 0 0,0 0 1 0 0,0 0 0 0 0,0 0 0 0 0,-1-1 0 0 0,1 1 0 0 0,0 0-1 0 0,0 0 1 0 0,0 0 0 0 0,0-1 0 0 0,0 1 0 0 0,-1 0-1 0 0,1 0 1 0 0,0 0 0 0 0,0-1 0 0 0,0 1 0 0 0,0 0-1 0 0,0 0 1 0 0,0-1 0 0 0,0 1 0 0 0,0 0 0 0 0,0 0-1 0 0,0-1 1 0 0,0 1 0 0 0,0 0 0 0 0,0 0 0 0 0,0 0 0 0 0,0-1-1 0 0,11-10-3824 0 0,5-4 603 0 0,43-54-9244 0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0:29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939 1 640 0 0,'-7'2'837'0'0,"-1"0"0"0"0,0-1 0 0 0,1 1 1 0 0,-1-2-1 0 0,0 1 0 0 0,-9-1 0 0 0,1 0 695 0 0,-32 4 0 0 0,-2 6-538 0 0,1 2 0 0 0,-1 1 0 0 0,2 3 0 0 0,0 3-1 0 0,-74 38 1 0 0,-188 109 674 0 0,252-140-1397 0 0,47-21 168 0 0,0-1 1 0 0,0 1-1 0 0,0 1 1 0 0,1 0-1 0 0,-13 9 1 0 0,28-15-389 0 0,-1 1 0 0 0,0 0 1 0 0,0 0-1 0 0,0 1 1 0 0,0-1-1 0 0,8 5 1 0 0,16 7-18 0 0,16 6 89 0 0,60 21 0 0 0,115 33 88 0 0,81 23 138 0 0,-246-83-576 0 0,0-2 1 0 0,1-3-1 0 0,92 2 0 0 0,-117-7-1503 0 0,-27-3 1047 0 0,1 1 1 0 0,0-1 0 0 0,-1 1 0 0 0,1-1 0 0 0,-1 0-1 0 0,1 0 1 0 0,-1-1 0 0 0,5 0 0 0 0,-7 0 5 0 0,0 1 0 0 0,0-1 0 0 0,1 0 0 0 0,-1 0 0 0 0,0 0 0 0 0,0 0 0 0 0,0 0 0 0 0,0 0 0 0 0,0 0 0 0 0,0 0 0 0 0,1-2 0 0 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0:30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1 1601 0 0,'-24'10'2481'0'0,"7"-2"-560"0"0,1-2-721 0 0,6 0-719 0 0,6 0-722 0 0,8 2-1279 0 0,10-2-721 0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0:31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1 560 0 0,'-17'8'80'0'0,"-4"0"-240"0"0,2 4-240 0 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0:31.3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188 171 160 0 0,'-10'0'1761'0'0,"-9"2"-481"0"0,-4 2-719 0 0,-6 0-561 0 0,-2 2-480 0 0,5 0-241 0 0,-2 0-239 0 0,9 0-161 0 0</inkml:trace>
  <inkml:trace contextRef="#ctx0" brushRef="#br0" timeOffset="1">159 73 1921 0 0,'-9'0'1921'0'0,"-3"-2"-80"0"0,0 0-321 0 0,3 2-399 0 0,2-2-721 0 0,2-4-720 0 0,0-2-641 0 0,-7-6-879 0 0,-75-24-3363 0 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0:31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0 800 0 0,'118'56'3282'0'0,"-103"-64"-481"0"0,-13-4-560 0 0,-9 0-640 0 0,-5 2-801 0 0,-5 6-1760 0 0,-28 76-7684 0 0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0:33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0 4882 0 0,'-14'188'3042'0'0,"7"-36"-2482"0"0,21-69-1120 0 0,12-57-321 0 0,38-56-2880 0 0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0:33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1 548 80 0 0,'245'-28'4816'0'0,"-112"9"-3582"0"0,152-15-708 0 0,133 31 138 0 0,-35 1-314 0 0,116-49-975 0 0,-5-40-150 0 0,327-90-1160 0 0,-810 178 1916 0 0,340-75-267 0 0,1 25 111 0 0,-324 51 210 0 0,0 0-1 0 0,45 4 0 0 0,-64-1-23 0 0,0 0-1 0 0,0 1 0 0 0,1 0 1 0 0,-1 1-1 0 0,0 0 0 0 0,-1 0 0 0 0,1 1 1 0 0,-1 0-1 0 0,1 0 0 0 0,-1 1 1 0 0,13 11-1 0 0,-15-12-36 0 0,0 0 0 0 0,0 1 0 0 0,-1 0 1 0 0,0 0-1 0 0,0 1 0 0 0,0-1 0 0 0,-1 1 1 0 0,1 0-1 0 0,-1 1 0 0 0,-1-1 0 0 0,1 1 0 0 0,-1-1 1 0 0,0 1-1 0 0,2 8 0 0 0,-3 4 1 0 0,0-1 1 0 0,-1 1-1 0 0,-2 31 1 0 0,0-6 29 0 0,-7 199-179 0 0,4-172 28 0 0,4 0-1 0 0,12 89 0 0 0,-9-125-1160 0 0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0:34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1361 0 0,'133'-8'1280'0'0,"75"6"-319"0"0,13 4-161 0 0,-24 4-80 0 0,11 0-79 0 0,29 0-81 0 0,19 4 80 0 0,5-2-80 0 0,-12-8 81 0 0,-24-8-81 0 0,-28-4-1360 0 0,-36 8-2482 0 0,-38 12-1280 0 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6:42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98 560 0 0,'0'8'1361'0'0,"31"-6"0"0"0,-45-4 159 0 0,7 2 1 0 0,-1 0-241 0 0,6 0-399 0 0,2-2-721 0 0,2-2-560 0 0,1 0-401 0 0,2-6-319 0 0,6-10-481 0 0,27-46-2241 0 0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6:39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4 240 0 0,'15'-4'1382'0'0,"-19"5"-549"0"0,-29 12 1141 0 0,63 12 3868 0 0,-23-18-5078 0 0,-1 1 0 0 0,0-1 0 0 0,-1 1 0 0 0,0 1-1 0 0,0-1 1 0 0,-1 1 0 0 0,6 15 0 0 0,-4-5-422 0 0,-1 0 0 0 0,-1 0 0 0 0,3 24 0 0 0,-3 17-791 0 0,-6 89 0 0 0,2-133 671 0 0,-26 329 269 0 0,10-164-221 0 0,14-146-276 0 0,-1-12-196 0 0,1 0 1 0 0,1 1-1 0 0,2-1 1 0 0,5 41-1 0 0,3-42-1503 0 0,-9-22 1550 0 0,0 1 1 0 0,1-1-1 0 0,-1 1 1 0 0,0-1-1 0 0,1 1 1 0 0,-1-1-1 0 0,1 1 1 0 0,-1-1-1 0 0,1 0 1 0 0,-1 1-1 0 0,1-1 1 0 0,-1 0-1 0 0,1 1 1 0 0,-1-1-1 0 0,1 0 1 0 0,-1 0-1 0 0,1 0 1 0 0,0 1-1 0 0,-1-1 1 0 0,1 0-1 0 0,0 0 1 0 0,0-1-92 0 0,1 1 0 0 0,-1-1 0 0 0,0 0 0 0 0,0 0 0 0 0,0 1 0 0 0,1-1 0 0 0,-1 0 0 0 0,0 0 0 0 0,0 0 0 0 0,0 0 0 0 0,-1-1 1 0 0,1 1-1 0 0,0 0 0 0 0,0 0 0 0 0,0 0 0 0 0,-1-1 0 0 0,1 1 0 0 0,-1 0 0 0 0,1-1 0 0 0,-1 1 0 0 0,0 0 0 0 0,1-1 0 0 0,-1 1 0 0 0,0-1 0 0 0,0-1 0 0 0,8-54-3875 0 0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6:40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48 583 1121 0 0,'-9'-19'6032'0'0,"-14"-4"-2343"0"0,15 17-3099 0 0,7 5-530 0 0,1 1-36 0 0,-1 0 0 0 0,1-1 1 0 0,-1 1-1 0 0,1-1 0 0 0,-1 1 0 0 0,1-1 0 0 0,0 1 0 0 0,-1 0 0 0 0,1-1 0 0 0,0 1 0 0 0,-1-1 0 0 0,1 0 1 0 0,0 1-1 0 0,0-1 0 0 0,-1 1 0 0 0,1-1 0 0 0,0 1 0 0 0,0-1 0 0 0,0 0 0 0 0,0 1 0 0 0,0-1 0 0 0,0 1 0 0 0,0-1 1 0 0,0 1-1 0 0,0-1 0 0 0,0 0 0 0 0,0 1 0 0 0,0-1 0 0 0,0 1 0 0 0,1-1 0 0 0,-1 0 0 0 0,0 1 0 0 0,0-1 0 0 0,1 1 1 0 0,-1-1-1 0 0,0 1 0 0 0,1-1 0 0 0,-1 1 0 0 0,0-1 0 0 0,1 1 0 0 0,-1 0 0 0 0,1-1 0 0 0,0 0 0 0 0,12-16 315 0 0,1 0 0 0 0,1 0 0 0 0,1 1 0 0 0,28-22 0 0 0,-25 24-125 0 0,1 1 0 0 0,0 1 0 0 0,1 0 0 0 0,0 2 0 0 0,1 1 0 0 0,0 0 0 0 0,0 2 0 0 0,26-6 0 0 0,30-2 312 0 0,84-5 0 0 0,-96 13-610 0 0,-47 5 109 0 0,790-83 577 0 0,-397 71-30 0 0,-202 10-277 0 0,-119-1-181 0 0,146-28-1 0 0,84-39-21 0 0,-243 53-77 0 0,-34 8-22 0 0,66-7 1 0 0,-96 17-2 0 0,0 0 1 0 0,0 1-1 0 0,0 1 1 0 0,0 0-1 0 0,0 1 1 0 0,0 1 0 0 0,0 0-1 0 0,23 8 1 0 0,-12-1 5 0 0,-13-6 6 0 0,0 0-1 0 0,-1 1 1 0 0,12 7 0 0 0,-21-11-10 0 0,-1 1 1 0 0,1 0-1 0 0,0-1 0 0 0,0 1 1 0 0,-1 0-1 0 0,1 0 0 0 0,-1 0 0 0 0,0 0 1 0 0,0 0-1 0 0,1 0 0 0 0,-1 0 1 0 0,0 0-1 0 0,-1 1 0 0 0,1-1 1 0 0,0 0-1 0 0,0 4 0 0 0,3 39 65 0 0,-4-35-48 0 0,-6 165-62 0 0,1 1 102 0 0,11-98-73 0 0,4-1 0 0 0,26 102 0 0 0,-30-147 46 0 0,-1-1 0 0 0,-1 1 0 0 0,-2-1 0 0 0,-1 1 0 0 0,-5 55 0 0 0,2-68-181 0 0,-1-1 1 0 0,-1 1-1 0 0,-1-1 0 0 0,0 0 1 0 0,-2 0-1 0 0,0 0 1 0 0,0-1-1 0 0,-2 0 1 0 0,0-1-1 0 0,-1 0 1 0 0,-13 15-1 0 0,19-25-523 0 0,-1 0 0 0 0,-1-1 0 0 0,1 0 0 0 0,-1 0 0 0 0,0-1 0 0 0,0 1 0 0 0,0-1 0 0 0,-1-1 0 0 0,-13 7-1 0 0,6-6-266 0 0,0 0-1 0 0,0 0 1 0 0,0-2-1 0 0,-17 2 1 0 0,-64 2-3709 0 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6:40.6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136 360 960 0 0,'-18'-4'4469'0'0,"-99"2"4042"0"0,124 4-8023 0 0,-5-1-410 0 0,1 0 0 0 0,-1 0 1 0 0,0-1-1 0 0,0 1 0 0 0,0-1 0 0 0,0 1 0 0 0,1-1 0 0 0,-1 1 0 0 0,0-1 0 0 0,4 0 0 0 0,113 3 1430 0 0,146-14 0 0 0,128-43 105 0 0,699-113-682 0 0,-363 87-328 0 0,-225 38-1377 0 0,-494 41 241 0 0,-15 1-530 0 0,-24-1-4011 0 0,-22-8-4210 0 0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6:41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42 400 0 0,'0'0'31'0'0,"0"0"0"0"0,-1 0 0 0 0,1 0 0 0 0,0 0 0 0 0,0 0-1 0 0,0 0 1 0 0,0 0 0 0 0,0 0 0 0 0,0 0 0 0 0,0 0 0 0 0,0 0 0 0 0,0 0-1 0 0,0 0 1 0 0,0 0 0 0 0,0 0 0 0 0,0 0 0 0 0,0 0 0 0 0,0 0 0 0 0,0 0-1 0 0,0 0 1 0 0,0 0 0 0 0,0 0 0 0 0,0 0 0 0 0,0 0 0 0 0,0 0 0 0 0,0 0 0 0 0,-1 0-1 0 0,1 0 1 0 0,0 0 0 0 0,0 0 0 0 0,0 0 0 0 0,0 0 0 0 0,0 0 0 0 0,0 0-1 0 0,0 0 1 0 0,0 0 0 0 0,0 0 0 0 0,0 0 0 0 0,0 0 0 0 0,0 0 0 0 0,0 0 0 0 0,0 0-1 0 0,0 0 1 0 0,0 0 0 0 0,0 0 0 0 0,0 0 0 0 0,0 0 0 0 0,-1 0 0 0 0,1 0-1 0 0,0 0 1 0 0,0 0 0 0 0,0 0 0 0 0,0 0 0 0 0,0 0 0 0 0,0 0 0 0 0,0 0 0 0 0,0 0-1 0 0,0 0 1 0 0,0 0 0 0 0,0-1 0 0 0,0 1 0 0 0,0 0 0 0 0,0 0 0 0 0,-4 6 1047 0 0,0-2 254 0 0,12-25 1005 0 0,-2-1 938 0 0,-5 14-1035 0 0,-6 15 396 0 0,-50 101-355 0 0,46-93-2188 0 0,-1 0 1 0 0,-1-1-1 0 0,0 0 0 0 0,-25 22 1 0 0,32-32-94 0 0,-20 16 160 0 0,2 2 0 0 0,-39 45 0 0 0,61-66-153 0 0,0-1-1 0 0,-1 1 1 0 0,1-1 0 0 0,0 1-1 0 0,0-1 1 0 0,0 1 0 0 0,0-1-1 0 0,0 1 1 0 0,0-1 0 0 0,0 1-1 0 0,1-1 1 0 0,-1 1 0 0 0,0-1 0 0 0,0 1-1 0 0,0-1 1 0 0,0 0 0 0 0,1 1-1 0 0,-1-1 1 0 0,0 1 0 0 0,0-1-1 0 0,1 1 1 0 0,-1-1 0 0 0,0 0-1 0 0,1 1 1 0 0,-1-1 0 0 0,0 0 0 0 0,1 1-1 0 0,-1-1 1 0 0,1 0 0 0 0,-1 1-1 0 0,0-1 1 0 0,1 0 0 0 0,0 0-1 0 0,21 14-18 0 0,-12-8 24 0 0,27 14-29 0 0,2-1 0 0 0,0-2 0 0 0,0-2 1 0 0,61 15-1 0 0,-52-16 34 0 0,-33-10-7 0 0,-5-1-3 0 0,0-1 0 0 0,-1 2 0 0 0,1-1 0 0 0,-1 1 0 0 0,0 1 0 0 0,0-1 1 0 0,15 12-1 0 0,-22-14-6 0 0,0 0 1 0 0,-1 0-1 0 0,1 0 1 0 0,-1 0-1 0 0,1 0 1 0 0,-1 0-1 0 0,0 1 1 0 0,0-1-1 0 0,0 0 1 0 0,0 1-1 0 0,0-1 1 0 0,0 1-1 0 0,-1-1 1 0 0,0 1-1 0 0,1-1 1 0 0,-1 1-1 0 0,0 0 1 0 0,0-1-1 0 0,0 1 1 0 0,0-1-1 0 0,-1 1 1 0 0,1-1-1 0 0,-1 1 1 0 0,1 0-1 0 0,-1-1 1 0 0,0 0-1 0 0,0 1 1 0 0,-3 3-1 0 0,-2 6 39 0 0,0-1-1 0 0,-1 1 0 0 0,-1-2 0 0 0,-10 13 1 0 0,11-14-7 0 0,-1-1 1 0 0,0 0-1 0 0,-1-1 0 0 0,0 1 1 0 0,0-2-1 0 0,-14 9 1 0 0,19-13-37 0 0,-1 1 0 0 0,1-1 0 0 0,-1 0 1 0 0,0 0-1 0 0,1 0 0 0 0,-1-1 0 0 0,0 0 0 0 0,0 0 1 0 0,0 0-1 0 0,-1-1 0 0 0,1 1 0 0 0,0-1 1 0 0,0 0-1 0 0,0-1 0 0 0,0 1 0 0 0,-6-2 0 0 0,10 2-15 0 0,0-1-1 0 0,0 1 0 0 0,0-1 0 0 0,0 1 0 0 0,0 0 0 0 0,0-1 0 0 0,0 0 0 0 0,0 1 0 0 0,0-1 0 0 0,0 0 0 0 0,0 1 0 0 0,1-1 0 0 0,-1 0 1 0 0,0 0-1 0 0,0 0 0 0 0,1 1 0 0 0,-1-1 0 0 0,0 0 0 0 0,1 0 0 0 0,-1 0 0 0 0,0-2 0 0 0,1 0-142 0 0,-1 0-1 0 0,1 0 1 0 0,0 0 0 0 0,0 0-1 0 0,0 0 1 0 0,0 0-1 0 0,1-5 1 0 0,2-8-1595 0 0,0 0-1 0 0,6-15 1 0 0,31-80-8342 0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6:41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63 80 0 0,'83'-50'880'0'0,"-62"38"4083"0"0,-30 24 3361 0 0,-1 4-4323 0 0,13 6-3680 0 0,-8 30-562 0 0,-19 15 401 0 0,5-1 481 0 0,10 2 79 0 0,13 10-160 0 0,4 6-560 0 0,-8 6-2961 0 0,-8 4-1441 0 0,-11 2-3121 0 0,-7-14 2640 0 0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6:43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39 7924 0 0,'-35'-17'3288'0'0,"27"13"-1704"0"0,0 0-1 0 0,0 0 0 0 0,0 1 0 0 0,-9-3 1 0 0,73 6-464 0 0,785 8 2709 0 0,-802-7-3926 0 0,472 18 2302 0 0,-2 37-1112 0 0,-379-26-1479 0 0,12 1 92 0 0,-87-28 512 0 0,-12-3-890 0 0,-43 1 579 0 0,0-1 0 0 0,1 0 1 0 0,-1 0-1 0 0,0 0 0 0 0,0 0 0 0 0,1 0 0 0 0,-1 0 0 0 0,0 0 0 0 0,1 0 0 0 0,-1 0 0 0 0,0 0 0 0 0,0 0 1 0 0,1 0-1 0 0,-1 0 0 0 0,0 0 0 0 0,0 0 0 0 0,1 0 0 0 0,-1 0 0 0 0,0-1 0 0 0,1 1 0 0 0,-1 0 0 0 0,0 0 0 0 0,0 0 1 0 0,0 0-1 0 0,1 0 0 0 0,-1-1 0 0 0,0 1 0 0 0,0 0 0 0 0,0 0 0 0 0,1 0 0 0 0,-1-1 0 0 0,0 1 0 0 0,0 0 1 0 0,0-1-1 0 0,-3-10-5031 0 0,-1 1 1667 0 0,-9-22-8615 0 0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6:44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47 4882 0 0,'-2'-4'1294'0'0,"0"-1"-1"0"0,0 1 1 0 0,0 0 0 0 0,-1 0-1 0 0,1 1 1 0 0,-1-1 0 0 0,-4-4-1 0 0,5 7-912 0 0,1 0-1 0 0,0 0 1 0 0,0 0-1 0 0,-1 0 1 0 0,1 0-1 0 0,-1 1 1 0 0,1-1 0 0 0,-1 0-1 0 0,1 1 1 0 0,-1-1-1 0 0,0 1 1 0 0,1 0-1 0 0,-1-1 1 0 0,1 1-1 0 0,-1 0 1 0 0,0 0-1 0 0,1 0 1 0 0,-1 0-1 0 0,0 0 1 0 0,1 0 0 0 0,-1 1-1 0 0,0-1 1 0 0,1 0-1 0 0,-2 2 1 0 0,-1 1 661 0 0,10 6-390 0 0,8 1-709 0 0,0-1 0 0 0,1 0 1 0 0,20 9-1 0 0,376 134-2121 0 0,-284-111 2408 0 0,-81-26-117 0 0,-2 3 0 0 0,0 1-1 0 0,-1 1 1 0 0,-1 3 0 0 0,-1 2-1 0 0,-1 1 1 0 0,-1 2 0 0 0,41 39-1 0 0,-68-55-91 0 0,0 0-1 0 0,0 1 1 0 0,-1 0-1 0 0,-1 1 1 0 0,12 20-1 0 0,-19-28-6 0 0,0 1 1 0 0,0 0-1 0 0,0 0 0 0 0,-1 0 0 0 0,0 0 0 0 0,0 0 0 0 0,-1 1 0 0 0,0-1 0 0 0,0 0 0 0 0,-1 1 0 0 0,0-1 0 0 0,0 1 0 0 0,-1-1 0 0 0,-2 13 0 0 0,-2-4 16 0 0,-1 1-1 0 0,0-1 1 0 0,-1 0 0 0 0,-1 0 0 0 0,0-1-1 0 0,-1 0 1 0 0,-1-1 0 0 0,0 0 0 0 0,-1 0 0 0 0,-23 21-1 0 0,8-11 13 0 0,0-2-1 0 0,-1-1 0 0 0,-1-1 0 0 0,-48 26 0 0 0,52-34-234 0 0,-1-1 0 0 0,0-1 0 0 0,0-1 0 0 0,-1-1 0 0 0,0-1 0 0 0,0-1 0 0 0,-1-2 0 0 0,1-1 1 0 0,-1 0-1 0 0,0-2 0 0 0,0-2 0 0 0,0 0 0 0 0,0-2 0 0 0,-36-7 0 0 0,48 6-397 0 0,0-1 1 0 0,0 0 0 0 0,0-1 0 0 0,1 0 0 0 0,-17-11 0 0 0,4-1-4351 0 0,-32-27 0 0 0,59 45 4868 0 0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6:45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52 7043 0 0,'-14'-52'7764'0'0,"61"354"-4963"0"0,-16 11-2561 0 0,-19-23-640 0 0,-7-34 240 0 0,-10-31 400 0 0,5-33 240 0 0,12-42 161 0 0,-3-46 239 0 0,1-40-560 0 0,-6-40-2081 0 0,4-28-1760 0 0,3-34-2562 0 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6:45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79 463 9684 0 0,'-27'-28'4081'0'0,"19"20"-3112"0"0,0-1-1 0 0,0 1 1 0 0,1-2 0 0 0,-10-13 0 0 0,17 22-999 0 0,-1-1 0 0 0,1 0 0 0 0,-1 1 0 0 0,1-1 0 0 0,0 1 1 0 0,-1-1-1 0 0,1 0 0 0 0,0 1 0 0 0,0-1 0 0 0,0 0 0 0 0,0 1 1 0 0,0-1-1 0 0,1 0 0 0 0,-1 1 0 0 0,0-1 0 0 0,1 0 1 0 0,-1 1-1 0 0,1-1 0 0 0,0 1 0 0 0,-1-1 0 0 0,1 1 0 0 0,0-1 1 0 0,1-1-1 0 0,3-3-95 0 0,0 0 1 0 0,0 0-1 0 0,10-8 1 0 0,0 2 360 0 0,0 0 1 0 0,1 2 0 0 0,0 0-1 0 0,0 1 1 0 0,1 0 0 0 0,1 2-1 0 0,-1 0 1 0 0,1 1 0 0 0,36-8 0 0 0,15 2 529 0 0,91-5 1 0 0,-137 15-826 0 0,998-36 1578 0 0,-366 21-356 0 0,791-76 211 0 0,-1446 93-1374 0 0,429-28 346 0 0,-331 26 112 0 0,1 5 0 0 0,121 18 0 0 0,-215-20-435 0 0,108 22 316 0 0,-102-20-328 0 0,1 1 0 0 0,0 1 0 0 0,-1 0 1 0 0,0 0-1 0 0,0 1 0 0 0,19 15 1 0 0,-24-16-29 0 0,-1 0 1 0 0,0 1 0 0 0,0 0 0 0 0,-1 0 0 0 0,1 0 0 0 0,-1 0 0 0 0,-1 1-1 0 0,1 0 1 0 0,-1 0 0 0 0,0 0 0 0 0,-1 0 0 0 0,0 0 0 0 0,0 0 0 0 0,0 1 0 0 0,-1-1-1 0 0,0 0 1 0 0,0 13 0 0 0,-1 11-68 0 0,-2 0-1 0 0,-8 55 0 0 0,8-77 83 0 0,-26 128-54 0 0,-70 203-1 0 0,22-92 143 0 0,-34 230-8 0 0,66-273-63 0 0,23-99-72 0 0,7-32-274 0 0,-39 118-1 0 0,36-147-1096 0 0,-3-1 1 0 0,-33 58-1 0 0,36-76-1136 0 0,0 0 1 0 0,-2-1-1 0 0,-1-1 0 0 0,-44 41 1 0 0,-74 37-6472 0 0,138-102 8999 0 0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6:46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390 206 800 0 0,'-26'-4'1028'0'0,"-260"-45"6135"0"0,226 32-5096 0 0,59 17-1955 0 0,-1-1 0 0 0,1 1 0 0 0,0-1 0 0 0,0 1 0 0 0,-1-1 0 0 0,1 0 0 0 0,0 0 0 0 0,0 1 0 0 0,0-1-1 0 0,0 0 1 0 0,0 0 0 0 0,0 0 0 0 0,-2-2 0 0 0,3 3-80 0 0,0-1 1 0 0,0 1-1 0 0,0 0 0 0 0,0-1 1 0 0,0 1-1 0 0,0 0 0 0 0,0-1 1 0 0,0 1-1 0 0,0-1 0 0 0,0 1 1 0 0,0 0-1 0 0,0-1 0 0 0,1 1 1 0 0,-1 0-1 0 0,0-1 0 0 0,0 1 1 0 0,0 0-1 0 0,0-1 0 0 0,1 1 1 0 0,-1 0-1 0 0,0-1 0 0 0,0 1 1 0 0,0 0-1 0 0,1 0 1 0 0,-1-1-1 0 0,0 1 0 0 0,1 0 1 0 0,-1 0-1 0 0,0 0 0 0 0,1-1 1 0 0,-1 1-1 0 0,1 0 0 0 0,4-3 230 0 0,0 1 0 0 0,0 0 1 0 0,1 0-1 0 0,-1 1 0 0 0,1 0 0 0 0,5-1 0 0 0,30-2 969 0 0,1 3 1 0 0,-1 1-1 0 0,78 10 0 0 0,-87-6-1007 0 0,686 37 670 0 0,267-55 440 0 0,-321 13 213 0 0,1447-49 2162 0 0,-1595 13-3883 0 0,-515 37 141 0 0,-1 0 0 0 0,1 0 0 0 0,-1 0 0 0 0,0 0 0 0 0,1 0-1 0 0,-1 0 1 0 0,1 0 0 0 0,-1 0 0 0 0,0 0 0 0 0,1 0 0 0 0,-1 0 0 0 0,1 0 0 0 0,-1 0-1 0 0,0 0 1 0 0,1 0 0 0 0,-1 0 0 0 0,1 0 0 0 0,-1 0 0 0 0,0-1 0 0 0,1 1 0 0 0,-1 0 0 0 0,0 0-1 0 0,1-1 1 0 0,-1 1 0 0 0,0 0 0 0 0,1 0 0 0 0,-1-1 0 0 0,0 1 0 0 0,0 0 0 0 0,1-1-1 0 0,-1 1 1 0 0,0 0 0 0 0,1-1 0 0 0,-23-12-5110 0 0,-43-18-7930 0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6:47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530 16 400 0 0,'6'-16'3207'0'0,"-15"33"-1176"0"0,7-12-532 0 0,3-9 742 0 0,0 4-2013 0 0,-1-1 1 0 0,1 1-1 0 0,-1-1 1 0 0,0 1-1 0 0,0-1 1 0 0,1 1-1 0 0,-1-1 1 0 0,0 1-1 0 0,0-1 1 0 0,0 1-1 0 0,1-1 1 0 0,-1 1-1 0 0,0-1 1 0 0,0 0 0 0 0,0 1-1 0 0,0-1 1 0 0,0 1-1 0 0,0-1 1 0 0,0 1-1 0 0,0-1 1 0 0,-1-1-1 0 0,-3 5 178 0 0,1-1 1 0 0,-1 0-1 0 0,1 1 0 0 0,-1 0 1 0 0,1-1-1 0 0,0 2 0 0 0,0-1 0 0 0,-3 4 1 0 0,-57 61 2413 0 0,-121 121 1296 0 0,158-169-4119 0 0,0-1-1 0 0,-53 27 0 0 0,15-8-572 0 0,60-36 538 0 0,0 0-1 0 0,0 0 1 0 0,0 1-1 0 0,1 0 1 0 0,-1 0-1 0 0,1 0 1 0 0,0 0 0 0 0,0 0-1 0 0,0 1 1 0 0,0-1-1 0 0,0 1 1 0 0,1 0-1 0 0,0-1 1 0 0,0 1-1 0 0,0 1 1 0 0,-3 6 0 0 0,5-10 24 0 0,1 0 1 0 0,-1 0 0 0 0,0 0 0 0 0,1 0-1 0 0,-1 0 1 0 0,1 0 0 0 0,-1 0 0 0 0,1 0-1 0 0,-1 0 1 0 0,1-1 0 0 0,-1 1 0 0 0,1 0 0 0 0,0 0-1 0 0,0-1 1 0 0,-1 1 0 0 0,1 0 0 0 0,0-1-1 0 0,1 2 1 0 0,3 2-42 0 0,11 13-4 0 0,0 1 1 0 0,-1 0-1 0 0,-1 1 0 0 0,-1 1 1 0 0,-1 0-1 0 0,-1 1 1 0 0,9 22-1 0 0,-9-14 41 0 0,-2 0-1 0 0,0 0 1 0 0,-2 1 0 0 0,6 60-1 0 0,1 90 244 0 0,-1 1-3478 0 0,-13-180 3063 0 0,0 0-1 0 0,0 0 0 0 0,0 0 1 0 0,0 0-1 0 0,0 0 1 0 0,0 0-1 0 0,0 0 0 0 0,0 0 1 0 0,0 0-1 0 0,1-1 0 0 0,-1 1 1 0 0,0 0-1 0 0,0 0 0 0 0,1 0 1 0 0,-1 0-1 0 0,1 0 0 0 0,-1-1 1 0 0,1 1-1 0 0,-1 0 1 0 0,1 0-1 0 0,-1-1 0 0 0,1 1 1 0 0,1 0-1 0 0,-1-2-566 0 0,1 1 1 0 0,0-2-1 0 0,-1 1 0 0 0,1 0 0 0 0,0 0 1 0 0,-1 0-1 0 0,0-1 0 0 0,1 1 1 0 0,-1-1-1 0 0,2-2 0 0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6:47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80 8324 0 0,'-5'-12'6883'0'0,"10"8"-5682"0"0,31-6-1922 0 0,28-14 2002 0 0,23 4 1680 0 0,13 10-1680 0 0,-12 20-1201 0 0,-22 28-240 0 0,-16 22 160 0 0,-15 24 80 0 0,-13 18 80 0 0,-30 18-160 0 0,-18-6-320 0 0,0-24-1 0 0,-2-16-79 0 0,-3-17-3201 0 0,-7-17-3363 0 0,-7-36-319 0 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6:48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75 111 640 0 0,'-3'-7'765'0'0,"0"-1"-1"0"0,-1 1 0 0 0,1 0 0 0 0,-2 1 1 0 0,-4-7-1 0 0,7 10-290 0 0,0 1 0 0 0,0 0 0 0 0,-1 0 1 0 0,1 0-1 0 0,0 0 0 0 0,-1 0 0 0 0,0 0 1 0 0,1 1-1 0 0,-1-1 0 0 0,0 1 0 0 0,0 0 0 0 0,0-1 1 0 0,-12 2 10784 0 0,29 1-11085 0 0,23-9-732 0 0,122-21-1325 0 0,-148 28 1877 0 0,0 0 1 0 0,0 0 0 0 0,0 1 0 0 0,0 1 0 0 0,22 3-1 0 0,-30-4 2 0 0,-1 1-1 0 0,0-1 0 0 0,1 1 0 0 0,-1 0 1 0 0,0 0-1 0 0,0 0 0 0 0,0 0 1 0 0,0 0-1 0 0,0 0 0 0 0,0 0 1 0 0,0 1-1 0 0,0-1 0 0 0,0 1 0 0 0,0-1 1 0 0,-1 1-1 0 0,1 0 0 0 0,0 0 1 0 0,-1 0-1 0 0,0 0 0 0 0,1 0 0 0 0,-1 0 1 0 0,0 0-1 0 0,0 0 0 0 0,0 0 1 0 0,-1 0-1 0 0,1 1 0 0 0,0-1 0 0 0,-1 0 1 0 0,1 1-1 0 0,-1-1 0 0 0,0 0 1 0 0,0 5-1 0 0,-1 4 6 0 0,-1-1 0 0 0,0 1 0 0 0,0-1 0 0 0,-1 1 0 0 0,-1-1-1 0 0,0 0 1 0 0,0 0 0 0 0,-1 0 0 0 0,-6 10 0 0 0,-2-1 34 0 0,0 0-1 0 0,-1-1 0 0 0,-21 21 1 0 0,21-25 51 0 0,0-1 1 0 0,-1 0 0 0 0,0-1-1 0 0,-1-1 1 0 0,0-1 0 0 0,-1 0 0 0 0,-30 12-1 0 0,31-17-21 0 0,16-5-47 0 0,0 0 0 0 0,0 0 0 0 0,0 0 0 0 0,0 0 0 0 0,0 0 0 0 0,-1 0 0 0 0,1 0 0 0 0,0 1 0 0 0,0-1 0 0 0,0 0 0 0 0,0 0 0 0 0,0 0 0 0 0,0 0 0 0 0,0 0 0 0 0,0 0 0 0 0,0 0 0 0 0,0 0 0 0 0,0 0 0 0 0,0 0 0 0 0,-1 0 0 0 0,1 0 0 0 0,0 0 0 0 0,0 0 0 0 0,0 0 0 0 0,0 0 0 0 0,0-1 0 0 0,0 1 0 0 0,0 0 0 0 0,0 0 0 0 0,0 0 0 0 0,0 0 0 0 0,0 0 0 0 0,0 0 0 0 0,-1 0 0 0 0,1 0 0 0 0,0 0 0 0 0,0 0 0 0 0,0 0 0 0 0,0 0 0 0 0,0 0 0 0 0,0 0 0 0 0,0 0 0 0 0,0 0 0 0 0,0-1 0 0 0,0 1 0 0 0,0 0 0 0 0,0 0 0 0 0,0 0 0 0 0,0 0 0 0 0,0 0 0 0 0,0 0 0 0 0,0 0 0 0 0,0 0 0 0 0,0 0 0 0 0,0 0 0 0 0,0 0 0 0 0,0-1 0 0 0,0 1 0 0 0,0 0 0 0 0,0 0 0 0 0,0 0 0 0 0,0 0 0 0 0,0 0-1 0 0,0 0 1 0 0,0 0 0 0 0,0 0 0 0 0,0 0 0 0 0,0 0 1 0 0,3-3 232 0 0,-1 1 1 0 0,1 0 0 0 0,0 0 0 0 0,-1 0 0 0 0,1 1 0 0 0,0-1 0 0 0,3-1 0 0 0,55-27-521 0 0,96-64 1 0 0,-118 66-2558 0 0,56-53-1 0 0,8-27-7577 0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6:48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11 1201 0 0,'-47'10'2081'0'0,"75"-30"160"0"0,-37 24 400 0 0,7 114 6483 0 0,9-4-4402 0 0,9-54-5362 0 0,3-36-4162 0 0,0-32-2002 0 0,-7-14-1039 0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6:48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15 960 0 0,'7'16'1462'0'0,"-7"-15"-1076"0"0,0 0 0 0 0,0-1 1 0 0,0 1-1 0 0,1 0 0 0 0,-1 0 1 0 0,0-1-1 0 0,0 1 0 0 0,1 0 1 0 0,-1-1-1 0 0,1 1 0 0 0,-1 0 1 0 0,0-1-1 0 0,1 1 1 0 0,-1-1-1 0 0,1 1 0 0 0,-1-1 1 0 0,1 1-1 0 0,0-1 0 0 0,-1 1 1 0 0,1-1-1 0 0,0 1 0 0 0,-1-1 1 0 0,2 1-1 0 0,1-1 240 0 0,1 0 0 0 0,0 0 0 0 0,0-1 0 0 0,-1 1 0 0 0,1-1 0 0 0,0 0 0 0 0,-1 0 0 0 0,7-2 0 0 0,30-9 904 0 0,-1 3-1 0 0,78-9 1 0 0,-82 21-1424 0 0,-33-2-139 0 0,-1-1 0 0 0,0 0 1 0 0,0 1-1 0 0,0-1 1 0 0,0 1-1 0 0,0-1 0 0 0,0 1 1 0 0,0-1-1 0 0,0 1 1 0 0,0 0-1 0 0,0-1 1 0 0,0 1-1 0 0,0 0 0 0 0,-1 0 1 0 0,1 0-1 0 0,1 1 1 0 0,-2 0-64 0 0,1 0 0 0 0,-1 1 1 0 0,0-1-1 0 0,1 1 0 0 0,-1-1 1 0 0,0 1-1 0 0,-1-1 0 0 0,1 0 1 0 0,0 1-1 0 0,-1-1 0 0 0,1 0 1 0 0,-1 1-1 0 0,0-1 0 0 0,0 0 1 0 0,1 1-1 0 0,-2-1 1 0 0,1 0-1 0 0,0 0 0 0 0,-2 2 1 0 0,-5 10-143 0 0,-1 0 0 0 0,0-1 1 0 0,-1 0-1 0 0,-1-1 0 0 0,0 0 1 0 0,-1-1-1 0 0,0 0 0 0 0,0 0 1 0 0,-26 15-1 0 0,-15 5 310 0 0,-71 31-1 0 0,75-39-305 0 0,-43 27 594 0 0,123-42 520 0 0,1-5-709 0 0,-1-1-1 0 0,1-1 0 0 0,-1-2 0 0 0,61-9 1 0 0,121-36 146 0 0,-171 35-218 0 0,-23 9-136 0 0,-19 2 34 0 0,1 0-1 0 0,-1 0 1 0 0,0 0-1 0 0,0 0 1 0 0,0 1-1 0 0,0-1 1 0 0,1 0-1 0 0,-1 0 1 0 0,0 0-1 0 0,0 0 1 0 0,0 0-1 0 0,0 0 1 0 0,0 0-1 0 0,1 0 1 0 0,-1 0-1 0 0,0 1 1 0 0,0-1-1 0 0,0 0 1 0 0,0 0-1 0 0,0 0 0 0 0,0 0 1 0 0,0 0-1 0 0,1 1 1 0 0,-1-1-1 0 0,0 0 1 0 0,0 0-1 0 0,0 0 1 0 0,0 0-1 0 0,0 1 1 0 0,0-1-1 0 0,0 0 1 0 0,0 0-1 0 0,0 0 1 0 0,0 0-1 0 0,0 1 1 0 0,0-1-1 0 0,0 0 1 0 0,0 0-1 0 0,0 0 1 0 0,0 0-1 0 0,0 1 0 0 0,0-1 1 0 0,0 0-1 0 0,-18 23-790 0 0,14-19 566 0 0,-8 7-1266 0 0,-1 0 0 0 0,0 0 0 0 0,0-1 0 0 0,-1-1 0 0 0,0 0 0 0 0,-17 7 0 0 0,-58 31-5950 0 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6:49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76 172 2561 0 0,'-54'6'5843'0'0,"33"-4"-3682"0"0,23-6-2001 0 0,7 6 0 0 0,-2-2 0 0 0,1 0 160 0 0,1-2 0 0 0,55-12 801 0 0,83-22 960 0 0,-12 2-480 0 0,-31-5 1440 0 0,-11 7-1040 0 0,-24 12-2481 0 0,-29 20-4082 0 0,-26 8-481 0 0,-21 32-3441 0 0</inkml:trace>
  <inkml:trace contextRef="#ctx0" brushRef="#br0" timeOffset="1">155 370 1681 0 0,'-15'36'5842'0'0,"-6"46"1522"0"0,16-20-5763 0 0,24-24-2562 0 0,0-22-960 0 0,-9-18-5762 0 0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6:49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36 155 480 0 0,'6'-9'1075'0'0,"0"1"0"0"0,1-1-1 0 0,0 1 1 0 0,1 1 0 0 0,0-1-1 0 0,0 1 1 0 0,0 1 0 0 0,1 0 0 0 0,10-6-1 0 0,4 0 647 0 0,1 1 0 0 0,26-9 0 0 0,-36 15-1077 0 0,-2 0-473 0 0,1 0-1 0 0,-1 1 1 0 0,1 1-1 0 0,0 0 1 0 0,0 0-1 0 0,0 2 1 0 0,0-1-1 0 0,20 2 0 0 0,-31 0-207 0 0,0 0 0 0 0,0 0 0 0 0,0 0 0 0 0,0 1 0 0 0,-1-1 0 0 0,1 1 0 0 0,0 0 0 0 0,0-1 0 0 0,-1 1 0 0 0,1 0 0 0 0,0 0-1 0 0,-1 0 1 0 0,1 0 0 0 0,2 2 0 0 0,-3-2 30 0 0,-1 0-1 0 0,1 0 0 0 0,0 0 1 0 0,-1 0-1 0 0,1 0 1 0 0,-1 0-1 0 0,1 0 1 0 0,-1 0-1 0 0,0 1 0 0 0,1-1 1 0 0,-1 0-1 0 0,0 0 1 0 0,0 0-1 0 0,0 0 1 0 0,0 1-1 0 0,0-1 0 0 0,0 0 1 0 0,0 1-1 0 0,-2 3-3 0 0,1 0 0 0 0,-1 0-1 0 0,0 0 1 0 0,0 0 0 0 0,0 0-1 0 0,-1-1 1 0 0,0 1-1 0 0,1-1 1 0 0,-7 6 0 0 0,-3 5-400 0 0,-1-2 0 0 0,-1 1 0 0 0,-1-2 0 0 0,0 0 0 0 0,0 0 0 0 0,-23 11 0 0 0,-108 48-2145 0 0,134-66 2733 0 0,-53 28-94 0 0,36-18 2889 0 0,42-20-2883 0 0,169-76 240 0 0,-137 58-865 0 0,76-52 0 0 0,-117 73 258 0 0,-1 0 0 0 0,0-1-1 0 0,0 1 1 0 0,0-1 0 0 0,0 0 0 0 0,4-6 0 0 0,-1-10-5392 0 0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6:49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0 1841 0 0,'-4'3'397'0'0,"1"0"0"0"0,0 0 0 0 0,1 0 1 0 0,-1 0-1 0 0,0 1 0 0 0,1-1 0 0 0,0 1 1 0 0,-3 5-1 0 0,-6 13 1076 0 0,1 1 0 0 0,1 0 0 0 0,1 1 0 0 0,1 0 0 0 0,2 0 0 0 0,-6 42 0 0 0,13 14-996 0 0,0-60-844 0 0,-1-1-1 0 0,-2 0 1 0 0,0 0-1 0 0,-3 22 1 0 0,0-21-541 0 0,-1 0 1 0 0,-12 31 0 0 0,17-49 847 0 0,-1-1-1 0 0,1 1 0 0 0,-1-1 1 0 0,0 1-1 0 0,0-1 1 0 0,1 1-1 0 0,-1-1 0 0 0,0 1 1 0 0,0-1-1 0 0,0 0 0 0 0,0 0 1 0 0,0 1-1 0 0,-1-1 1 0 0,1 0-1 0 0,0 0 0 0 0,-1 0 1 0 0,1 0-1 0 0,0 0 1 0 0,-1-1-1 0 0,1 1 0 0 0,-1 0 1 0 0,1-1-1 0 0,-1 1 0 0 0,0-1 1 0 0,1 1-1 0 0,-1-1 1 0 0,1 0-1 0 0,-1 0 0 0 0,0 0 1 0 0,1 0-1 0 0,-1 0 0 0 0,0 0 1 0 0,1 0-1 0 0,-1 0 1 0 0,0-1-1 0 0,1 1 0 0 0,-1-1 1 0 0,1 1-1 0 0,-1-1 0 0 0,-1 0 1 0 0,-6-4 208 0 0,0-1-1 0 0,0 0 1 0 0,1 0 0 0 0,0-1 0 0 0,-10-9-1 0 0,2 1 759 0 0,15 14-865 0 0,1 1 0 0 0,-1 0 0 0 0,1-1 1 0 0,-1 1-1 0 0,1 0 0 0 0,0-1 0 0 0,-1 1 1 0 0,1-1-1 0 0,-1 1 0 0 0,1-1 0 0 0,0 1 1 0 0,-1-1-1 0 0,1 1 0 0 0,0-1 0 0 0,-1 1 1 0 0,1-1-1 0 0,0 1 0 0 0,0-1 0 0 0,0 1 0 0 0,0-1 1 0 0,-1 0-1 0 0,1 1 0 0 0,0-1 0 0 0,0 1 1 0 0,0-1-1 0 0,0 0 0 0 0,2-1 50 0 0,-1 0-1 0 0,0 0 1 0 0,1 1 0 0 0,-1-1-1 0 0,1 1 1 0 0,0-1 0 0 0,-1 1-1 0 0,1-1 1 0 0,0 1-1 0 0,0 0 1 0 0,3-1 0 0 0,49-28 1103 0 0,72-27-1 0 0,-103 48-1086 0 0,37-9 0 0 0,-58 17-136 0 0,1 0 1 0 0,-1 1-1 0 0,0 0 1 0 0,0-1-1 0 0,1 1 1 0 0,-1 0-1 0 0,0 0 1 0 0,1 0-1 0 0,-1 0 0 0 0,0 1 1 0 0,1-1-1 0 0,-1 1 1 0 0,4 1-1 0 0,-5-2-14 0 0,-1 0-1 0 0,1 1 1 0 0,0-1 0 0 0,-1 1-1 0 0,1 0 1 0 0,-1-1-1 0 0,1 1 1 0 0,-1-1 0 0 0,1 1-1 0 0,-1 0 1 0 0,1-1-1 0 0,-1 1 1 0 0,0 0 0 0 0,1 0-1 0 0,-1-1 1 0 0,0 1-1 0 0,0 0 1 0 0,1 0 0 0 0,-1-1-1 0 0,0 1 1 0 0,0 0-1 0 0,0 0 1 0 0,0 0 0 0 0,0-1-1 0 0,0 3 1 0 0,-2 2-114 0 0,1 0 1 0 0,-1 1 0 0 0,0-1 0 0 0,0 0-1 0 0,0 0 1 0 0,-1 0 0 0 0,0 0-1 0 0,-5 8 1 0 0,-4 2 161 0 0,0-1 1 0 0,0 0-1 0 0,-2-1 0 0 0,1-1 0 0 0,-2 0 0 0 0,-24 16 1 0 0,6-9 359 0 0,0 0 1 0 0,-43 15 0 0 0,56-26 291 0 0,1 2 0 0 0,-1 0 0 0 0,-25 19 0 0 0,96-11 1170 0 0,-35-16-1806 0 0,1 0-1 0 0,-1-1 1 0 0,1-1-1 0 0,0 0 1 0 0,-1-1-1 0 0,1-1 0 0 0,-1-1 1 0 0,0 0-1 0 0,0-1 1 0 0,30-12-1 0 0,-7-1-900 0 0,0-1 0 0 0,-1-1 0 0 0,39-28 1 0 0,10-18-3950 0 0,-1-3-3775 0 0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6:50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77 720 0 0,'-17'-2'1201'0'0,"5"0"-81"0"0,3 2-79 0 0,6 2-81 0 0,15-2 241 0 0,71-6 4642 0 0,100-12 2640 0 0,-72-2-8162 0 0,-66 14-4563 0 0,-21-4-1441 0 0,-17-4-3921 0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6:50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339 85 640 0 0,'-37'-33'3075'0'0,"21"19"323"0"0,-22-24 0 0 0,46 49-2755 0 0,-1 0 0 0 0,0 0-1 0 0,0 1 1 0 0,-1 0-1 0 0,5 13 1 0 0,7 21 189 0 0,-2 0 0 0 0,-2 0 1 0 0,-1 1-1 0 0,9 84 0 0 0,-18-54-369 0 0,-4-1 0 0 0,-11 77 0 0 0,4-53 149 0 0,-1 20-50 0 0,-12 270-96 0 0,21-321-3374 0 0</inkml:trace>
  <inkml:trace contextRef="#ctx0" brushRef="#br0" timeOffset="1">74 908 960 0 0,'-31'-4'7844'0'0,"12"0"-2482"0"0,7 4-1920 0 0,7 0-881 0 0,-2 0-880 0 0,12-2-560 0 0,2 0-401 0 0,78-24-1280 0 0,112-46-801 0 0,-52-2-160 0 0,-48 8-320 0 0,-21-4 81 0 0,-24-4-7285 0 0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6:51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74 204 4642 0 0,'-30'-2'2881'0'0,"11"2"-1200"0"0,7 0-160 0 0,5 2 0 0 0,2 0-81 0 0,7 0-79 0 0,3-2-241 0 0,128-26 1282 0 0,-5-12-1362 0 0,-62 8-1280 0 0,-42 4-641 0 0,-15-14-6082 0 0</inkml:trace>
  <inkml:trace contextRef="#ctx0" brushRef="#br0" timeOffset="1">82 0 4642 0 0,'-10'92'7844'0'0,"31"-46"-3602"0"0,15-20-4242 0 0,9-2-961 0 0,10-14 321 0 0,1-16-240 0 0,-11-18-4083 0 0,-7-18-2560 0 0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6:51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449 3 2561 0 0,'-1'0'204'0'0,"0"-1"1"0"0,0 1-1 0 0,0 0 0 0 0,0-1 0 0 0,0 1 1 0 0,-1 0-1 0 0,1 0 0 0 0,0 0 0 0 0,0 0 0 0 0,0 0 1 0 0,0 0-1 0 0,0 0 0 0 0,0 0 0 0 0,0 0 1 0 0,0 0-1 0 0,0 1 0 0 0,-1-1 0 0 0,1 0 0 0 0,0 1 1 0 0,0-1-1 0 0,0 1 0 0 0,1-1 0 0 0,-1 1 1 0 0,0 0-1 0 0,0-1 0 0 0,0 1 0 0 0,-1 1 0 0 0,-4 6 64 0 0,0-1-1 0 0,0 1 0 0 0,-5 11 0 0 0,6-12-77 0 0,-118 228 50 0 0,119-226-661 0 0,-2 1 1 0 0,1-1 0 0 0,-12 14-1 0 0,-4 7-832 0 0,15-20 1221 0 0,0 0 1 0 0,-1 0-1 0 0,0-1 0 0 0,0 0 1 0 0,-1 0-1 0 0,0-1 0 0 0,-13 11 1 0 0,15-14 517 0 0,0 1 1 0 0,0 0 0 0 0,0 0 0 0 0,1 0-1 0 0,0 1 1 0 0,0 0 0 0 0,1 0 0 0 0,0 0-1 0 0,0 0 1 0 0,-5 15 0 0 0,6-14-340 0 0,0 1 1 0 0,1 0-1 0 0,0-1 1 0 0,0 1 0 0 0,1 0-1 0 0,1 0 1 0 0,-1 0-1 0 0,1 0 1 0 0,2 14-1 0 0,-2-22-176 0 0,0 0-1 0 0,0 0 0 0 0,1 0 1 0 0,-1 0-1 0 0,0 0 0 0 0,0 0 1 0 0,1 0-1 0 0,-1 0 1 0 0,1 0-1 0 0,-1 0 0 0 0,1 0 1 0 0,-1 0-1 0 0,1 0 0 0 0,-1 0 1 0 0,1 0-1 0 0,0-1 0 0 0,0 1 1 0 0,-1 0-1 0 0,1-1 0 0 0,0 1 1 0 0,0 0-1 0 0,0-1 0 0 0,0 1 1 0 0,0-1-1 0 0,-1 1 0 0 0,1-1 1 0 0,0 0-1 0 0,0 1 0 0 0,0-1 1 0 0,0 0-1 0 0,0 0 0 0 0,1 1 1 0 0,-1-1-1 0 0,0 0 0 0 0,0 0 1 0 0,0 0-1 0 0,0 0 0 0 0,0-1 1 0 0,0 1-1 0 0,1 0 0 0 0,1-1-81 0 0,-1 0-1 0 0,1 0 0 0 0,0 0 1 0 0,-1 0-1 0 0,1 0 0 0 0,-1 0 1 0 0,0-1-1 0 0,1 1 0 0 0,-1-1 1 0 0,0 1-1 0 0,0-1 0 0 0,3-3 1 0 0,5-10-135 0 0,0 1 1 0 0,9-23-1 0 0,-14 26 358 0 0,1 0 0 0 0,0 0 0 0 0,1 0 0 0 0,0 1 1 0 0,0 0-1 0 0,1 1 0 0 0,12-12 0 0 0,-13 14-10 0 0,1 0 0 0 0,0 1 0 0 0,1 0 1 0 0,0 0-1 0 0,0 1 0 0 0,0 0 1 0 0,0 0-1 0 0,1 1 0 0 0,0 0 0 0 0,0 1 1 0 0,20-4-1 0 0,-30 7-97 0 0,1 0 0 0 0,-1-1 0 0 0,1 1 0 0 0,0 0 0 0 0,-1 0 0 0 0,1 0 0 0 0,-1 0 0 0 0,1 0-1 0 0,0 0 1 0 0,-1 0 0 0 0,1 0 0 0 0,-1 0 0 0 0,1 0 0 0 0,0 1 0 0 0,-1-1 0 0 0,1 0 0 0 0,-1 0 0 0 0,1 1 0 0 0,-1-1 0 0 0,1 0 0 0 0,-1 0 0 0 0,1 1 0 0 0,-1-1 0 0 0,1 1 0 0 0,-1-1 0 0 0,1 0 0 0 0,-1 1 0 0 0,1-1 0 0 0,-1 1 0 0 0,0-1 0 0 0,1 1-1 0 0,-1-1 1 0 0,0 1 0 0 0,-2 21 90 0 0,1-15-78 0 0,-1 4-71 0 0,-1 0-1 0 0,0 0 1 0 0,-1 0-1 0 0,0 0 1 0 0,0-1 0 0 0,-1 1-1 0 0,0-1 1 0 0,-1-1 0 0 0,-1 1-1 0 0,1-1 1 0 0,-1 0-1 0 0,-10 9 1 0 0,-21 17 227 0 0,-2-3 1 0 0,-74 48-1 0 0,105-75-210 0 0,-11 8 2006 0 0,20-13-1947 0 0,0 0 0 0 0,0 0 1 0 0,0 0-1 0 0,0 0 0 0 0,0 0 1 0 0,0 0-1 0 0,0 0 0 0 0,-1 0 0 0 0,1 0 1 0 0,0 1-1 0 0,0-1 0 0 0,0 0 1 0 0,0 0-1 0 0,0 0 0 0 0,0 0 1 0 0,0 0-1 0 0,0 0 0 0 0,0 0 1 0 0,0 0-1 0 0,0 0 0 0 0,0 0 1 0 0,0 1-1 0 0,0-1 0 0 0,0 0 0 0 0,0 0 1 0 0,0 0-1 0 0,0 0 0 0 0,0 0 1 0 0,0 0-1 0 0,0 0 0 0 0,0 0 1 0 0,0 1-1 0 0,0-1 0 0 0,0 0 1 0 0,0 0-1 0 0,0 0 0 0 0,0 0 1 0 0,0 0-1 0 0,0 0 0 0 0,0 0 0 0 0,0 0 1 0 0,0 0-1 0 0,0 0 0 0 0,1 0 1 0 0,-1 1-1 0 0,0-1 0 0 0,0 0 1 0 0,0 0-1 0 0,0 0 0 0 0,0 0 1 0 0,0 0-1 0 0,0 0 0 0 0,13 0 639 0 0,207-34-519 0 0,-214 33-177 0 0,2-1-44 0 0,24-2-496 0 0,-31 4 538 0 0,-1 0 0 0 0,1 0-1 0 0,0 0 1 0 0,-1 0 0 0 0,1 0 0 0 0,-1 0-1 0 0,1 1 1 0 0,-1-1 0 0 0,1 0-1 0 0,-1 0 1 0 0,1 1 0 0 0,-1-1-1 0 0,1 0 1 0 0,-1 1 0 0 0,1-1 0 0 0,-1 0-1 0 0,0 1 1 0 0,1-1 0 0 0,-1 1-1 0 0,0-1 1 0 0,1 1 0 0 0,-1-1 0 0 0,0 1-1 0 0,1-1 1 0 0,-1 1 0 0 0,0-1-1 0 0,0 1 1 0 0,1-1 0 0 0,-1 1-1 0 0,0-1 1 0 0,0 1 0 0 0,0-1 0 0 0,0 1-1 0 0,0-1 1 0 0,0 1 0 0 0,0 0-1 0 0,0-1 1 0 0,0 1 0 0 0,0-1 0 0 0,0 1-1 0 0,0-1 1 0 0,-1 1 0 0 0,1 0-1 0 0,0-1 1 0 0,0 1 0 0 0,-1-1-1 0 0,1 1 1 0 0,0 0 0 0 0,-6 12-203 0 0,1 0 0 0 0,-2-1 0 0 0,0 1 0 0 0,0-1 0 0 0,-1-1 0 0 0,0 1 0 0 0,-1-1 0 0 0,-15 14 0 0 0,-94 78-5 0 0,110-96 316 0 0,-139 101 2183 0 0,127-88-1267 0 0,20-20-951 0 0,0 0-1 0 0,0 0 1 0 0,0 1-1 0 0,0-1 1 0 0,0 0-1 0 0,0 0 1 0 0,0 0 0 0 0,0 1-1 0 0,0-1 1 0 0,0 0-1 0 0,0 0 1 0 0,0 0 0 0 0,0 1-1 0 0,0-1 1 0 0,0 0-1 0 0,0 0 1 0 0,0 0-1 0 0,0 1 1 0 0,1-1 0 0 0,-1 0-1 0 0,0 0 1 0 0,0 0-1 0 0,0 0 1 0 0,0 1-1 0 0,0-1 1 0 0,0 0 0 0 0,1 0-1 0 0,-1 0 1 0 0,0 0-1 0 0,0 0 1 0 0,0 0 0 0 0,0 1-1 0 0,1-1 1 0 0,-1 0-1 0 0,0 0 1 0 0,0 0-1 0 0,0 0 1 0 0,1 0 0 0 0,-1 0-1 0 0,0 0 1 0 0,0 0-1 0 0,0 0 1 0 0,1 0 0 0 0,-1 0-1 0 0,19 5 321 0 0,22-2-352 0 0,-28-5 29 0 0,0 0 0 0 0,0-1 0 0 0,0 0 0 0 0,-1-1 0 0 0,0-1 0 0 0,0 0 0 0 0,21-12 0 0 0,75-52-617 0 0,-97 60 278 0 0,6-2-381 0 0,26-25 1 0 0,-39 33 266 0 0,0-1 1 0 0,-1 0 0 0 0,1-1 0 0 0,-1 1 0 0 0,0 0-1 0 0,0-1 1 0 0,0 0 0 0 0,-1 0 0 0 0,1 0-1 0 0,-1 0 1 0 0,2-8 0 0 0,-2-23-4730 0 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6:52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20 1201 0 0,'-12'-12'2000'0'0,"3"4"-79"0"0,-1 8-80 0 0,-9 56 2081 0 0,-12 92 960 0 0,8-32-3601 0 0,-1-28-1681 0 0,-2-10 79 0 0,-10-8 402 0 0,-4-12 79 0 0,14-25-641 0 0,12-13-719 0 0,4-16-5043 0 0</inkml:trace>
  <inkml:trace contextRef="#ctx0" brushRef="#br0" timeOffset="1">166 428 1761 0 0,'12'24'3201'0'0,"45"62"3362"0"0,19-36-3601 0 0,4-54-3283 0 0,1-38-1279 0 0,4-18-5604 0 0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6:52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0 2961 0 0,'-30'32'5203'0'0,"8"-10"-641"0"0,13-10-880 0 0,6-6-721 0 0,13-10-800 0 0,184-38-881 0 0,-18 16-1440 0 0,-96 36-2721 0 0,-58 22-1521 0 0,-32 6-2161 0 0,-28 16-1921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6:52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17 4882 0 0,'-7'3'436'0'0,"-45"24"2353"0"0,1 1 0 0 0,1 2 0 0 0,-46 38 0 0 0,95-67-2625 0 0,0 0 0 0 0,-1 0 1 0 0,1 0-1 0 0,0 0 0 0 0,0 0 0 0 0,-1 1 0 0 0,1-1 0 0 0,0 0 0 0 0,0 1 1 0 0,0-1-1 0 0,1 1 0 0 0,-1-1 0 0 0,0 1 0 0 0,1-1 0 0 0,-1 1 0 0 0,1 0 1 0 0,-1 1-1 0 0,1-2-80 0 0,0 0 0 0 0,0 0 0 0 0,0 0 0 0 0,1 0 0 0 0,-1-1 0 0 0,0 1 1 0 0,1 0-1 0 0,-1 0 0 0 0,1 0 0 0 0,-1-1 0 0 0,1 1 0 0 0,-1 0 0 0 0,1 0 0 0 0,-1-1 0 0 0,1 1 1 0 0,0 0-1 0 0,-1-1 0 0 0,1 1 0 0 0,0-1 0 0 0,0 1 0 0 0,-1-1 0 0 0,3 1 0 0 0,5 3 87 0 0,1-1 0 0 0,0 0-1 0 0,0 0 1 0 0,18 2-1 0 0,-15-3-509 0 0,8 1 274 0 0,1-1 1 0 0,0-1-1 0 0,0 0 0 0 0,0-2 1 0 0,0-1-1 0 0,0 0 1 0 0,34-9-1 0 0,-30 5-520 0 0,-1-2-1 0 0,1-1 1 0 0,-2 0 0 0 0,1-2-1 0 0,36-23 1 0 0,-72 45 537 0 0,0-1-1 0 0,0 2 1 0 0,1 0 0 0 0,1 0-1 0 0,0 1 1 0 0,-14 23 0 0 0,-4 5-1 0 0,-7 6-355 0 0,3 2-1 0 0,-27 55 0 0 0,55-88-785 0 0,4-16 1154 0 0,0 0-1 0 0,0 0 1 0 0,0 0-1 0 0,0 0 1 0 0,0 0-1 0 0,0 0 1 0 0,1 0-1 0 0,-1 1 1 0 0,0-1-1 0 0,0 0 1 0 0,0 0-1 0 0,0 0 0 0 0,0 0 1 0 0,1 0-1 0 0,-1 0 1 0 0,0 0-1 0 0,0 0 1 0 0,0 0-1 0 0,0 0 1 0 0,1 0-1 0 0,-1 0 1 0 0,0 0-1 0 0,0 0 1 0 0,0 0-1 0 0,0 0 1 0 0,0 0-1 0 0,1 0 1 0 0,-1 0-1 0 0,0 0 0 0 0,0 0 1 0 0,0 0-1 0 0,0 0 1 0 0,1 0-1 0 0,-1 0 1 0 0,0 0-1 0 0,0 0 1 0 0,0-1-1 0 0,0 1 1 0 0,0 0-1 0 0,0 0 1 0 0,1 0-1 0 0,-1 0 1 0 0,0 0-1 0 0,0 0 1 0 0,0-1-1 0 0,0 1 0 0 0,0 0 1 0 0,0 0-1 0 0,0 0 1 0 0,0 0-1 0 0,0 0 1 0 0,0-1-1 0 0,0 1 1 0 0,0 0-1 0 0,0 0 1 0 0,0 0-1 0 0,0 0 1 0 0,0 0-1 0 0,0-1 1 0 0,0 1-1 0 0,0 0 1 0 0,4-16-4033 0 0</inkml:trace>
  <inkml:trace contextRef="#ctx0" brushRef="#br0" timeOffset="1">675 1 240 0 0,'-22'16'5843'0'0,"-1"2"-1121"0"0,-1 0-1441 0 0,-5 2-1280 0 0,-1 8-880 0 0,-39 63-1681 0 0,40-31-481 0 0,48-42 1 0 0,5-18-4723 0 0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6:53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1 9604 0 0,'-7'16'7364'0'0,"0"-8"-6244"0"0,9 4-1520 0 0,6 14 2081 0 0,-6 23-240 0 0,10 59-401 0 0,-8 4-880 0 0,-8 6-160 0 0,-15 0-80 0 0,-3-32-80 0 0,-6-8 0 0 0,-8 4 0 0 0,-6-9 0 0 0,6-11-961 0 0,8-10-319 0 0,11-20 319 0 0,22-58-11685 0 0</inkml:trace>
  <inkml:trace contextRef="#ctx0" brushRef="#br0" timeOffset="1">275 344 2321 0 0,'-19'12'4482'0'0,"0"4"-1440"0"0,-2 10-1202 0 0,-29 44-1439 0 0,-23 42-2242 0 0,37-44-3442 0 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6:53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27 264 12005 0 0,'-17'0'8164'0'0,"10"-2"-4162"0"0,5 2-2001 0 0,4-4-881 0 0,12-4-799 0 0,154-56-3763 0 0,10-4 1601 0 0,-50 16 2081 0 0,-12 24 1281 0 0,-30 18-1761 0 0,-56 4-3682 0 0,-27 0-560 0 0,-13-10-2001 0 0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6:53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428 0 1281 0 0,'-1'1'145'0'0,"0"-1"1"0"0,0 0-1 0 0,0 0 1 0 0,0 1-1 0 0,0-1 1 0 0,0 1 0 0 0,1-1-1 0 0,-1 0 1 0 0,0 1-1 0 0,0 0 1 0 0,0-1-1 0 0,1 1 1 0 0,-1-1 0 0 0,0 1-1 0 0,1 0 1 0 0,-1 0-1 0 0,1-1 1 0 0,-1 1-1 0 0,1 0 1 0 0,-1 0 0 0 0,1 0-1 0 0,-1 1 1 0 0,-5 11 1547 0 0,2 0-1 0 0,0 0 1 0 0,0 0 0 0 0,-3 24 0 0 0,-2 54 4516 0 0,9-87-5955 0 0,-1 17 829 0 0,0 0 1 0 0,4 22 0 0 0,10 35-1134 0 0,-11-69 41 0 0,-1-1 1 0 0,1 1-1 0 0,-2 0 0 0 0,1 0 0 0 0,-1-1 1 0 0,0 1-1 0 0,-1 0 0 0 0,0 0 1 0 0,0-1-1 0 0,-1 1 0 0 0,0-1 0 0 0,-1 1 1 0 0,1-1-1 0 0,-2 0 0 0 0,1 0 1 0 0,-1 0-1 0 0,-1 0 0 0 0,1-1 0 0 0,-1 0 1 0 0,0 0-1 0 0,-1 0 0 0 0,0 0 0 0 0,0-1 1 0 0,0 0-1 0 0,-10 7 0 0 0,0-2-115 0 0,1-1 0 0 0,-1-1 0 0 0,-1-1 0 0 0,0 0 0 0 0,0-1 0 0 0,-31 7 0 0 0,37-11 255 0 0,0 0 1 0 0,0-2-1 0 0,0 1 1 0 0,-1-1-1 0 0,1-1 1 0 0,0 0-1 0 0,0-1 1 0 0,-1 0-1 0 0,1 0 0 0 0,0-1 1 0 0,0-1-1 0 0,-16-5 1 0 0,20 4 1713 0 0,11 2-1209 0 0,24 4-896 0 0,-13 0 440 0 0,47 2-20 0 0,-1-3 0 0 0,91-9 0 0 0,263-66 1227 0 0,-382 66-986 0 0,-1-2-1 0 0,0-1 0 0 0,33-16 0 0 0,-62 25 18 0 0,-12 2-652 0 0,-21-1-4512 0 0,-4-7-4563 0 0,-14 4 2716 0 0,4 1 2512 0 0,-15-6-214 0 0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6:55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2161 0 0,'185'87'3281'0'0,"125"-23"-479"0"0,-42-44 2160 0 0,12-36 3522 0 0,4-12-2401 0 0,-7 6-3602 0 0,-16-2-2161 0 0,-21 0-960 0 0,-34 4 79 0 0,-40 3 241 0 0,-52 3 240 0 0,-53 6 0 0 0,-23 10-1280 0 0,-12 8-1842 0 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6:55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1 1841 0 0,'149'20'8324'0'0,"52"14"-3042"0"0,-47 4 401 0 0,-52-2 1680 0 0,-40 10-5202 0 0,-34 12-2881 0 0,-30 14-1 0 0,-26 17 561 0 0,-32 15 240 0 0,-23-4-80 0 0,5-20-80 0 0,-2-10-160 0 0,-8 4-1841 0 0,-19-16-3041 0 0,-25-28-4643 0 0,-11-36-959 0 0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6:59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506 1 2321 0 0,'-9'21'5718'0'0,"-29"24"-1298"0"0,-152 138 195 0 0,-40 59-4201 0 0,223-234-470 0 0,-19 27-157 0 0,25-34 218 0 0,0 0 1 0 0,1 0 0 0 0,-1 1-1 0 0,0-1 1 0 0,1 0 0 0 0,0 1-1 0 0,-1-1 1 0 0,1 1 0 0 0,0-1-1 0 0,0 0 1 0 0,-1 1 0 0 0,1-1-1 0 0,0 1 1 0 0,0-1 0 0 0,1 1-1 0 0,-1-1 1 0 0,0 0 0 0 0,0 1-1 0 0,1-1 1 0 0,-1 1 0 0 0,1-1-1 0 0,-1 0 1 0 0,2 2 0 0 0,6 8 156 0 0,0 0 0 0 0,1 0 1 0 0,0-1-1 0 0,1-1 0 0 0,21 17 0 0 0,-3-9-36 0 0,1-1-1 0 0,47 19 0 0 0,27 14 86 0 0,-90-41-189 0 0,0 0 0 0 0,-1 1 1 0 0,0 0-1 0 0,0 1 0 0 0,16 18 1 0 0,-16-14-5 0 0,-1 1-1 0 0,0 0 1 0 0,-1 1 0 0 0,-1 0 0 0 0,-1 0 0 0 0,13 36 0 0 0,-12-24 25 0 0,-2 1 0 0 0,0 0 0 0 0,3 52 0 0 0,-7-4 98 0 0,-4-1 0 0 0,-15 111 0 0 0,6-116-67 0 0,-4 43-8 0 0,13-99-201 0 0,1 0 1 0 0,1 0-1 0 0,0 0 1 0 0,1 0 0 0 0,4 19-1 0 0,-5-31 8 0 0,-1-1-1 0 0,1 1 1 0 0,0-1-1 0 0,-1 1 1 0 0,1-1-1 0 0,0 0 1 0 0,1 1-1 0 0,-1-1 1 0 0,0 0-1 0 0,1 0 1 0 0,-1 0-1 0 0,1 0 1 0 0,0 0 0 0 0,-1 0-1 0 0,1 0 1 0 0,0-1-1 0 0,4 3 1 0 0,-3-3-378 0 0,0-1 0 0 0,0 1 0 0 0,0-1 0 0 0,0 0 0 0 0,0 0 1 0 0,0 0-1 0 0,-1 0 0 0 0,1-1 0 0 0,0 1 0 0 0,0-1 0 0 0,0 0 1 0 0,6-2-1 0 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6:59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17 173 3762 0 0,'-16'-76'5202'0'0,"16"38"-240"0"0,40 8-2721 0 0,24 4-1520 0 0,9 24 319 0 0,-9 34-640 0 0,0 38-480 0 0,-9 30 80 0 0,-24 38-160 0 0,-27 19-640 0 0,-20-33-801 0 0,-5-20-160 0 0,-13-24-79 0 0,-8-20-3363 0 0,-8-20-559 0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6:59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13 148 5042 0 0,'0'-3'681'0'0,"0"-1"1"0"0,0 1-1 0 0,0-1 0 0 0,0 0 0 0 0,1 1 0 0 0,0-1 0 0 0,-1 1 0 0 0,1-1 1 0 0,1 1-1 0 0,-1 0 0 0 0,0-1 0 0 0,1 1 0 0 0,2-4 0 0 0,0 1-449 0 0,0 1 0 0 0,0 1-1 0 0,0-1 1 0 0,1 0 0 0 0,0 1-1 0 0,0 0 1 0 0,5-4 0 0 0,2 1-333 0 0,1 0 0 0 0,0 0 1 0 0,0 1-1 0 0,0 1 1 0 0,0 0-1 0 0,16-3 0 0 0,-15 5 140 0 0,0 1-1 0 0,0 0 1 0 0,-1 1-1 0 0,1 0 1 0 0,0 1-1 0 0,0 1 1 0 0,0 0-1 0 0,22 5 1 0 0,-33-6-27 0 0,1 1 0 0 0,0 1-1 0 0,0-1 1 0 0,0 0 0 0 0,-1 1 0 0 0,1 0 0 0 0,0 0-1 0 0,-1 0 1 0 0,0 0 0 0 0,0 0 0 0 0,1 1 0 0 0,-1 0-1 0 0,-1-1 1 0 0,1 1 0 0 0,0 0 0 0 0,-1 1-1 0 0,5 6 1 0 0,-5-6-10 0 0,0 1 0 0 0,-1 0 0 0 0,0 0 0 0 0,0 0 0 0 0,0 0 0 0 0,0 0 0 0 0,-1 0 0 0 0,1 0 0 0 0,-1 1 0 0 0,-1-1 0 0 0,1 0 0 0 0,-1 0 0 0 0,-2 9 0 0 0,-2 4-61 0 0,0-1-1 0 0,-1-1 0 0 0,-1 1 1 0 0,-1-1-1 0 0,0-1 1 0 0,-13 18-1 0 0,-1-1-172 0 0,-47 50 1 0 0,44-57 314 0 0,-2-1 0 0 0,-1-1 0 0 0,-1-2 0 0 0,-56 33 0 0 0,80-51-58 0 0,-13 7-154 0 0,-1 3 1588 0 0,24-9-738 0 0,14-2-558 0 0,17 0-265 0 0,0-2 0 0 0,1-1-1 0 0,-1-2 1 0 0,0-1 0 0 0,0-2 0 0 0,-1-2-1 0 0,0-1 1 0 0,51-20 0 0 0,38-35-3729 0 0,-106 54 2953 0 0,119-64-9100 0 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00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23 560 0 0,'59'-22'2561'0'0,"-85"72"3042"0"0,7 96 1360 0 0,36-15-4962 0 0,16-45-1761 0 0,3-22-480 0 0,-3-8-800 0 0,-7-26-5523 0 0,-7-40-2962 0 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00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374 2 3922 0 0,'-4'-2'8696'0'0,"-2"3"-6325"0"0,10 3-2575 0 0,20 2 559 0 0,30 4-128 0 0,67 23 0 0 0,-117-31-212 0 0,1-1 0 0 0,-1 1 0 0 0,1 0 0 0 0,-1 0 0 0 0,0 1 0 0 0,0-1 0 0 0,0 1 0 0 0,0 0 0 0 0,-1 0 0 0 0,1 1 0 0 0,3 3 0 0 0,-6-5-9 0 0,1 0 1 0 0,-2 0-1 0 0,1 0 0 0 0,0 1 1 0 0,0-1-1 0 0,-1 0 1 0 0,1 0-1 0 0,-1 0 0 0 0,1 1 1 0 0,-1-1-1 0 0,0 0 1 0 0,0 0-1 0 0,0 1 0 0 0,0-1 1 0 0,-1 0-1 0 0,1 0 1 0 0,0 1-1 0 0,-1-1 0 0 0,0 0 1 0 0,1 0-1 0 0,-1 0 1 0 0,0 0-1 0 0,-2 4 0 0 0,-3 4 0 0 0,-1 1-1 0 0,0-1 1 0 0,0 0-1 0 0,-1 0 1 0 0,-1-1-1 0 0,1 0 1 0 0,-1-1-1 0 0,-1 1 0 0 0,-13 8 1 0 0,-13 6 7 0 0,-52 25-1 0 0,65-36 245 0 0,-44 15-1 0 0,58-24-76 0 0,-1-1-1 0 0,1 0 0 0 0,0 0 1 0 0,0-1-1 0 0,-1 0 0 0 0,1 0 1 0 0,-17-2-1 0 0,16-3 39 0 0,22 2-63 0 0,24 4-22 0 0,51 1 28 0 0,136-31 1232 0 0,-9 1-358 0 0,-204 27-1115 0 0,-1-1 0 0 0,1 2 0 0 0,17 2-1 0 0,-26-3 44 0 0,0 0 0 0 0,-1 0 0 0 0,1 0-1 0 0,0 0 1 0 0,-1 0 0 0 0,1 0-1 0 0,-1 0 1 0 0,1 0 0 0 0,0 1 0 0 0,-1-1-1 0 0,1 0 1 0 0,-1 0 0 0 0,1 1-1 0 0,0-1 1 0 0,-1 0 0 0 0,1 1 0 0 0,-1-1-1 0 0,1 1 1 0 0,-1-1 0 0 0,1 0-1 0 0,-1 1 1 0 0,0-1 0 0 0,1 1-1 0 0,-1-1 1 0 0,1 1 0 0 0,-1 0 0 0 0,0-1-1 0 0,0 1 1 0 0,1-1 0 0 0,-1 1-1 0 0,0 0 1 0 0,0-1 0 0 0,0 1 0 0 0,0-1-1 0 0,0 1 1 0 0,1 0 0 0 0,-1-1-1 0 0,0 1 1 0 0,-1 1 0 0 0,0 1-243 0 0,0 0 1 0 0,-1 1-1 0 0,0-1 1 0 0,1 0-1 0 0,-1 0 1 0 0,-4 4-1 0 0,2-2-100 0 0,-14 17-323 0 0,-1 0 0 0 0,0-2 0 0 0,-2 0 0 0 0,0-2 1 0 0,-1 0-1 0 0,-1-1 0 0 0,-49 26 0 0 0,6-10-401 0 0,-138 47 1 0 0,-35-16 4438 0 0,158-46-961 0 0,59-9-1172 0 0,15-2 19 0 0,8-7-1171 0 0,1 1 0 0 0,-1 0 0 0 0,0 0 0 0 0,1-1 0 0 0,-1 1 1 0 0,1-1-1 0 0,-1 0 0 0 0,1 1 0 0 0,-1-1 0 0 0,1 0 0 0 0,-1 0 0 0 0,1 0 0 0 0,-1 0 0 0 0,1 0 1 0 0,-1 0-1 0 0,1 0 0 0 0,-1 0 0 0 0,3-1 0 0 0,45-3-13 0 0,86-5 658 0 0,163-33 0 0 0,-67-22 712 0 0,-52 11-1173 0 0,-105 38-517 0 0,-68 14 126 0 0,0 1 1 0 0,0-1-1 0 0,0 1 0 0 0,0 0 0 0 0,0 1 0 0 0,0-1 1 0 0,0 1-1 0 0,12 3 0 0 0,-17-3 41 0 0,0-1 0 0 0,-1 0 0 0 0,1 1 0 0 0,0-1-1 0 0,0 0 1 0 0,-1 1 0 0 0,1-1 0 0 0,0 1 0 0 0,-1-1 0 0 0,1 1 0 0 0,0-1 0 0 0,-1 1 0 0 0,1-1 0 0 0,-1 1 0 0 0,1 0 0 0 0,-1-1-1 0 0,1 1 1 0 0,-1 0 0 0 0,1-1 0 0 0,-1 1 0 0 0,0 0 0 0 0,0 0 0 0 0,1 0 0 0 0,-1-1 0 0 0,0 1 0 0 0,0 0 0 0 0,0 0-1 0 0,0 0 1 0 0,0-1 0 0 0,0 1 0 0 0,0 0 0 0 0,0 0 0 0 0,0 0 0 0 0,0 0 0 0 0,0-1 0 0 0,-1 3 0 0 0,-2 2-972 0 0,1-1 0 0 0,-2 1 1 0 0,1-1-1 0 0,0 0 0 0 0,-1 0 1 0 0,-6 6-1 0 0,10-10 1071 0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01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210 116 960 0 0,'-25'8'2140'0'0,"0"1"-1"0"0,-42 21 0 0 0,60-25-1501 0 0,-1-1 0 0 0,1 1 0 0 0,0 0 1 0 0,0 0-1 0 0,0 1 0 0 0,1 0 0 0 0,-1 0 0 0 0,2 0 0 0 0,-1 1 0 0 0,1 0 1 0 0,0 0-1 0 0,-5 10 0 0 0,9-16-565 0 0,0 1 0 0 0,1 0 1 0 0,-1 0-1 0 0,0 0 0 0 0,1-1 1 0 0,-1 1-1 0 0,1 0 0 0 0,0 0 1 0 0,0 0-1 0 0,0 3 0 0 0,0-4-28 0 0,0 0-1 0 0,0 0 1 0 0,0-1 0 0 0,1 1-1 0 0,-1 0 1 0 0,0-1-1 0 0,0 1 1 0 0,1 0-1 0 0,-1-1 1 0 0,1 1 0 0 0,-1 0-1 0 0,0-1 1 0 0,1 1-1 0 0,0-1 1 0 0,-1 1-1 0 0,1-1 1 0 0,-1 1 0 0 0,1-1-1 0 0,1 1 1 0 0,2 1 22 0 0,0-1 0 0 0,0 1 0 0 0,1-1 0 0 0,-1-1 0 0 0,1 1 0 0 0,-1 0 0 0 0,8-1 0 0 0,-9 0-127 0 0,7 0-23 0 0,-1 0-1 0 0,1-1 1 0 0,0 0-1 0 0,0 0 1 0 0,0-1-1 0 0,0 0 1 0 0,-1-1-1 0 0,1 0 1 0 0,-1-1-1 0 0,0 0 1 0 0,0 0 0 0 0,0-1-1 0 0,8-6 1 0 0,8-8-506 0 0,-1 0 0 0 0,40-43-1 0 0,-42 39 573 0 0,1 1 0 0 0,41-31-1 0 0,-46 42-53 0 0,31-17 1 0 0,-44 25 57 0 0,1 1 0 0 0,-1 0 1 0 0,0 0-1 0 0,0 1 0 0 0,1-1 1 0 0,-1 1-1 0 0,1 0 0 0 0,-1 1 1 0 0,1-1-1 0 0,-1 1 0 0 0,8 1 1 0 0,-11-1 5 0 0,-1 1 0 0 0,1-1 1 0 0,-1 0-1 0 0,1 1 0 0 0,-1 0 0 0 0,0-1 1 0 0,1 1-1 0 0,-1 0 0 0 0,0 0 1 0 0,1-1-1 0 0,-1 1 0 0 0,0 0 1 0 0,0 0-1 0 0,0 0 0 0 0,0 1 0 0 0,0-1 1 0 0,0 0-1 0 0,0 0 0 0 0,-1 0 1 0 0,1 1-1 0 0,0-1 0 0 0,-1 0 1 0 0,1 1-1 0 0,0-1 0 0 0,-1 1 0 0 0,0-1 1 0 0,1 1-1 0 0,-1 2 0 0 0,1 0-5 0 0,-1 0-1 0 0,0 1 1 0 0,0-1-1 0 0,-1 0 0 0 0,1 0 1 0 0,-1 1-1 0 0,0-1 1 0 0,0 0-1 0 0,-2 4 1 0 0,0 1 4 0 0,-1-1 1 0 0,-1 0 0 0 0,0 1 0 0 0,0-2 0 0 0,0 1 0 0 0,-12 11-1 0 0,-44 39-18 0 0,26-27 22 0 0,6-4-6 0 0,-1-1-1 0 0,0-2 0 0 0,-2-1 1 0 0,-53 29-1 0 0,66-43 59 0 0,-30 17 44 0 0,46-24-52 0 0,0 0-1 0 0,0 1 1 0 0,0-1-1 0 0,0 1 1 0 0,1-1-1 0 0,-1 1 0 0 0,1 0 1 0 0,0 0-1 0 0,-1 0 1 0 0,1 0-1 0 0,-2 6 1 0 0,4-8-25 0 0,0-1 1 0 0,0 0-1 0 0,0 1 0 0 0,0-1 1 0 0,0 1-1 0 0,0-1 1 0 0,1 1-1 0 0,-1-1 1 0 0,0 0-1 0 0,0 1 0 0 0,0-1 1 0 0,1 1-1 0 0,-1-1 1 0 0,0 0-1 0 0,0 1 1 0 0,1-1-1 0 0,-1 0 0 0 0,0 1 1 0 0,1-1-1 0 0,-1 0 1 0 0,1 1-1 0 0,-1-1 1 0 0,0 0-1 0 0,1 0 0 0 0,-1 0 1 0 0,1 1-1 0 0,-1-1 1 0 0,0 0-1 0 0,1 0 1 0 0,-1 0-1 0 0,1 0 0 0 0,-1 0 1 0 0,1 0-1 0 0,-1 0 1 0 0,1 0-1 0 0,3 1 70 0 0,7 2-31 0 0,0 0-1 0 0,0-1 1 0 0,1 0 0 0 0,-1-1-1 0 0,1 0 1 0 0,-1-1-1 0 0,1-1 1 0 0,-1 0 0 0 0,1 0-1 0 0,-1-1 1 0 0,1 0 0 0 0,16-6-1 0 0,-5 0-84 0 0,0-1-1 0 0,-1-1 0 0 0,0-1 0 0 0,-1-1 1 0 0,20-14-1 0 0,-31 19-234 0 0,-1-1 1 0 0,0 1-1 0 0,0-2 0 0 0,-1 1 1 0 0,0-1-1 0 0,0 0 1 0 0,11-20-1 0 0,-16 24-322 0 0,0-1 0 0 0,0 1-1 0 0,-1 0 1 0 0,0-1 0 0 0,0 1 0 0 0,0-1 0 0 0,-1 0-1 0 0,0 0 1 0 0,0 1 0 0 0,0-1 0 0 0,-1 0 0 0 0,0 0-1 0 0,0 0 1 0 0,0 0 0 0 0,-1 0 0 0 0,0 0 0 0 0,-3-9-1 0 0,2 10 848 0 0,0 1 0 0 0,-1 0 0 0 0,1-1 0 0 0,-1 1 0 0 0,0 0 0 0 0,-1 0 0 0 0,1 0-1 0 0,-1 1 1 0 0,1-1 0 0 0,-1 1 0 0 0,0 0 0 0 0,0 0 0 0 0,-1 0 0 0 0,1 1-1 0 0,-1-1 1 0 0,1 1 0 0 0,-1 0 0 0 0,0 0 0 0 0,1 1 0 0 0,-1 0 0 0 0,0-1 0 0 0,0 2-1 0 0,0-1 1 0 0,0 0 0 0 0,0 1 0 0 0,-1 0 0 0 0,1 0 0 0 0,0 1 0 0 0,0-1 0 0 0,0 1-1 0 0,-6 2 1 0 0,9-3-176 0 0,1 1 0 0 0,0-1 0 0 0,0 1 1 0 0,0-1-1 0 0,0 1 0 0 0,0-1 0 0 0,-1 1 0 0 0,1 0 0 0 0,0 0 0 0 0,0-1 0 0 0,1 1 0 0 0,-3 2 0 0 0,-8 22 918 0 0,4-6-310 0 0,2 1 0 0 0,-7 39 0 0 0,11-49-596 0 0,0 1-1 0 0,1-1 0 0 0,0 1 0 0 0,0-1 1 0 0,1 1-1 0 0,1-1 0 0 0,0 0 0 0 0,6 19 1 0 0,1-7-83 0 0,18 30 1 0 0,-18-38-91 0 0,-2 0 1 0 0,0 0-1 0 0,0 1 1 0 0,-2 0-1 0 0,7 22 0 0 0,-12-33-168 0 0,0 0 0 0 0,0 0-1 0 0,0 0 1 0 0,0 0-1 0 0,0 0 1 0 0,-1-1 0 0 0,0 1-1 0 0,0 0 1 0 0,0 0 0 0 0,0 0-1 0 0,0-1 1 0 0,-1 1-1 0 0,0 0 1 0 0,1-1 0 0 0,-2 1-1 0 0,1-1 1 0 0,0 0 0 0 0,0 0-1 0 0,-6 5 1 0 0,-5 5-7 0 0,-1-1 0 0 0,0 0 0 0 0,-15 9 0 0 0,22-16 523 0 0,-63 37 1224 0 0,64-38-867 0 0,-1 0 0 0 0,-1-1 0 0 0,1 0 0 0 0,0 0 0 0 0,-10 2 0 0 0,44-6-860 0 0,40-7-1 0 0,-34 3 74 0 0,0 1-19 0 0,27-3-1043 0 0,-45 11 510 0 0,-15-4 697 0 0,1 0-1 0 0,-1 1 0 0 0,0-1 1 0 0,0 0-1 0 0,1 1 1 0 0,-1-1-1 0 0,0 0 1 0 0,0 1-1 0 0,0-1 1 0 0,1 0-1 0 0,-1 1 0 0 0,0-1 1 0 0,0 0-1 0 0,0 1 1 0 0,0-1-1 0 0,0 0 1 0 0,0 1-1 0 0,0-1 1 0 0,0 1-1 0 0,0-1 1 0 0,0 0-1 0 0,0 1 0 0 0,0 0 1 0 0,-1 2-16 0 0,0-1 0 0 0,0 1 0 0 0,0 0 0 0 0,-1 0-1 0 0,1-1 1 0 0,-1 1 0 0 0,-2 2 0 0 0,-10 13-241 0 0,-1-1 1 0 0,0 0-1 0 0,-2-1 0 0 0,1-1 0 0 0,-33 22 0 0 0,20-17 1875 0 0,-42 20-1 0 0,69-39-1530 0 0,-18 12 1981 0 0,19-7-894 0 0,13 0-401 0 0,12-1-713 0 0,-1-1 0 0 0,0 0 0 0 0,1-2 0 0 0,-1-1-1 0 0,1-2 1 0 0,24-2 0 0 0,6-4-2036 0 0,81-21 0 0 0,-65 9-7387 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02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0 2081 0 0,'30'43'3516'0'0,"3"-1"1"0"0,1-2-1 0 0,1-2 1 0 0,65 54-1 0 0,-81-77-2640 0 0,1-1 0 0 0,1-1 0 0 0,0-1 1 0 0,1-1-1 0 0,1-1 0 0 0,32 11 0 0 0,-35-15-1759 0 0,1-2 1 0 0,0 0-1 0 0,1-1 1 0 0,37 1-1 0 0,-32-4-1376 0 0,41-6 0 0 0,-59 5 1627 0 0,0-1 1 0 0,-1 0-1 0 0,1 0 0 0 0,-1-1 0 0 0,1 0 0 0 0,-1 0 0 0 0,0-1 0 0 0,10-7 0 0 0,-17 10 539 0 0,1 1-1 0 0,-1-1 0 0 0,0 0 0 0 0,0 0 0 0 0,0 0 0 0 0,0 0 0 0 0,0-1 0 0 0,0 1 0 0 0,0 0 0 0 0,0 0 0 0 0,0-1 0 0 0,-1 1 0 0 0,1 0 0 0 0,-1-1 0 0 0,2-2 0 0 0,-2 3 88 0 0,0 1 0 0 0,0-1 0 0 0,0 0 0 0 0,-1 0-1 0 0,1 1 1 0 0,0-1 0 0 0,0 0 0 0 0,0 0 0 0 0,-1 1-1 0 0,1-1 1 0 0,0 0 0 0 0,-1 1 0 0 0,1-1 0 0 0,-1 0-1 0 0,1 1 1 0 0,-1-1 0 0 0,1 1 0 0 0,-1-1 0 0 0,1 1-1 0 0,-1-1 1 0 0,0 1 0 0 0,1-1 0 0 0,-1 1 0 0 0,1 0 0 0 0,-1-1-1 0 0,0 1 1 0 0,0 0 0 0 0,1-1 0 0 0,-1 1 0 0 0,0 0-1 0 0,0 0 1 0 0,0 0 0 0 0,-11-2 30 0 0,0 0-1 0 0,0 2 1 0 0,0-1 0 0 0,0 2 0 0 0,0 0-1 0 0,0 0 1 0 0,1 1 0 0 0,-18 4 0 0 0,20-4-25 0 0,-140 35 1269 0 0,-222 85-1 0 0,355-116-1152 0 0,-15 5 985 0 0,0 1 0 0 0,-33 19 0 0 0,63-31-1035 0 0,0 1 0 0 0,0-1-1 0 0,0 0 1 0 0,0 1 0 0 0,0-1 0 0 0,0 1 0 0 0,0-1 0 0 0,0 1 0 0 0,0 0 0 0 0,0-1-1 0 0,1 1 1 0 0,-1 0 0 0 0,0 0 0 0 0,1 0 0 0 0,-1-1 0 0 0,0 1 0 0 0,1 0 0 0 0,-1 0-1 0 0,1 0 1 0 0,-1 0 0 0 0,1 0 0 0 0,0 0 0 0 0,-1 0 0 0 0,1 0 0 0 0,0 0 0 0 0,0 0-1 0 0,0 0 1 0 0,0 0 0 0 0,-1 0 0 0 0,2 0 0 0 0,-1 0 0 0 0,0 0 0 0 0,0 1 0 0 0,0 0-1 0 0,3 2-46 0 0,-1-1 0 0 0,0 0 0 0 0,1 0-1 0 0,-1 0 1 0 0,1 0 0 0 0,0 0-1 0 0,6 4 1 0 0,-3-2-16 0 0,7 6 35 0 0,1-1-1 0 0,0 0 0 0 0,1-1 1 0 0,0 0-1 0 0,1-2 0 0 0,-1 1 1 0 0,1-2-1 0 0,21 6 0 0 0,-12-6 12 0 0,0-1 0 0 0,0-1 1 0 0,1-2-1 0 0,0 0 0 0 0,26-2 0 0 0,-7-4-62 0 0,0-1 0 0 0,-1-2 1 0 0,0-3-1 0 0,0-1 0 0 0,83-34 1 0 0,-76 21-494 0 0,-1-1 0 0 0,61-44 0 0 0,-95 58 360 0 0,-5 5 69 0 0,0-2 0 0 0,14-12 1 0 0,-22 17-33 0 0,0 0 1 0 0,0 0 0 0 0,-1 0 0 0 0,0 0-1 0 0,1 0 1 0 0,-1-1 0 0 0,0 1 0 0 0,-1-1-1 0 0,1 1 1 0 0,-1-1 0 0 0,1 0 0 0 0,0-5-1 0 0,-1 2-411 0 0,0-1 0 0 0,-1 1-1 0 0,0-1 1 0 0,0 1 0 0 0,-1 0-1 0 0,0-1 1 0 0,-2-7 0 0 0,-16-50-2219 0 0,15 53 2804 0 0,-1 1-1 0 0,0 0 1 0 0,-1 1-1 0 0,0-1 0 0 0,0 1 1 0 0,-1 0-1 0 0,-1 1 0 0 0,1-1 1 0 0,-2 2-1 0 0,1-1 0 0 0,-1 1 1 0 0,0 0-1 0 0,-1 1 1 0 0,0 0-1 0 0,0 1 0 0 0,-1 0 1 0 0,1 0-1 0 0,-1 1 0 0 0,-21-6 1 0 0,30 10 4 0 0,0 0 1 0 0,0 1 0 0 0,0-1-1 0 0,0 1 1 0 0,0 0 0 0 0,-1 0-1 0 0,1 0 1 0 0,0 0 0 0 0,0 0-1 0 0,0 0 1 0 0,0 0 0 0 0,-1 1-1 0 0,1-1 1 0 0,0 1-1 0 0,0 0 1 0 0,0 0 0 0 0,-2 1-1 0 0,1 0 158 0 0,0 0 1 0 0,0 1-1 0 0,1-1 0 0 0,-1 1 0 0 0,1 0 0 0 0,0-1 0 0 0,0 1 0 0 0,0 0 0 0 0,0 0 0 0 0,0 1 0 0 0,-2 4 0 0 0,-6 18 553 0 0,0 1-1 0 0,2 0 0 0 0,0 0 1 0 0,2 1-1 0 0,-2 33 1 0 0,4-19-762 0 0,2 0 0 0 0,8 84 0 0 0,23 208 797 0 0,-17-134-774 0 0,69 368 0 0 0,-54-473-2304 0 0,-23-85 1754 0 0,-4-9 435 0 0,0-1 0 0 0,1 0 0 0 0,-1 1 0 0 0,0-1 0 0 0,0 0 0 0 0,0 1 0 0 0,1-1 0 0 0,-1 0 0 0 0,0 1 0 0 0,0-1 0 0 0,0 1 0 0 0,0-1 0 0 0,0 0 0 0 0,0 1 0 0 0,0-1 0 0 0,1 1 0 0 0,-1-1 0 0 0,0 1 0 0 0,-1-1 0 0 0,1 0 0 0 0,0 1 0 0 0,0-1 0 0 0,0 1 0 0 0,0-1 0 0 0,0 0 0 0 0,0 1 0 0 0,0-1 0 0 0,-1 0 0 0 0,1 1 0 0 0,0-1 0 0 0,0 1 0 0 0,0-1 0 0 0,-1 0 0 0 0,1 0 0 0 0,0 1 0 0 0,-1-1 0 0 0,-15-4-2257 0 0,8 0 1542 0 0,-218-94-5151 0 0,-18-7 6700 0 0,179 80 1685 0 0,-118-28 1 0 0,133 46 676 0 0,38 6-584 0 0,14 3-1189 0 0,24 2-750 0 0,-14-2-612 0 0,23 3 22 0 0,0-2 0 0 0,0-1 0 0 0,0-2 0 0 0,0-1-1 0 0,63-11 1 0 0,-34-1 88 0 0,-1-2-1 0 0,73-28 1 0 0,-74 18-270 0 0,0-2 1 0 0,95-60-1 0 0,98-90-2854 0 0,131-154-5749 0 0,-222 171 3601 0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03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602 183 480 0 0,'0'-17'1071'0'0,"-1"-1"-1"0"0,0 1 1 0 0,-2 0-1 0 0,0 0 0 0 0,-6-20 1 0 0,8 34-830 0 0,0-1 0 0 0,0 1 0 0 0,-1 0 0 0 0,1 0 1 0 0,-1 0-1 0 0,0 0 0 0 0,0 0 0 0 0,0 0 0 0 0,0 0 0 0 0,0 1 1 0 0,-1-1-1 0 0,1 1 0 0 0,-1-1 0 0 0,0 1 0 0 0,1 0 0 0 0,-1 0 1 0 0,0 0-1 0 0,0 0 0 0 0,0 1 0 0 0,-1-1 0 0 0,1 1 0 0 0,0 0 1 0 0,-1 0-1 0 0,1 0 0 0 0,0 0 0 0 0,-1 1 0 0 0,1-1 0 0 0,-1 1 1 0 0,1 0-1 0 0,-1 0 0 0 0,-6 1 0 0 0,1 1 48 0 0,0 1 1 0 0,0-1-1 0 0,1 2 1 0 0,-1-1-1 0 0,1 1 1 0 0,0 0-1 0 0,0 1 0 0 0,0 0 1 0 0,1 0-1 0 0,-14 13 1 0 0,10-10-206 0 0,-60 47 597 0 0,3 3-1 0 0,-77 86 0 0 0,139-138-527 0 0,1 0-1 0 0,0 1 1 0 0,0 0 0 0 0,0 0-1 0 0,1 0 1 0 0,0 0 0 0 0,0 1-1 0 0,-3 11 1 0 0,8-18-135 0 0,0 0 1 0 0,0 0-1 0 0,1 0 0 0 0,-1-1 1 0 0,0 1-1 0 0,1-1 0 0 0,-1 1 1 0 0,1-1-1 0 0,-1 1 0 0 0,0-1 1 0 0,1 0-1 0 0,-1 0 0 0 0,1 0 1 0 0,1 0-1 0 0,-1 0 1 0 0,89 7 215 0 0,-54-6-151 0 0,71 13 0 0 0,-101-13-122 0 0,0 1 0 0 0,-1 0 0 0 0,0 0-1 0 0,1 0 1 0 0,-1 1 0 0 0,0 0 0 0 0,0 0 0 0 0,0 1 0 0 0,-1-1 0 0 0,1 1 0 0 0,-1 1 0 0 0,0-1 0 0 0,0 1 0 0 0,-1-1 0 0 0,1 1 0 0 0,-1 1 0 0 0,0-1 0 0 0,0 1-1 0 0,-1-1 1 0 0,1 1 0 0 0,-1 0 0 0 0,-1 1 0 0 0,1-1 0 0 0,-1 0 0 0 0,0 1 0 0 0,0-1 0 0 0,1 13 0 0 0,-1 1 58 0 0,0-1 0 0 0,-1 1-1 0 0,-1-1 1 0 0,-1 1 0 0 0,-1 0 0 0 0,-8 36 0 0 0,-4 1 141 0 0,-23 55 1 0 0,8-40 14 0 0,-54 101-1 0 0,-50 53 198 0 0,120-205-383 0 0,-101 155-218 0 0,109-172-790 0 0,4-10-670 0 0,6-45-3647 0 0,-4-45-1654 0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03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36 880 0 0,'-12'-36'7204'0'0,"7"36"-3283"0"0,3 8-3200 0 0,9 0-481 0 0,5-2 320 0 0,0 0-80 0 0,4 6 1 0 0,98 58 1119 0 0,19-12-159 0 0,-22-20-641 0 0,-35 8-399 0 0,-26 18-401 0 0,-19 10-321 0 0,14 4-3040 0 0,-14-20-5443 0 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04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7 400 0 0,'4'-6'4657'0'0,"-23"23"131"0"0,-97 96 5763 0 0,72-64-6475 0 0,44-49-4063 0 0,0 1-1 0 0,0-1 1 0 0,0 0-1 0 0,-1 0 0 0 0,1 0 1 0 0,0 0-1 0 0,0 0 1 0 0,0 0-1 0 0,0 0 0 0 0,0 1 1 0 0,0-1-1 0 0,0 0 1 0 0,-1 0-1 0 0,1 0 0 0 0,0 0 1 0 0,0 0-1 0 0,0 1 1 0 0,0-1-1 0 0,0 0 1 0 0,0 0-1 0 0,0 0 0 0 0,0 0 1 0 0,0 1-1 0 0,0-1 1 0 0,0 0-1 0 0,0 0 0 0 0,0 0 1 0 0,0 0-1 0 0,0 1 1 0 0,0-1-1 0 0,0 0 0 0 0,0 0 1 0 0,0 0-1 0 0,0 0 1 0 0,0 1-1 0 0,1-1 1 0 0,-1 0-1 0 0,0 0 0 0 0,0 0 1 0 0,0 0-1 0 0,0 0 1 0 0,0 0-1 0 0,0 1 0 0 0,0-1 1 0 0,0 0-1 0 0,1 0 1 0 0,-1 0-1 0 0,0 0 0 0 0,0 0 1 0 0,16-3-468 0 0,-7 1 269 0 0,0 0 0 0 0,1 0 1 0 0,-1 1-1 0 0,0 0 0 0 0,0 1 0 0 0,14 1 0 0 0,8-1 153 0 0,37-5 54 0 0,0-3 0 0 0,-1-2 0 0 0,68-21 0 0 0,-7 2-1292 0 0,-43 17-450 0 0,-53 13 1093 0 0,-31-1 612 0 0,0 0 0 0 0,0 1-1 0 0,0-1 1 0 0,0 0 0 0 0,-1 1 0 0 0,1-1 0 0 0,0 0-1 0 0,0 1 1 0 0,0-1 0 0 0,-1 1 0 0 0,1-1-1 0 0,0 1 1 0 0,-1-1 0 0 0,1 1 0 0 0,0 0 0 0 0,-1-1-1 0 0,1 1 1 0 0,0 1 0 0 0,-1 0 10 0 0,1 1 0 0 0,-1-1-1 0 0,0 1 1 0 0,0 0 0 0 0,0-1 0 0 0,-1 1 0 0 0,1-1 0 0 0,0 1 0 0 0,-1-1-1 0 0,0 1 1 0 0,0-1 0 0 0,1 1 0 0 0,-1-1 0 0 0,-1 0 0 0 0,1 1 0 0 0,-2 2 0 0 0,-5 11-21 0 0,-1-1 1 0 0,0 0 0 0 0,-1-1-1 0 0,0 0 1 0 0,-2-1 0 0 0,-24 24-1 0 0,15-20 115 0 0,0-1-1 0 0,0-1 1 0 0,-2 0-1 0 0,-25 11 1 0 0,35-20 2 0 0,8-4-48 0 0,0 0-1 0 0,0 0 1 0 0,0 1-1 0 0,0 0 1 0 0,1 0-1 0 0,-1 0 1 0 0,1 1-1 0 0,0-1 1 0 0,0 1-1 0 0,-4 5 1 0 0,7-8-34 0 0,0 0 0 0 0,1 0 0 0 0,0 0 1 0 0,-1 0-1 0 0,1 0 0 0 0,-1 0 0 0 0,1 0 0 0 0,0 0 0 0 0,0 0 1 0 0,0 0-1 0 0,0 0 0 0 0,0 0 0 0 0,0 0 0 0 0,0 0 0 0 0,0 0 1 0 0,0 0-1 0 0,0 1 0 0 0,0-1 0 0 0,1 0 0 0 0,-1 0 1 0 0,0 0-1 0 0,1 0 0 0 0,-1 0 0 0 0,2 1 0 0 0,19 22 108 0 0,-10-16-99 0 0,-1 0-1 0 0,2-1 1 0 0,-1 0 0 0 0,1-1-1 0 0,0 0 1 0 0,23 7-1 0 0,-5-4-281 0 0,57 10 1 0 0,-79-18 215 0 0,1 0 2 0 0,1 1 0 0 0,-1 0 0 0 0,16 6 0 0 0,-22-7 37 0 0,-1 0 0 0 0,0 0 0 0 0,0 0 0 0 0,0 0 1 0 0,0 0-1 0 0,0 1 0 0 0,-1-1 0 0 0,1 0 0 0 0,0 1 0 0 0,0 0 0 0 0,-1-1 1 0 0,1 1-1 0 0,-1 0 0 0 0,0 0 0 0 0,0 0 0 0 0,1 0 0 0 0,-1 0 0 0 0,0 0 1 0 0,0 0-1 0 0,-1 0 0 0 0,2 3 0 0 0,-2 1-15 0 0,1 0 0 0 0,-1 1 0 0 0,0-1 0 0 0,0 0 0 0 0,-1 0 0 0 0,0 1 0 0 0,0-1 0 0 0,0 0 0 0 0,-1 0 0 0 0,-4 11 0 0 0,-5 7-58 0 0,-16 28 1 0 0,19-39 55 0 0,-82 132 87 0 0,20-37 707 0 0,70-106-755 0 0,-1-1 0 0 0,0 0 0 0 0,0 0 0 0 0,0 0 0 0 0,1 0 0 0 0,-1 1-1 0 0,1-1 1 0 0,-1 0 0 0 0,1 0 0 0 0,-1 1 0 0 0,1-1 0 0 0,0 0 0 0 0,0 1 0 0 0,0-1 0 0 0,-1 1 0 0 0,1-1-1 0 0,0 0 1 0 0,1 1 0 0 0,-1-1 0 0 0,0 0 0 0 0,0 1 0 0 0,1-1 0 0 0,-1 0 0 0 0,1 3 0 0 0,1-2 8 0 0,0 0 0 0 0,0 0 0 0 0,0-1 1 0 0,0 1-1 0 0,0-1 0 0 0,1 1 0 0 0,-1-1 1 0 0,0 0-1 0 0,1 0 0 0 0,4 2 0 0 0,0-1-11 0 0,-1 0 0 0 0,1 0-1 0 0,0-1 1 0 0,0 1 0 0 0,0-2-1 0 0,0 1 1 0 0,0-1-1 0 0,0 0 1 0 0,0 0 0 0 0,-1-1-1 0 0,1 0 1 0 0,0-1 0 0 0,0 1-1 0 0,0-1 1 0 0,-1 0 0 0 0,1-1-1 0 0,-1 1 1 0 0,0-1-1 0 0,0-1 1 0 0,7-4 0 0 0,4-3-357 0 0,-2-1 0 0 0,0 0 0 0 0,0-2 0 0 0,-1 1 0 0 0,-1-2 0 0 0,12-16 0 0 0,-6 6-2760 0 0,22-43 0 0 0,16-47-5870 0 0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04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18 3362 0 0,'-7'-18'7523'0'0,"0"26"-3121"0"0,2 16-3762 0 0,-7 42-720 0 0,-7 42 560 0 0,0 12 801 0 0,10-10 2801 0 0,2 15-1441 0 0,0-13-2001 0 0,2-6-960 0 0,-4 4-240 0 0,9-10 240 0 0,4-18-80 0 0,11-30-2161 0 0,13-36-4083 0 0,5-52-4481 0 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04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66 6323 0 0,'-8'-7'1120'0'0,"-40"-30"7204"0"0,78 28-6043 0 0,-2 4-2009 0 0,-1 2-1 0 0,1 0 0 0 0,0 2 0 0 0,0 1 0 0 0,0 1 1 0 0,-1 1-1 0 0,1 2 0 0 0,38 10 0 0 0,-51-11-290 0 0,1 1 1 0 0,0 1-1 0 0,-1 1 0 0 0,0 0 0 0 0,20 11 0 0 0,-29-13 17 0 0,1 0-1 0 0,-2 1 1 0 0,1-1 0 0 0,0 1 0 0 0,-1 0 0 0 0,0 0-1 0 0,0 1 1 0 0,0 0 0 0 0,-1 0 0 0 0,0 0-1 0 0,0 0 1 0 0,-1 1 0 0 0,1-1 0 0 0,2 10 0 0 0,-2-3 8 0 0,-1 0 0 0 0,-1-1 0 0 0,0 1 0 0 0,-1 0 0 0 0,0 24 0 0 0,-10 66-42 0 0,0-47-2 0 0,-3 0 0 0 0,-21 61 0 0 0,-47 103 187 0 0,-18 61-1745 0 0,98-280 1273 0 0,0-1 0 0 0,0 1 0 0 0,0 0 1 0 0,0 0-1 0 0,-1 0 0 0 0,1 0 0 0 0,0-1 0 0 0,0 1 1 0 0,-1 0-1 0 0,1 0 0 0 0,0-1 0 0 0,-1 1 0 0 0,1 0 1 0 0,-1-1-1 0 0,1 1 0 0 0,-1 0 0 0 0,1-1 0 0 0,-1 1 0 0 0,-1 0 1 0 0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05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474 40 1281 0 0,'-5'-2'277'0'0,"-18"-5"2890"0"0,21 2-911 0 0,14 0-166 0 0,42-2 1098 0 0,71-4 1531 0 0,-91 9-3517 0 0,1 1-1 0 0,34 5 1 0 0,-65-4-1208 0 0,0 1 0 0 0,-1 0 0 0 0,1-1 0 0 0,-1 2 0 0 0,1-1 0 0 0,4 2 0 0 0,-7-2-32 0 0,-1-1 1 0 0,1 0-1 0 0,-1 0 1 0 0,1 1-1 0 0,-1-1 1 0 0,1 0-1 0 0,-1 1 1 0 0,1-1-1 0 0,-1 1 1 0 0,0-1-1 0 0,1 1 1 0 0,-1-1-1 0 0,0 1 1 0 0,1-1-1 0 0,-1 1 1 0 0,0-1-1 0 0,0 1 1 0 0,1-1 0 0 0,-1 1-1 0 0,0-1 1 0 0,0 1-1 0 0,0-1 1 0 0,0 1-1 0 0,0 1 1 0 0,-1 0-150 0 0,0 1-1 0 0,0 0 1 0 0,0-1 0 0 0,0 1 0 0 0,-1-1 0 0 0,0 1 0 0 0,1-1 0 0 0,-1 0 0 0 0,0 0 0 0 0,0 0-1 0 0,-3 3 1 0 0,-7 8-30 0 0,-4 5 292 0 0,-2-1 1 0 0,-18 15-1 0 0,-6 4 339 0 0,42-36-398 0 0,0 0 0 0 0,0 1-1 0 0,0-1 1 0 0,0 0 0 0 0,0 1-1 0 0,0-1 1 0 0,0 0-1 0 0,0 1 1 0 0,1-1 0 0 0,-1 0-1 0 0,0 0 1 0 0,0 1-1 0 0,0-1 1 0 0,0 0 0 0 0,0 1-1 0 0,1-1 1 0 0,-1 0 0 0 0,0 0-1 0 0,0 1 1 0 0,0-1-1 0 0,1 0 1 0 0,-1 0 0 0 0,0 1-1 0 0,0-1 1 0 0,1 0-1 0 0,-1 0 1 0 0,0 0 0 0 0,0 0-1 0 0,1 0 1 0 0,-1 1 0 0 0,0-1-1 0 0,1 0 1 0 0,-1 0-1 0 0,0 0 1 0 0,1 0 0 0 0,-1 0-1 0 0,0 0 1 0 0,1 0-1 0 0,-1 0 1 0 0,1 0 0 0 0,23 7 38 0 0,-21-6-15 0 0,23 5 110 0 0,45 4 0 0 0,-47-8-97 0 0,0 1 0 0 0,46 13 0 0 0,-66-15-54 0 0,-1 0 1 0 0,0 0-1 0 0,1 0 0 0 0,-1 1 1 0 0,0-1-1 0 0,0 1 1 0 0,0 0-1 0 0,0 0 1 0 0,0 0-1 0 0,0 0 1 0 0,0 0-1 0 0,-1 1 0 0 0,1-1 1 0 0,-1 1-1 0 0,0 0 1 0 0,1 0-1 0 0,-1 0 1 0 0,-1 0-1 0 0,1 0 1 0 0,0 0-1 0 0,-1 0 0 0 0,1 0 1 0 0,-1 1-1 0 0,0-1 1 0 0,0 1-1 0 0,-1-1 1 0 0,1 1-1 0 0,-1-1 0 0 0,1 1 1 0 0,-1-1-1 0 0,0 1 1 0 0,-1 0-1 0 0,1-1 1 0 0,0 1-1 0 0,-1-1 1 0 0,0 1-1 0 0,0-1 0 0 0,-2 5 1 0 0,-2 6 9 0 0,-1 0-1 0 0,-1 0 1 0 0,0-1-1 0 0,-1 0 1 0 0,0 0-1 0 0,-1-1 1 0 0,-17 19 0 0 0,-3-1-17 0 0,-2-1 1 0 0,0-1 0 0 0,-2-2-1 0 0,-1-1 1 0 0,-1-2 0 0 0,-1-1-1 0 0,-69 30 1 0 0,-40 9 93 0 0,-220 108 924 0 0,319-141-276 0 0,37-17-390 0 0,13-3 529 0 0,22 3 1008 0 0,-16-8-1613 0 0,12 3-44 0 0,1 0 0 0 0,0-2 0 0 0,1 0 0 0 0,31 0 0 0 0,99-7-50 0 0,-152 3-167 0 0,541-64 657 0 0,-26 2-939 0 0,-490 61 44 0 0,1 0 0 0 0,-1 2 0 0 0,31 5 0 0 0,-47-5-196 0 0,0 2 1 0 0,1 0-1 0 0,-1 0 1 0 0,-1 1 0 0 0,1 0-1 0 0,-1 1 1 0 0,1 0-1 0 0,-1 1 1 0 0,17 12-1 0 0,-23-14-290 0 0,0-1-1 0 0,0 1 0 0 0,0 0 0 0 0,0 0 0 0 0,-1 0 0 0 0,0 0 0 0 0,0 1 1 0 0,5 8-1 0 0,-5-5-1493 0 0,-1 0 0 0 0,0 0 1 0 0,0 0-1 0 0,1 14 0 0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6:57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0 1441 0 0,'-16'32'2058'0'0,"2"0"1"0"0,1 1 0 0 0,2 0 0 0 0,1 1-1 0 0,-10 64 1 0 0,-11 136 1914 0 0,-55 294-3144 0 0,59-364 538 0 0,-10 288 1 0 0,58 848-344 0 0,-10-929-741 0 0,57 499 145 0 0,-29-469-282 0 0,111 780-80 0 0,-31-576-337 0 0,-42-225-391 0 0,-57-274 444 0 0,44 204-227 0 0,-39-211 236 0 0,39 101 0 0 0,-57-181-118 0 0,0-1 0 0 0,0-1 1 0 0,2 1-1 0 0,0-1 0 0 0,1-1 0 0 0,1 1 0 0 0,15 16 1 0 0,-24-30 9 0 0,1-1 1 0 0,-1 0-1 0 0,1 0 1 0 0,0 0-1 0 0,0 0 1 0 0,-1 0-1 0 0,1 0 1 0 0,0 0-1 0 0,1-1 1 0 0,-1 0-1 0 0,0 0 1 0 0,0 0-1 0 0,0 0 1 0 0,1 0-1 0 0,5 0 1 0 0,-6-1-54 0 0,1 0 0 0 0,-1-1 0 0 0,1 0 0 0 0,-1 1 1 0 0,0-1-1 0 0,1-1 0 0 0,-1 1 0 0 0,0 0 0 0 0,0-1 0 0 0,0 1 0 0 0,0-1 0 0 0,0 0 0 0 0,0 0 0 0 0,-1 0 0 0 0,1-1 1 0 0,4-4-1 0 0,10-14-1983 0 0,0-1 1 0 0,16-29 0 0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6:58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6 5122 0 0,'7'-6'2345'0'0,"-6"6"-2168"0"0,1 0 1 0 0,-1 0-1 0 0,0 1 1 0 0,0-1-1 0 0,0 0 1 0 0,1 0-1 0 0,-1 1 0 0 0,0-1 1 0 0,0 1-1 0 0,0-1 1 0 0,0 1-1 0 0,0-1 1 0 0,2 3-1 0 0,21 14 769 0 0,0 2 0 0 0,-1 1 0 0 0,-2 1 0 0 0,0 0 0 0 0,32 44 0 0 0,-19-18 79 0 0,-3 1 0 0 0,39 77 0 0 0,143 386 1377 0 0,-150-350-1883 0 0,270 818-52 0 0,-284-791-284 0 0,41 316-1 0 0,-33 187 187 0 0,-42 408 176 0 0,-114-6-317 0 0,-232 645-1775 0 0,118-950 1778 0 0,167-666-380 0 0,-69 130-1 0 0,71-171-521 0 0,-3-3 0 0 0,-80 102 0 0 0,114-164 174 0 0,-1 0-1 0 0,0 0 1 0 0,-1-2 0 0 0,-1 0-1 0 0,-18 14 1 0 0,25-23-99 0 0,0 0-1 0 0,1 0 1 0 0,-1-1-1 0 0,-1 0 1 0 0,1 0-1 0 0,-1-1 1 0 0,1 0-1 0 0,-1-1 1 0 0,0 0-1 0 0,0 0 1 0 0,0-1-1 0 0,-14-1 1 0 0,1-1-1939 0 0,-44-10 1 0 0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05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1243 1 560 0 0,'-1242'1210'-240'0'0,"1303"-1136"0"0"0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06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164 324 1121 0 0,'1'1'211'0'0,"0"-1"0"0"0,-1 1 0 0 0,1-1 0 0 0,-1 1 0 0 0,1-1 0 0 0,-1 1 0 0 0,1-1 0 0 0,-1 1 0 0 0,1 0 0 0 0,-1-1 0 0 0,0 1 0 0 0,1 0 0 0 0,-1-1 0 0 0,0 1 0 0 0,1 0 0 0 0,-1-1 0 0 0,0 1 0 0 0,0 0 0 0 0,0 1 0 0 0,0 2 126 0 0,-1-1 0 0 0,1 0 0 0 0,-1 1 0 0 0,0-1 0 0 0,-1 0 0 0 0,1 0 0 0 0,0 0 0 0 0,-1 0 0 0 0,-3 5 0 0 0,-35 53 1912 0 0,-27 43 291 0 0,59-91-2048 0 0,1 1 0 0 0,0 0 1 0 0,1 1-1 0 0,1-1 1 0 0,0 1-1 0 0,1 0 1 0 0,-3 17-1 0 0,6-24-163 0 0,1 0-1 0 0,0 0 0 0 0,0 0 1 0 0,1 0-1 0 0,0 0 1 0 0,0 0-1 0 0,0 0 0 0 0,1 0 1 0 0,1-1-1 0 0,-1 1 1 0 0,1 0-1 0 0,1-1 0 0 0,6 12 1 0 0,-1-6-145 0 0,0-1 1 0 0,1-1 0 0 0,0 0-1 0 0,1 0 1 0 0,0-1 0 0 0,0 0-1 0 0,1-1 1 0 0,0-1 0 0 0,1 0-1 0 0,0 0 1 0 0,0-1-1 0 0,1-1 1 0 0,0 0 0 0 0,18 4-1 0 0,-11-3-266 0 0,1-2-1 0 0,1 0 1 0 0,-1-2 0 0 0,1 0-1 0 0,-1-2 1 0 0,1 0-1 0 0,0-2 1 0 0,36-5-1 0 0,-37 2 56 0 0,-1-1-1 0 0,0-2 0 0 0,-1 0 0 0 0,1-1 1 0 0,-2-1-1 0 0,1-1 0 0 0,-1-1 0 0 0,32-24 1 0 0,-21 12 34 0 0,-2-2 0 0 0,0-2 0 0 0,-2 0 1 0 0,25-35-1 0 0,-30 35-13 0 0,-1-1 1 0 0,-1-2-1 0 0,-2 0 0 0 0,-1 0 1 0 0,18-49-1 0 0,-29 64-13 0 0,0 0-1 0 0,-1 0 1 0 0,-1 0-1 0 0,0-1 1 0 0,-1 1-1 0 0,-1-1 1 0 0,0 1-1 0 0,-1-1 1 0 0,-1 0-1 0 0,0 1 1 0 0,-1-1-1 0 0,-1 1 1 0 0,-9-30-1 0 0,7 34 16 0 0,0 1-1 0 0,0 0 1 0 0,-1 0-1 0 0,0 0 0 0 0,-1 0 1 0 0,0 1-1 0 0,0 1 1 0 0,-1-1-1 0 0,-17-14 1 0 0,8 10 37 0 0,-1 1 0 0 0,0 0 0 0 0,-1 1 0 0 0,-21-8 0 0 0,21 10 30 0 0,0 2 0 0 0,0 0 0 0 0,-1 2 0 0 0,0 0 0 0 0,0 1 0 0 0,-35-3 0 0 0,39 7-57 0 0,0 0 0 0 0,0 1 0 0 0,-1 1 0 0 0,1 0-1 0 0,0 1 1 0 0,0 1 0 0 0,1 0 0 0 0,-29 13 0 0 0,27-10-69 0 0,2 1 0 0 0,-1 0 0 0 0,1 2 0 0 0,-22 16 0 0 0,33-22-68 0 0,-1 0 0 0 0,0 1 0 0 0,1 0-1 0 0,0 0 1 0 0,0 0 0 0 0,0 0 0 0 0,1 0-1 0 0,-1 1 1 0 0,1 0 0 0 0,1 0 0 0 0,-1 0-1 0 0,1 0 1 0 0,0 0 0 0 0,0 0 0 0 0,-1 11-1 0 0,3-3-335 0 0,-1 0 0 0 0,2-1 0 0 0,0 1 0 0 0,0 0 0 0 0,5 13-1 0 0,21 71-5559 0 0,18 16-5125 0 0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06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93 194 2241 0 0,'-50'6'2801'0'0,"14"-6"-720"0"0,29-2-240 0 0,14 2-160 0 0,5-6-401 0 0,0-6-479 0 0,80-76-3522 0 0,8-4-5923 0 0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06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0 1841 0 0,'-85'84'8564'0'0,"28"2"3761"0"0,24 20-8243 0 0,16 10-4722 0 0,12-6-320 0 0,5-24 719 0 0,-5 4 402 0 0,-2 25-81 0 0,0 21-2482 0 0,-7 10-5521 0 0,-14 2-2162 0 0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07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143 208 4802 0 0,'-18'-29'2452'0'0,"4"7"349"0"0,-18-38 1 0 0,30 54-2552 0 0,0 1 1 0 0,-1-1-1 0 0,2 0 1 0 0,-1 0 0 0 0,1 0-1 0 0,0 0 1 0 0,0 0-1 0 0,0 0 1 0 0,1 0-1 0 0,0 0 1 0 0,1 0-1 0 0,0-8 1 0 0,6 3 1106 0 0,-5 14-609 0 0,-4 15-25 0 0,-42 310 653 0 0,41-282-1161 0 0,3 0 1 0 0,1 1-1 0 0,3-1 0 0 0,1 0 1 0 0,17 65-1 0 0,-17-93-122 0 0,1-1 0 0 0,0 0-1 0 0,2 0 1 0 0,-1-1 0 0 0,2 0 0 0 0,16 23 0 0 0,-21-33-52 0 0,1 0 1 0 0,0 0-1 0 0,0-1 1 0 0,1 1 0 0 0,-1-1-1 0 0,1-1 1 0 0,0 1 0 0 0,1-1-1 0 0,-1 0 1 0 0,1 0 0 0 0,0 0-1 0 0,0-1 1 0 0,0-1-1 0 0,0 1 1 0 0,0-1 0 0 0,1 0-1 0 0,-1 0 1 0 0,9 0 0 0 0,-7-2 3 0 0,0 0 0 0 0,0-1 1 0 0,1 0-1 0 0,-1-1 1 0 0,0 0-1 0 0,0 0 1 0 0,-1-1-1 0 0,1 0 1 0 0,0 0-1 0 0,-1-1 0 0 0,11-7 1 0 0,-3 1 32 0 0,-1 0-1 0 0,0-1 1 0 0,-1-1 0 0 0,24-25-1 0 0,-20 16-17 0 0,0-1 0 0 0,-2-1 0 0 0,-1-1 0 0 0,13-27 0 0 0,-7 8-10 0 0,24-71 0 0 0,-37 89-86 0 0,-1 0-1 0 0,-1 0 0 0 0,-1 0 1 0 0,-1-1-1 0 0,1-34 0 0 0,-5 50 21 0 0,0 0 0 0 0,-1-1 0 0 0,-1 1-1 0 0,1 0 1 0 0,-2 0 0 0 0,1 0 0 0 0,-2 0-1 0 0,1 0 1 0 0,-1 1 0 0 0,-1-1 0 0 0,1 1-1 0 0,-2 0 1 0 0,1 0 0 0 0,-1 1 0 0 0,-14-16-1 0 0,8 12 34 0 0,-1 1-1 0 0,0-1 1 0 0,-1 2 0 0 0,0 0-1 0 0,-1 1 1 0 0,0 0-1 0 0,0 1 1 0 0,-1 1 0 0 0,0 0-1 0 0,0 1 1 0 0,0 1 0 0 0,-1 1-1 0 0,0 0 1 0 0,-21-2-1 0 0,24 5-11 0 0,-1 0 0 0 0,0 1-1 0 0,0 1 1 0 0,1 0 0 0 0,-1 1-1 0 0,0 1 1 0 0,1 0 0 0 0,0 1 0 0 0,0 0-1 0 0,0 2 1 0 0,0-1 0 0 0,1 2-1 0 0,0-1 1 0 0,0 2 0 0 0,0 0-1 0 0,1 0 1 0 0,-12 12 0 0 0,15-12-25 0 0,0 1 0 0 0,0 0 0 0 0,1 1 1 0 0,1-1-1 0 0,-1 2 0 0 0,2-1 0 0 0,-1 1 0 0 0,1 0 1 0 0,-5 13-1 0 0,9-18-170 0 0,1-1 0 0 0,-1 1 0 0 0,1-1 0 0 0,0 1 0 0 0,0-1 1 0 0,0 1-1 0 0,1 0 0 0 0,0-1 0 0 0,0 1 0 0 0,0 0 0 0 0,1-1 0 0 0,0 1 0 0 0,0 0 1 0 0,1-1-1 0 0,-1 1 0 0 0,1-1 0 0 0,0 0 0 0 0,1 0 0 0 0,-1 1 0 0 0,1-1 0 0 0,6 8 0 0 0,0-3-1893 0 0,0 0-1 0 0,1-1 1 0 0,0 0-1 0 0,13 7 0 0 0</inkml:trace>
  <inkml:trace contextRef="#ctx0" brushRef="#br0" timeOffset="1">989 525 3922 0 0,'38'14'12726'0'0,"-33"8"-5043"0"0,-12-20-6002 0 0,0-16-2722 0 0,-10-16 81 0 0,10 6 560 0 0,2 6-160 0 0,29-28-3122 0 0,26-35-9684 0 0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07.5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415 0 8484 0 0,'-11'14'13003'0'0,"5"-10"-11146"0"0,68 21-2044 0 0,-32-14-526 0 0,38 20-1 0 0,-58-26 636 0 0,-1 1 0 0 0,0 0 0 0 0,0 0 0 0 0,-1 1 0 0 0,11 10 0 0 0,-16-13 90 0 0,0-1 0 0 0,0 1-1 0 0,-1 0 1 0 0,1 0 0 0 0,-1 0 0 0 0,0 0-1 0 0,0 0 1 0 0,-1 0 0 0 0,1 1-1 0 0,-1-1 1 0 0,0 1 0 0 0,0-1 0 0 0,0 1-1 0 0,0-1 1 0 0,-1 6 0 0 0,0 1 26 0 0,-1 0 0 0 0,-1 0 0 0 0,0 0 0 0 0,0 0 0 0 0,-1-1 0 0 0,0 1 0 0 0,-7 14 0 0 0,-41 72 45 0 0,21-47-81 0 0,-3-1 1 0 0,-2-2 0 0 0,-1-2-1 0 0,-82 78 1 0 0,9-26 156 0 0,-89 83 763 0 0,198-180-913 0 0,-2 1 56 0 0,1 0-1 0 0,-1 0 0 0 0,1 1 0 0 0,0-1 0 0 0,-1 0 0 0 0,1 1 0 0 0,0-1 0 0 0,0 1 0 0 0,0-1 0 0 0,0 1 0 0 0,0-1 0 0 0,-1 4 0 0 0,3-4-43 0 0,0 0-1 0 0,0-1 1 0 0,0 1 0 0 0,0 0-1 0 0,0 0 1 0 0,0 0-1 0 0,0-1 1 0 0,0 1-1 0 0,0-1 1 0 0,0 1-1 0 0,1-1 1 0 0,-1 1 0 0 0,0-1-1 0 0,0 1 1 0 0,0-1-1 0 0,1 0 1 0 0,-1 0-1 0 0,0 0 1 0 0,2 0-1 0 0,99 16-280 0 0,194 6 0 0 0,-287-22 210 0 0,29 2-891 0 0,51 7 1 0 0,-77-7 163 0 0,1 1 0 0 0,0 1 0 0 0,-1 0 0 0 0,0 0 0 0 0,0 1 0 0 0,0 1 0 0 0,-1 0 0 0 0,11 7 0 0 0,-6 0-3391 0 0,21 21-1 0 0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07.8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0 480 0 0,'38'18'2802'0'0,"-48"-28"399"0"0,1 4 0 0 0,-1 4 1922 0 0,41 52-8325 0 0,33 80-8003 0 0</inkml:trace>
  <inkml:trace contextRef="#ctx0" brushRef="#br0" timeOffset="1">435 755 1361 0 0,'-7'14'9764'0'0,"-31"-6"-5762"0"0,14-8-3602 0 0,26-4 2962 0 0,-4-2-1041 0 0,2 4-1281 0 0,7 54-21449 0 0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08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25 640 0 0,'-52'12'2722'0'0,"31"-22"13365"0"0,23 4-12485 0 0,1 0-2002 0 0,-1 2-1039 0 0,5-2-1362 0 0,5 2-2881 0 0,28 24-14486 0 0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08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135 101 2481 0 0,'-37'83'1127'0'0,"-26"92"1"0"0,53-137-656 0 0,2-1 0 0 0,1 2 0 0 0,2-1 0 0 0,1 47 1 0 0,4-64-24 0 0,0-1 1 0 0,2 0 0 0 0,1 0 0 0 0,0 0-1 0 0,1 0 1 0 0,10 25 0 0 0,-12-39-65 0 0,0 0 0 0 0,0 0 0 0 0,1 0 1 0 0,0 0-1 0 0,1-1 0 0 0,-1 1 0 0 0,1-1 0 0 0,0 0 1 0 0,0 0-1 0 0,1 0 0 0 0,-1-1 0 0 0,1 1 0 0 0,0-1 1 0 0,0 0-1 0 0,1 0 0 0 0,-1-1 0 0 0,1 0 1 0 0,0 0-1 0 0,0 0 0 0 0,8 2 0 0 0,-4-3 103 0 0,1 0-1 0 0,-1-1 1 0 0,1-1-1 0 0,-1 0 1 0 0,1 0-1 0 0,-1-1 1 0 0,1 0-1 0 0,-1-1 1 0 0,1 0-1 0 0,-1-1 1 0 0,18-7-1 0 0,0 0-478 0 0,-1-3 0 0 0,-1 0 0 0 0,0-1 0 0 0,-1-2 0 0 0,0-1 0 0 0,-1 0 0 0 0,-1-2 0 0 0,-1-1-1 0 0,-1 0 1 0 0,-1-2 0 0 0,0 0 0 0 0,-2-1 0 0 0,0-2 0 0 0,24-45 0 0 0,-17 19-83 0 0,-2 0 1 0 0,-2-1 0 0 0,19-77-1 0 0,-38 121 95 0 0,0 0 0 0 0,-1 0-1 0 0,1 0 1 0 0,-1 0 0 0 0,-1 0 0 0 0,0 0-1 0 0,0 0 1 0 0,0 0 0 0 0,-1-1-1 0 0,-1 1 1 0 0,1 0 0 0 0,-1 0-1 0 0,0 1 1 0 0,-5-11 0 0 0,3 11-14 0 0,0 0 1 0 0,-1 0-1 0 0,0 1 0 0 0,0 0 1 0 0,0 0-1 0 0,-1 0 0 0 0,0 1 1 0 0,0 0-1 0 0,0 0 0 0 0,-1 1 1 0 0,1-1-1 0 0,-1 1 0 0 0,-12-5 1 0 0,4 3 16 0 0,0 1 1 0 0,0 0-1 0 0,0 1 1 0 0,0 0-1 0 0,-1 2 1 0 0,1 0-1 0 0,-1 0 1 0 0,0 2-1 0 0,1 0 1 0 0,-1 0-1 0 0,0 2 1 0 0,0 0-1 0 0,-26 7 1 0 0,28-6-132 0 0,0 2 1 0 0,1-1-1 0 0,0 2 1 0 0,0 0-1 0 0,0 0 1 0 0,1 1 0 0 0,0 1-1 0 0,0 0 1 0 0,1 1-1 0 0,0 0 1 0 0,1 0-1 0 0,-1 1 1 0 0,2 1-1 0 0,0-1 1 0 0,-11 17-1 0 0,17-21-543 0 0,-1 0-1 0 0,1 1 1 0 0,0-1-1 0 0,1 1 1 0 0,0 0-1 0 0,0 0 1 0 0,0 0-1 0 0,1 0 1 0 0,0 0-1 0 0,0 0 1 0 0,0 1-1 0 0,1-1 1 0 0,1 0-1 0 0,-1 0 1 0 0,1 0-1 0 0,3 12 1 0 0,9 22-4799 0 0,0-8 880 0 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09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166 150 80 0 0,'-57'14'15447'0'0,"10"-4"-5202"0"0,19-8-5763 0 0,11 0-2801 0 0,8-2-1281 0 0,1 0-720 0 0,8-2-561 0 0,62-48-5842 0 0,95-75-13206 0 0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09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18 10405 0 0,'-75'59'8054'0'0,"-6"-2"-3371"0"0,57-42-4330 0 0,-1-1-1 0 0,0 0 1 0 0,-1-2-1 0 0,-49 16 1 0 0,71-26-205 0 0,9 2 11 0 0,11 5-72 0 0,0 0 0 0 0,1-2 1 0 0,0 0-1 0 0,23 5 1 0 0,77 14 68 0 0,-81-20-117 0 0,-2 2 0 0 0,1 1-1 0 0,-1 1 1 0 0,39 18 0 0 0,-64-23-28 0 0,0 0 1 0 0,-1 0-1 0 0,1 0 1 0 0,-1 1-1 0 0,0 1 1 0 0,-1-1 0 0 0,0 1-1 0 0,0 1 1 0 0,0-1-1 0 0,-1 1 1 0 0,0 0-1 0 0,8 15 1 0 0,-11-15-9 0 0,1-1 0 0 0,-2 1 0 0 0,1 0 0 0 0,-1-1 0 0 0,0 1 1 0 0,-1 0-1 0 0,0 0 0 0 0,0 0 0 0 0,-1 0 0 0 0,0 1 0 0 0,0-1 0 0 0,-1 0 0 0 0,0 0 0 0 0,0 0 1 0 0,-5 14-1 0 0,2-10 24 0 0,-1 0 0 0 0,-1 1 1 0 0,0-2-1 0 0,0 1 1 0 0,-1-1-1 0 0,-1 0 1 0 0,-13 15-1 0 0,3-7-131 0 0,0 0 0 0 0,-39 28-1 0 0,49-41-89 0 0,0 0 0 0 0,0-1-1 0 0,0 0 1 0 0,-1 0-1 0 0,0-1 1 0 0,0 0 0 0 0,0 0-1 0 0,-19 3 1 0 0,24-6 68 0 0,-1 0-1 0 0,0-1 1 0 0,1 0 0 0 0,-1 0-1 0 0,0-1 1 0 0,1 1 0 0 0,-1-1-1 0 0,0 0 1 0 0,1 0 0 0 0,-1 0 0 0 0,1-1-1 0 0,0 0 1 0 0,-1 0 0 0 0,1 0-1 0 0,0 0 1 0 0,0 0 0 0 0,0-1-1 0 0,0 0 1 0 0,1 0 0 0 0,-6-5-1 0 0,3 1-902 0 0,-1-1 0 0 0,1 0 0 0 0,0 0 0 0 0,0-1 0 0 0,1 1 0 0 0,-6-16 0 0 0,-24-75-12081 0 0,34 97 12921 0 0</inkml:trace>
  <inkml:trace contextRef="#ctx0" brushRef="#br0" timeOffset="1">298 214 2161 0 0,'17'-2'3842'0'0,"-1"-4"-2642"0"0,27-10-800 0 0,21-14 2082 0 0,17-6 1359 0 0,-6 2-2560 0 0,8 0-1521 0 0,-4 8-400 0 0,-18-4-5123 0 0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12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0 640 0 0,'7'34'2081'0'0,"-7"196"2081"0"0,31 18 3121 0 0,5-5-1920 0 0,-1-1-2882 0 0,-16-10-2001 0 0,-2-29-320 0 0,-1-29 481 0 0,10-32-161 0 0,5-42-400 0 0,-5-46-800 0 0,5-38-2882 0 0,5-42-2561 0 0,-8-68-2641 0 0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12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1 191 400 0 0,'30'22'4456'0'0,"-27"-19"-3650"0"0,0 0 0 0 0,0 0-1 0 0,1 0 1 0 0,-1-1 0 0 0,1 1 0 0 0,0-1 0 0 0,0 0 0 0 0,0 0-1 0 0,0 0 1 0 0,0-1 0 0 0,0 0 0 0 0,0 1 0 0 0,0-1 0 0 0,1-1-1 0 0,-1 1 1 0 0,5 0 0 0 0,20 0 725 0 0,34-3 1 0 0,89-14-1035 0 0,-116 11-402 0 0,860-110 2506 0 0,-155 54-2965 0 0,6 34-187 0 0,-496 20 519 0 0,-154 5 25 0 0,354-9 169 0 0,-5 24 230 0 0,-208 12-110 0 0,-192-16-269 0 0,0 1 0 0 0,86 31-1 0 0,-119-36-19 0 0,1 1 1 0 0,0 1-1 0 0,-1 0 0 0 0,-1 1 0 0 0,21 15 0 0 0,-28-18 16 0 0,0-1 0 0 0,0 1 0 0 0,-1 0 0 0 0,0 0 0 0 0,0 1 0 0 0,0-1 0 0 0,-1 1 0 0 0,1 0 0 0 0,-1 0 0 0 0,-1 0 0 0 0,1 0 0 0 0,-1 0 0 0 0,0 1 0 0 0,1 8 0 0 0,-1 0 31 0 0,-1 1 1 0 0,0-1 0 0 0,-2 0-1 0 0,1 1 1 0 0,-2-1 0 0 0,-4 18-1 0 0,-28 90 189 0 0,25-94-195 0 0,-161 448 499 0 0,-31 102-333 0 0,176-484-466 0 0,9-30-1321 0 0,-36 89-1 0 0,47-140 283 0 0,-2 0 0 0 0,0-1 1 0 0,-1 0-1 0 0,-12 16 0 0 0,11-18 202 0 0,-1-1 1 0 0,0 0-1 0 0,-1 0 0 0 0,0-1 1 0 0,0-1-1 0 0,-1 1 0 0 0,0-2 1 0 0,-15 8-1 0 0,-77 28-3352 0 0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13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317 367 400 0 0,'-103'17'1734'0'0,"-102"22"4122"0"0,196-36-4105 0 0,22-2 580 0 0,106-6 4299 0 0,159-14 293 0 0,64-8-3508 0 0,897-128-4002 0 0,-848 91 280 0 0,111-6 254 0 0,606-6 0 0 0,-751 67-2615 0 0,-355 8 2482 0 0,0 1 0 0 0,0 0 0 0 0,0 0-1 0 0,0 0 1 0 0,0 0 0 0 0,0 0 0 0 0,0 0 0 0 0,-1 1 0 0 0,1-1 0 0 0,0 1 0 0 0,0-1 0 0 0,3 2 0 0 0,-5-2 98 0 0,0 1 0 0 0,0-1 0 0 0,0 0 0 0 0,0 0 0 0 0,0 1 0 0 0,0-1-1 0 0,0 0 1 0 0,0 0 0 0 0,0 1 0 0 0,-1-1 0 0 0,1 0 0 0 0,0 1 0 0 0,0-1 0 0 0,0 0 0 0 0,0 0 0 0 0,0 0-1 0 0,0 1 1 0 0,-1-1 0 0 0,1 0 0 0 0,0 0 0 0 0,0 1 0 0 0,0-1 0 0 0,0 0 0 0 0,-1 0 0 0 0,1 0 0 0 0,0 0-1 0 0,0 1 1 0 0,-1-1 0 0 0,1 0 0 0 0,0 0 0 0 0,-21 12-4007 0 0,-65 25-6349 0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13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776 1 10965 0 0,'-108'72'6999'0'0,"70"-43"-6877"0"0,1 1-1 0 0,-38 42 0 0 0,-135 133-471 0 0,168-169 738 0 0,-1-2 0 0 0,-1-2-1 0 0,-66 36 1 0 0,95-61-48 0 0,0-1 0 0 0,-19 5 0 0 0,30-10 81 0 0,7-2-363 0 0,1 1 1 0 0,0 0 0 0 0,-1-1 0 0 0,1 1-1 0 0,0 0 1 0 0,-1 1 0 0 0,1-1 0 0 0,0 1-1 0 0,-1 0 1 0 0,1 0 0 0 0,-1 0 0 0 0,1 0-1 0 0,-1 0 1 0 0,1 1 0 0 0,5 3 0 0 0,7 2 94 0 0,188 75 1118 0 0,98 43-687 0 0,-273-113-569 0 0,-1 2-1 0 0,-1 1 1 0 0,0 1 0 0 0,26 20 0 0 0,-46-30-5 0 0,-1-1-1 0 0,1 1 1 0 0,-1 0 0 0 0,-1 1-1 0 0,1-1 1 0 0,-1 1-1 0 0,0 0 1 0 0,-1 0 0 0 0,0 1-1 0 0,0 0 1 0 0,0-1 0 0 0,-1 1-1 0 0,0 0 1 0 0,-1 1-1 0 0,0-1 1 0 0,0 0 0 0 0,-1 1-1 0 0,0-1 1 0 0,0 13-1 0 0,-2-3 33 0 0,-1 0 0 0 0,-1 0 0 0 0,-1 0 0 0 0,0-1 0 0 0,-2 1 0 0 0,0-1-1 0 0,0 0 1 0 0,-2-1 0 0 0,-18 31 0 0 0,8-19 58 0 0,-2 0 1 0 0,0-2-1 0 0,-2 0 0 0 0,-37 34 1 0 0,39-42-93 0 0,-1 0 1 0 0,-1-1 0 0 0,0-1-1 0 0,-1-2 1 0 0,-34 17-1 0 0,50-27-75 0 0,-1-2 0 0 0,1 1 0 0 0,-1-1 0 0 0,0 0-1 0 0,1 0 1 0 0,-1-1 0 0 0,0 0 0 0 0,0-1 0 0 0,0 0 0 0 0,-8 0-1 0 0,11-1-22 0 0,-1 0-1 0 0,1-1 1 0 0,0 1-1 0 0,0-1 0 0 0,0 0 1 0 0,0 0-1 0 0,0-1 1 0 0,0 1-1 0 0,1-1 0 0 0,-1 0 1 0 0,1 0-1 0 0,0-1 1 0 0,0 1-1 0 0,0-1 0 0 0,0 0 1 0 0,-4-6-1 0 0,2 0-377 0 0,0 0-1 0 0,0 0 1 0 0,0-1 0 0 0,1 0-1 0 0,1 0 1 0 0,0-1 0 0 0,1 1-1 0 0,-3-14 1 0 0,-13-122-10865 0 0,19 145 11207 0 0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14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6963 0 0,'75'3'12603'0'0,"27"-11"-8504"0"0,8 0-3193 0 0,-67 8-874 0 0,0 1 0 0 0,1 3 0 0 0,-2 1 0 0 0,48 12 0 0 0,-66-11-49 0 0,0 1-1 0 0,-1 1 0 0 0,0 1 0 0 0,-1 1 0 0 0,0 1 1 0 0,0 1-1 0 0,-2 1 0 0 0,34 26 0 0 0,-44-30 21 0 0,0 1 0 0 0,-1-1-1 0 0,-1 2 1 0 0,0-1 0 0 0,0 1 0 0 0,-1 0-1 0 0,0 0 1 0 0,-1 1 0 0 0,-1 0 0 0 0,7 20-1 0 0,-7-16 7 0 0,-1 1 0 0 0,-1 1 0 0 0,0-1-1 0 0,-1 0 1 0 0,-1 1 0 0 0,-1-1 0 0 0,-3 25-1 0 0,0-17 4 0 0,-1-1 0 0 0,-2 1-1 0 0,0-1 1 0 0,-2-1 0 0 0,0 0-1 0 0,-2 0 1 0 0,0 0 0 0 0,-2-1-1 0 0,0-1 1 0 0,-1 0 0 0 0,-23 27-1 0 0,21-31 11 0 0,-1-1-1 0 0,-1-1 0 0 0,0 0 0 0 0,-1-1 1 0 0,0-1-1 0 0,-1-1 0 0 0,-1-1 0 0 0,0 0 1 0 0,0-1-1 0 0,-1-2 0 0 0,-39 12 0 0 0,41-15 1 0 0,1-1 0 0 0,-1-1 0 0 0,1-1 0 0 0,-1-1-1 0 0,0 0 1 0 0,0-1 0 0 0,0-1 0 0 0,0-1 0 0 0,1-1-1 0 0,-1 0 1 0 0,1-2 0 0 0,-1 0 0 0 0,-32-14 0 0 0,47 17-18 0 0,1 1 0 0 0,0-1 0 0 0,-1 1 0 0 0,1-1 0 0 0,0 0 0 0 0,0 0 0 0 0,1 0 0 0 0,-1-1 0 0 0,0 1 0 0 0,1-1 0 0 0,-1 1 0 0 0,1-1 0 0 0,0 0 0 0 0,0 0 0 0 0,0 0 0 0 0,0 0 0 0 0,0-1 0 0 0,-1-4 0 0 0,2 5-4 0 0,1 0 1 0 0,0 0-1 0 0,0 0 0 0 0,0 0 0 0 0,0 0 0 0 0,1 0 0 0 0,-1 0 1 0 0,1 0-1 0 0,-1 0 0 0 0,1 1 0 0 0,0-1 0 0 0,0 0 0 0 0,1 0 1 0 0,-1 0-1 0 0,0 1 0 0 0,1-1 0 0 0,0 1 0 0 0,0-1 0 0 0,2-2 1 0 0,5-4 5 0 0,0 0-1 0 0,0 0 1 0 0,0 1 0 0 0,1 1 0 0 0,1-1 0 0 0,-1 2 0 0 0,1-1 0 0 0,0 2 0 0 0,1-1 0 0 0,-1 2 0 0 0,17-6 0 0 0,12 0-8 0 0,-1 1 1 0 0,50-5-1 0 0,342-25-51 0 0,-51 34 5 0 0,-346 5-11 0 0,191 10-2323 0 0,-169-5-2443 0 0,107 26 0 0 0,-52 5-4179 0 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14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1 129 320 0 0,'7'1'1439'0'0,"6"-2"4223"0"0,-18-5-904 0 0,16 9-1143 0 0,78 16 1280 0 0,248 35 2474 0 0,49-33-5880 0 0,103-55-2463 0 0,0-35 165 0 0,139-14 738 0 0,-552 75 197 0 0,132 5 1 0 0,-194 4-35 0 0,-31-5-4986 0 0,2-4-215 0 0,-5-3-2761 0 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15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2 2241 0 0,'-7'3'10357'0'0,"-3"-7"-2288"0"0,19 4-1190 0 0,86 20-7613 0 0,360 96-1787 0 0,-123-12 2698 0 0,-234-67 108 0 0,110 58 0 0 0,-171-76-211 0 0,-1 2 0 0 0,-1 1 0 0 0,0 2 0 0 0,-2 1-1 0 0,-1 2 1 0 0,38 40 0 0 0,-59-55-51 0 0,-1 0 0 0 0,0 1 0 0 0,-1 1 0 0 0,0 0-1 0 0,-1 0 1 0 0,0 1 0 0 0,-1-1 0 0 0,-1 2 0 0 0,-1-1 0 0 0,0 1-1 0 0,-1 0 1 0 0,0 0 0 0 0,-1 0 0 0 0,-1 0 0 0 0,-1 0 0 0 0,0 1-1 0 0,-1-1 1 0 0,-1 1 0 0 0,-3 16 0 0 0,-3-1 14 0 0,-1 0 1 0 0,-2-1-1 0 0,-1-1 0 0 0,-1 1 1 0 0,-1-2-1 0 0,-36 56 1 0 0,13-32 61 0 0,-2-1 1 0 0,-74 77-1 0 0,80-97-1 0 0,-66 50 0 0 0,58-53-144 0 0,-1-3 0 0 0,-2-1 0 0 0,-57 24 0 0 0,49-28-325 0 0,-2-3 0 0 0,0-2 0 0 0,-1-2 0 0 0,-1-2 0 0 0,-96 7 0 0 0,124-17-273 0 0,0-2 1 0 0,0 0-1 0 0,0-2 1 0 0,-38-8-1 0 0,46 6-913 0 0,1-1 1 0 0,0-1-1 0 0,-33-15 0 0 0,20 3-3428 0 0,-37-26 0 0 0,68 43 4924 0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16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1 800 0 0,'-1'-1'822'0'0,"4"15"-3"0"0,30 79 964 0 0,-6-18 67 0 0,26 113 0 0 0,-23 6 2689 0 0,-3-19 699 0 0,109 519-1782 0 0,-8-53-3938 0 0,-24 10 1017 0 0,-53-249-128 0 0,-19-137-307 0 0,-23-221-927 0 0,-3-36-651 0 0,-6-8 1392 0 0,0 0 1 0 0,0 0-1 0 0,1 0 0 0 0,-1 0 1 0 0,0 0-1 0 0,0-1 0 0 0,1 1 0 0 0,-1 0 1 0 0,0 0-1 0 0,0 0 0 0 0,1 0 0 0 0,-1 0 1 0 0,0 0-1 0 0,0 0 0 0 0,1 0 0 0 0,-1-1 1 0 0,0 1-1 0 0,0 0 0 0 0,0 0 0 0 0,1 0 1 0 0,-1-1-1 0 0,0 1 0 0 0,0 0 1 0 0,0 0-1 0 0,0 0 0 0 0,0-1 0 0 0,1 1 1 0 0,-1 0-1 0 0,0 0 0 0 0,0-1 0 0 0,10-41-8664 0 0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17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20 640 0 0,'1'-1'283'0'0,"0"1"1"0"0,0-1-1 0 0,0 0 0 0 0,0 1 0 0 0,1-1 0 0 0,-1 0 0 0 0,0 1 0 0 0,0 0 1 0 0,0-1-1 0 0,1 1 0 0 0,-1 0 0 0 0,0-1 0 0 0,1 1 0 0 0,-1 0 1 0 0,0 0-1 0 0,0 0 0 0 0,1 0 0 0 0,1 1 0 0 0,12-3 1901 0 0,94-9 6147 0 0,-69 10-7702 0 0,-1 2 0 0 0,49 8 0 0 0,404 61 1625 0 0,-383-56-2191 0 0,575 52 1862 0 0,148-86-522 0 0,-705 13-1379 0 0,272-13 69 0 0,-71 2 54 0 0,914-26 734 0 0,-1003 50-791 0 0,-177-1-328 0 0,106 22-1 0 0,-153-23 176 0 0,0-1 0 0 0,0 2 1 0 0,-1 0-1 0 0,0 0 0 0 0,0 2 1 0 0,0 0-1 0 0,14 10 0 0 0,-22-13 51 0 0,-1 0 0 0 0,1 1 0 0 0,-1 0 0 0 0,-1 0-1 0 0,1 0 1 0 0,-1 1 0 0 0,0 0 0 0 0,0-1 0 0 0,0 1 0 0 0,-1 1 0 0 0,0-1-1 0 0,0 0 1 0 0,-1 1 0 0 0,0 0 0 0 0,0-1 0 0 0,0 1 0 0 0,1 12-1 0 0,-1 8 44 0 0,-1 2-1 0 0,-1-1 1 0 0,-3 28-1 0 0,-18 87 120 0 0,16-113-115 0 0,-112 591 453 0 0,-45 298-82 0 0,114-465-333 0 0,25-152-1453 0 0,18-230-1135 0 0,-16 78 1 0 0,17-130 1090 0 0,-1 0-1 0 0,-1 0 1 0 0,0 0-1 0 0,-2-1 1 0 0,0 0 0 0 0,-1 0-1 0 0,-1-1 1 0 0,-20 27-1 0 0,12-25-889 0 0,-27 25 0 0 0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17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48 298 240 0 0,'-48'4'3442'0'0,"74"8"560"0"0,181-2 6802 0 0,82-12-3840 0 0,-33-10-5364 0 0,12-4-2240 0 0,59-12-320 0 0,45-10 319 0 0,19-12 81 0 0,-35-4 160 0 0,-136 14 240 0 0,-80 14-240 0 0,-34 8-2802 0 0,-25 4-2801 0 0,-31 4-159 0 0,-41-6 1279 0 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18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648 32 320 0 0,'-1'-10'2360'0'0,"-5"-11"6961"0"0,6 21-9196 0 0,-50 80 4736 0 0,-17 18-2916 0 0,23-36-975 0 0,-6 9-873 0 0,-3-2 0 0 0,-3-3 0 0 0,-73 66-1 0 0,72-78-122 0 0,-58 57 319 0 0,97-86-253 0 0,18-25-44 0 0,0 1 0 0 0,0-1-1 0 0,-1 0 1 0 0,1 0 0 0 0,0 0 0 0 0,0 1-1 0 0,0-1 1 0 0,0 0 0 0 0,0 0 0 0 0,0 0-1 0 0,0 1 1 0 0,0-1 0 0 0,0 0-1 0 0,0 0 1 0 0,0 1 0 0 0,0-1 0 0 0,0 0-1 0 0,0 0 1 0 0,0 0 0 0 0,0 1 0 0 0,0-1-1 0 0,0 0 1 0 0,0 0 0 0 0,0 1 0 0 0,0-1-1 0 0,0 0 1 0 0,0 0 0 0 0,1 0 0 0 0,-1 1-1 0 0,0-1 1 0 0,0 0 0 0 0,0 0 0 0 0,0 0-1 0 0,0 0 1 0 0,1 1 0 0 0,-1-1 0 0 0,0 0-1 0 0,0 0 1 0 0,0 0 0 0 0,1 0 0 0 0,-1 0-1 0 0,0 0 1 0 0,0 1 0 0 0,0-1 0 0 0,1 0-1 0 0,-1 0 1 0 0,17 13-16 0 0,-2 1-1 0 0,1 1 1 0 0,-2 0 0 0 0,0 1 0 0 0,-1 0-1 0 0,0 1 1 0 0,-2 1 0 0 0,0 0 0 0 0,-1 0-1 0 0,0 1 1 0 0,-2 1 0 0 0,7 20 0 0 0,0 8-5 0 0,-2 1 0 0 0,-3 0 1 0 0,-1 0-1 0 0,2 51 0 0 0,-6 84 57 0 0,-3-55-304 0 0,-2-116-218 0 0,1 0 0 0 0,0 1-1 0 0,1-1 1 0 0,1 0 0 0 0,0 0 0 0 0,0-1-1 0 0,10 23 1 0 0,-12-34-157 0 0,0 1-1 0 0,0 0 1 0 0,0-1-1 0 0,0 1 0 0 0,1-1 1 0 0,-1 0-1 0 0,0 1 1 0 0,1-1-1 0 0,-1 0 1 0 0,3 2-1 0 0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18.6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82 6883 0 0,'12'-12'6643'0'0,"26"-8"-4642"0"0,35-10-2241 0 0,10 10 1120 0 0,10 26 81 0 0,-6 40-641 0 0,-9 28-240 0 0,-9 22 0 0 0,-21 28 80 0 0,-29-10-80 0 0,-19 3 0 0 0,-12 3-160 0 0,-10-10-160 0 0,-6-18-1041 0 0,-8-34-5602 0 0,-16-40-2001 0 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18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48 9364 0 0,'11'-8'6320'0'0,"7"-1"-4417"0"0,31-4-2589 0 0,-21 7 702 0 0,0 1 0 0 0,1 2 0 0 0,-1 0 0 0 0,45 3 0 0 0,-71 0-16 0 0,-1 0 0 0 0,1 0 0 0 0,-1 0 0 0 0,0 0 0 0 0,1 0 0 0 0,-1 1 0 0 0,0-1 0 0 0,1 1 0 0 0,-1-1 0 0 0,0 0 0 0 0,1 1 0 0 0,-1 0 0 0 0,0-1 0 0 0,0 1 0 0 0,0 0 1 0 0,0 0-1 0 0,0 0 0 0 0,0 0 0 0 0,0 0 0 0 0,0 0 0 0 0,0 0 0 0 0,0 0 0 0 0,0 0 0 0 0,0 0 0 0 0,-1 0 0 0 0,1 0 0 0 0,0 1 0 0 0,-1-1 0 0 0,1 0 0 0 0,-1 0 0 0 0,0 1 0 0 0,1-1 0 0 0,-1 0 0 0 0,0 1 0 0 0,0-1 0 0 0,0 1 0 0 0,0 1 0 0 0,-1 3-29 0 0,-1 1 1 0 0,1-1-1 0 0,-2 0 0 0 0,1 0 1 0 0,0 0-1 0 0,-6 8 0 0 0,4-5-11 0 0,-9 15-21 0 0,-1-1 0 0 0,0-1 0 0 0,-2 0 0 0 0,-1-1 0 0 0,-27 28 1 0 0,15-22 304 0 0,-1-1 1 0 0,-2-1 0 0 0,-37 23 0 0 0,73-50-215 0 0,0 1 0 0 0,0 0 0 0 0,0 0 0 0 0,0 0 0 0 0,0 1 0 0 0,0-1 0 0 0,0 1 0 0 0,1 0 0 0 0,-1 0 0 0 0,5 1 0 0 0,24-1-14 0 0,-12-3-93 0 0,0-1 0 0 0,0-1-1 0 0,-1-1 1 0 0,0 0 0 0 0,0-2 0 0 0,-1 0-1 0 0,22-13 1 0 0,14-11-3342 0 0,55-43 0 0 0,-7 1-6026 0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19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4882 0 0,'14'161'7444'0'0,"43"51"-4083"0"0,2-80-3281 0 0,-18-52-320 0 0,-13-24 160 0 0,-4-8 80 0 0,4 2-1281 0 0,-16-30-7603 0 0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19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79 240 0 0,'-10'-5'2287'0'0,"0"0"0"0"0,0 0 0 0 0,0 1 0 0 0,-1 0 0 0 0,0 1 0 0 0,1 0 0 0 0,-1 1 0 0 0,-21-2 0 0 0,26 2-1665 0 0,10 0-455 0 0,36-4-543 0 0,9 0-81 0 0,208-20-980 0 0,-239 25 1431 0 0,0 0-1 0 0,0 2 0 0 0,28 4 1 0 0,-43-5 1 0 0,-1 1 1 0 0,1-1-1 0 0,-1 1 1 0 0,1-1 0 0 0,-1 1-1 0 0,0 0 1 0 0,0 0 0 0 0,1 0-1 0 0,-1 0 1 0 0,0 0 0 0 0,0 0-1 0 0,0 1 1 0 0,0-1 0 0 0,0 1-1 0 0,0-1 1 0 0,0 1 0 0 0,-1 0-1 0 0,1 0 1 0 0,-1 0 0 0 0,1 0-1 0 0,-1 0 1 0 0,0 0 0 0 0,0 0-1 0 0,0 0 1 0 0,0 1-1 0 0,0-1 1 0 0,0 0 0 0 0,0 1-1 0 0,-1-1 1 0 0,1 1 0 0 0,-1-1-1 0 0,0 0 1 0 0,0 1 0 0 0,0-1-1 0 0,0 1 1 0 0,0-1 0 0 0,-1 5-1 0 0,-1 3-263 0 0,-1 0 1 0 0,0 0-1 0 0,-1 0 0 0 0,0 0 0 0 0,0-1 0 0 0,-1 0 1 0 0,-10 15-1 0 0,0-3 57 0 0,-1-1-1 0 0,-1-1 1 0 0,-1 0 0 0 0,-1-1-1 0 0,0-2 1 0 0,-40 28 0 0 0,-143 71 715 0 0,130-77-503 0 0,58-31 94 0 0,11-5-55 0 0,0-1 0 0 0,0 0 0 0 0,0 1 0 0 0,0-1 0 0 0,0 1 0 0 0,1 0-1 0 0,-1 0 1 0 0,1 0 0 0 0,-1 0 0 0 0,1 0 0 0 0,0 1 0 0 0,-3 2 0 0 0,6-4-20 0 0,-1-1 0 0 0,0 0 0 0 0,1 1 0 0 0,-1-1 0 0 0,1 0 0 0 0,-1 1 0 0 0,0-1 0 0 0,1 0 0 0 0,-1 0 0 0 0,1 1 0 0 0,-1-1 0 0 0,1 0 0 0 0,-1 0 0 0 0,1 0 0 0 0,-1 1 0 0 0,1-1 0 0 0,-1 0 0 0 0,1 0-1 0 0,-1 0 1 0 0,1 0 0 0 0,-1 0 0 0 0,1 0 0 0 0,-1 0 0 0 0,2 0 0 0 0,6 1 94 0 0,58 13 109 0 0,1-3 0 0 0,114 3 0 0 0,-133-13-152 0 0,0-3 1 0 0,0-2 0 0 0,0-2 0 0 0,73-18-1 0 0,-110 21-98 0 0,-4 0-200 0 0,0 1 1 0 0,1 0-1 0 0,-1 0 0 0 0,0 1 0 0 0,0 0 1 0 0,1 0-1 0 0,-1 0 0 0 0,1 1 1 0 0,-1 1-1 0 0,15 1 0 0 0,-21-2 4 0 0,1 1 0 0 0,-1-1 0 0 0,0 1 0 0 0,0-1 0 0 0,0 1 0 0 0,0-1 0 0 0,0 1 0 0 0,0-1 0 0 0,0 1 0 0 0,0 0 0 0 0,0 0 0 0 0,0 0 0 0 0,0-1 0 0 0,0 1 0 0 0,-1 0 0 0 0,1 0 0 0 0,0 0 0 0 0,0 0 0 0 0,-1 0 0 0 0,1 1-1 0 0,-1-1 1 0 0,1 0 0 0 0,-1 0 0 0 0,1 2 0 0 0,-1 2-860 0 0,0-1-1 0 0,-1 1 0 0 0,0-1 0 0 0,1 1 0 0 0,-1-1 0 0 0,-1 0 1 0 0,-1 6-1 0 0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20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12 170 1681 0 0,'-4'-6'2481'0'0,"-3"0"2081"0"0,14 2-2561 0 0,154-12 2881 0 0,33-6-2241 0 0,-25-2-2160 0 0,-11-4-561 0 0,-32 2 240 0 0,-19 6 720 0 0,-24 4 721 0 0,-29 14-1361 0 0,-30 28-5443 0 0,-41 24-3681 0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20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0 960 0 0,'-19'34'5763'0'0,"-19"48"960"0"0,33-8-5042 0 0,15-16-2161 0 0,4-12 160 0 0,3-8 320 0 0,6-6-641 0 0,10-16-639 0 0,-16-26-4323 0 0</inkml:trace>
  <inkml:trace contextRef="#ctx0" brushRef="#br0" timeOffset="1">209 130 3362 0 0,'4'-2'410'0'0,"0"-1"0"0"0,0 1 1 0 0,0 0-1 0 0,0 1 1 0 0,0-1-1 0 0,1 1 0 0 0,-1 0 1 0 0,1 0-1 0 0,-1 0 1 0 0,1 1-1 0 0,-1 0 0 0 0,1-1 1 0 0,8 2-1 0 0,6 0 594 0 0,9-1 383 0 0,35 6 0 0 0,-53-5-1242 0 0,0 1 0 0 0,1 0 1 0 0,-1 1-1 0 0,0 0 0 0 0,-1 0 0 0 0,1 1 0 0 0,10 6 0 0 0,-18-9-164 0 0,0 0 0 0 0,-1 0 0 0 0,1 1-1 0 0,0-1 1 0 0,-1 0 0 0 0,1 1 0 0 0,-1-1-1 0 0,0 1 1 0 0,1 0 0 0 0,-1-1 0 0 0,0 1-1 0 0,0 0 1 0 0,0 0 0 0 0,0-1 0 0 0,0 1-1 0 0,-1 0 1 0 0,1 0 0 0 0,0 0-1 0 0,0 3 1 0 0,-1 0-42 0 0,0 0 0 0 0,-1 0 0 0 0,1 0 0 0 0,-1 0 0 0 0,0 0 0 0 0,-2 6 0 0 0,1-3 20 0 0,-5 22-61 0 0,-15 43 0 0 0,17-63 67 0 0,1 1 1 0 0,-2-1-1 0 0,1 1 1 0 0,-1-1-1 0 0,-1-1 1 0 0,0 1-1 0 0,-10 9 0 0 0,6-8-53 0 0,-1 0-1 0 0,0-2 0 0 0,0 1 0 0 0,-1-2 0 0 0,-25 14 0 0 0,32-20 35 0 0,0 1-1 0 0,0-1 1 0 0,-1 0 0 0 0,0 0 0 0 0,1-1 0 0 0,-14 2 0 0 0,16-3 9 0 0,1 0-1 0 0,-1 0 1 0 0,0 0 0 0 0,1-1-1 0 0,-1 0 1 0 0,1 1 0 0 0,-1-1-1 0 0,1-1 1 0 0,0 1 0 0 0,-1 0-1 0 0,1-1 1 0 0,0 1-1 0 0,-6-5 1 0 0,7 4-64 0 0,0 0 0 0 0,0 1 0 0 0,1-1 0 0 0,-1 0 0 0 0,0 0 0 0 0,1 0 0 0 0,-1-1 0 0 0,1 1 0 0 0,0 0 0 0 0,0 0 0 0 0,0-1 0 0 0,0 1 0 0 0,0-1 0 0 0,1 1 0 0 0,-1-1 0 0 0,0-3 0 0 0,0-3-138 0 0,1 0 0 0 0,0 0 0 0 0,2-13 0 0 0,-1 16 105 0 0,0 0-1 0 0,0 0 1 0 0,1 1 0 0 0,0-1-1 0 0,2-5 1 0 0,32-65-2206 0 0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21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1 1361 0 0,'1'11'731'0'0,"0"1"-1"0"0,-1-1 1 0 0,-1 1 0 0 0,0-1 0 0 0,-4 18 0 0 0,1-6-7 0 0,-1 13 287 0 0,-41 212 1219 0 0,41-231-2156 0 0,-1-1 0 0 0,-1 0 0 0 0,-10 17 0 0 0,-9 24 164 0 0,16-36-196 0 0,-14 25 0 0 0,-7 14-113 0 0,28-54 60 0 0,-13 28 27 0 0,15-32-12 0 0,0 0 0 0 0,0-1 0 0 0,-1 1 0 0 0,1-1 0 0 0,-1 1 0 0 0,1-1 1 0 0,-1 1-1 0 0,1-1 0 0 0,-1 0 0 0 0,0 0 0 0 0,1 0 0 0 0,-1 0 0 0 0,0 0 1 0 0,-3 1-1 0 0,20-4 9 0 0,0 0 0 0 0,0 1 1 0 0,0 0-1 0 0,1 2 0 0 0,-1 0 1 0 0,16 3-1 0 0,-31-4-15 0 0,0 0 1 0 0,0 1-1 0 0,0-1 0 0 0,1 0 0 0 0,-1 1 1 0 0,0-1-1 0 0,0 0 0 0 0,0 1 0 0 0,0-1 1 0 0,0 1-1 0 0,0-1 0 0 0,0 0 0 0 0,0 1 1 0 0,0-1-1 0 0,0 0 0 0 0,0 1 1 0 0,0-1-1 0 0,0 1 0 0 0,0-1 0 0 0,0 0 1 0 0,0 1-1 0 0,0-1 0 0 0,-1 0 0 0 0,1 1 1 0 0,0-1-1 0 0,0 0 0 0 0,0 1 0 0 0,-1-1 1 0 0,1 0-1 0 0,0 1 0 0 0,0-1 0 0 0,-1 0 1 0 0,1 0-1 0 0,0 1 0 0 0,-1-1 0 0 0,0 0 1 0 0,-13 18 61 0 0,12-15-29 0 0,-5 5 47 0 0,0 0 1 0 0,-1 0 0 0 0,1 0 0 0 0,-1-1-1 0 0,-1 0 1 0 0,1-1 0 0 0,-1 0-1 0 0,-1 0 1 0 0,-13 6 0 0 0,6-6-3 0 0,-23 9 1072 0 0,38-14-1046 0 0,-1 0 1 0 0,1 1-1 0 0,0-1 1 0 0,0 0-1 0 0,0 1 1 0 0,0 0-1 0 0,1-1 1 0 0,-1 1-1 0 0,0 0 1 0 0,1 0-1 0 0,-1 0 1 0 0,1 0-1 0 0,0 0 1 0 0,-2 3-1 0 0,3-4-99 0 0,1 0 1 0 0,-1-1-1 0 0,1 1 0 0 0,-1-1 1 0 0,1 1-1 0 0,-1 0 0 0 0,1-1 1 0 0,0 0-1 0 0,-1 1 0 0 0,1-1 1 0 0,0 1-1 0 0,-1-1 0 0 0,1 0 1 0 0,0 1-1 0 0,-1-1 0 0 0,1 0 1 0 0,0 0-1 0 0,0 1 0 0 0,-1-1 1 0 0,1 0-1 0 0,0 0 0 0 0,0 0 1 0 0,0 0-1 0 0,19 4-7 0 0,1-1 1 0 0,-1-1-1 0 0,1 0 1 0 0,0-2-1 0 0,-1 0 0 0 0,1-2 1 0 0,-1 0-1 0 0,1-1 0 0 0,-1-1 1 0 0,38-13-1 0 0,-28 6-287 0 0,0-2 0 0 0,-1-1 1 0 0,0-2-1 0 0,46-33 0 0 0,-49 27-1636 0 0,37-44-1 0 0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21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69 210 560 0 0,'-24'14'10005'0'0,"5"-2"-2722"0"0,7-6-1840 0 0,-2 0 719 0 0,31-10-5441 0 0,161-50-5123 0 0,6-8 1440 0 0,-70 20 2162 0 0,-36 4-801 0 0,-32-9-10404 0 0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21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380 1 560 0 0,'-126'132'11686'0'0,"43"17"-5283"0"0,67-17-5923 0 0,25-4-1121 0 0,-2-10 481 0 0,3 10 481 0 0,-1 6 79 0 0,-9-5 0 0 0,-2-27-560 0 0,2-28-3202 0 0,-5-24-3361 0 0,3-26-880 0 0</inkml:trace>
  <inkml:trace contextRef="#ctx0" brushRef="#br0" timeOffset="1">1 968 480 0 0,'14'-10'2481'0'0,"64"-28"3602"0"0,97-42 1361 0 0,-40 20-6084 0 0,-21 4-5522 0 0,-45-4-5842 0 0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22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10 140 4482 0 0,'-10'-12'15847'0'0,"41"40"-6723"0"0,80-16-7043 0 0,112-34-7283 0 0,-64-22 800 0 0,-67-6-400 0 0,-66-2-5603 0 0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22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0 3041 0 0,'-43'20'3682'0'0,"6"44"2241"0"0,20 42 480 0 0,50-34-5203 0 0,19-30-2160 0 0,8-4-1 0 0,-1-16-3521 0 0,-33-4-6243 0 0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23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56 720 0 0,'-16'16'3609'0'0,"7"-8"-2201"0"0,0 0 0 0 0,0 0 0 0 0,1 1 0 0 0,1 1 0 0 0,-1-1 0 0 0,2 1 0 0 0,-1 0 0 0 0,1 1-1 0 0,-7 16 1 0 0,13-26-1378 0 0,-1 1-1 0 0,1-1 0 0 0,0 0 1 0 0,-1 0-1 0 0,1 0 0 0 0,0 1 0 0 0,0-1 1 0 0,0 0-1 0 0,0 1 0 0 0,0-1 0 0 0,0 0 1 0 0,0 0-1 0 0,0 1 0 0 0,0-1 0 0 0,1 0 1 0 0,-1 0-1 0 0,0 1 0 0 0,1-1 1 0 0,-1 0-1 0 0,1 0 0 0 0,0 2 0 0 0,0-2-63 0 0,0-1-1 0 0,0 1 0 0 0,0 0 1 0 0,1-1-1 0 0,-1 1 0 0 0,0 0 0 0 0,0-1 1 0 0,0 1-1 0 0,0-1 0 0 0,1 0 1 0 0,-1 1-1 0 0,0-1 0 0 0,0 0 1 0 0,1 0-1 0 0,-1 0 0 0 0,0 0 1 0 0,2 0-1 0 0,6-1-375 0 0,-1 0 0 0 0,0 0 0 0 0,0-1 0 0 0,0 0-1 0 0,12-6 1 0 0,3-3-251 0 0,-2-1 1 0 0,0-1-1 0 0,0-1 0 0 0,24-21 0 0 0,-19 14-8 0 0,53-31 0 0 0,-68 45 572 0 0,1 0 1 0 0,1 2-1 0 0,-1-1 0 0 0,1 1 1 0 0,0 1-1 0 0,0 1 0 0 0,24-4 0 0 0,-35 6 99 0 0,0 1 0 0 0,1 0 0 0 0,-1 0 0 0 0,0 1-1 0 0,0-1 1 0 0,1 0 0 0 0,-1 1 0 0 0,0-1 0 0 0,0 1-1 0 0,0 0 1 0 0,0-1 0 0 0,0 1 0 0 0,0 0-1 0 0,0 1 1 0 0,0-1 0 0 0,0 0 0 0 0,0 0 0 0 0,0 1-1 0 0,-1-1 1 0 0,1 1 0 0 0,-1-1 0 0 0,1 1 0 0 0,-1 0-1 0 0,1 0 1 0 0,-1 0 0 0 0,0 0 0 0 0,0 0-1 0 0,2 4 1 0 0,-2-3-8 0 0,-1 1 0 0 0,1-1 0 0 0,0 0-1 0 0,-1 1 1 0 0,0-1 0 0 0,0 1 0 0 0,0-1 0 0 0,0 1 0 0 0,0 0-1 0 0,-1-1 1 0 0,1 0 0 0 0,-1 1 0 0 0,0-1 0 0 0,0 1-1 0 0,-1-1 1 0 0,-2 6 0 0 0,4-8 5 0 0,-7 12 10 0 0,1-1 0 0 0,-2 0 0 0 0,1-1 0 0 0,-2 0 0 0 0,1 0 0 0 0,-2 0 0 0 0,1-1 0 0 0,-20 16 0 0 0,4-12 69 0 0,0-1 0 0 0,-1-2 0 0 0,-28 10 1 0 0,-54 24 3383 0 0,167-51-1381 0 0,44-11-1920 0 0,-72 10-451 0 0,1 2-1 0 0,0 1 1 0 0,43-1 0 0 0,-72 5 133 0 0,0 1 0 0 0,0-1 0 0 0,0 0 0 0 0,0 1 1 0 0,0 0-1 0 0,0-1 0 0 0,0 1 0 0 0,0 0 0 0 0,-1 1 1 0 0,1-1-1 0 0,0 0 0 0 0,2 3 0 0 0,-4-4 113 0 0,-1 1 1 0 0,1-1-1 0 0,-1 0 0 0 0,0 1 1 0 0,1 0-1 0 0,-1-1 0 0 0,1 1 0 0 0,-1-1 1 0 0,0 1-1 0 0,0-1 0 0 0,1 1 1 0 0,-1 0-1 0 0,0-1 0 0 0,0 1 1 0 0,1 0-1 0 0,-1-1 0 0 0,0 1 0 0 0,0 0 1 0 0,0-1-1 0 0,0 1 0 0 0,0 1 1 0 0,-1-1 4 0 0,1 1 1 0 0,-1-1 0 0 0,1 0 0 0 0,-1 1 0 0 0,0-1-1 0 0,0 1 1 0 0,1-1 0 0 0,-1 0 0 0 0,0 0 0 0 0,0 1-1 0 0,0-1 1 0 0,0 0 0 0 0,-2 1 0 0 0,-15 15-232 0 0,0-1 1 0 0,-1-1-1 0 0,-1-1 1 0 0,-22 13-1 0 0,21-21-657 0 0,20-6 847 0 0,1 0 1 0 0,0 0 0 0 0,0 0-1 0 0,-1 1 1 0 0,1-1 0 0 0,0 0-1 0 0,0 0 1 0 0,-1 0 0 0 0,1 0-1 0 0,0 0 1 0 0,-1-1-1 0 0,1 1 1 0 0,0 0 0 0 0,0 0-1 0 0,-1 0 1 0 0,1 0 0 0 0,0 0-1 0 0,0 0 1 0 0,-1 0 0 0 0,1 0-1 0 0,0-1 1 0 0,0 1 0 0 0,-1 0-1 0 0,1 0 1 0 0,0 0 0 0 0,0 0-1 0 0,0-1 1 0 0,-1 1 0 0 0,1 0-1 0 0,0 0 1 0 0,0-1-1 0 0,0 1 1 0 0,0 0 0 0 0,0 0-1 0 0,0 0 1 0 0,-1-1 0 0 0,1 1-1 0 0,0 0 1 0 0,0-1 0 0 0,0 1-1 0 0,0 0 1 0 0,0 0 0 0 0,0-1-1 0 0,0 1 1 0 0,0 0 0 0 0,0 0-1 0 0,0-1 1 0 0,0 1 0 0 0,0 0-1 0 0,0-1 1 0 0,0 1 0 0 0,1 0-1 0 0,-1 0 1 0 0,0-1-1 0 0,0 1 1 0 0,0 0 0 0 0,0 0-1 0 0,0-1 1 0 0,1 1 0 0 0,-1 0-1 0 0,0 0 1 0 0,0 0 0 0 0,0-1-1 0 0,1 1 1 0 0,-1 0 0 0 0,0 0-1 0 0,0 0 1 0 0,1 0 0 0 0,-1-1-75 0 0,1 0 1 0 0,-1 1-1 0 0,1-1 0 0 0,-1 1 1 0 0,1-1-1 0 0,0 1 1 0 0,-1-1-1 0 0,1 1 1 0 0,-1 0-1 0 0,1-1 1 0 0,0 1-1 0 0,0 0 1 0 0,-1 0-1 0 0,1-1 1 0 0,0 1-1 0 0,-1 0 1 0 0,1 0-1 0 0,1 0 1 0 0,-1 0 182 0 0,0-1 1 0 0,0 1 0 0 0,-1 0 0 0 0,1 0 0 0 0,0 0 0 0 0,0 0 0 0 0,0 0 0 0 0,0 1 0 0 0,-1-1 0 0 0,1 0 0 0 0,0 0 0 0 0,0 1 0 0 0,0-1 0 0 0,-1 0 0 0 0,1 1 0 0 0,0-1 0 0 0,0 0 0 0 0,-1 1 0 0 0,1-1 0 0 0,0 1 0 0 0,-1 0 0 0 0,1-1 0 0 0,0 1 0 0 0,-1-1 0 0 0,1 1 0 0 0,0 1 0 0 0,0 3 335 0 0,0 0 0 0 0,-1 1 0 0 0,0-1 1 0 0,0 0-1 0 0,0 0 0 0 0,-1 0 0 0 0,1 0 0 0 0,-1 0 0 0 0,-1 0 1 0 0,1 0-1 0 0,-1 0 0 0 0,1 0 0 0 0,-1 0 0 0 0,-1 0 0 0 0,-3 5 1 0 0,-5 9 301 0 0,-2 0 0 0 0,0 0 0 0 0,-1-2 0 0 0,-1 0 0 0 0,-23 21 1 0 0,12-12 178 0 0,-23 30 1 0 0,-17 38-318 0 0,-29 34-338 0 0,95-127-194 0 0,-1-1 0 0 0,0 1 0 0 0,1 0 0 0 0,-1 0 0 0 0,1-1 0 0 0,-1 1 0 0 0,1 0 0 0 0,-1 0 0 0 0,1 0 0 0 0,-1-1 0 0 0,1 1 0 0 0,0 0 0 0 0,-1 0 0 0 0,1 0 0 0 0,0 0 0 0 0,0 0 0 0 0,0 1 0 0 0,0-1 0 0 0,0-1 0 0 0,0 0 0 0 0,0 0 1 0 0,1 1-1 0 0,-1-1 0 0 0,0 0 0 0 0,0 0 0 0 0,0 1 0 0 0,1-1 0 0 0,-1 0 0 0 0,0 0 0 0 0,0 0 0 0 0,1 0 0 0 0,-1 1 0 0 0,0-1 0 0 0,1 0 1 0 0,-1 0-1 0 0,0 0 0 0 0,0 0 0 0 0,1 0 0 0 0,-1 0 0 0 0,0 0 0 0 0,1 0 0 0 0,-1 0 0 0 0,0 0 0 0 0,1 0 0 0 0,-1 0 0 0 0,0 0 0 0 0,0 0 1 0 0,1 0-1 0 0,-1 0 0 0 0,0 0 0 0 0,1 0 0 0 0,1-1-125 0 0,0 0 1 0 0,0 1 0 0 0,-1-1-1 0 0,1 0 1 0 0,0 0 0 0 0,-1 0-1 0 0,1 0 1 0 0,-1 0-1 0 0,1-1 1 0 0,-1 1 0 0 0,1 0-1 0 0,-1-1 1 0 0,0 1 0 0 0,0-1-1 0 0,1 1 1 0 0,-1-1-1 0 0,0 0 1 0 0,-1 1 0 0 0,1-1-1 0 0,1-3 1 0 0,9-48-7183 0 0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23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1331 1681 0 0,'5'6'2561'0'0,"4"6"-160"0"0,62 49 2001 0 0,8-13-2081 0 0,-20-30-2081 0 0,-14-22-560 0 0,7-18-2081 0 0,-26-28-5363 0 0</inkml:trace>
  <inkml:trace contextRef="#ctx0" brushRef="#br0" timeOffset="1">427 20 1601 0 0,'-12'6'8404'0'0,"36"-12"3201"0"0,23 0-7923 0 0,15-4-4483 0 0,6 6-159 0 0,-1 8 79 0 0,-29 8-4161 0 0,-24-6-2641 0 0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23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60 252 8404 0 0,'-33'36'6563'0'0,"14"-16"-4642"0"0,14-8-1841 0 0,2 0-320 0 0,27 12 240 0 0,7 2 0 0 0,2-12-240 0 0,7-10-81 0 0,1-22-3120 0 0,-22-24-5923 0 0</inkml:trace>
  <inkml:trace contextRef="#ctx0" brushRef="#br0" timeOffset="1">347 0 1521 0 0,'-17'24'3361'0'0,"-80"120"7604"0"0,33-26-5282 0 0,52-64-5523 0 0,24-18-1201 0 0,4-10 481 0 0,3-17-1921 0 0,5-16-3282 0 0,-10-23-79 0 0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24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412 1 2721 0 0,'-9'14'1193'0'0,"-110"163"3937"0"0,108-159-4548 0 0,0 1-1 0 0,0 0 1 0 0,-10 31-1 0 0,12-30 468 0 0,4-9-420 0 0,1-1 1 0 0,1 1-1 0 0,-1 0 1 0 0,2 0-1 0 0,-3 17 0 0 0,5-25-545 0 0,0-1-1 0 0,0 1 1 0 0,0-1-1 0 0,0 1 1 0 0,1 0-1 0 0,-1-1 1 0 0,1 1-1 0 0,-1-1 1 0 0,1 1-1 0 0,0-1 1 0 0,0 1-1 0 0,0-1 1 0 0,2 3-1 0 0,-2-4-74 0 0,0 1-1 0 0,0-1 1 0 0,1 0-1 0 0,-1 1 0 0 0,1-1 1 0 0,-1 0-1 0 0,1 0 1 0 0,0 0-1 0 0,-1 0 1 0 0,1-1-1 0 0,0 1 0 0 0,-1 0 1 0 0,1-1-1 0 0,0 1 1 0 0,0-1-1 0 0,0 1 1 0 0,0-1-1 0 0,0 0 1 0 0,-1 0-1 0 0,5 0 0 0 0,-2 0 25 0 0,0-1 0 0 0,0 0 0 0 0,1 0-1 0 0,-1 0 1 0 0,0 0 0 0 0,0-1 0 0 0,0 1-1 0 0,0-1 1 0 0,0 0 0 0 0,0 0 0 0 0,-1-1-1 0 0,7-4 1 0 0,1-2-24 0 0,-1 0 1 0 0,15-19-1 0 0,-8 6-1063 0 0,-2 0 0 0 0,-1-1 0 0 0,0-1 1 0 0,-2 0-1 0 0,13-35 0 0 0,-22 50 500 0 0,-1 1 0 0 0,0 0 0 0 0,-1-1 0 0 0,0 1 0 0 0,0-1 0 0 0,-1-13-1 0 0,0 19 428 0 0,0 0-1 0 0,-1 0 0 0 0,1 1 1 0 0,-1-1-1 0 0,0 0 0 0 0,1 0 1 0 0,-1 0-1 0 0,-1 0 0 0 0,-1-4 1 0 0,2 6 145 0 0,0 0 1 0 0,0 0-1 0 0,1 0 1 0 0,-1 0 0 0 0,0 0-1 0 0,0 1 1 0 0,0-1-1 0 0,0 0 1 0 0,0 0 0 0 0,0 1-1 0 0,0-1 1 0 0,-1 1 0 0 0,1-1-1 0 0,0 1 1 0 0,0-1-1 0 0,0 1 1 0 0,-1 0 0 0 0,1 0-1 0 0,0-1 1 0 0,0 1-1 0 0,0 0 1 0 0,-1 0 0 0 0,0 0-1 0 0,0 0 85 0 0,1 1 0 0 0,-1-1 0 0 0,1 0 0 0 0,0 0 0 0 0,-1 1 0 0 0,1-1 0 0 0,0 1 0 0 0,-1-1 0 0 0,1 1 0 0 0,0 0 0 0 0,0-1 0 0 0,-1 1 0 0 0,1 0 0 0 0,-1 1 0 0 0,-16 22 1647 0 0,1 6-384 0 0,1 0 0 0 0,1 1 0 0 0,2 1 0 0 0,-14 49 0 0 0,20-51-1373 0 0,-3 33 1 0 0,9-47-101 0 0,-1-1 1 0 0,0 0-1 0 0,-2 0 0 0 0,0-1 0 0 0,0 1 0 0 0,-1-1 1 0 0,-1 0-1 0 0,-8 14 0 0 0,-2 4-531 0 0,13-26 258 0 0,0 0-1 0 0,0-1 1 0 0,0 1-1 0 0,0 0 1 0 0,-1-1 0 0 0,0 0-1 0 0,0 0 1 0 0,-1 0-1 0 0,-6 5 1 0 0,-41 25-722 0 0,35-24 1185 0 0,-1 0 0 0 0,-27 25-1 0 0,38-28-64 0 0,-11 9 160 0 0,18-17-145 0 0,-1 1 0 0 0,1-1-1 0 0,-1 1 1 0 0,1-1 0 0 0,-1 0 0 0 0,0 1-1 0 0,1-1 1 0 0,-1 0 0 0 0,0 1-1 0 0,1-1 1 0 0,-1 0 0 0 0,0 0 0 0 0,0 0-1 0 0,1 1 1 0 0,-1-1 0 0 0,0 0-1 0 0,1 0 1 0 0,-1 0 0 0 0,0 0 0 0 0,0 0-1 0 0,1-1 1 0 0,-1 1 0 0 0,0 0-1 0 0,-1 0 1 0 0,47-3 2955 0 0,-22 1-2797 0 0,0 0 0 0 0,0-2-1 0 0,-1 0 1 0 0,1-2 0 0 0,-1 0 0 0 0,-1-1-1 0 0,1-2 1 0 0,-1 0 0 0 0,31-19 0 0 0,-7 3-211 0 0,-22 13-391 0 0,0-1-1 0 0,32-24 1 0 0,-42 20-3044 0 0,-3-1-6003 0 0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24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26 128 3682 0 0,'0'-10'740'0'0,"2"0"1"0"0,-1 0-1 0 0,5-13 1 0 0,-3 14-793 0 0,0 0 1 0 0,1 0-1 0 0,0 0 1 0 0,1 0-1 0 0,0 1 0 0 0,6-9 1 0 0,-7 12 731 0 0,-2 7 289 0 0,-7 14 1171 0 0,-1 6-900 0 0,-15 73 1401 0 0,-14 130 0 0 0,35-219-2666 0 0,-1 4-26 0 0,1-1 1 0 0,-2 0 0 0 0,-4 17-1 0 0,12-42-1478 0 0,-1 0-1 0 0,5-33 1 0 0,-5 16-966 0 0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25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10 2481 0 0,'-5'-8'3522'0'0,"0"6"159"0"0,8 4-2800 0 0,-1 4-241 0 0,1 10-240 0 0,23 98-320 0 0,-10-6-80 0 0,-18-32 160 0 0,-10-16 561 0 0,0-12 399 0 0,-12 2-720 0 0,-16 9-720 0 0,-5-17 240 0 0,7-22 160 0 0,0-16-240 0 0,-19-30-5762 0 0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25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1 106 320 0 0,'76'26'2721'0'0,"165"36"1681"0"0,25-30-1600 0 0,-27-32-1282 0 0,34-22-479 0 0,37-12 2080 0 0,17-8 2722 0 0,-4-2-1601 0 0,-10 10-3762 0 0,-41 12-4242 0 0,-77 0-5842 0 0,-70 16-641 0 0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26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1 1521 0 0,'0'1'272'0'0,"-1"-1"1"0"0,1 1-1 0 0,0 0 1 0 0,0 0 0 0 0,-1 0-1 0 0,1 0 1 0 0,0 0-1 0 0,0-1 1 0 0,0 1-1 0 0,0 0 1 0 0,0 0 0 0 0,1 0-1 0 0,-1 0 1 0 0,0 0-1 0 0,0-1 1 0 0,0 1-1 0 0,1 0 1 0 0,-1 0 0 0 0,0 0-1 0 0,1-1 1 0 0,-1 1-1 0 0,1 0 1 0 0,-1 0-1 0 0,1-1 1 0 0,0 2 0 0 0,2 0 877 0 0,1 0 0 0 0,-1 0 1 0 0,1-1-1 0 0,-1 1 1 0 0,1-1-1 0 0,6 2 1 0 0,43 13 4092 0 0,24 8-2268 0 0,105 37-3763 0 0,-157-52 677 0 0,-1 1 0 0 0,1 1 0 0 0,-2 1 1 0 0,0 2-1 0 0,0 0 0 0 0,33 28 0 0 0,-46-33 138 0 0,-1 0 0 0 0,0 0-1 0 0,-1 0 1 0 0,0 1 0 0 0,-1 1 0 0 0,0-1 0 0 0,0 1 0 0 0,-1 0-1 0 0,-1 1 1 0 0,1-1 0 0 0,-2 1 0 0 0,0 0 0 0 0,0 0-1 0 0,-1 1 1 0 0,-1-1 0 0 0,2 18 0 0 0,-4-2-3 0 0,0 1 1 0 0,-2-1 0 0 0,-1 1-1 0 0,-1-1 1 0 0,-2 0-1 0 0,-15 48 1 0 0,1-22-105 0 0,-2-1 1 0 0,-42 72-1 0 0,32-70 26 0 0,-3-1 1 0 0,-2-1-1 0 0,-68 74 0 0 0,80-101-129 0 0,-2-1 1 0 0,0-1-1 0 0,-33 20 0 0 0,40-31-221 0 0,0-1-1 0 0,-1-1 0 0 0,0-1 0 0 0,-1 0 0 0 0,-35 9 0 0 0,45-16-79 0 0,0 0-1 0 0,-1-1 1 0 0,1-1 0 0 0,0 0-1 0 0,-24-1 1 0 0,30 0 50 0 0,0-1 1 0 0,0 0-1 0 0,0 0 0 0 0,0-1 1 0 0,0 0-1 0 0,0 0 0 0 0,0 0 1 0 0,0-1-1 0 0,1 0 0 0 0,0 0 1 0 0,-1 0-1 0 0,1 0 1 0 0,-5-6-1 0 0,0-1-1404 0 0,1-1 1 0 0,1 0 0 0 0,0 0-1 0 0,0-1 1 0 0,-7-15 0 0 0,15 26 1749 0 0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26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7 7043 0 0,'-15'-2'4094'0'0,"9"0"-3013"0"0,0 1-1 0 0,0 0 1 0 0,1 1-1 0 0,-1-1 1 0 0,0 1 0 0 0,0 0-1 0 0,0 1 1 0 0,0-1 0 0 0,1 1-1 0 0,-1 0 1 0 0,-7 3-1 0 0,7 3-633 0 0,1 18-600 0 0,-1 81-1866 0 0,9 128-1 0 0,0-127 2137 0 0,-41 795 2044 0 0,4-590-1724 0 0,-35 506 2154 0 0,67-517-1657 0 0,54 437 0 0 0,-22-534-781 0 0,8 0 0 0 0,10-3 1 0 0,76 203-1 0 0,-53-222-271 0 0,55 81 264 0 0,-80-181-920 0 0,4-2 0 0 0,3-2 0 0 0,69 78 0 0 0,-99-130-1145 0 0,0 0 1 0 0,2-1-1 0 0,1-2 1 0 0,1-1-1 0 0,49 32 0 0 0,-69-50 1231 0 0,0-1 1 0 0,1 1-1 0 0,0-1 0 0 0,-1 0 1 0 0,1-1-1 0 0,0 1 0 0 0,0-2 0 0 0,15 2 1 0 0,-12-3-156 0 0,-1-1 0 0 0,1 0 1 0 0,-1-1-1 0 0,1 0 1 0 0,13-5-1 0 0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26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539 1 1681 0 0,'0'0'180'0'0,"1"0"-1"0"0,0 0 1 0 0,0 0 0 0 0,0 0-1 0 0,-1 1 1 0 0,1-1 0 0 0,0 0 0 0 0,0 0-1 0 0,0 1 1 0 0,-1-1 0 0 0,1 1 0 0 0,0-1-1 0 0,-1 1 1 0 0,1-1 0 0 0,0 1-1 0 0,-1-1 1 0 0,1 1 0 0 0,0 0 0 0 0,11 11 1438 0 0,-1 0 1 0 0,11 16-1 0 0,10 17 1558 0 0,41 75 0 0 0,-49-74-2707 0 0,-3 0 0 0 0,-1 2 1 0 0,-3 0-1 0 0,16 74 0 0 0,5 122 371 0 0,-15 34 1070 0 0,-16 323-1 0 0,-65 291-966 0 0,-70 81-486 0 0,74-699-1319 0 0,-132 398 0 0 0,119-499-1738 0 0,52-141 1193 0 0,-1-2-1 0 0,-2 1 0 0 0,-23 30 0 0 0,30-48 493 0 0,1 0-1 0 0,-2-1 0 0 0,0 0 1 0 0,0 0-1 0 0,-18 11 0 0 0,24-18 500 0 0,-1-1-1 0 0,0 0 0 0 0,0 0 0 0 0,-1-1 1 0 0,1 0-1 0 0,-1-1 0 0 0,1 1 0 0 0,-1-1 1 0 0,0-1-1 0 0,0 1 0 0 0,0-1 0 0 0,-13-1 1 0 0,5-1-337 0 0,0-2 1 0 0,0 0 0 0 0,0-1-1 0 0,-26-10 1 0 0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27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3201 0 0,'36'-26'5923'0'0,"-20"14"-2401"0"0,-13 24-4002 0 0,-18 30-3522 0 0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27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0 1121 0 0,'-26'18'1920'0'0,"12"0"-479"0"0,-24 26-320 0 0,-17 26-2562 0 0</inkml:trace>
  <inkml:trace contextRef="#ctx0" brushRef="#br0" timeOffset="1">270 554 3522 0 0,'12'4'5442'0'0,"-14"0"-4081"0"0,-1-4-3202 0 0,-4 2 0 0 0,-38 29-2961 0 0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40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80 0 0,'16'-5'312'0'0,"1"0"0"0"0,-1 1 0 0 0,1 0 1 0 0,20 0-1 0 0,62-3 1684 0 0,0 5 1 0 0,176 20-1 0 0,-55 20 7015 0 0,-2 13-3553 0 0,210 72-2457 0 0,-347-99-3276 0 0,750 256-1065 0 0,-609-190 1170 0 0,358 204-1 0 0,-2 90 564 0 0,-29 36 81 0 0,-545-417-470 0 0,68 54-33 0 0,102 102-1 0 0,-155-139-3 0 0,-1 1-1 0 0,-1 1 1 0 0,0 0 0 0 0,-2 1 0 0 0,-1 1 0 0 0,-1 0 0 0 0,-1 1-1 0 0,-1 1 1 0 0,13 45 0 0 0,-18-42 15 0 0,-1 0 0 0 0,-2 0 0 0 0,0 1 0 0 0,-2-1 0 0 0,-2 1 0 0 0,-1 0 0 0 0,-10 55 0 0 0,-1-27 14 0 0,-3-1 0 0 0,-2-1 0 0 0,-28 60 0 0 0,-86 137 71 0 0,41-111 13 0 0,-5-4 1 0 0,-7-5-1 0 0,-209 211 1 0 0,82-128 71 0 0,-285 204 1 0 0,-269 112 191 0 0,-49-98-1582 0 0,584-335-1817 0 0,73-46-1724 0 0,145-46 3072 0 0,1-2 1 0 0,-1-1-1 0 0,-46 0 1 0 0,48-6-954 0 0,-52-9 0 0 0,81 11 2658 0 0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40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3282 0 0,'275'61'10804'0'0,"-81"-55"-5281"0"0,-97-32-7124 0 0,-56-53-10804 0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41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705 0 320 0 0,'-67'10'8884'0'0,"3"30"-1360"0"0,5 50-5443 0 0,12 64-1361 0 0,20 26 0 0 0,13-12 641 0 0,9 23 0 0 0,15 23-561 0 0,11 2-480 0 0,8-11-480 0 0,2-19-160 0 0,-8-40-160 0 0,-1-46-161 0 0,-8-44-879 0 0,-14-44-5604 0 0,-19-44-1920 0 0</inkml:trace>
  <inkml:trace contextRef="#ctx0" brushRef="#br0" timeOffset="1">86 1528 5202 0 0,'-69'-62'7924'0'0,"53"29"-4002"0"0,30 9-3362 0 0,19-10-720 0 0,29-4 1441 0 0,32 0-241 0 0,39-8-880 0 0,35-16-1360 0 0,-11-8-961 0 0,-43-2-2001 0 0,-12-20-2882 0 0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41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1 1761 0 0,'-53'88'2081'0'0,"11"57"-160"0"0,9 33-81 0 0,14-34-479 0 0,4-18 400 0 0,8 0 3201 0 0,17-10 241 0 0,13-15-2722 0 0,15-25-4322 0 0,5-40-3922 0 0,14-78-6722 0 0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42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79 3762 0 0,'-55'-60'4242'0'0,"8"42"-1281"0"0,42 24-1600 0 0,17 2-401 0 0,16 2 801 0 0,29 18 3841 0 0,45 22-1920 0 0,26 14-3362 0 0,3 28-1040 0 0,-37 25 320 0 0,-53-9 240 0 0,-44 20 160 0 0,-25 14-240 0 0,-22-8-881 0 0,-4-14-720 0 0,-3-33-240 0 0,5-31-160 0 0,-10-38-6163 0 0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42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17 809 4802 0 0,'-17'-35'12554'0'0,"18"35"-12524"0"0,-1 1 0 0 0,0-1 0 0 0,1 1-1 0 0,-1-1 1 0 0,1 1 0 0 0,-1-1 0 0 0,1 1 0 0 0,-1-1-1 0 0,1 1 1 0 0,-1-1 0 0 0,1 1 0 0 0,0-1-1 0 0,-1 0 1 0 0,1 0 0 0 0,0 1 0 0 0,-1-1-1 0 0,1 0 1 0 0,0 0 0 0 0,-1 1 0 0 0,2-1 0 0 0,115 37-120 0 0,-67-19 100 0 0,64 23 163 0 0,-103-37-160 0 0,-6-2 5 0 0,1 0 0 0 0,-1 0-1 0 0,0 1 1 0 0,9 4 0 0 0,-13-6-37 0 0,0 0 0 0 0,-1 0 1 0 0,1 0-1 0 0,0 0 0 0 0,0-1 0 0 0,0 1 1 0 0,-1 1-1 0 0,1-1 0 0 0,0 0 1 0 0,-1 0-1 0 0,1 0 0 0 0,-1 0 1 0 0,0 0-1 0 0,1 0 0 0 0,-1 1 1 0 0,0-1-1 0 0,1 0 0 0 0,-1 0 1 0 0,0 1-1 0 0,0-1 0 0 0,0 0 1 0 0,0 0-1 0 0,-1 2 0 0 0,1 2-228 0 0,0 0 0 0 0,-1 0-1 0 0,0-1 1 0 0,0 1 0 0 0,-1 0-1 0 0,-1 5 1 0 0,2-8 158 0 0,0 0-1 0 0,0-1 1 0 0,0 1 0 0 0,-1-1-1 0 0,1 1 1 0 0,0-1 0 0 0,-1 1-1 0 0,1-1 1 0 0,0 0 0 0 0,-1 0-1 0 0,0 0 1 0 0,1 0 0 0 0,-1 0-1 0 0,0 0 1 0 0,1 0 0 0 0,-1 0 0 0 0,0 0-1 0 0,-2 0 1 0 0,-5 1 205 0 0,7-2-104 0 0,-1 1 1 0 0,1-1-1 0 0,-1 1 1 0 0,1 0-1 0 0,0 0 1 0 0,-1 0-1 0 0,1 0 1 0 0,0 0-1 0 0,0 0 1 0 0,-4 3-1 0 0,6-3-19 0 0,1 0 0 0 0,0 0 0 0 0,0 0-1 0 0,-1 0 1 0 0,1 0 0 0 0,0-1-1 0 0,0 1 1 0 0,0 0 0 0 0,0 0 0 0 0,0-1-1 0 0,0 1 1 0 0,0-1 0 0 0,0 1 0 0 0,0-1-1 0 0,0 1 1 0 0,0-1 0 0 0,1 0 0 0 0,1 1-1 0 0,-2 0 0 0 0,30 9-27 0 0,33 7 0 0 0,-8-3 25 0 0,-53-13 9 0 0,0 0 1 0 0,0 0-1 0 0,0 0 1 0 0,-1 0-1 0 0,1 0 1 0 0,0 1-1 0 0,-1-1 1 0 0,1 1 0 0 0,-1-1-1 0 0,1 1 1 0 0,-1 0-1 0 0,0 0 1 0 0,0 0-1 0 0,4 5 1 0 0,-5-5 1 0 0,-1-1 0 0 0,1 1 0 0 0,-1 0 1 0 0,1-1-1 0 0,-1 1 0 0 0,0 0 0 0 0,1 0 0 0 0,-1-1 1 0 0,0 1-1 0 0,0 0 0 0 0,0-1 0 0 0,-1 1 0 0 0,1 0 1 0 0,0-1-1 0 0,-1 1 0 0 0,1 0 0 0 0,-1-1 0 0 0,1 1 1 0 0,-1 0-1 0 0,0-1 0 0 0,0 1 0 0 0,0-1 0 0 0,0 1 0 0 0,0-1 1 0 0,0 0-1 0 0,0 1 0 0 0,-2 0 0 0 0,-4 7 37 0 0,-1-1-1 0 0,0 0 0 0 0,-1-1 1 0 0,0 0-1 0 0,0 0 0 0 0,0-1 1 0 0,-11 6-1 0 0,-75 29 262 0 0,75-34-137 0 0,0 1 1 0 0,0 1 0 0 0,1 1 0 0 0,0 0 0 0 0,-28 21-1 0 0,43-27-77 0 0,0-1-1 0 0,0 1 1 0 0,0 0 0 0 0,1 0-1 0 0,0 1 1 0 0,0-1-1 0 0,0 1 1 0 0,0-1 0 0 0,-4 10-1 0 0,7-13-59 0 0,-1 1-1 0 0,1-1 1 0 0,0 0-1 0 0,0 0 1 0 0,-1 1-1 0 0,1-1 1 0 0,0 0 0 0 0,0 0-1 0 0,0 1 1 0 0,1-1-1 0 0,-1 0 1 0 0,0 0-1 0 0,0 0 1 0 0,1 1-1 0 0,-1-1 1 0 0,0 0-1 0 0,1 0 1 0 0,-1 0 0 0 0,2 2-1 0 0,-1-2-5 0 0,0 1 0 0 0,1-1 0 0 0,0 0 0 0 0,-1 1 0 0 0,1-1 0 0 0,-1 0 0 0 0,1 0 0 0 0,0 0 0 0 0,0 0 0 0 0,0-1 0 0 0,0 1 0 0 0,-1 0 0 0 0,1-1 0 0 0,0 1 0 0 0,4 0 0 0 0,4 0-87 0 0,0 0-1 0 0,-1-1 1 0 0,1 0 0 0 0,0-1-1 0 0,0 0 1 0 0,-1 0-1 0 0,1-1 1 0 0,0 0 0 0 0,-1-1-1 0 0,18-7 1 0 0,-7 1-657 0 0,-1-1 1 0 0,0-1-1 0 0,0 0 0 0 0,17-16 1 0 0,65-62-5217 0 0,-101 88 5892 0 0</inkml:trace>
  <inkml:trace contextRef="#ctx0" brushRef="#br0" timeOffset="1">1349 142 4482 0 0,'33'-86'5042'0'0,"-21"42"-1440"0"0,-5 32-1681 0 0,-4 26-1121 0 0,-27 0-239 0 0,0 18 159 0 0,-21 44 80 0 0,-35 46 1521 0 0,-18 16 1041 0 0,20-5-2242 0 0,19-25-1280 0 0,-15-2-1360 0 0,-1-8-241 0 0,20-18-240 0 0,27-28-880 0 0,28-34-1361 0 0,19-38-3922 0 0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42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64 720 0 0,'31'-36'3842'0'0,"-12"16"-1121"0"0,-9 12 81 0 0,-13 20-1842 0 0,-44 126 481 0 0,2 14-241 0 0,12-32 1201 0 0,11-8-800 0 0,3-25-1201 0 0,-2-3-400 0 0,-3 4-160 0 0,-2 0-80 0 0,7-16-960 0 0,7-26-3363 0 0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43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1 1201 0 0,'-1'0'321'0'0,"0"0"1"0"0,0 0-1 0 0,0 0 1 0 0,-1 0-1 0 0,1 1 1 0 0,0-1 0 0 0,0 1-1 0 0,0-1 1 0 0,0 1-1 0 0,0-1 1 0 0,0 1 0 0 0,1-1-1 0 0,-1 1 1 0 0,0 0-1 0 0,0-1 1 0 0,-1 2-1 0 0,-3 20 7314 0 0,1 6-2795 0 0,-15 184 218 0 0,15-135-5052 0 0,-17 97-1 0 0,14-147-3 0 0,-2-1 1 0 0,-1 1-1 0 0,-1-2 1 0 0,-1 1-1 0 0,-1-2 0 0 0,-25 37 1 0 0,-21 39 247 0 0,53-88-267 0 0,1 0 0 0 0,1 0-1 0 0,0 0 1 0 0,0 0 0 0 0,1 1 0 0 0,-2 23 0 0 0,5-36 14 0 0,0 1-1 0 0,0-1 1 0 0,0 1 0 0 0,0-1-1 0 0,0 0 1 0 0,0 1 0 0 0,0-1 0 0 0,0 1-1 0 0,0-1 1 0 0,1 1 0 0 0,-1-1 0 0 0,0 1-1 0 0,0-1 1 0 0,0 1 0 0 0,0-1 0 0 0,1 0-1 0 0,-1 1 1 0 0,0-1 0 0 0,1 0 0 0 0,-1 1-1 0 0,0-1 1 0 0,1 0 0 0 0,-1 1-1 0 0,0-1 1 0 0,1 0 0 0 0,-1 1 0 0 0,0-1-1 0 0,1 0 1 0 0,-1 0 0 0 0,1 1 0 0 0,19 0-62 0 0,29-14-83 0 0,-40 10 75 0 0,0 0-30 0 0,0 0 0 0 0,-1-1 0 0 0,0 0 0 0 0,0 0 0 0 0,0 0 0 0 0,-1-1 0 0 0,1-1 0 0 0,-1 1 1 0 0,10-11-1 0 0,-12 11-379 0 0,-1 0 1 0 0,1-1-1 0 0,-1 1 1 0 0,0-1-1 0 0,-1 0 1 0 0,0-1-1 0 0,1 1 1 0 0,1-8 0 0 0,-2 4-2231 0 0,-1 0 1 0 0,0-1 0 0 0,1-16 0 0 0</inkml:trace>
  <inkml:trace contextRef="#ctx0" brushRef="#br0" timeOffset="1">350 508 1921 0 0,'0'6'5282'0'0,"0"-2"-2801"0"0,4 2-320 0 0,8 6-80 0 0,83 40 1361 0 0,0-16-1921 0 0,-29-30-2402 0 0,-14-32-5202 0 0,-16-6-3361 0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43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657 0 1121 0 0,'-14'10'2321'0'0,"-24"60"4082"0"0,-45 100 3281 0 0,7-36-6323 0 0,12-42-3841 0 0,3-6 480 0 0,9-12 801 0 0,-12 19-241 0 0,-10 9-640 0 0,5-24-2561 0 0,22-36-4963 0 0,33-66-4481 0 0</inkml:trace>
  <inkml:trace contextRef="#ctx0" brushRef="#br0" timeOffset="1">340 697 4562 0 0,'12'10'6243'0'0,"-8"-4"-2241"0"0,3 0-1681 0 0,-2-4-1041 0 0,9 2-719 0 0,39-6-961 0 0,60-22-961 0 0,-46-17-4242 0 0,-39-17-4721 0 0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43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418 1 1441 0 0,'1'2'296'0'0,"0"0"0"0"0,-1-1 0 0 0,1 1 0 0 0,0 0 0 0 0,1 0 1 0 0,-1-1-1 0 0,0 1 0 0 0,0-1 0 0 0,1 1 0 0 0,-1-1 0 0 0,1 1 0 0 0,-1-1 0 0 0,1 0 1 0 0,-1 0-1 0 0,1 0 0 0 0,0 0 0 0 0,2 1 0 0 0,37 12 5656 0 0,-23-9-2734 0 0,-5-1-1364 0 0,0-1-1030 0 0,0 2 1 0 0,0-1-1 0 0,0 2 0 0 0,13 7 1 0 0,-24-12-884 0 0,0 1 1 0 0,0-1 0 0 0,-1 1 0 0 0,1 0-1 0 0,-1-1 1 0 0,1 1 0 0 0,-1 0-1 0 0,1 0 1 0 0,-1 0 0 0 0,0 0 0 0 0,0 0-1 0 0,0 1 1 0 0,0-1 0 0 0,0 0-1 0 0,-1 0 1 0 0,1 1 0 0 0,0-1 0 0 0,-1 0-1 0 0,0 1 1 0 0,0-1 0 0 0,0 1-1 0 0,0-1 1 0 0,0 0 0 0 0,0 1 0 0 0,0-1-1 0 0,-1 0 1 0 0,1 1 0 0 0,-1-1 0 0 0,0 0-1 0 0,-1 4 1 0 0,-2 4-566 0 0,-1 0 0 0 0,0 0 1 0 0,0-1-1 0 0,-1 0 0 0 0,-8 11 0 0 0,9-14-694 0 0,0-1-1 0 0,0 1 0 0 0,0-1 1 0 0,0 0-1 0 0,-7 4 0 0 0,5-5 403 0 0,1 0 1 0 0,-1 0-1 0 0,0-1 0 0 0,-8 4 0 0 0,-4-2 499 0 0,0 0-1 0 0,-38 3 0 0 0,-19 5 4465 0 0,48-7-2644 0 0,19-5-370 0 0,0 1 0 0 0,-1 0 1 0 0,1 1-1 0 0,0 0 1 0 0,-13 6-1 0 0,22-9-997 0 0,1 0 0 0 0,-1 0-1 0 0,0 0 1 0 0,0 0 0 0 0,0 0 0 0 0,0 0-1 0 0,0 0 1 0 0,0 0 0 0 0,0 0 0 0 0,0 0-1 0 0,0 0 1 0 0,1 0 0 0 0,-1 0-1 0 0,0 0 1 0 0,0 0 0 0 0,0 0 0 0 0,0 0-1 0 0,0 1 1 0 0,0-1 0 0 0,0 0 0 0 0,0 0-1 0 0,0 0 1 0 0,1 0 0 0 0,-1 0-1 0 0,0 0 1 0 0,0 0 0 0 0,0 0 0 0 0,0 0-1 0 0,0 0 1 0 0,0 0 0 0 0,0 0 0 0 0,0 0-1 0 0,0 1 1 0 0,0-1 0 0 0,0 0-1 0 0,0 0 1 0 0,0 0 0 0 0,0 0 0 0 0,0 0-1 0 0,0 0 1 0 0,0 0 0 0 0,0 0 0 0 0,0 1-1 0 0,0-1 1 0 0,0 0 0 0 0,0 0 0 0 0,0 0-1 0 0,0 0 1 0 0,0 0 0 0 0,0 0-1 0 0,0 0 1 0 0,0 0 0 0 0,0 0 0 0 0,0 1-1 0 0,0-1 1 0 0,40-2 258 0 0,-1-2 0 0 0,44-9 0 0 0,-28 3-1349 0 0,-54 10 941 0 0,0 0 0 0 0,-1 0 1 0 0,1 0-1 0 0,-1 0 0 0 0,1 0 1 0 0,0 0-1 0 0,-1 0 0 0 0,1 0 0 0 0,-1 0 1 0 0,1 1-1 0 0,0-1 0 0 0,-1 0 1 0 0,1 0-1 0 0,-1 0 0 0 0,1 1 1 0 0,-1-1-1 0 0,1 0 0 0 0,-1 1 0 0 0,1-1 1 0 0,-1 0-1 0 0,1 1 0 0 0,-1-1 1 0 0,1 1-1 0 0,-1-1 0 0 0,1 1 1 0 0,-1-1-1 0 0,0 1 0 0 0,1-1 1 0 0,-1 1-1 0 0,0-1 0 0 0,0 1 0 0 0,1-1 1 0 0,-1 1-1 0 0,0 0 0 0 0,0-1 1 0 0,0 1-1 0 0,0-1 0 0 0,0 1 1 0 0,0 0-1 0 0,0-1 0 0 0,0 1 1 0 0,0 0-1 0 0,-3 26-2974 0 0,-13 6-674 0 0,-6-4-280 0 0</inkml:trace>
  <inkml:trace contextRef="#ctx0" brushRef="#br0" timeOffset="1">371 660 1761 0 0,'-31'100'2881'0'0,"-2"-10"-1920"0"0,0-2-641 0 0,4-12 1200 0 0,-6 9 161 0 0,-15 7-560 0 0,-5-2-641 0 0,8-8-400 0 0,21-18-240 0 0,7-28-1041 0 0,7-42-4641 0 0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44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1 446 2241 0 0,'49'-40'5923'0'0,"-15"20"240"0"0,-13 4-4403 0 0,17-8-1840 0 0,26-2 320 0 0,5 4 481 0 0,6 2 159 0 0,4 6-159 0 0,-20-4-401 0 0,-33 8-400 0 0,-21 12-1841 0 0,-22-4-8484 0 0</inkml:trace>
  <inkml:trace contextRef="#ctx0" brushRef="#br0" timeOffset="1">465 0 1040 0 0,'-19'10'2802'0'0,"-66"126"5602"0"0,23-14-3922 0 0,41-54-4082 0 0,23-22-960 0 0,1-2 720 0 0,-3-16 400 0 0,-5-8-640 0 0,-33-24-4482 0 0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44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1 1040 0 0,'-10'1'1945'0'0,"7"-1"-1257"0"0,0 0 0 0 0,0 0 0 0 0,0 0 0 0 0,0 0-1 0 0,0 1 1 0 0,0 0 0 0 0,0-1 0 0 0,1 1 0 0 0,-1 0 0 0 0,-5 3-1 0 0,8-4-566 0 0,0 1-1 0 0,0 0 0 0 0,0-1 0 0 0,1 1 1 0 0,-1 0-1 0 0,0-1 0 0 0,0 1 0 0 0,0-1 0 0 0,0 1 1 0 0,1 0-1 0 0,-1-1 0 0 0,0 1 0 0 0,1-1 1 0 0,-1 1-1 0 0,0-1 0 0 0,1 1 0 0 0,-1-1 0 0 0,1 1 1 0 0,-1-1-1 0 0,1 1 0 0 0,-1-1 0 0 0,1 0 1 0 0,-1 1-1 0 0,1-1 0 0 0,-1 0 0 0 0,1 1 0 0 0,-1-1 1 0 0,1 0-1 0 0,0 0 0 0 0,-1 1 0 0 0,2-1 0 0 0,24 11 1280 0 0,-24-10-1191 0 0,57 19 1141 0 0,-45-17-1316 0 0,0 1 0 0 0,-1 1 1 0 0,0 1-1 0 0,19 9 0 0 0,-31-14-36 0 0,0-1-1 0 0,0 1 1 0 0,0-1 0 0 0,0 1-1 0 0,-1 0 1 0 0,1-1 0 0 0,0 1-1 0 0,0 0 1 0 0,-1-1 0 0 0,1 1-1 0 0,0 0 1 0 0,-1 0 0 0 0,1 0-1 0 0,-1 0 1 0 0,1 0 0 0 0,-1 0-1 0 0,1 0 1 0 0,-1 0 0 0 0,1 0-1 0 0,-1 0 1 0 0,0 0 0 0 0,0 0-1 0 0,0 0 1 0 0,0 0 0 0 0,1 0-1 0 0,-1 0 1 0 0,-1 1 0 0 0,0 1 2 0 0,0-1 0 0 0,0 0 0 0 0,0 0-1 0 0,0 1 1 0 0,-1-1 0 0 0,1 0 0 0 0,-1 0 0 0 0,-3 3 0 0 0,1 0 13 0 0,-122 135 600 0 0,96-103-339 0 0,1 2 0 0 0,2 1-1 0 0,-42 84 1 0 0,60-106-182 0 0,7-14-173 0 0,0 0-1 0 0,-1 0 0 0 0,1 0 0 0 0,-1 0 0 0 0,0-1 0 0 0,0 1 1 0 0,0-1-1 0 0,-1 0 0 0 0,1 0 0 0 0,-1 0 0 0 0,1 0 0 0 0,-1 0 1 0 0,-6 2-1 0 0,7-4-284 0 0,1 0 0 0 0,-1 0 0 0 0,0 0 0 0 0,0-1 1 0 0,0 1-1 0 0,1-1 0 0 0,-1 0 0 0 0,0 0 0 0 0,-4 0 1 0 0,3 0-428 0 0,0-1 0 0 0,1 0 0 0 0,-1 0 0 0 0,1 0 1 0 0,-1 0-1 0 0,1-1 0 0 0,0 1 0 0 0,-5-4 1 0 0,-11-8-2436 0 0,0-1 480 0 0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44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0 560 0 0,'0'0'2641'0'0,"40"56"4803"0"0,69 68 2320 0 0,-11-36-7202 0 0,-6-34-3443 0 0,0-10 161 0 0,-13-4 720 0 0,-23 0-560 0 0,-15-4-241 0 0,-22 4-6642 0 0,-19-6-4883 0 0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33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1 1361 0 0,'-78'84'6483'0'0,"-24"8"-2802"0"0,43-39-3040 0 0,42-37-882 0 0,20-16 241 0 0,2-4 241 0 0,2 4-161 0 0,-3-4-2161 0 0,-4-4-2561 0 0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18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5813 1681 0 0,'-2'2'1492'0'0,"15"-13"-396"0"0,41-40-990 0 0,2 3 1 0 0,65-43 0 0 0,-73 58 49 0 0,-2-1 1 0 0,47-46-1 0 0,70-85 796 0 0,-50 47-292 0 0,519-450 1663 0 0,31 45-1664 0 0,-580 459-587 0 0,334-253 888 0 0,270-212 975 0 0,-27-12-946 0 0,370-294-284 0 0,169-57 479 0 0,-989 739-940 0 0,179-152 132 0 0,-321 243-344 0 0,-2-2 1 0 0,-3-4 0 0 0,71-99-1 0 0,-124 154-174 0 0,5-8-1040 0 0,15-28-1 0 0,-27 36-3646 0 0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19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51 132 720 0 0,'-29'-8'2722'0'0,"8"-4"159"0"0,78-28 3522 0 0,132-20 2801 0 0,13 48-6403 0 0,-32 42-3521 0 0,-51 8-80 0 0,-22 12 479 0 0,-16 28 241 0 0,-29 30 160 0 0,-52 36-80 0 0,-55 28-160 0 0,-49 19-880 0 0,-36-9-401 0 0,-19-36-480 0 0,-2-14-5682 0 0,0-10-1041 0 0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20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7 160 0 0,'0'-2'1761'0'0,"0"0"-320"0"0,2 0-401 0 0,1 4-400 0 0,1 0-640 0 0,1 4-560 0 0,2 2-320 0 0,-2 0-321 0 0,9 2-960 0 0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21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2280 3762 0 0,'1'-6'170'0'0,"-1"1"0"0"0,1-1 1 0 0,0 0-1 0 0,0 1 1 0 0,0-1-1 0 0,1 1 0 0 0,0-1 1 0 0,0 1-1 0 0,1 0 1 0 0,-1 0-1 0 0,1 0 0 0 0,0 0 1 0 0,0 0-1 0 0,1 1 0 0 0,-1-1 1 0 0,1 1-1 0 0,0 0 1 0 0,1 0-1 0 0,-1 0 0 0 0,0 1 1 0 0,7-4-1 0 0,28-26-272 0 0,-2-1-1 0 0,55-64 1 0 0,-17 16 116 0 0,182-170 1160 0 0,414-313-1 0 0,-500 435-537 0 0,305-225 1808 0 0,17 27 12 0 0,-367 257-2287 0 0,3 5 0 0 0,184-67 0 0 0,-244 112-422 0 0,-63 19-862 0 0,-8 4-420 0 0,-10 3-1951 0 0,-7 1-2531 0 0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21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12 113 800 0 0,'-4'0'1265'0'0,"-4"0"2550"0"0,32-9-264 0 0,305-72 6427 0 0,-281 72-9292 0 0,1 3 0 0 0,94-1 0 0 0,-110 8-667 0 0,0 2 0 0 0,0 1 1 0 0,-1 2-1 0 0,1 2 1 0 0,33 11-1 0 0,-54-15 5 0 0,1 1 0 0 0,-1 0 0 0 0,0 1 0 0 0,0 0 0 0 0,-1 1 0 0 0,0 0 0 0 0,0 1 0 0 0,12 11 0 0 0,-18-15-5 0 0,-1 1-1 0 0,0 0 1 0 0,0 0-1 0 0,-1 0 1 0 0,0 0-1 0 0,0 0 1 0 0,0 1-1 0 0,0 0 1 0 0,-1-1 0 0 0,0 1-1 0 0,0 0 1 0 0,-1 0-1 0 0,1 0 1 0 0,-1 0-1 0 0,-1 0 1 0 0,1 0-1 0 0,-1 1 1 0 0,0-1 0 0 0,-1 11-1 0 0,-2-2 15 0 0,-1 0 0 0 0,0 0 0 0 0,0 0 0 0 0,-2 0-1 0 0,0 0 1 0 0,-12 22 0 0 0,-6 2-15 0 0,-31 41 1 0 0,-138 153-577 0 0,52-65-1045 0 0,108-127 997 0 0,-101 118-5951 0 0,52-82-1834 0 0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22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1 438 4962 0 0,'406'-89'12738'0'0,"6"42"-9682"0"0,425 36-2322 0 0,-665 17 444 0 0,654 15 2086 0 0,723 5-2224 0 0,-704-26 708 0 0,-8-70-868 0 0,-212-52-1120 0 0,-596 114 67 0 0,-29 8 164 0 0,0 0 0 0 0,1 0 0 0 0,-1 0 0 0 0,0 0 0 0 0,0-1 0 0 0,1 1 0 0 0,-1 0 0 0 0,0 0 0 0 0,1 0 1 0 0,-1 0-1 0 0,0 0 0 0 0,0-1 0 0 0,1 1 0 0 0,-1 0 0 0 0,0 0 0 0 0,0 0 0 0 0,0-1 0 0 0,1 1 0 0 0,-1 0 0 0 0,0 0 0 0 0,0-1 1 0 0,0 1-1 0 0,0 0 0 0 0,0-1 0 0 0,0 1 0 0 0,1 0 0 0 0,-1 0 0 0 0,0-1 0 0 0,0 1 0 0 0,0 0 0 0 0,0-1 0 0 0,0 1 0 0 0,0 0 1 0 0,0-1-1 0 0,0 1 0 0 0,0 0 0 0 0,0 0 0 0 0,0-1 0 0 0,0 1 0 0 0,-1 0 0 0 0,1-1 0 0 0,0 1 0 0 0,0 0 0 0 0,0 0 0 0 0,0-1 1 0 0,0 1-1 0 0,-1 0 0 0 0,1 0 0 0 0,0-1 0 0 0,0 1 0 0 0,0 0 0 0 0,-1 0 0 0 0,1-1 0 0 0,-18-12-496 0 0,-21-12-3084 0 0,-64-29 1 0 0,-4 15-10472 0 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23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7 720 0 0,'-9'-7'5233'0'0,"22"10"-1422"0"0,89 27 7381 0 0,44 14-3553 0 0,6 10-4933 0 0,-69-22-3163 0 0,134 74 0 0 0,-193-92 385 0 0,-1 1-1 0 0,0 1 1 0 0,-1 0-1 0 0,0 2 0 0 0,-1 1 1 0 0,-2 1-1 0 0,25 31 1 0 0,-36-40 70 0 0,0 0 0 0 0,-1 1 0 0 0,0 0 0 0 0,-1 0 1 0 0,-1 0-1 0 0,0 1 0 0 0,0 0 0 0 0,-1 0 0 0 0,-1 0 0 0 0,0 0 0 0 0,-1 1 1 0 0,-1 0-1 0 0,0-1 0 0 0,0 1 0 0 0,-2-1 0 0 0,1 1 0 0 0,-4 15 1 0 0,-1-8-5 0 0,-1 0 1 0 0,-1 0-1 0 0,-1-1 0 0 0,0-1 1 0 0,-1 1-1 0 0,-2-1 1 0 0,0-1-1 0 0,-1 0 1 0 0,-21 26-1 0 0,-10 4-100 0 0,-93 81 1 0 0,80-82-81 0 0,-1-3 0 0 0,-72 42 1 0 0,83-60-816 0 0,-1-2-1 0 0,-1-2 1 0 0,-88 28 0 0 0,66-32-3741 0 0,-81 12-1 0 0,-90-4-7010 0 0,240-26 11728 0 0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23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98 5843 0 0,'6'-9'1469'0'0,"-2"3"-473"0"0,0 0 1 0 0,0-1 0 0 0,0 1-1 0 0,-1-1 1 0 0,0 0 0 0 0,-1 1-1 0 0,1-1 1 0 0,-1-1 0 0 0,0 1-1 0 0,1-14 1 0 0,2 27-530 0 0,52 98 1300 0 0,60 154 1 0 0,-80-161-1309 0 0,-4 1 0 0 0,-4 2 1 0 0,-5 1-1 0 0,-4 1 0 0 0,-4 1 0 0 0,3 165 1 0 0,-20-230-534 0 0,-1-1 0 0 0,-2 1 0 0 0,-1-1 0 0 0,-2 0 0 0 0,-2 0 0 0 0,-1-1 0 0 0,-2 0 0 0 0,-1-1 0 0 0,-2-1 0 0 0,-25 45 0 0 0,7-29-1460 0 0,32-49 1155 0 0,0 1 1 0 0,0-1-1 0 0,0 0 1 0 0,0 0-1 0 0,0 0 1 0 0,0 0-1 0 0,0 0 1 0 0,0 0-1 0 0,-1 0 1 0 0,1 0-1 0 0,0 0 1 0 0,-1-1-1 0 0,1 1 1 0 0,-1-1-1 0 0,-1 2 1 0 0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24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63 249 9604 0 0,'-50'222'6613'0'0,"45"-187"-5833"0"0,1 1 0 0 0,1 0-1 0 0,2 0 1 0 0,5 39 0 0 0,-3-61-715 0 0,1 0 0 0 0,0 0 0 0 0,1 0 0 0 0,1 0 0 0 0,0-1 0 0 0,1 0 0 0 0,1 0 0 0 0,0 0 0 0 0,0-1 0 0 0,10 14 0 0 0,-11-20-79 0 0,0 0-1 0 0,0 0 1 0 0,1-1-1 0 0,0 1 1 0 0,0-1-1 0 0,0-1 1 0 0,1 1-1 0 0,-1-1 1 0 0,1 0-1 0 0,0-1 1 0 0,0 0-1 0 0,1 0 1 0 0,-1 0-1 0 0,1-1 1 0 0,-1 0-1 0 0,1 0 1 0 0,0-1 0 0 0,12 1-1 0 0,-5-2 57 0 0,-1 0 0 0 0,1-1 0 0 0,-1-1-1 0 0,1 0 1 0 0,-1 0 0 0 0,0-2 0 0 0,25-8 0 0 0,-5-3 191 0 0,57-33-1 0 0,-50 23-78 0 0,-1-2-1 0 0,-1-2 0 0 0,-2-1 1 0 0,59-63-1 0 0,-68 62-65 0 0,-1-1 0 0 0,-1-1 0 0 0,-2-2 0 0 0,-2 0-1 0 0,33-71 1 0 0,-50 95-59 0 0,-1-1 1 0 0,1 0-1 0 0,-2 0 0 0 0,0-1 0 0 0,0 1 0 0 0,-1-1 0 0 0,-1 0 0 0 0,0 0 0 0 0,0 1 0 0 0,-3-25 0 0 0,0 29-11 0 0,0 0 0 0 0,0-1 0 0 0,-1 1 0 0 0,0 0 1 0 0,-1 0-1 0 0,1 1 0 0 0,-1-1 0 0 0,-1 1 0 0 0,0 0 0 0 0,0 0 0 0 0,0 0 0 0 0,-1 0 0 0 0,0 1 0 0 0,0 0 0 0 0,0 1 0 0 0,-15-10 0 0 0,7 5 0 0 0,-1 2 0 0 0,0 0 0 0 0,0 1 0 0 0,0 0 0 0 0,-1 1 0 0 0,0 1 0 0 0,-1 0 0 0 0,1 2 0 0 0,-1 0 0 0 0,-30-2 0 0 0,27 4-91 0 0,0 2 0 0 0,1 0 0 0 0,-1 1 0 0 0,0 1 0 0 0,1 0-1 0 0,0 2 1 0 0,0 0 0 0 0,0 2 0 0 0,-24 10 0 0 0,7 4-1276 0 0,1 1 1 0 0,0 1-1 0 0,2 2 0 0 0,-34 33 1 0 0,23-20-1314 0 0,-87 68-7155 0 0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24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0 167 720 0 0,'60'4'9445'0'0,"-25"4"-5684"0"0,22-22-4001 0 0,50-20-240 0 0,14-12 2081 0 0,-12 10 1280 0 0,-29 14-2241 0 0,-9 4-3601 0 0,-9 10-3682 0 0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25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9284 0 0,'2'10'6963'0'0,"1"2"-5762"0"0,-1-8-1041 0 0,3-10-1601 0 0,-3 0-880 0 0,-2 0-240 0 0,-5 4-160 0 0,-7 2 0 0 0,-4 0 160 0 0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25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0 146 1281 0 0,'0'-14'2961'0'0,"0"-2"-240"0"0,0 2-400 0 0,5-2-400 0 0,2 0-320 0 0,3 2-401 0 0,6-4-1360 0 0,82-20-11445 0 0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25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20 109 6723 0 0,'-12'-50'4402'0'0,"5"12"-2481"0"0,7 24 160 0 0,0 10-800 0 0,2 2-481 0 0,0 2 320 0 0,-2 2-719 0 0,0 0-161 0 0,0 0-80 0 0,3 0 0 0 0,-3 2-160 0 0,0 2-160 0 0,7 8-801 0 0,-5 50-11604 0 0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26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0 880 0 0,'-29'8'1841'0'0,"10"-4"-640"0"0,5-2-241 0 0,7-2-159 0 0,2-2 879 0 0,7 2-639 0 0,3-2-401 0 0,0 2-800 0 0,2 2-640 0 0,2-2-481 0 0,6 4-800 0 0,11 0-1040 0 0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26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34 1921 0 0,'-26'-6'7363'0'0,"-3"12"-2160"0"0,1 4-1442 0 0,0 0-1039 0 0,-1-2-882 0 0,3 0-799 0 0,-2 2-641 0 0,6-4-720 0 0,1-4-2401 0 0,7 4-4002 0 0</inkml:trace>
  <inkml:trace contextRef="#ctx0" brushRef="#br0" timeOffset="1">252 6 1040 0 0,'-12'6'1201'0'0,"0"-4"400"0"0,-7-4 80 0 0,-4-10-481 0 0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27.3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626 23 7443 0 0,'-40'-8'893'0'0,"0"1"-1"0"0,-50 0 1 0 0,73 6-877 0 0,0 2 1 0 0,0 0 0 0 0,0 1 0 0 0,0 1-1 0 0,0 1 1 0 0,0 0 0 0 0,1 1 0 0 0,-17 8-1 0 0,12-2 162 0 0,0 1-1 0 0,0 0 1 0 0,2 2-1 0 0,-1 1 1 0 0,2 0-1 0 0,0 1 1 0 0,1 1 0 0 0,0 1-1 0 0,2 0 1 0 0,0 1-1 0 0,1 1 1 0 0,-11 21-1 0 0,18-30-48 0 0,1 0 0 0 0,0 1 0 0 0,1-1 0 0 0,0 1 1 0 0,1 0-1 0 0,0 0 0 0 0,1 1 0 0 0,1-1 0 0 0,-2 16 0 0 0,4-22-60 0 0,0 0 0 0 0,0 0 1 0 0,1 0-1 0 0,0 0 0 0 0,0 0 1 0 0,1 0-1 0 0,-1 0 0 0 0,1-1 0 0 0,1 1 1 0 0,-1-1-1 0 0,1 1 0 0 0,0-1 0 0 0,0 0 1 0 0,0 0-1 0 0,1 0 0 0 0,-1 0 0 0 0,1-1 1 0 0,1 0-1 0 0,-1 0 0 0 0,1 0 0 0 0,9 7 1 0 0,-2-4 188 0 0,1 1-1 0 0,1-2 1 0 0,-1 0 0 0 0,1 0 0 0 0,0-1 0 0 0,1-1 0 0 0,-1 0-1 0 0,1-1 1 0 0,0-1 0 0 0,-1 0 0 0 0,1-1 0 0 0,0-1 0 0 0,0 0 0 0 0,26-4-1 0 0,-14 0 165 0 0,0-1 0 0 0,0-2 0 0 0,-1 0 0 0 0,0-2 0 0 0,0-1 0 0 0,-1-1 0 0 0,33-19 0 0 0,28-28-966 0 0,118-104-1 0 0,12-9-1621 0 0,-120 108 1393 0 0,-91 59 753 0 0,0 1 1 0 0,1 0 0 0 0,-1 0 0 0 0,1 1 0 0 0,-1 0 0 0 0,11-3 0 0 0,-15 5 22 0 0,-1 0 0 0 0,0 0-1 0 0,0 0 1 0 0,1-1 0 0 0,-1 1 0 0 0,0 0-1 0 0,0 1 1 0 0,1-1 0 0 0,-1 0 0 0 0,0 0-1 0 0,0 0 1 0 0,1 0 0 0 0,-1 0 0 0 0,0 0-1 0 0,0 0 1 0 0,0 0 0 0 0,1 0 0 0 0,-1 0-1 0 0,0 1 1 0 0,0-1 0 0 0,0 0 0 0 0,1 0-1 0 0,-1 0 1 0 0,0 0 0 0 0,0 0 0 0 0,0 1-1 0 0,0-1 1 0 0,1 0 0 0 0,-1 0 0 0 0,0 0-1 0 0,0 1 1 0 0,0-1 0 0 0,0 0 0 0 0,0 0-1 0 0,0 1 1 0 0,0-1 0 0 0,-4 15 149 0 0,-17 23 77 0 0,7-14 6 0 0,1 1 0 0 0,-18 52-1 0 0,21-44 138 0 0,2 0 0 0 0,2 1 0 0 0,0 0 0 0 0,3 0 0 0 0,0 0 0 0 0,3 0 0 0 0,1 0 1 0 0,8 59-1 0 0,-6-81-379 0 0,1 1 0 0 0,0-1 1 0 0,1 1-1 0 0,0-1 1 0 0,1 0-1 0 0,0-1 1 0 0,1 0-1 0 0,0 0 0 0 0,1 0 1 0 0,0-1-1 0 0,0 0 1 0 0,1 0-1 0 0,1-1 1 0 0,-1-1-1 0 0,23 15 1 0 0,-14-11-691 0 0,0-2 0 0 0,1 0 0 0 0,0-1 0 0 0,1-1 1 0 0,0-1-1 0 0,0-1 0 0 0,1 0 0 0 0,38 4 0 0 0,-21-7-3957 0 0,42-2-1 0 0,-80-1 4613 0 0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28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3282 0 0,'0'-2'688'0'0,"0"0"0"0"0,0 0 0 0 0,0 0 0 0 0,1 0 0 0 0,-1 0 0 0 0,1 1 0 0 0,-1-1 0 0 0,1 0 0 0 0,0 0 0 0 0,-1 0 0 0 0,1 0 0 0 0,0 1 0 0 0,0-1 0 0 0,1 0 0 0 0,-1 1 0 0 0,0-1 0 0 0,0 1 0 0 0,3-3 0 0 0,-1 2-385 0 0,0 0 0 0 0,0 0 0 0 0,1 0 0 0 0,-1 0-1 0 0,1 0 1 0 0,-1 1 0 0 0,1 0 0 0 0,7-2 0 0 0,0 1-337 0 0,0 0-1 0 0,1 1 1 0 0,-1 0 0 0 0,1 1 0 0 0,12 2 0 0 0,-21-2 65 0 0,1 0-1 0 0,-1 1 0 0 0,1-1 0 0 0,-1 1 1 0 0,1 0-1 0 0,-1 0 0 0 0,0 0 1 0 0,1 0-1 0 0,-1 1 0 0 0,0-1 1 0 0,0 1-1 0 0,0 0 0 0 0,0 0 0 0 0,0 0 1 0 0,0 0-1 0 0,0 1 0 0 0,-1-1 1 0 0,0 1-1 0 0,1 0 0 0 0,-1-1 1 0 0,0 1-1 0 0,0 0 0 0 0,0 0 0 0 0,0 1 1 0 0,-1-1-1 0 0,0 0 0 0 0,1 0 1 0 0,0 6-1 0 0,0 4 110 0 0,0 0 0 0 0,-1 0 1 0 0,-1 0-1 0 0,0 1 0 0 0,0-1 1 0 0,-2 0-1 0 0,-2 12 0 0 0,-11 44 433 0 0,-2-2 0 0 0,-52 127 1 0 0,48-140-613 0 0,17-44 25 0 0,-9 30-78 0 0,12-38 91 0 0,1 0 0 0 0,0 0 0 0 0,0 0 0 0 0,-1 1-1 0 0,1-1 1 0 0,1 0 0 0 0,-1 0 0 0 0,0 1 0 0 0,0-1 0 0 0,1 0 0 0 0,-1 0 0 0 0,2 3 0 0 0,-1-4 13 0 0,-1-1 0 0 0,0 0-1 0 0,0 0 1 0 0,1 1 0 0 0,-1-1 0 0 0,0 0 0 0 0,1 0 0 0 0,-1 1 0 0 0,0-1-1 0 0,1 0 1 0 0,-1 0 0 0 0,1 0 0 0 0,-1 0 0 0 0,0 1 0 0 0,1-1-1 0 0,-1 0 1 0 0,1 0 0 0 0,-1 0 0 0 0,0 0 0 0 0,1 0 0 0 0,-1 0-1 0 0,1 0 1 0 0,-1 0 0 0 0,0 0 0 0 0,1 0 0 0 0,-1 0 0 0 0,1-1-1 0 0,-1 1 1 0 0,0 0 0 0 0,1 0 0 0 0,-1 0 0 0 0,0 0 0 0 0,1-1 0 0 0,-1 1-1 0 0,0 0 1 0 0,1 0 0 0 0,-1-1 0 0 0,0 1 0 0 0,1 0 0 0 0,-1-1-1 0 0,1 1 1 0 0,21-19 77 0 0,-13 10-48 0 0,24-16 6 0 0,1 0-1 0 0,2 3 1 0 0,0 0 0 0 0,1 3-1 0 0,1 1 1 0 0,1 2 0 0 0,69-19-1 0 0,-90 31-21 0 0,1 1 0 0 0,0 2-1 0 0,-1-1 1 0 0,1 2 0 0 0,0 1-1 0 0,0 0 1 0 0,0 2 0 0 0,-1 0 0 0 0,1 1-1 0 0,-1 0 1 0 0,0 2 0 0 0,0 0-1 0 0,-1 1 1 0 0,0 1 0 0 0,0 0-1 0 0,0 2 1 0 0,-1-1 0 0 0,-1 2-1 0 0,25 22 1 0 0,-34-28-10 0 0,0 0 1 0 0,-1 0-1 0 0,0 0 0 0 0,0 1 1 0 0,0 0-1 0 0,-1 0 0 0 0,0 1 1 0 0,5 9-1 0 0,-7-12-8 0 0,-1 0-1 0 0,0 1 0 0 0,0-1 1 0 0,0 1-1 0 0,0-1 0 0 0,-1 0 1 0 0,1 1-1 0 0,-1-1 0 0 0,-1 1 1 0 0,1-1-1 0 0,0 1 1 0 0,-1-1-1 0 0,0 1 0 0 0,0-1 1 0 0,-2 5-1 0 0,-4 7 21 0 0,0 0 0 0 0,-1-1 0 0 0,0 0 0 0 0,-2-1-1 0 0,1 1 1 0 0,-2-2 0 0 0,0 0 0 0 0,0 0 0 0 0,-27 22 0 0 0,7-10 42 0 0,-1-1 1 0 0,-1-2-1 0 0,-46 23 1 0 0,32-22-22 0 0,-87 29 0 0 0,-59 5-924 0 0,175-52 656 0 0,-3 0-1252 0 0,1 2 0 0 0,-34 15 0 0 0,30-8-3041 0 0,-42 32 0 0 0,65-45 4402 0 0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28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746 130 880 0 0,'1'-5'698'0'0,"1"-1"-1"0"0,-1 1 0 0 0,-1-1 0 0 0,1 1 0 0 0,-1-1 0 0 0,0 0 0 0 0,0 1 0 0 0,0-1 0 0 0,-1 1 1 0 0,0-1-1 0 0,0 1 0 0 0,-1 0 0 0 0,-1-6 0 0 0,2 8-409 0 0,-1 0-1 0 0,1 0 1 0 0,-1 0 0 0 0,0 0-1 0 0,0 1 1 0 0,0-1 0 0 0,0 1-1 0 0,0-1 1 0 0,-1 1 0 0 0,1 0-1 0 0,0 0 1 0 0,-1 0 0 0 0,0 0-1 0 0,0 0 1 0 0,1 1-1 0 0,-1-1 1 0 0,0 1 0 0 0,0-1-1 0 0,-1 1 1 0 0,1 0 0 0 0,0 1-1 0 0,0-1 1 0 0,0 0 0 0 0,-1 1-1 0 0,1 0 1 0 0,0 0 0 0 0,0 0-1 0 0,-4 0 1 0 0,-22 3 1010 0 0,1 1 1 0 0,-44 12-1 0 0,-106 39 2209 0 0,147-43-2919 0 0,1 1-1 0 0,0 2 0 0 0,1 0 0 0 0,-33 26 0 0 0,48-31-414 0 0,1 2-1 0 0,0 0 1 0 0,1 0-1 0 0,1 1 1 0 0,0 1-1 0 0,1 0 1 0 0,0 0 0 0 0,-9 19-1 0 0,8-10-136 0 0,0 1 1 0 0,2 1-1 0 0,1-1 0 0 0,-7 36 0 0 0,12-48-41 0 0,2 0 1 0 0,-1 1-1 0 0,1-1 0 0 0,1 0 1 0 0,0 1-1 0 0,1-1 0 0 0,0 1 0 0 0,1-1 1 0 0,0 0-1 0 0,1 0 0 0 0,1 0 1 0 0,0 0-1 0 0,0-1 0 0 0,1 1 0 0 0,1-1 1 0 0,0 0-1 0 0,10 15 0 0 0,-6-14-12 0 0,0 0 1 0 0,1-1-1 0 0,0 0 0 0 0,0 0 0 0 0,1-2 0 0 0,1 1 1 0 0,-1-1-1 0 0,2-1 0 0 0,-1-1 0 0 0,1 1 0 0 0,0-2 1 0 0,1 0-1 0 0,20 5 0 0 0,-9-5-13 0 0,0-1 0 0 0,1-2 1 0 0,-1-1-1 0 0,1 0 0 0 0,0-2 0 0 0,0-1 0 0 0,0-2 0 0 0,-1 0 1 0 0,39-11-1 0 0,-17 1-193 0 0,0-2 0 0 0,-1-2-1 0 0,-1-3 1 0 0,50-28 0 0 0,-51 22-1357 0 0,43-34 1 0 0,-57 36-3485 0 0,52-52 1 0 0,-61 51-968 0 0,23-34 1 0 0,-44 59 5979 0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29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13 4722 0 0,'-5'-12'2881'0'0,"5"40"-4801"0"0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30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32 114 1521 0 0,'-22'10'6243'0'0,"13"-14"-1121"0"0,11-2-3842 0 0,1 2-1600 0 0,1 0 80 0 0,-1 2 160 0 0,-3 6 240 0 0,5-8-160 0 0,-5-14-1360 0 0,0-68-10166 0 0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30.4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18 1281 0 0,'-11'-12'1600'0'0,"-8"6"-79"0"0,-62 72-1121 0 0,-61 92-4882 0 0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30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1 960 0 0,'-11'62'3922'0'0,"8"-17"-800"0"0,6-15-961 0 0,-1-12-881 0 0,3-10-559 0 0,6-8-321 0 0,13-2-720 0 0,19-4-2882 0 0,-5-2-3361 0 0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34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1 2321 0 0,'-32'5'5953'0'0,"-14"3"-4923"0"0,44-8-1100 0 0,0 1 0 0 0,0 0 0 0 0,0-1 0 0 0,0 1 0 0 0,0 0 0 0 0,1 0 0 0 0,-1 0 0 0 0,0 1 0 0 0,0-1 0 0 0,1 0 0 0 0,-1 1 0 0 0,1-1 0 0 0,-1 1 0 0 0,1-1 0 0 0,0 1 0 0 0,-1 0 0 0 0,0 1 0 0 0,-14 30-1258 0 0,-2-1 1 0 0,-2-1 0 0 0,-31 39 0 0 0,50-68 1341 0 0,1-1 0 0 0,-1 0 1 0 0,0 0-1 0 0,0 0 0 0 0,0 1 1 0 0,0-1-1 0 0,0 0 0 0 0,0 0 1 0 0,0 0-1 0 0,0 0 0 0 0,0-1 1 0 0,-1 1-1 0 0,1 0 0 0 0,0 0 0 0 0,0-1 1 0 0,-1 1-1 0 0,1-1 0 0 0,0 1 1 0 0,-1-1-1 0 0,1 1 0 0 0,-1-1 1 0 0,1 0-1 0 0,-1 0 0 0 0,1 0 1 0 0,-1 0-1 0 0,-1 0 0 0 0,2 0 227 0 0,5-5 692 0 0,-6 9-1973 0 0,-2 3-614 0 0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34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79 127 3442 0 0,'-24'-22'6082'0'0,"5"8"-2720"0"0,7 4-1441 0 0,3 4-721 0 0,-1 2-719 0 0,8 0-401 0 0,0 2-240 0 0,4-2-241 0 0,0 2-79 0 0,3 0 0 0 0,2-2-80 0 0,-4 2-1 0 0,4-2-79 0 0,-3 0-80 0 0,1 0-481 0 0,45-34-5602 0 0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42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56 2241 0 0,'-99'-16'3682'0'0,"30"-2"-1761"0"0,31 8-1121 0 0,14 6-480 0 0,10 2-320 0 0,7-2-80 0 0,2 2-80 0 0,10 4-320 0 0,57 28-641 0 0,59 72-3201 0 0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51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159 144 4562 0 0,'-26'-1'1313'0'0,"13"0"-622"0"0,1 0 0 0 0,-1 1 0 0 0,0 0 0 0 0,1 1 0 0 0,-1 1 0 0 0,-20 5 0 0 0,32-7-611 0 0,0 0 0 0 0,-1 1 1 0 0,1-1-1 0 0,0 1 1 0 0,0-1-1 0 0,-1 1 1 0 0,1 0-1 0 0,0 0 1 0 0,0-1-1 0 0,0 1 1 0 0,0 0-1 0 0,0 0 1 0 0,0 0-1 0 0,0 0 1 0 0,1 0-1 0 0,-1 0 0 0 0,0 0 1 0 0,0 0-1 0 0,1 0 1 0 0,-1 0-1 0 0,1 1 1 0 0,-1-1-1 0 0,1 0 1 0 0,-1 0-1 0 0,1 1 1 0 0,0-1-1 0 0,0 0 1 0 0,-1 1-1 0 0,1-1 0 0 0,0 0 1 0 0,0 1-1 0 0,0-1 1 0 0,1 0-1 0 0,-1 1 1 0 0,0-1-1 0 0,0 0 1 0 0,1 0-1 0 0,-1 1 1 0 0,1-1-1 0 0,-1 0 1 0 0,2 2-1 0 0,2 5 1074 0 0,1 1 1 0 0,0-1-1 0 0,1 0 0 0 0,11 12 0 0 0,-15-18-1007 0 0,11 11 234 0 0,1 0 0 0 0,1-1 1 0 0,0-1-1 0 0,1 0 0 0 0,0-1 0 0 0,21 9 0 0 0,8 5-1 0 0,2-3 0 0 0,1-2 1 0 0,85 23-1 0 0,-75-29-314 0 0,74 8 1 0 0,125-4 27 0 0,96-18 52 0 0,92-16 14 0 0,51-12 27 0 0,1558-79 2228 0 0,-959 73-2103 0 0,834-35-411 0 0,-461-17 14 0 0,-93 4 143 0 0,-4 26-124 0 0,-783 47 212 0 0,-5 25 1 0 0,-413-11-1307 0 0,-161-4-1260 0 0,-14-1-60 0 0,-23-1-4066 0 0,-44 4-7073 0 0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52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1 400 0 0,'157'49'14060'0'0,"-143"-44"-13545"0"0,447 137 8481 0 0,-26-32-5661 0 0,-309-88-3228 0 0,2-6 0 0 0,0-5 0 0 0,136-7 0 0 0,366-52-135 0 0,507-101-224 0 0,-1023 133 304 0 0,-76 12-145 0 0,-34 4-689 0 0,-7 1-259 0 0,-15 4-1668 0 0,-36 6-4163 0 0,52-11 6457 0 0,-99 22-12538 0 0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53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1185 2 1441 0 0,'-1'0'405'0'0,"0"0"0"0"0,1-1 0 0 0,-1 1-1 0 0,0 0 1 0 0,0 0 0 0 0,1 0 0 0 0,-1-1 0 0 0,0 1 0 0 0,0 0 0 0 0,1 0 0 0 0,-1 0 0 0 0,0 0 0 0 0,0 1 0 0 0,1-1 0 0 0,-1 0 0 0 0,0 0 0 0 0,1 0 0 0 0,-1 0 0 0 0,0 1 0 0 0,0-1 0 0 0,1 0 0 0 0,-1 1-1 0 0,0-1 1 0 0,1 1 0 0 0,-1-1 0 0 0,1 0 0 0 0,-2 2 0 0 0,-1 2 390 0 0,-1 1-1 0 0,1 0 0 0 0,0 0 1 0 0,1 0-1 0 0,-1 0 1 0 0,1 1-1 0 0,0-1 1 0 0,-2 10-1 0 0,-14 64-436 0 0,-9 102 0 0 0,22-144-447 0 0,-46 583 733 0 0,32-337 206 0 0,-9 68 151 0 0,25-314-849 0 0,1-24-52 0 0,1 0 0 0 0,1 0 1 0 0,0 0-1 0 0,2 14 0 0 0,0-27 186 0 0,1-6-192 0 0,3-16-47 0 0,-4-1-150 0 0,-1 0 1 0 0,-1 0-1 0 0,-1-1 1 0 0,-1 1-1 0 0,-1 0 0 0 0,-1 0 1 0 0,-1 0-1 0 0,-1 1 1 0 0,-11-26-1 0 0,-1 3-624 0 0,-2 2-1 0 0,-2 0 1 0 0,-43-62 0 0 0,-23-13-110 0 0,71 98 883 0 0,-1 0 0 0 0,-1 2 0 0 0,-28-22-1 0 0,42 35-3 0 0,0 2 0 0 0,-1-1 0 0 0,0 0-1 0 0,0 1 1 0 0,0 0 0 0 0,0 1-1 0 0,0-1 1 0 0,0 1 0 0 0,-9-2 0 0 0,11 4-17 0 0,0 0-1 0 0,0 0 1 0 0,0 0 0 0 0,0 0 0 0 0,0 1 0 0 0,0 0 0 0 0,0 0 0 0 0,0 0 0 0 0,1 0-1 0 0,-1 0 1 0 0,0 1 0 0 0,1-1 0 0 0,-1 1 0 0 0,1 0 0 0 0,0 0 0 0 0,-6 5 0 0 0,-3 3 32 0 0,1 0 1 0 0,0 1-1 0 0,0 0 0 0 0,1 1 1 0 0,-14 22-1 0 0,-39 78 266 0 0,5 16 156 0 0,-57 183 1 0 0,-17 147 1214 0 0,118-409-1359 0 0,9-28-137 0 0,-33 140 1516 0 0,34-138-1466 0 0,2 0 0 0 0,0 27 1 0 0,3-34-170 0 0,5 31-1 0 0,-5-42-197 0 0,0-1 0 0 0,0 0-1 0 0,0 0 1 0 0,0 0 0 0 0,1 1-1 0 0,0-1 1 0 0,0-1-1 0 0,0 1 1 0 0,0 0 0 0 0,5 5-1 0 0,-5-7-169 0 0,0 0 1 0 0,0 0-1 0 0,0-1 0 0 0,1 1 0 0 0,-1-1 0 0 0,0 1 0 0 0,1-1 0 0 0,-1 0 0 0 0,1 0 0 0 0,-1 0 0 0 0,1 0 0 0 0,-1-1 0 0 0,1 1 0 0 0,0-1 0 0 0,-1 1 0 0 0,1-1 0 0 0,0 0 0 0 0,3 0 0 0 0,9-2-2322 0 0,0-1 0 0 0,0 0 0 0 0,17-6-1 0 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53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20 1441 0 0,'8'-6'7935'0'0,"19"0"-3251"0"0,1 2-1810 0 0,56 0 1 0 0,-52 6-2564 0 0,0 0 1 0 0,-1 2 0 0 0,48 12 0 0 0,-56-9-407 0 0,1 0-1 0 0,-1 1 1 0 0,-1 2 0 0 0,1 0-1 0 0,-2 1 1 0 0,1 2 0 0 0,-2 0-1 0 0,1 1 1 0 0,29 28 0 0 0,-44-36 112 0 0,0 0 1 0 0,0 1 0 0 0,-1 0-1 0 0,0 0 1 0 0,-1 0 0 0 0,0 1-1 0 0,0-1 1 0 0,0 1 0 0 0,-1 0-1 0 0,0 0 1 0 0,-1 0 0 0 0,0 1-1 0 0,0-1 1 0 0,0 1 0 0 0,-1-1-1 0 0,-1 1 1 0 0,0-1 0 0 0,0 1-1 0 0,0-1 1 0 0,-1 1 0 0 0,0 0 0 0 0,-1-1-1 0 0,-3 12 1 0 0,-4 7 98 0 0,-1 0 0 0 0,-1-1 0 0 0,-2 0 0 0 0,0-1 0 0 0,-33 45 0 0 0,2-9 124 0 0,-3-3 0 0 0,-3-2 0 0 0,-2-1 0 0 0,-2-4 1 0 0,-2-1-1 0 0,-3-3 0 0 0,-1-3 0 0 0,-115 63 0 0 0,143-90-453 0 0,-56 20-1 0 0,82-35 72 0 0,-1 1 0 0 0,0-1-1 0 0,-1 0 1 0 0,1-1 0 0 0,0 0-1 0 0,0 0 1 0 0,-1 0 0 0 0,-7-1 0 0 0,14 0 93 0 0,0-1 0 0 0,0 1 1 0 0,0 0-1 0 0,1 0 1 0 0,-1 0-1 0 0,0-1 0 0 0,0 1 1 0 0,0-1-1 0 0,0 1 1 0 0,1 0-1 0 0,-1-1 0 0 0,0 0 1 0 0,0 1-1 0 0,1-1 1 0 0,-1 1-1 0 0,0-1 0 0 0,1 0 1 0 0,-1 1-1 0 0,0-2 0 0 0,0 0-74 0 0,1 0 0 0 0,-1 1 0 0 0,1-1-1 0 0,-1 0 1 0 0,1 1 0 0 0,0-1 0 0 0,0 0-1 0 0,0 1 1 0 0,0-1 0 0 0,0 0 0 0 0,0 0-1 0 0,1-2 1 0 0,3-14-1498 0 0,2 1 1 0 0,0 0-1 0 0,14-28 0 0 0,50-88-8917 0 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54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429 0 1441 0 0,'-109'146'10564'0'0,"10"-16"3043"0"0,4 2-9445 0 0,33-12-4963 0 0,27-16-79 0 0,14 6 320 0 0,13-1 319 0 0,18-9 161 0 0,16-12 0 0 0,17-12-80 0 0,16-14-480 0 0,3-22-5283 0 0,-6-20-8803 0 0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54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0 3442 0 0,'-38'72'14406'0'0,"9"0"-6482"0"0,27-24-6724 0 0,19 2-960 0 0,-1 6-240 0 0,1-4-240 0 0,-3-6-2241 0 0,5-18-480 0 0,-10-34-5043 0 0,-11-20-4241 0 0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54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27 960 0 0,'-17'-16'6873'0'0,"16"15"-6127"0"0,-1 0 0 0 0,1 0 0 0 0,0 0 0 0 0,-1 0 0 0 0,1 0 1 0 0,0 0-1 0 0,-1 1 0 0 0,1-1 0 0 0,-1 0 0 0 0,1 1 0 0 0,-1 0 0 0 0,1-1 0 0 0,-1 1 1 0 0,0 0-1 0 0,1-1 0 0 0,-1 1 0 0 0,-2 2 2685 0 0,10 1-2328 0 0,13 3-1331 0 0,1 0-1 0 0,-1 2 0 0 0,-1 0 1 0 0,1 1-1 0 0,-1 1 0 0 0,17 13 1 0 0,-4 0 464 0 0,28 26 1 0 0,-50-40-181 0 0,0 1 0 0 0,0 0 0 0 0,-1 0 0 0 0,0 0-1 0 0,-1 1 1 0 0,0 0 0 0 0,5 13 0 0 0,-9-18-56 0 0,-2 0-1 0 0,1 0 0 0 0,-1 1 1 0 0,0-1-1 0 0,0 0 0 0 0,-1 1 1 0 0,0-1-1 0 0,0 1 1 0 0,0-1-1 0 0,-1 1 0 0 0,0-1 1 0 0,0 1-1 0 0,-1-1 0 0 0,1 0 1 0 0,-2 0-1 0 0,1 0 1 0 0,-1 0-1 0 0,1 0 0 0 0,-1 0 1 0 0,-5 6-1 0 0,-5 7 70 0 0,-1 0 1 0 0,-1 0-1 0 0,0-1 0 0 0,-22 18 1 0 0,-107 88 2824 0 0,139-117-2834 0 0,7-4-53 0 0,15-4-28 0 0,-6-1 82 0 0,44 5 142 0 0,-32-1-291 0 0,45-3 0 0 0,106-6-1039 0 0,-101 13-4243 0 0,-30 6-8903 0 0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55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7 880 0 0,'64'5'2661'0'0,"-58"-5"1401"0"0,-24-9 7090 0 0,18 9-11050 0 0,15-3 5525 0 0,1 4-5633 0 0,2 0 908 0 0,-10-2-620 0 0,0 2 1 0 0,0-1 0 0 0,0 1 0 0 0,0 0 0 0 0,-1 1-1 0 0,15 4 1 0 0,-22-6-278 0 0,1 0 0 0 0,-1 0 1 0 0,0 1-1 0 0,0-1 0 0 0,0 0 0 0 0,0 0 0 0 0,0 0 0 0 0,0 0 0 0 0,0 0 0 0 0,0 1 1 0 0,0-1-1 0 0,0 0 0 0 0,0 0 0 0 0,-1 0 0 0 0,1 0 0 0 0,0 0 0 0 0,0 1 0 0 0,0-1 0 0 0,0 0 1 0 0,0 0-1 0 0,0 0 0 0 0,0 0 0 0 0,0 0 0 0 0,0 0 0 0 0,0 0 0 0 0,0 1 0 0 0,-1-1 1 0 0,1 0-1 0 0,0 0 0 0 0,0 0 0 0 0,0 0 0 0 0,0 0 0 0 0,0 0 0 0 0,0 0 0 0 0,-1 0 1 0 0,1 0-1 0 0,0 0 0 0 0,0 0 0 0 0,0 0 0 0 0,0 0 0 0 0,0 0 0 0 0,-1 0 0 0 0,1 0 1 0 0,0 0-1 0 0,0 0 0 0 0,0 0 0 0 0,0 0 0 0 0,0 0 0 0 0,-1 0 0 0 0,1 0 0 0 0,0 0 0 0 0,0 0 1 0 0,0 0-1 0 0,-4 2 39 0 0,6-1 249 0 0,45 5 71 0 0,0-3 1 0 0,91-4-1 0 0,-47-1-297 0 0,-50 1-134 0 0,-21 0-109 0 0,0 1 1 0 0,-1 0-1 0 0,1 2 1 0 0,0 0-1 0 0,33 9 1 0 0,-39-9-1144 0 0,-13-4-472 0 0,-7-3-2316 0 0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55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88 2961 0 0,'-50'22'12086'0'0,"20"-4"-5123"0"0,11 4-3681 0 0,12 116-6164 0 0,7 28 4643 0 0,11-22 1040 0 0,4-40-1840 0 0,1-11-961 0 0,3 1-400 0 0,12 0-161 0 0,7-14-2640 0 0,9-32-2082 0 0,15-50-9043 0 0</inkml:trace>
  <inkml:trace contextRef="#ctx0" brushRef="#br0" timeOffset="1">413 0 2561 0 0,'12'14'13847'0'0,"4"-6"-5123"0"0,18 0-8084 0 0,34 12-2001 0 0,15 22 961 0 0,-14 22 720 0 0,-26 6 160 0 0,-27 6-240 0 0,-23 18-79 0 0,-26 22-81 0 0,-3-14-80 0 0,-9-2 80 0 0,-21-9 480 0 0,-7-25 80 0 0,-10-36-560 0 0,38-52-800 0 0,42-56-7844 0 0,53-79-8164 0 0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55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1 880 0 0,'-52'86'6083'0'0,"-17"17"5122"0"0,12 13-3441 0 0,24 6-5283 0 0,12 8-2961 0 0,11-30-80 0 0,13-10 319 0 0,11 2 81 0 0,12-1 80 0 0,10-15-320 0 0,-13-22-1441 0 0,20-32-15367 0 0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56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1 400 0 0,'0'1'1116'0'0,"2"12"3518"0"0,14 10-846 0 0,6 5-894 0 0,8 8 1028 0 0,28 47 0 0 0,-55-79-3891 0 0,-1 0 0 0 0,1 0-1 0 0,-1 1 1 0 0,-1-1 0 0 0,1 0 0 0 0,-1 1 0 0 0,1-1-1 0 0,-1 1 1 0 0,0-1 0 0 0,-1 1 0 0 0,1 0-1 0 0,-1 6 1 0 0,-1-7-3 0 0,0 0 0 0 0,0 1-1 0 0,-1-1 1 0 0,1 0 0 0 0,-1 0 0 0 0,0 0-1 0 0,0 0 1 0 0,-1 0 0 0 0,1 0-1 0 0,-1-1 1 0 0,0 1 0 0 0,-4 4-1 0 0,-7 6 186 0 0,-1 0-1 0 0,0-1 1 0 0,-1 0-1 0 0,0-1 1 0 0,0-1-1 0 0,-2-1 1 0 0,1 0-1 0 0,-1-1 1 0 0,-1-1-1 0 0,1-1 1 0 0,-1-1-1 0 0,0 0 1 0 0,-39 5-1 0 0,44-9 365 0 0,36-6 207 0 0,-5 1-424 0 0,14-3-419 0 0,0-1-1 0 0,-1-1 1 0 0,35-15 0 0 0,-48 15-764 0 0,0 0 1 0 0,0-2 0 0 0,-1 1 0 0 0,17-15-1 0 0,-13 7-2605 0 0,35-39 0 0 0,7-20-6537 0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56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1921 0 0,'-9'6'4180'0'0,"24"-5"-552"0"0,23 2-1685 0 0,180 44 1965 0 0,-202-42-3211 0 0,-1 0-1 0 0,-1 0 0 0 0,1 1 0 0 0,-1 1 0 0 0,0 1 0 0 0,0 0 0 0 0,16 13 0 0 0,-26-18-433 0 0,0 1-1 0 0,0-1 0 0 0,0 1 0 0 0,-1 0 1 0 0,1 0-1 0 0,-1 1 0 0 0,0-1 0 0 0,0 1 1 0 0,-1-1-1 0 0,1 1 0 0 0,-1 0 0 0 0,0 0 1 0 0,-1 0-1 0 0,1 0 0 0 0,-1 0 1 0 0,0 0-1 0 0,0 1 0 0 0,0-1 0 0 0,-1 0 1 0 0,0 0-1 0 0,0 1 0 0 0,0-1 0 0 0,-1 0 1 0 0,-1 10-1 0 0,0-8-321 0 0,0 1 1 0 0,0 0-1 0 0,0-1 0 0 0,-1 0 1 0 0,-1 0-1 0 0,1 0 0 0 0,-1 0 0 0 0,0 0 1 0 0,0 0-1 0 0,-1-1 0 0 0,0 0 1 0 0,0 0-1 0 0,0 0 0 0 0,-1-1 1 0 0,0 0-1 0 0,0 0 0 0 0,0 0 1 0 0,-1-1-1 0 0,0 0 0 0 0,0 0 0 0 0,0-1 1 0 0,0 1-1 0 0,0-2 0 0 0,-15 5 1 0 0,6-3 34 0 0,10-2-1 0 0,0-1-1 0 0,0 1 1 0 0,-1-1 0 0 0,1 0-1 0 0,-1-1 1 0 0,1 1-1 0 0,-7-2 1 0 0,41-3-229 0 0,38 8 118 0 0,27 1-128 0 0,-2-2-620 0 0,-23-1-1524 0 0,0-2-4651 0 0,6-3-6187 0 0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57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47 1281 0 0,'-105'-46'3041'0'0,"466"72"-480"0"0,-46-30-80 0 0,-116-6-80 0 0,-104 2-400 0 0,-62 4-640 0 0,-28 4-561 0 0,-17 0-1200 0 0,-12 2-4482 0 0,-14 14-4002 0 0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58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161 333 1281 0 0,'-1'-1'111'0'0,"1"1"1"0"0,0-1 0 0 0,0 0 0 0 0,0 1 0 0 0,0-1-1 0 0,0 1 1 0 0,0-1 0 0 0,0 1 0 0 0,0-1 0 0 0,0 1-1 0 0,0-1 1 0 0,0 1 0 0 0,0-1 0 0 0,0 1 0 0 0,0-1-1 0 0,1 1 1 0 0,-1-1 0 0 0,0 1 0 0 0,0-1 0 0 0,1 0-1 0 0,0 0 4 0 0,0 1-1 0 0,0-1 1 0 0,1 1 0 0 0,-1-1-1 0 0,0 1 1 0 0,1 0-1 0 0,-1-1 1 0 0,0 1-1 0 0,1 0 1 0 0,-1 0 0 0 0,0 0-1 0 0,1 0 1 0 0,-1 0-1 0 0,0 0 1 0 0,1 0-1 0 0,0 1 1 0 0,30 4 860 0 0,-7-1-371 0 0,0-1 1 0 0,27 0 0 0 0,-45-3-467 0 0,1 0-1 0 0,0-1 0 0 0,0 0 1 0 0,0 0-1 0 0,-1 0 1 0 0,1-1-1 0 0,-1-1 0 0 0,1 1 1 0 0,-1-1-1 0 0,0 0 1 0 0,0-1-1 0 0,7-4 0 0 0,-11 5-23 0 0,1 1 0 0 0,-1-1 0 0 0,0 0 0 0 0,0 0 0 0 0,0-1 0 0 0,0 1-1 0 0,-1-1 1 0 0,1 1 0 0 0,-1-1 0 0 0,0 0 0 0 0,0 0 0 0 0,0 0 0 0 0,-1 0 0 0 0,1 0-1 0 0,-1 0 1 0 0,1-6 0 0 0,-1 6 1 0 0,-1 1-1 0 0,0 0 1 0 0,0 0-1 0 0,0 0 1 0 0,0-1-1 0 0,-1 1 1 0 0,1 0-1 0 0,-1 0 1 0 0,0 0-1 0 0,0 0 1 0 0,0 0-1 0 0,0 0 1 0 0,0 0 0 0 0,-1 0-1 0 0,0 0 1 0 0,1 1-1 0 0,-1-1 1 0 0,0 1-1 0 0,0-1 1 0 0,0 1-1 0 0,-4-4 1 0 0,-1 1 131 0 0,-1 0-1 0 0,1 0 1 0 0,-1 1 0 0 0,0 0 0 0 0,0 1 0 0 0,0-1 0 0 0,-1 1 0 0 0,1 1 0 0 0,-1 0 0 0 0,1 0-1 0 0,-1 1 1 0 0,0 0 0 0 0,0 0 0 0 0,-13 1 0 0 0,1 2 806 0 0,0 0 1 0 0,0 1-1 0 0,1 1 1 0 0,-33 10-1 0 0,41-10-524 0 0,1 0-1 0 0,0 1 0 0 0,0 0 0 0 0,-20 13 1 0 0,27-16-483 0 0,0 1 0 0 0,0 0 1 0 0,1 1-1 0 0,0-1 0 0 0,-1 1 1 0 0,1-1-1 0 0,0 1 0 0 0,1 0 1 0 0,-1 0-1 0 0,1 0 0 0 0,0 1 1 0 0,0-1-1 0 0,0 0 0 0 0,0 1 1 0 0,-1 6-1 0 0,2-5-97 0 0,0 1-1 0 0,0-1 1 0 0,0 1-1 0 0,1-1 1 0 0,0 1-1 0 0,1 0 1 0 0,0-1 0 0 0,0 1-1 0 0,0-1 1 0 0,0 0-1 0 0,1 1 1 0 0,0-1 0 0 0,1 0-1 0 0,-1 0 1 0 0,1 0-1 0 0,5 8 1 0 0,-5-10 64 0 0,1 1 1 0 0,-1-1 0 0 0,1 0-1 0 0,0 0 1 0 0,0-1-1 0 0,0 1 1 0 0,1-1-1 0 0,-1 0 1 0 0,1 0 0 0 0,-1 0-1 0 0,1-1 1 0 0,0 0-1 0 0,0 0 1 0 0,0 0 0 0 0,1 0-1 0 0,-1-1 1 0 0,0 0-1 0 0,1 0 1 0 0,-1 0-1 0 0,11-1 1 0 0,-6 0-9 0 0,0-2-1 0 0,0 1 1 0 0,0-1 0 0 0,0-1-1 0 0,0 0 1 0 0,-1 0-1 0 0,1-1 1 0 0,-1 0 0 0 0,0-1-1 0 0,0 0 1 0 0,-1 0-1 0 0,1-1 1 0 0,-1 0 0 0 0,11-11-1 0 0,-5 4 4 0 0,-2 0-1 0 0,1-1 1 0 0,-2 0 0 0 0,0 0-1 0 0,-1-1 1 0 0,0-1-1 0 0,8-18 1 0 0,-15 26-16 0 0,0 1 0 0 0,0-1 0 0 0,-1 0 0 0 0,0 0 0 0 0,0 0 0 0 0,-1 0 1 0 0,0 0-1 0 0,0 0 0 0 0,-1 0 0 0 0,-1-10 0 0 0,1 13-4 0 0,-1-1 0 0 0,-1 0 0 0 0,1 0 0 0 0,-1 1 0 0 0,0-1 0 0 0,0 1 0 0 0,-1-1 0 0 0,1 1 0 0 0,-1 0 0 0 0,0 0 0 0 0,-1 0-1 0 0,1 1 1 0 0,-1-1 0 0 0,-7-6 0 0 0,6 6 17 0 0,0 1 0 0 0,0 0-1 0 0,-1 0 1 0 0,0 0 0 0 0,0 1-1 0 0,0-1 1 0 0,0 1 0 0 0,0 1-1 0 0,0-1 1 0 0,-1 1 0 0 0,1 1-1 0 0,-1-1 1 0 0,0 1 0 0 0,1 0-1 0 0,-1 0 1 0 0,0 1 0 0 0,0 0 0 0 0,0 0-1 0 0,1 1 1 0 0,-1-1 0 0 0,0 2-1 0 0,0-1 1 0 0,1 1 0 0 0,-1 0-1 0 0,1 0 1 0 0,0 1 0 0 0,-1-1-1 0 0,-7 7 1 0 0,3-1-9 0 0,0 1 1 0 0,1 0-1 0 0,0 1 1 0 0,1 0-1 0 0,-15 20 0 0 0,5-1-1 0 0,-18 37 0 0 0,25-42 5 0 0,1 0 1 0 0,0 1-1 0 0,2 0 0 0 0,2 1 1 0 0,0-1-1 0 0,-6 50 0 0 0,12-63 6 0 0,0 1 0 0 0,1 0 0 0 0,0 0 0 0 0,1-1 0 0 0,1 1 0 0 0,0 0 0 0 0,0-1 0 0 0,1 1 0 0 0,1-1 0 0 0,0 0 0 0 0,1 0 0 0 0,0-1 0 0 0,1 1 0 0 0,0-1 0 0 0,1 0 0 0 0,10 13 0 0 0,-11-18 6 0 0,0 1 0 0 0,1-1-1 0 0,0 0 1 0 0,0 0 0 0 0,0 0 0 0 0,1-1 0 0 0,-1-1 0 0 0,1 1-1 0 0,0-1 1 0 0,1 0 0 0 0,-1-1 0 0 0,1 0 0 0 0,-1 0-1 0 0,1-1 1 0 0,0 0 0 0 0,0-1 0 0 0,0 0 0 0 0,0 0 0 0 0,0-1-1 0 0,0 0 1 0 0,0 0 0 0 0,0-1 0 0 0,0-1 0 0 0,10-2-1 0 0,-8 1-16 0 0,0 0-1 0 0,0-1 0 0 0,0 0 0 0 0,0-1 0 0 0,-1 0 0 0 0,0 0 0 0 0,0-2 0 0 0,0 1 1 0 0,-1-1-1 0 0,0 0 0 0 0,0-1 0 0 0,-1 0 0 0 0,0-1 0 0 0,0 1 0 0 0,-1-1 1 0 0,0-1-1 0 0,10-19 0 0 0,-15 26-12 0 0,0-1 0 0 0,-1 0-1 0 0,0 0 1 0 0,0 0 0 0 0,0 0 0 0 0,0 0 0 0 0,-1 0 0 0 0,1 0 0 0 0,-1-1 0 0 0,0 1 0 0 0,0 0-1 0 0,-1 0 1 0 0,1 0 0 0 0,-1 0 0 0 0,0 0 0 0 0,0 0 0 0 0,0 0 0 0 0,-1 0 0 0 0,1 0 0 0 0,-1 0 0 0 0,0 1-1 0 0,0-1 1 0 0,0 1 0 0 0,-1-1 0 0 0,1 1 0 0 0,-4-3 0 0 0,-6-7-33 0 0,-1 0 1 0 0,0 2-1 0 0,-1-1 1 0 0,-23-13-1 0 0,28 18 16 0 0,0 1-1 0 0,-1 0 1 0 0,0 1 0 0 0,1 0-1 0 0,-2 1 1 0 0,1 0-1 0 0,0 0 1 0 0,-1 1 0 0 0,0 1-1 0 0,-19-3 1 0 0,29 5-17 0 0,0 0 0 0 0,0 0 0 0 0,-1 0 1 0 0,1 0-1 0 0,0 0 0 0 0,0 0 0 0 0,0 0 0 0 0,0 0 0 0 0,0 1 0 0 0,0-1 1 0 0,0 0-1 0 0,0 1 0 0 0,0-1 0 0 0,0 1 0 0 0,0-1 0 0 0,0 1 1 0 0,0 0-1 0 0,0-1 0 0 0,0 1 0 0 0,1 0 0 0 0,-1-1 0 0 0,0 1 1 0 0,-1 2-1 0 0,2-3-128 0 0,0 1 1 0 0,0 0 0 0 0,0 0 0 0 0,0 0-1 0 0,0-1 1 0 0,0 1 0 0 0,0 0 0 0 0,0 0-1 0 0,0 0 1 0 0,0-1 0 0 0,1 1 0 0 0,-1 0-1 0 0,0 0 1 0 0,1 0 0 0 0,-1-1-1 0 0,0 1 1 0 0,1 0 0 0 0,-1-1 0 0 0,1 1-1 0 0,-1 0 1 0 0,1-1 0 0 0,-1 1 0 0 0,1 0-1 0 0,-1-1 1 0 0,1 1 0 0 0,0-1-1 0 0,-1 1 1 0 0,1-1 0 0 0,0 0 0 0 0,0 1-1 0 0,27 14-6422 0 0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58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97 560 0 0,'-9'-2'378'0'0,"-29"-10"822"0"0,31 7 1041 0 0,95 17 5145 0 0,-64-8-6118 0 0,310 37 11545 0 0,-77-22-8432 0 0,524-14-4889 0 0,-519-8 509 0 0,505-2 733 0 0,619-55-227 0 0,-562-22-761 0 0,-774 74-682 0 0,-48 8-123 0 0,-6 1-405 0 0,-30 4-2827 0 0,-56 11-5700 0 0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58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832 46 160 0 0,'16'-39'5072'0'0,"-12"33"-2910"0"0,-4 15 35 0 0,-40 186 4980 0 0,-31 360-1377 0 0,48 0-4704 0 0,22-546-1081 0 0,-1 76 778 0 0,16 162 0 0 0,-12-233-665 0 0,1 1 0 0 0,0-1 0 0 0,1 1 0 0 0,6 14 0 0 0,-4-20-54 0 0,-2-13-69 0 0,1-27-70 0 0,-4-11-32 0 0,-1 0 1 0 0,-2 1 0 0 0,-1-1 0 0 0,-17-69 0 0 0,4 35-77 0 0,-3 0-1 0 0,-4 1 1 0 0,-42-92 0 0 0,56 148 45 0 0,0 0 0 0 0,-2 1-1 0 0,0 1 1 0 0,-16-19 0 0 0,24 32 70 0 0,-1 0 0 0 0,1 0 1 0 0,-1 1-1 0 0,0 0 0 0 0,0 0 0 0 0,0 0 0 0 0,0 0 0 0 0,0 0 0 0 0,-1 1 0 0 0,1 0 0 0 0,-1 0 0 0 0,0 0 0 0 0,-8-2 0 0 0,9 4 27 0 0,-1-1 0 0 0,1 1-1 0 0,0 0 1 0 0,-1 1 0 0 0,1-1 0 0 0,0 1-1 0 0,-1-1 1 0 0,1 1 0 0 0,0 1 0 0 0,0-1-1 0 0,0 0 1 0 0,0 1 0 0 0,-5 3 0 0 0,-4 3 64 0 0,1 1 1 0 0,0 1-1 0 0,1 0 1 0 0,0 0-1 0 0,0 1 1 0 0,1 1-1 0 0,1 0 1 0 0,-11 17-1 0 0,-37 66 1426 0 0,-60 138 0 0 0,113-224-1389 0 0,-92 221 907 0 0,87-201-960 0 0,1 0 0 0 0,1 1 1 0 0,1 0-1 0 0,2 0 0 0 0,0 57 1 0 0,4-68 32 0 0,1-1 0 0 0,0 0 1 0 0,2 1-1 0 0,0-1 0 0 0,1 0 0 0 0,9 23 1 0 0,-11-36-101 0 0,0 0 1 0 0,1 1 0 0 0,-1-1-1 0 0,1-1 1 0 0,1 1 0 0 0,-1 0 0 0 0,0-1-1 0 0,1 1 1 0 0,0-1 0 0 0,0 0-1 0 0,1 0 1 0 0,-1-1 0 0 0,1 1 0 0 0,0-1-1 0 0,-1 0 1 0 0,1 0 0 0 0,1-1-1 0 0,-1 0 1 0 0,0 0 0 0 0,1 0 0 0 0,-1 0-1 0 0,1-1 1 0 0,-1 0 0 0 0,12 1-1 0 0,-6-1-570 0 0,0-1-1 0 0,0-1 0 0 0,0 0 0 0 0,0 0 1 0 0,0-1-1 0 0,-1-1 0 0 0,1 0 0 0 0,10-4 1 0 0,-2-1-1128 0 0,-1 0 0 0 0,0-2 0 0 0,-1 0 0 0 0,17-12 0 0 0,81-72-10031 0 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59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352 93 3602 0 0,'-140'174'15442'0'0,"75"-98"-12956"0"0,55-64-2381 0 0,1 1-1 0 0,0-1 1 0 0,0 2 0 0 0,1-1 0 0 0,1 1 0 0 0,0 0-1 0 0,1 1 1 0 0,-4 15 0 0 0,9-22-86 0 0,-1 0 0 0 0,1 0 0 0 0,0 0 0 0 0,1 0 0 0 0,0 0 0 0 0,0 0 0 0 0,1 0 0 0 0,0 0 1 0 0,1 0-1 0 0,-1 0 0 0 0,2 0 0 0 0,-1 0 0 0 0,1 0 0 0 0,0-1 0 0 0,0 1 0 0 0,9 11 0 0 0,-6-9 65 0 0,1 1 0 0 0,0-2 0 0 0,1 1 0 0 0,0-1 1 0 0,1-1-1 0 0,0 1 0 0 0,0-1 0 0 0,1-1 0 0 0,0 0 0 0 0,0 0 0 0 0,0-1 0 0 0,1 0 0 0 0,0-1 0 0 0,1 0 1 0 0,-1-1-1 0 0,1 0 0 0 0,-1-1 0 0 0,1 0 0 0 0,0-1 0 0 0,0 0 0 0 0,1-1 0 0 0,23-1 0 0 0,-19-1-16 0 0,1 0-1 0 0,-1-2 1 0 0,0 0 0 0 0,0-1-1 0 0,0 0 1 0 0,-1-2-1 0 0,1 0 1 0 0,-1 0 0 0 0,0-2-1 0 0,-1 0 1 0 0,0-1-1 0 0,0 0 1 0 0,-1-1 0 0 0,18-17-1 0 0,-8 2 27 0 0,-1-1 0 0 0,-1-1 0 0 0,-1-1-1 0 0,-1-1 1 0 0,-2-1 0 0 0,-1-1 0 0 0,13-34 0 0 0,3-16 264 0 0,37-144 0 0 0,-51 160-144 0 0,-8 42-112 0 0,-11 23-101 0 0,1 0 0 0 0,-1-1 1 0 0,0 1-1 0 0,0 0 1 0 0,0 0-1 0 0,0 0 0 0 0,0 0 1 0 0,0 0-1 0 0,1 0 1 0 0,-1 0-1 0 0,0 0 0 0 0,0 0 1 0 0,0 0-1 0 0,0 0 1 0 0,0 0-1 0 0,0 0 0 0 0,1 0 1 0 0,-1 0-1 0 0,0 0 1 0 0,0 0-1 0 0,0 0 0 0 0,0 0 1 0 0,0 0-1 0 0,0 0 1 0 0,1 0-1 0 0,-1 0 0 0 0,0 0 1 0 0,0 1-1 0 0,0-1 0 0 0,0 0 1 0 0,0 0-1 0 0,0 0 1 0 0,0 0-1 0 0,1 0 0 0 0,-1 0 1 0 0,0 0-1 0 0,0 0 1 0 0,0 0-1 0 0,0 1 0 0 0,0-1 1 0 0,0 0-1 0 0,0 0 1 0 0,0 0-1 0 0,0 0 0 0 0,0 0 1 0 0,5 17 99 0 0,15 103 1120 0 0,6 143 0 0 0,-25-220-1168 0 0,-1 1 0 0 0,-3 0 1 0 0,-1-1-1 0 0,-3 0 0 0 0,-1 0 0 0 0,-2 0 0 0 0,-18 47 1 0 0,8-42-111 0 0,-1 0 0 0 0,-3-1 0 0 0,-2-1 0 0 0,-2-1 0 0 0,-2-2 0 0 0,-2 0 0 0 0,-40 40 0 0 0,46-56 40 0 0,-2-2 1 0 0,0-1 0 0 0,-2-2-1 0 0,-47 29 1 0 0,53-38 11 0 0,-1 0 0 0 0,-1-2 0 0 0,0-1-1 0 0,-1-1 1 0 0,0-1 0 0 0,-42 7 0 0 0,40-11-56 0 0,0-2-1 0 0,-1 0 1 0 0,0-2 0 0 0,-50-7-1 0 0,34-4-165 0 0,46 11 224 0 0,0 0 0 0 0,-1 0 0 0 0,1 0 0 0 0,0 0 0 0 0,-1 0 0 0 0,1 0 0 0 0,0 0 0 0 0,0 0-1 0 0,-1 0 1 0 0,1 0 0 0 0,0 0 0 0 0,0 0 0 0 0,-1 0 0 0 0,1-1 0 0 0,0 1 0 0 0,-1 0-1 0 0,1 0 1 0 0,0 0 0 0 0,0 0 0 0 0,0-1 0 0 0,-1 1 0 0 0,1 0 0 0 0,0 0 0 0 0,0-1-1 0 0,0 1 1 0 0,0 0 0 0 0,-1 0 0 0 0,1-1 0 0 0,0 1 0 0 0,0 0 0 0 0,0 0 0 0 0,0-1-1 0 0,0 1 1 0 0,0 0 0 0 0,0-1 0 0 0,0 1 0 0 0,0 0 0 0 0,0 0 0 0 0,0-1 0 0 0,0 1-1 0 0,0 0 1 0 0,0-1 0 0 0,0 1 0 0 0,0 0 0 0 0,0-1 0 0 0,0 1 0 0 0,0 0 0 0 0,0 0-1 0 0,1-1 1 0 0,-1 1 0 0 0,0 0 0 0 0,0-1 0 0 0,16-8-68 0 0,-12 7 67 0 0,230-103-2237 0 0,-166 73 1501 0 0,122-36 0 0 0,-48 21-2293 0 0,3-14-6620 0 0,-42 5-1152 0 0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59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 3041 0 0,'19'42'7364'0'0,"-19"30"-641"0"0,-2 18-3362 0 0,-8 3-2960 0 0,-6-3 1279 0 0,-11-12 1602 0 0,13-8-2082 0 0,24-20-1440 0 0,-1-22-240 0 0,3-28 80 0 0,14-30-4082 0 0,7-36-6723 0 0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00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10 1841 0 0,'-21'-10'24962'0'0,"52"22"-21594"0"0,7 2-5593 0 0,-11-5 1969 0 0,59 19 558 0 0,107 50-1 0 0,-183-73-247 0 0,0 0 1 0 0,-1 1-1 0 0,0 0 1 0 0,0 0-1 0 0,0 1 1 0 0,10 9 0 0 0,-18-14-54 0 0,1 0 0 0 0,0 0 1 0 0,-1 0-1 0 0,1 0 0 0 0,-1 0 1 0 0,0 0-1 0 0,0 1 0 0 0,0-1 1 0 0,0 0-1 0 0,0 1 1 0 0,0-1-1 0 0,-1 0 0 0 0,1 1 1 0 0,-1-1-1 0 0,1 1 0 0 0,-1-1 1 0 0,0 1-1 0 0,0-1 1 0 0,0 1-1 0 0,-1-1 0 0 0,1 1 1 0 0,0-1-1 0 0,-1 1 0 0 0,0-1 1 0 0,1 1-1 0 0,-1-1 1 0 0,0 0-1 0 0,0 0 0 0 0,-1 1 1 0 0,1-1-1 0 0,0 0 0 0 0,-3 2 1 0 0,-9 13-62 0 0,-2-1 0 0 0,0-1 0 0 0,-1 0 0 0 0,-23 16 0 0 0,13-10 13 0 0,-13 11 570 0 0,-2-1 0 0 0,-1-2 0 0 0,-2-2 0 0 0,-80 37 0 0 0,124-64-512 0 0,-1 1 1 0 0,1-1-1 0 0,-1 0 1 0 0,1 0 0 0 0,-1 0-1 0 0,1 1 1 0 0,-1-1-1 0 0,0 0 1 0 0,1 0 0 0 0,-1 0-1 0 0,1 0 1 0 0,-1 0 0 0 0,0 0-1 0 0,1 0 1 0 0,-1 0-1 0 0,1 0 1 0 0,-1 0 0 0 0,0 0-1 0 0,1 0 1 0 0,-1-1 0 0 0,1 1-1 0 0,-2 0 1 0 0,2 0-14 0 0,0 0 1 0 0,0-1 0 0 0,0 1-1 0 0,0 0 1 0 0,0 0-1 0 0,0 0 1 0 0,0 0-1 0 0,0 0 1 0 0,0 0 0 0 0,0 0-1 0 0,0 0 1 0 0,0 0-1 0 0,-1 0 1 0 0,1 0 0 0 0,0-1-1 0 0,0 1 1 0 0,0 0-1 0 0,0 0 1 0 0,0 0 0 0 0,0 0-1 0 0,0 0 1 0 0,0 0-1 0 0,0 0 1 0 0,0 0-1 0 0,0-1 1 0 0,0 1 0 0 0,0 0-1 0 0,0 0 1 0 0,0 0-1 0 0,0 0 1 0 0,0 0 0 0 0,1 0-1 0 0,-1 0 1 0 0,0 0-1 0 0,0 0 1 0 0,0-1-1 0 0,0 1 1 0 0,0 0 0 0 0,0 0-1 0 0,0 0 1 0 0,0 0-1 0 0,0 0 1 0 0,0 0 0 0 0,0 0-1 0 0,0 0 1 0 0,0 0-1 0 0,1 0 1 0 0,-1 0 0 0 0,0 0-1 0 0,0 0 1 0 0,0 0-1 0 0,0 0 1 0 0,0 0-1 0 0,0 0 1 0 0,0 0 0 0 0,0 0-1 0 0,22 7-251 0 0,23 4 104 0 0,1-1 1 0 0,1-2-1 0 0,0-3 1 0 0,0-1-1 0 0,62-3 0 0 0,32-15-4949 0 0,-53-2-9108 0 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00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12 605 3201 0 0,'-11'2'3362'0'0,"18"-2"-80"0"0,5 2 1280 0 0,92 22 8003 0 0,38-4-6770 0 0,0-20-5795 0 0,-7-16-1072 0 0,-18 0 351 0 0,-39 0 241 0 0,-33 10-2641 0 0,-24-4-3122 0 0,-21-12-4002 0 0</inkml:trace>
  <inkml:trace contextRef="#ctx0" brushRef="#br0" timeOffset="1">555 0 240 0 0,'-38'8'12486'0'0,"-11"34"-3122"0"0,8 20-6723 0 0,15 34-3041 0 0,17 34 400 0 0,13 19 1041 0 0,4-11 2080 0 0,1-32-1120 0 0,3 2-1361 0 0,4 6-720 0 0,6-20-240 0 0,-3-26-80 0 0,0-34 0 0 0,7-34-1521 0 0,-3-38-6083 0 0,-13-38-3601 0 0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01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0 196 960 0 0,'24'-45'6283'0'0,"-26"51"-4702"0"0,-3 17 1467 0 0,-1 3-322 0 0,2 0-1 0 0,1 1 0 0 0,1-1 1 0 0,4 54-1 0 0,-1-67-2460 0 0,0 1 1 0 0,1-1-1 0 0,1 0 0 0 0,1 0 0 0 0,0 0 0 0 0,0 0 0 0 0,1-1 1 0 0,1 0-1 0 0,0 0 0 0 0,0 0 0 0 0,2-1 0 0 0,15 20 1 0 0,-13-21-328 0 0,1 0 0 0 0,1 0 0 0 0,0-2 0 0 0,0 1 0 0 0,1-1 0 0 0,0-1 0 0 0,0-1 0 0 0,1 0 0 0 0,0 0 0 0 0,0-1 0 0 0,0-1 0 0 0,0 0 0 0 0,20 1 0 0 0,-13-2 122 0 0,-1-1 1 0 0,1-1 0 0 0,0-1 0 0 0,-1-1 0 0 0,1 0 0 0 0,0-2 0 0 0,-1 0 0 0 0,40-13-1 0 0,-42 9-16 0 0,-1-1-1 0 0,0 0 0 0 0,0-1 0 0 0,-1-1 0 0 0,0-1 0 0 0,19-15 1 0 0,-13 6-15 0 0,-1-1 0 0 0,-1 0 0 0 0,26-37 0 0 0,-13 8-30 0 0,-2-1-1 0 0,-2-1 1 0 0,30-77 0 0 0,-9-3-212 0 0,-50 131 210 0 0,0 0 0 0 0,0 0 0 0 0,0 1 0 0 0,1-1 0 0 0,-1 0 0 0 0,0 0 0 0 0,0 1 0 0 0,1-1 0 0 0,-1 0 0 0 0,1 1 0 0 0,-1-1 0 0 0,0 0 0 0 0,1 1 0 0 0,-1-1 0 0 0,1 1 0 0 0,0-1 0 0 0,-1 1 0 0 0,2-2 0 0 0,3 12 87 0 0,5 10 35 0 0,11 3-20 0 0,-4-4 1 0 0,26 36 1 0 0,-37-44-86 0 0,0-1-1 0 0,-1 1 0 0 0,0 0 1 0 0,0 0-1 0 0,-1 1 0 0 0,3 18 0 0 0,-3-5 7 0 0,-1-1-1 0 0,-1 1 1 0 0,-1 0-1 0 0,-1-1 1 0 0,-4 27-1 0 0,-4 6 39 0 0,-15 59 0 0 0,9-67-53 0 0,-1-1 1 0 0,-2 0 0 0 0,-3-1-1 0 0,-1-1 1 0 0,-39 59 0 0 0,20-44-111 0 0,-3-2 1 0 0,-2-3-1 0 0,-58 58 1 0 0,78-90-152 0 0,0 0 0 0 0,-2-2-1 0 0,0-1 1 0 0,-49 29 0 0 0,60-42 155 0 0,1 0-1 0 0,-1-1 1 0 0,0-1-1 0 0,0-1 1 0 0,-1 0-1 0 0,0-1 1 0 0,0 0 0 0 0,0-2-1 0 0,0 0 1 0 0,0-1-1 0 0,-18-1 1 0 0,4-3 15 0 0,1-1 1 0 0,-40-12-1 0 0,55 11-23 0 0,12 1 120 0 0,21-3 163 0 0,4-1-120 0 0,58-28-286 0 0,1 4-1 0 0,115-31 1 0 0,-169 56-1716 0 0,0-1-1 0 0,0-2 1 0 0,-1 0-1 0 0,31-18 0 0 0,10-16-6495 0 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01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47 4002 0 0,'2'5'9178'0'0,"10"-3"-5457"0"0,81-7 402 0 0,-61 2-3346 0 0,-1 2 1 0 0,58 4 0 0 0,-81-2-787 0 0,0 1-1 0 0,0 0 0 0 0,-1 0 0 0 0,1 0 1 0 0,-1 1-1 0 0,0 0 0 0 0,1 1 0 0 0,-1 0 1 0 0,-1 0-1 0 0,1 0 0 0 0,-1 1 0 0 0,1 0 1 0 0,5 7-1 0 0,-8-9 27 0 0,0 1-1 0 0,-1 1 1 0 0,0-1 0 0 0,0 0-1 0 0,0 1 1 0 0,0 0 0 0 0,-1-1-1 0 0,1 1 1 0 0,-1 0 0 0 0,-1 0-1 0 0,1 1 1 0 0,-1-1 0 0 0,1 0-1 0 0,-2 0 1 0 0,1 1-1 0 0,0-1 1 0 0,-1 1 0 0 0,0-1-1 0 0,-1 0 1 0 0,0 7 0 0 0,-2 0 105 0 0,-1 0 0 0 0,0 0 0 0 0,-1 0 0 0 0,0-1 0 0 0,-1 0 0 0 0,0 0 0 0 0,-1 0 0 0 0,0 0 0 0 0,0-1 0 0 0,-1-1 0 0 0,-1 1 0 0 0,0-1 1 0 0,0-1-1 0 0,-13 10 0 0 0,-2 0 208 0 0,-1 0 0 0 0,-1-2 0 0 0,0-1 0 0 0,-53 21 0 0 0,61-30-281 0 0,0-1 0 0 0,0-1 0 0 0,-1 0 0 0 0,1-2 0 0 0,-1 0 0 0 0,0-1 0 0 0,-21-2 0 0 0,35 1-40 0 0,10 1 147 0 0,-3-1-128 0 0,-1 1 0 0 0,1-1 0 0 0,-1 0 0 0 0,1 0-1 0 0,-1 0 1 0 0,0 0 0 0 0,1-1 0 0 0,-1 1-1 0 0,0 0 1 0 0,1-1 0 0 0,-1 1 0 0 0,0 0 0 0 0,1-1-1 0 0,1-1 1 0 0,20-6 10 0 0,140-57-901 0 0,-141 54 650 0 0,0-2-1 0 0,0 0 0 0 0,-1-1 0 0 0,-1-1 0 0 0,23-21 1 0 0,-23 15-525 0 0,-1 0 0 0 0,23-33 0 0 0,-19 19-3378 0 0,19-38 1 0 0,15-47-11279 0 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01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16728 0 0,'-11'2'7768'0'0,"7"3"-4052"0"0,6-4-3780 0 0,0 0 0 0 0,-1 1 0 0 0,1-1 1 0 0,0 0-1 0 0,-1 0 0 0 0,1 0 0 0 0,0 0 1 0 0,0 0-1 0 0,0-1 0 0 0,0 1 0 0 0,0-1 1 0 0,0 1-1 0 0,2-1 0 0 0,181 43 2855 0 0,94 26-1860 0 0,-200-40-1174 0 0,-71-25 211 0 0,0 0 0 0 0,0 0 0 0 0,-1 1 0 0 0,0 0 0 0 0,0 0 0 0 0,12 12 0 0 0,-17-14 23 0 0,1 0 0 0 0,-1-1 0 0 0,-1 1 0 0 0,1 0 1 0 0,0 0-1 0 0,-1 1 0 0 0,0-1 0 0 0,1 0 0 0 0,-1 0 0 0 0,0 1 0 0 0,-1-1 0 0 0,1 0 1 0 0,-1 1-1 0 0,1-1 0 0 0,-1 1 0 0 0,0-1 0 0 0,0 1 0 0 0,-1-1 0 0 0,1 1 0 0 0,-1-1 1 0 0,0 0-1 0 0,0 1 0 0 0,0-1 0 0 0,0 0 0 0 0,-3 6 0 0 0,-3 5-6 0 0,-1 0 0 0 0,0 0 0 0 0,-1-1-1 0 0,-12 14 1 0 0,-16 16 122 0 0,-2-1 0 0 0,-2-2-1 0 0,-2-2 1 0 0,-1-2 0 0 0,-2-1-1 0 0,-2-3 1 0 0,-77 40 0 0 0,110-63 11 0 0,19-5-177 0 0,9 4-53 0 0,1 6 61 0 0,-5-6 82 0 0,-1 1 0 0 0,1-1 0 0 0,1-1-1 0 0,-1 1 1 0 0,1-2 0 0 0,0 1 0 0 0,1-1 0 0 0,15 6-1 0 0,6-2-342 0 0,0-1-1 0 0,1-1 1 0 0,0-1-1 0 0,1-3 1 0 0,-1 0-1 0 0,54-2 1 0 0,-84-2-70 0 0,1 0 1 0 0,-1 0-1 0 0,1-1 1 0 0,-1 1-1 0 0,1-1 1 0 0,-1 0-1 0 0,1 0 1 0 0,-1 0-1 0 0,6-3 1 0 0,-5 1-962 0 0,0 0 1 0 0,0 0-1 0 0,0-1 1 0 0,0 0-1 0 0,-1 0 1 0 0,4-5-1 0 0,-7 9 1296 0 0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11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1645 467 2641 0 0,'-34'7'3482'0'0,"9"1"-3373"0"0,0 1 1 0 0,0 1-1 0 0,1 1 0 0 0,-42 26 1 0 0,-64 56-120 0 0,-308 196-20 0 0,409-272 21 0 0,1 1 1 0 0,1 2 0 0 0,-35 31 0 0 0,-66 77-3 0 0,109-107 41 0 0,-6 7-354 0 0,-35 56 0 0 0,-1-1-95 0 0,51-70 419 0 0,-5 5-8 0 0,-1 1 0 0 0,0-2 0 0 0,-2 0 0 0 0,-25 20 0 0 0,13-17 8 0 0,1 2 0 0 0,1 1 0 0 0,1 1 0 0 0,-32 36 0 0 0,29-24-16 0 0,11-15 17 0 0,2 1-1 0 0,0 0 1 0 0,-26 47-1 0 0,40-61-13 0 0,-1 0 0 0 0,1 0-1 0 0,0 0 1 0 0,1 0 0 0 0,0 0-1 0 0,0 1 1 0 0,1-1 0 0 0,0 0-1 0 0,1 1 1 0 0,0 0 0 0 0,0-1 0 0 0,0 1-1 0 0,1-1 1 0 0,1 1 0 0 0,-1-1-1 0 0,1 0 1 0 0,5 11 0 0 0,2 8-263 0 0,-2-1 0 0 0,0 2 1 0 0,-1-1-1 0 0,-2 0 0 0 0,1 33 1 0 0,71 627-672 0 0,-70-658 995 0 0,2 0 0 0 0,1-1 1 0 0,1 0-1 0 0,1-1 1 0 0,2 0-1 0 0,0-1 0 0 0,2 0 1 0 0,1-1-1 0 0,1-1 1 0 0,29 33-1 0 0,17 8 41 0 0,2-3 1 0 0,82 60-1 0 0,3-11 107 0 0,91 31-85 0 0,-114-80-118 0 0,178 60 0 0 0,234 67 49 0 0,-178-60 156 0 0,-253-91-154 0 0,2-3-1 0 0,1-6 1 0 0,167 22-1 0 0,155-29 689 0 0,3-30 221 0 0,-366 6-904 0 0,-1 0 7 0 0,208-11 248 0 0,-216 7-233 0 0,-1-3 0 0 0,91-25 1 0 0,161-83-55 0 0,-82 27-88 0 0,-114 50 52 0 0,154-56 78 0 0,-11-19-45 0 0,-202 83-16 0 0,76-57 0 0 0,43-50 19 0 0,-175 139-17 0 0,138-126 0 0 0,-82 72 0 0 0,4-5-83 0 0,-3-3 1 0 0,-3-3-1 0 0,-3-2 0 0 0,70-119 0 0 0,-88 123 94 0 0,29-80 0 0 0,-17 36 74 0 0,-38 89-66 0 0,19-39 183 0 0,-2-2 1 0 0,26-94 0 0 0,-30 43 82 0 0,11-184 0 0 0,-6 30 119 0 0,5 10 264 0 0,-27 192-486 0 0,-3 1 0 0 0,-8-73 0 0 0,-1 59 296 0 0,2-1-153 0 0,-4 0-1 0 0,-21-80 1 0 0,24 132-276 0 0,0 2 0 0 0,-1-1 0 0 0,-2 1 0 0 0,0 0 0 0 0,-1 1 0 0 0,-1 0 0 0 0,-1 1 0 0 0,-1 1 0 0 0,0 0 1 0 0,-2 0-1 0 0,-18-16 0 0 0,23 26-19 0 0,0 1 0 0 0,-1 1 0 0 0,0 0 0 0 0,0 0 0 0 0,0 1 0 0 0,-26-8-1 0 0,20 7 39 0 0,-1 0 0 0 0,-30-18 0 0 0,11-2 121 0 0,-61-56-1 0 0,70 56-125 0 0,-2 0-1 0 0,-1 3 1 0 0,-40-24-1 0 0,38 30-26 0 0,0 2-1 0 0,-2 1 1 0 0,0 2-1 0 0,0 2 1 0 0,-1 1 0 0 0,0 2-1 0 0,-1 1 1 0 0,-58-2-1 0 0,-193-3 95 0 0,-248-26 687 0 0,432 22-723 0 0,-206-5-1 0 0,-118 57-237 0 0,114-4 128 0 0,-301 7 479 0 0,-1-24 35 0 0,-115-38 209 0 0,697 21-822 0 0,0 1 1 0 0,0 2 0 0 0,0 2-1 0 0,-53 10 1 0 0,74-10-229 0 0,0 1 0 0 0,0 1 0 0 0,0 0 0 0 0,0 1-1 0 0,1 1 1 0 0,0 0 0 0 0,0 0 0 0 0,1 1 0 0 0,0 1-1 0 0,0 0 1 0 0,1 1 0 0 0,0 0 0 0 0,-10 13 0 0 0,-14 23-7554 0 0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12.5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 2401 0 0,'35'-6'14007'0'0,"41"100"-7845"0"0,78 58-5041 0 0,31 0-1601 0 0,-3-33 240 0 0,41 3 240 0 0,26 10 160 0 0,2-2 80 0 0,-21-8 0 0 0,-23-20-160 0 0,-34-14 0 0 0,-43-13-160 0 0,-42-7-80 0 0,-39-4-1361 0 0,-32-10-1920 0 0,-22-12-881 0 0,-26-16 480 0 0,-54-26-5442 0 0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12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737 16 3522 0 0,'-57'-16'5362'0'0,"-2"18"-1040"0"0,33 6-2321 0 0,9 10-881 0 0,-13 46-719 0 0,-27 52-1 0 0,-29 48 80 0 0,13-12 0 0 0,-1-4 561 0 0,1-3 800 0 0,-1-13-561 0 0,13-28-880 0 0,23-46-800 0 0,26-54-1441 0 0,45-86-11605 0 0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13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5923 0 0,'64'66'6803'0'0,"21"27"-3121"0"0,27 1-2562 0 0,9-4-1360 0 0,-10-4-160 0 0,-4 2 80 0 0,-6 6-401 0 0,1 0-4321 0 0,-26 6-3042 0 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13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6 154 1121 0 0,'-5'-32'2080'0'0,"17"24"-479"0"0,0 6-240 0 0,42 8 1120 0 0,93-6 2321 0 0,21-26 4402 0 0,22-8-3841 0 0,-24 4-5283 0 0,-36 22-1361 0 0,-40 10 241 0 0,-21-10-4243 0 0,-26-6-10964 0 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14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1 1761 0 0,'-55'114'14037'0'0,"11"-24"-9325"0"0,4 7-3479 0 0,-9 48-459 0 0,-40 205 0 0 0,73-264-577 0 0,4 0-1 0 0,3 1 1 0 0,6 160 0 0 0,5-219-75 0 0,0 0 0 0 0,2 0 0 0 0,13 49-1 0 0,-15-70-101 0 0,0-1-1 0 0,1 1 0 0 0,0 0 1 0 0,0-1-1 0 0,0 1 0 0 0,1-1 1 0 0,-1 0-1 0 0,2 0 0 0 0,-1 0 1 0 0,1-1-1 0 0,-1 0 0 0 0,2 0 1 0 0,-1 0-1 0 0,0 0 0 0 0,1-1 1 0 0,0 0-1 0 0,0 0 0 0 0,0 0 1 0 0,1-1-1 0 0,8 4 0 0 0,-1-4-2 0 0,-1-1 0 0 0,1 0 1 0 0,-1 0-1 0 0,1-1 0 0 0,0-1 0 0 0,0 0 0 0 0,0-1 0 0 0,-1-1 0 0 0,1 0 0 0 0,0-1 0 0 0,-1 0 0 0 0,14-6 0 0 0,-4 1-232 0 0,-1-1 1 0 0,1-1-1 0 0,-2-1 1 0 0,0-1-1 0 0,0-1 0 0 0,26-22 1 0 0,-26 17-1384 0 0,-1-1 1 0 0,0-1 0 0 0,27-38-1 0 0,35-79-10180 0 0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14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844 138 4242 0 0,'-75'56'6203'0'0,"-354"349"2865"0"0,327-303-6184 0 0,60-61-2394 0 0,3 1 0 0 0,1 2 1 0 0,-34 52-1 0 0,65-86-474 0 0,1 1-1 0 0,0 0 1 0 0,0 0 0 0 0,2 0-1 0 0,-1 1 1 0 0,-4 18 0 0 0,8-24 14 0 0,0-1 0 0 0,0 1 1 0 0,1-1-1 0 0,0 1 1 0 0,0 0-1 0 0,0-1 1 0 0,1 1-1 0 0,0 0 0 0 0,0-1 1 0 0,0 1-1 0 0,1-1 1 0 0,-1 0-1 0 0,2 1 1 0 0,-1-1-1 0 0,0 0 0 0 0,4 5 1 0 0,1-1 81 0 0,0 0 1 0 0,0-1-1 0 0,1 0 0 0 0,0 0 1 0 0,0-1-1 0 0,1 0 1 0 0,0 0-1 0 0,0-1 0 0 0,0-1 1 0 0,16 8-1 0 0,5 0 259 0 0,1-1-1 0 0,43 11 1 0 0,-27-11-334 0 0,0-3 0 0 0,0-2 0 0 0,1-1 0 0 0,0-3 0 0 0,52-3 0 0 0,-59-3-521 0 0,-1-1-1 0 0,49-13 1 0 0,-57 9-846 0 0,1-2 0 0 0,-2-1 1 0 0,32-16-1 0 0,-44 17-620 0 0,1 0-1 0 0,-2-2 1 0 0,1 0 0 0 0,17-17 0 0 0,-12 6-2846 0 0,36-44 1 0 0</inkml:trace>
  <inkml:trace contextRef="#ctx0" brushRef="#br0" timeOffset="1">1221 0 160 0 0,'-40'8'3282'0'0,"13"6"-321"0"0,37-10 320 0 0,7-8 5764 0 0,13 12-3203 0 0,39 4-5281 0 0,21 8-1362 0 0,-5 6 401 0 0,-16 10-320 0 0,-38 24-3602 0 0,-40 8-401 0 0,-34-8-5361 0 0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14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9 480 0 0,'-73'16'6643'0'0,"0"4"-2881"0"0,18 0-2802 0 0,22-6 481 0 0,23-8 4882 0 0,27-8-1921 0 0,4 4-2401 0 0,93-4-2962 0 0,50-12 1 0 0,-3-10 880 0 0,-17-4 320 0 0,-44 12-1520 0 0,-34 18-1602 0 0,-40 18 321 0 0,-49 6-7364 0 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15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286 484 1521 0 0,'-78'134'4241'0'0,"-70"196"11567"0"0,102-198-13164 0 0,42-117-2633 0 0,1 1 0 0 0,0-1 0 0 0,1 1 0 0 0,1-1 0 0 0,1 1 0 0 0,1 24 0 0 0,0-35-59 0 0,-1-1 0 0 0,1 0-1 0 0,0 1 1 0 0,1-1 0 0 0,-1 0-1 0 0,1 0 1 0 0,-1 0 0 0 0,5 6 0 0 0,-5-8 9 0 0,0 0 0 0 0,1-1 0 0 0,-1 1 0 0 0,1-1 0 0 0,-1 1 1 0 0,1-1-1 0 0,-1 0 0 0 0,1 1 0 0 0,0-1 0 0 0,-1 0 0 0 0,1 0 1 0 0,0 0-1 0 0,0 0 0 0 0,3 1 0 0 0,-1-2-62 0 0,0 0 0 0 0,0 0 0 0 0,0 0-1 0 0,0 0 1 0 0,0-1 0 0 0,-1 1 0 0 0,1-1-1 0 0,0 0 1 0 0,0 0 0 0 0,-1 0 0 0 0,1-1 0 0 0,0 1-1 0 0,-1-1 1 0 0,0 0 0 0 0,1 0 0 0 0,-1 0-1 0 0,0 0 1 0 0,0-1 0 0 0,5-5 0 0 0,9-8-1231 0 0,-2 0 0 0 0,0-1 0 0 0,-1-1 0 0 0,0-1 0 0 0,20-39 0 0 0,43-108-3295 0 0,-48 87 4711 0 0,15-34 926 0 0,-39 101-829 0 0,1 1 0 0 0,1 0 0 0 0,0 0 0 0 0,1 0 0 0 0,0 1 0 0 0,19-19 0 0 0,-2 9 1185 0 0,1 0 0 0 0,1 2 0 0 0,53-28 1 0 0,87-27 2999 0 0,-113 55-5167 0 0,-31 13-3200 0 0,-23 5 3925 0 0,0 0 0 0 0,0 0 1 0 0,0 0-1 0 0,0 0 1 0 0,0 0-1 0 0,1 0 1 0 0,-1 0-1 0 0,0 0 0 0 0,0 0 1 0 0,0 0-1 0 0,0-1 1 0 0,0 1-1 0 0,0 0 0 0 0,0 0 1 0 0,0 0-1 0 0,0 0 1 0 0,1 0-1 0 0,-1 0 0 0 0,0 0 1 0 0,0 0-1 0 0,0 0 1 0 0,0-1-1 0 0,0 1 1 0 0,0 0-1 0 0,0 0 0 0 0,0 0 1 0 0,0 0-1 0 0,0 0 1 0 0,0 0-1 0 0,0-1 0 0 0,0 1 1 0 0,0 0-1 0 0,0 0 1 0 0,0 0-1 0 0,0 0 0 0 0,0 0 1 0 0,0 0-1 0 0,0-1 1 0 0,0 1-1 0 0,0 0 0 0 0,0 0 1 0 0,0 0-1 0 0,0 0 1 0 0,0 0-1 0 0,0 0 1 0 0,0 0-1 0 0,-1 0 0 0 0,1-1 1 0 0,0 1-1 0 0,0 0 1 0 0,0 0-1 0 0,0 0 0 0 0,0 0 1 0 0,0 0-1 0 0,0 0 1 0 0,-1 0-1 0 0,-14-21-6274 0 0</inkml:trace>
  <inkml:trace contextRef="#ctx0" brushRef="#br0" timeOffset="1">658 81 880 0 0,'-38'-54'6964'0'0,"5"28"-2162"0"0,9 42-3842 0 0,14 2-480 0 0,6 4 561 0 0,6 54 1360 0 0,22 76 640 0 0,4-43-2240 0 0,-2-43-241 0 0,17-12 641 0 0,-12-4-1121 0 0,-15 6-961 0 0,-4 2-1600 0 0,-17-24-9284 0 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15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40 480 0 0,'-22'16'828'0'0,"-28"14"0"0"0,43-26-385 0 0,-1 0 0 0 0,0-1 1 0 0,0 0-1 0 0,-1 0 1 0 0,1-1-1 0 0,-1 0 0 0 0,-9-1 3399 0 0,55-14-1478 0 0,201-49 7641 0 0,-198 51-8683 0 0,-26 6-1145 0 0,0 0 1 0 0,1 2 0 0 0,0 0 0 0 0,0 0-1 0 0,0 2 1 0 0,0 0 0 0 0,0 0-1 0 0,18 3 1 0 0,-30-2-209 0 0,0 0-1 0 0,1 1 1 0 0,-1-1 0 0 0,0 1-1 0 0,0 0 1 0 0,0 0 0 0 0,0 0-1 0 0,0 0 1 0 0,0 0 0 0 0,-1 1-1 0 0,1-1 1 0 0,0 1-1 0 0,0 0 1 0 0,-1 0 0 0 0,0 0-1 0 0,1 0 1 0 0,-1 0 0 0 0,0 1-1 0 0,0-1 1 0 0,0 1 0 0 0,0-1-1 0 0,0 1 1 0 0,-1 0 0 0 0,1 0-1 0 0,-1-1 1 0 0,0 1-1 0 0,0 0 1 0 0,0 0 0 0 0,0 0-1 0 0,0 1 1 0 0,-1-1 0 0 0,1 0-1 0 0,-1 5 1 0 0,-1 5 61 0 0,0-1 0 0 0,-1 0 0 0 0,0 0 0 0 0,-1 0-1 0 0,0 0 1 0 0,-1 0 0 0 0,-8 17 0 0 0,-10 16 246 0 0,-53 84 0 0 0,-40 33 266 0 0,115-162-542 0 0,-22 31 113 0 0,-53 55 1 0 0,72-83-134 0 0,0-1 1 0 0,0 1 0 0 0,0-1-1 0 0,0 0 1 0 0,0 1-1 0 0,0-1 1 0 0,-1-1 0 0 0,1 1-1 0 0,-1 0 1 0 0,1-1-1 0 0,-1 0 1 0 0,1 0 0 0 0,-1 0-1 0 0,0 0 1 0 0,0-1 0 0 0,0 1-1 0 0,1-1 1 0 0,-1 0-1 0 0,-5 0 1 0 0,4-1-56 0 0,0-1 1 0 0,0 1-1 0 0,1-1 0 0 0,-1 0 1 0 0,1 0-1 0 0,-1 0 1 0 0,1-1-1 0 0,0 0 0 0 0,0 0 1 0 0,0 0-1 0 0,0 0 0 0 0,1 0 1 0 0,-1-1-1 0 0,-3-4 0 0 0,-1-1-347 0 0,0-1 0 0 0,1-1-1 0 0,0 1 1 0 0,0-1-1 0 0,1-1 1 0 0,1 1-1 0 0,0-1 1 0 0,-7-22 0 0 0,12 34 377 0 0,0 0 1 0 0,0 0 0 0 0,0 0 0 0 0,0 0 0 0 0,0 0-1 0 0,0-1 1 0 0,0 1 0 0 0,0 0 0 0 0,0 0-1 0 0,0 0 1 0 0,0 0 0 0 0,0 0 0 0 0,0-1 0 0 0,0 1-1 0 0,0 0 1 0 0,0 0 0 0 0,0 0 0 0 0,0 0-1 0 0,0-1 1 0 0,0 1 0 0 0,0 0 0 0 0,0 0 0 0 0,0 0-1 0 0,0 0 1 0 0,0 0 0 0 0,0 0 0 0 0,0-1-1 0 0,0 1 1 0 0,0 0 0 0 0,0 0 0 0 0,0 0 0 0 0,1 0-1 0 0,-1 0 1 0 0,0 0 0 0 0,0-1 0 0 0,0 1 0 0 0,0 0-1 0 0,0 0 1 0 0,0 0 0 0 0,0 0 0 0 0,1 0-1 0 0,-1 0 1 0 0,0 0 0 0 0,0 0 0 0 0,0 0 0 0 0,0 0-1 0 0,0 0 1 0 0,1 0 0 0 0,10 4 294 0 0,5 3 573 0 0,12 1-168 0 0,1-2-1 0 0,-1 0 1 0 0,1-2 0 0 0,0-1 0 0 0,0-2-1 0 0,1 0 1 0 0,-1-2 0 0 0,31-5 0 0 0,-38 2-911 0 0,1-1 1 0 0,-1-1 0 0 0,0 0 0 0 0,32-16 0 0 0,-37 14-1099 0 0,0-1-1 0 0,0-1 1 0 0,-1-1 0 0 0,-1 0 0 0 0,28-26 0 0 0,33-48-11759 0 0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15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143 438 10085 0 0,'-52'50'8564'0'0,"5"12"-7044"0"0,23 8-2240 0 0,7 3 1040 0 0,15-7 2321 0 0,14-6-880 0 0,19 2-1681 0 0,-8-24-1360 0 0,1-36-4483 0 0,-12-62-3121 0 0</inkml:trace>
  <inkml:trace contextRef="#ctx0" brushRef="#br0" timeOffset="1">160 12 8324 0 0,'-24'-12'7203'0'0,"22"28"-4402"0"0,11 22-720 0 0,3 52-480 0 0,12 50 160 0 0,14 22-1201 0 0,-10-8-560 0 0,-11 7-80 0 0,-22 21 160 0 0,-16 14 0 0 0,-20-14 160 0 0,-4-33-80 0 0,12-47-400 0 0,26-56-1360 0 0,21-58-3283 0 0,15-72-6162 0 0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16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0 196 2881 0 0,'29'-42'9365'0'0,"-3"16"-2402"0"0,30-24-4002 0 0,27 0-2721 0 0,-2 24-320 0 0,0 24 400 0 0,-6 22 161 0 0,-18 22-81 0 0,-21 28-80 0 0,-27 36-80 0 0,-16 26 0 0 0,-14 0-160 0 0,-3-29-80 0 0,-7-7-80 0 0,-2-4-1280 0 0,-7-12-2882 0 0,-26-40-5283 0 0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16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15 880 0 0,'-20'-15'9403'0'0,"26"17"-5870"0"0,7 1-2569 0 0,-3 0-752 0 0,0 0 0 0 0,0 1 0 0 0,0 0-1 0 0,-1 0 1 0 0,1 1 0 0 0,-1 1 0 0 0,0-1 0 0 0,-1 1-1 0 0,0 1 1 0 0,0 0 0 0 0,0 0 0 0 0,-1 0 0 0 0,9 12-1 0 0,-13-15-225 0 0,0 0-1 0 0,0 0 0 0 0,0 0 0 0 0,-1 1 0 0 0,1-1 0 0 0,-1 1 0 0 0,-1-1 1 0 0,1 1-1 0 0,0 0 0 0 0,-1 0 0 0 0,0 0 0 0 0,0 0 0 0 0,-1 0 0 0 0,1 0 1 0 0,-1 0-1 0 0,0 0 0 0 0,-1 0 0 0 0,1 0 0 0 0,-1 0 0 0 0,0 0 0 0 0,0 0 1 0 0,0 0-1 0 0,-1-1 0 0 0,0 1 0 0 0,0 0 0 0 0,0-1 0 0 0,0 1 0 0 0,-4 5 1 0 0,-11 9-28 0 0,0 0 0 0 0,-1-1 0 0 0,0-1 0 0 0,-37 26 0 0 0,27-22 494 0 0,-41 40-1 0 0,58-49 184 0 0,1 1 0 0 0,0-1 0 0 0,0 2 0 0 0,-12 24 0 0 0,21-37-614 0 0,1-1 0 0 0,-1 1 0 0 0,1 0 0 0 0,-1-1 0 0 0,1 1-1 0 0,-1 0 1 0 0,1 0 0 0 0,0 0 0 0 0,-1-1 0 0 0,1 1 0 0 0,0 0 0 0 0,0 0 0 0 0,-1 0 0 0 0,1 0-1 0 0,0 0 1 0 0,0-1 0 0 0,0 1 0 0 0,0 0 0 0 0,0 0 0 0 0,1 0 0 0 0,-1 0 0 0 0,0 0 0 0 0,0 0 0 0 0,0-1-1 0 0,1 1 1 0 0,-1 0 0 0 0,0 0 0 0 0,1 0 0 0 0,0 0 0 0 0,1 1-12 0 0,1-1 0 0 0,-1 0 0 0 0,0-1 1 0 0,1 1-1 0 0,-1 0 0 0 0,1-1 0 0 0,-1 1 0 0 0,1-1 1 0 0,2 0-1 0 0,4 1 6 0 0,3 1-103 0 0,0-1 1 0 0,0-1-1 0 0,0 0 0 0 0,0-1 1 0 0,0 0-1 0 0,0-1 1 0 0,0-1-1 0 0,0 1 0 0 0,-1-2 1 0 0,13-4-1 0 0,-6 0-612 0 0,-1-1 1 0 0,0-1-1 0 0,0-1 0 0 0,-1 0 0 0 0,23-20 0 0 0,70-79-7730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16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29 682 2321 0 0,'-16'0'2961'0'0,"6"0"241"0"0,8-4 159 0 0,75-24 2962 0 0,119-40 1041 0 0,-43 16-5684 0 0,-56 26-3120 0 0,-27 16-321 0 0,-25 8 80 0 0,-22-8-7123 0 0</inkml:trace>
  <inkml:trace contextRef="#ctx0" brushRef="#br0" timeOffset="1">1103 1 1681 0 0,'-52'30'2481'0'0,"14"-8"1441"0"0,-52 39 8003 0 0,-7 19-5762 0 0,21-2-6083 0 0,16-6-1281 0 0,13-4 481 0 0,-3-22 80 0 0,19-36-2482 0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17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8404 0 0,'52'78'8324'0'0,"-30"26"-3522"0"0,-20 28-3922 0 0,-12 6 1 0 0,8-19-161 0 0,7 5-240 0 0,2 16-240 0 0,-5-4-80 0 0,-2-18-240 0 0,7-32-1440 0 0,3-54-1442 0 0,30-72-8643 0 0</inkml:trace>
  <inkml:trace contextRef="#ctx0" brushRef="#br0" timeOffset="1">858 96 7523 0 0,'-57'42'14887'0'0,"12"16"-10165"0"0,10 18-4642 0 0,-13 8 641 0 0,-6 2-161 0 0,4-3-640 0 0,-2-9-320 0 0,21-20-240 0 0,3-48-6004 0 0,-6-54-8723 0 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17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0 720 0 0,'-54'132'4322'0'0,"9"30"8164"0"0,21-2-4162 0 0,21-22-6403 0 0,18 15-2722 0 0,18 11-319 0 0,17 0 480 0 0,9-20 560 0 0,14-26 240 0 0,13-31-80 0 0,11-37-3282 0 0,0-34-7443 0 0,-23-28 401 0 0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44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377 22 3362 0 0,'-2'-14'4962'0'0,"-8"6"-1281"0"0,-61 70-1680 0 0,-55 98-1520 0 0,67-10-81 0 0,28 0 400 0 0,5 16 2162 0 0,5-33 399 0 0,-3-11-1680 0 0,17-8-1121 0 0,28-6-480 0 0,24-12-80 0 0,15-22 0 0 0,13-14 80 0 0,13-16-240 0 0,4-20-400 0 0,2-28-4002 0 0,31-44-11366 0 0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45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681 57 720 0 0,'1'0'197'0'0,"0"-1"-1"0"0,-1 1 1 0 0,1 0 0 0 0,0-1-1 0 0,0 1 1 0 0,-1-1-1 0 0,1 1 1 0 0,-1-1 0 0 0,1 1-1 0 0,-1-1 1 0 0,1 1-1 0 0,0-1 1 0 0,-1 0-1 0 0,0 1 1 0 0,1-1 0 0 0,-1 0-1 0 0,1 1 1 0 0,-1-1-1 0 0,0 0 1 0 0,0 0 0 0 0,1 1-1 0 0,-1-1 1 0 0,0 0-1 0 0,0 0 1 0 0,0 1-1 0 0,0-1 1 0 0,0 0 0 0 0,0 0-1 0 0,0 0 1 0 0,0 1-1 0 0,0-1 1 0 0,0 0 0 0 0,0 0-1 0 0,-1 0 1 0 0,1 1-1 0 0,0-2 1 0 0,-1 0 109 0 0,1 0-1 0 0,-1 0 1 0 0,0 0 0 0 0,1 0-1 0 0,-1 0 1 0 0,0 0 0 0 0,0 0-1 0 0,0 0 1 0 0,-1 0 0 0 0,1 0-1 0 0,0 0 1 0 0,-1 1 0 0 0,1-1-1 0 0,-2-1 1 0 0,-3 2 575 0 0,-5 11 79 0 0,0 5-326 0 0,1 1-1 0 0,1 0 1 0 0,-9 22-1 0 0,-2 8 198 0 0,2 2 0 0 0,2 0-1 0 0,-17 82 1 0 0,28-100-683 0 0,2 0 0 0 0,0 0 1 0 0,3 37-1 0 0,1-49-155 0 0,1 1 0 0 0,1-1 1 0 0,1 0-1 0 0,0 0 0 0 0,1-1 1 0 0,10 24-1 0 0,-10-30 32 0 0,1 1 0 0 0,1-1 0 0 0,0 0 0 0 0,0 0-1 0 0,1 0 1 0 0,0-1 0 0 0,1-1 0 0 0,0 0 0 0 0,13 11 0 0 0,-17-16-5 0 0,0-1 1 0 0,1 1 0 0 0,-1-1-1 0 0,1 0 1 0 0,-1 0-1 0 0,1 0 1 0 0,0-1-1 0 0,0 0 1 0 0,0 0-1 0 0,0-1 1 0 0,0 0-1 0 0,1 0 1 0 0,-1 0-1 0 0,0-1 1 0 0,0 1 0 0 0,1-2-1 0 0,-1 1 1 0 0,0-1-1 0 0,1 0 1 0 0,8-2-1 0 0,-8 0-12 0 0,-1 0-1 0 0,1 0 1 0 0,-1 0-1 0 0,0-1 1 0 0,1 0-1 0 0,-2 0 0 0 0,1 0 1 0 0,0-1-1 0 0,-1 0 1 0 0,9-10-1 0 0,-3 0-57 0 0,0 1-1 0 0,-1-2 1 0 0,10-20-1 0 0,-9 13-163 0 0,0 0 0 0 0,-2 0 0 0 0,0-1-1 0 0,8-40 1 0 0,-15 52 161 0 0,0 1 0 0 0,-1-1 0 0 0,0 0 0 0 0,-1 0 0 0 0,0 0 0 0 0,-1 0 0 0 0,0 1 0 0 0,-1-1 0 0 0,0 0 0 0 0,-1 1-1 0 0,0-1 1 0 0,-8-16 0 0 0,5 17 42 0 0,0 0 0 0 0,-1 1-1 0 0,-1-1 1 0 0,1 1-1 0 0,-1 1 1 0 0,-1 0 0 0 0,0 0-1 0 0,0 1 1 0 0,-1 0-1 0 0,0 0 1 0 0,0 1 0 0 0,-22-11-1 0 0,14 9 1 0 0,0 2-1 0 0,0 0 1 0 0,-1 1-1 0 0,0 1 1 0 0,0 0-1 0 0,0 2 1 0 0,-34-2-1 0 0,31 4 41 0 0,1 2-1 0 0,-1 1 1 0 0,1 0-1 0 0,-1 2 1 0 0,1 0-1 0 0,0 1 1 0 0,1 2-1 0 0,-1 0 0 0 0,1 1 1 0 0,1 0-1 0 0,-1 2 1 0 0,-30 21-1 0 0,14-5 37 0 0,1 2 0 0 0,1 2 0 0 0,2 1 0 0 0,0 1 1 0 0,-31 45-1 0 0,52-64-147 0 0,1 1 1 0 0,0 0 0 0 0,1 1 0 0 0,0 0 0 0 0,2 1 0 0 0,0 0 0 0 0,0 0-1 0 0,-7 33 1 0 0,12-39-10 0 0,1 0 0 0 0,0 0 0 0 0,1 1-1 0 0,0-1 1 0 0,0 0 0 0 0,1 1 0 0 0,1-1-1 0 0,-1 0 1 0 0,2 0 0 0 0,-1 0 0 0 0,2 0 0 0 0,-1-1-1 0 0,1 1 1 0 0,1-1 0 0 0,-1 0 0 0 0,9 11 0 0 0,-3-6-269 0 0,1 0 0 0 0,0-1 0 0 0,1 0 0 0 0,0-1 0 0 0,1-1 0 0 0,0 0 0 0 0,28 17 0 0 0,-15-13-941 0 0,2 0 0 0 0,0-2 0 0 0,49 15 0 0 0,130 23-6236 0 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45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97 4562 0 0,'-147'-90'7870'0'0,"135"85"-6342"0"0,18 3-386 0 0,28 5 844 0 0,144 25 2629 0 0,-99-13-3771 0 0,0 3 0 0 0,-2 4-1 0 0,105 43 1 0 0,-158-54-893 0 0,1 2 0 0 0,-2 0 0 0 0,0 1 0 0 0,0 2 0 0 0,-1 0-1 0 0,31 31 1 0 0,-44-38 50 0 0,-1 1 0 0 0,0-1-1 0 0,0 2 1 0 0,-1-1 0 0 0,-1 1-1 0 0,0 0 1 0 0,0 0-1 0 0,-1 0 1 0 0,-1 1 0 0 0,0 0-1 0 0,0 0 1 0 0,-1 0 0 0 0,0 0-1 0 0,-2 0 1 0 0,2 24 0 0 0,-3-21 11 0 0,-2 0 0 0 0,0 0 0 0 0,0 0 0 0 0,-1-1 0 0 0,-1 1 0 0 0,0-1 0 0 0,-1 0 0 0 0,-9 17 0 0 0,0-5-39 0 0,0-1 0 0 0,-2-1 0 0 0,-29 35 0 0 0,-1-7-7 0 0,-3-2 1 0 0,-2-2 0 0 0,-2-3-1 0 0,-2-2 1 0 0,-2-2 0 0 0,-1-3-1 0 0,-2-3 1 0 0,-2-2 0 0 0,-116 45-1 0 0,146-68 188 0 0,-65 13-1 0 0,88-21-126 0 0,0-1-1 0 0,1 0 1 0 0,-1 0-1 0 0,-1-1 1 0 0,-15-2 0 0 0,24 2-40 0 0,-1 0 1 0 0,1-1-1 0 0,-1 1 0 0 0,0-1 1 0 0,1 1-1 0 0,-1-1 0 0 0,1 0 1 0 0,-1 1-1 0 0,1-1 1 0 0,0 0-1 0 0,-1 0 0 0 0,1 0 1 0 0,0 0-1 0 0,-1 0 1 0 0,1-1-1 0 0,0 1 0 0 0,0 0 1 0 0,0 0-1 0 0,0-1 1 0 0,0 1-1 0 0,1-1 0 0 0,-1 1 1 0 0,0-1-1 0 0,1 1 1 0 0,-1-1-1 0 0,1 1 0 0 0,-1-1 1 0 0,1 0-1 0 0,0 1 0 0 0,-1-1 1 0 0,1 0-1 0 0,0 1 1 0 0,0-1-1 0 0,0 0 0 0 0,1 1 1 0 0,-1-4-1 0 0,3-8-353 0 0,0 0 0 0 0,1 1 1 0 0,1-1-1 0 0,0 1 0 0 0,0 0 0 0 0,9-14 0 0 0,71-110-7798 0 0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45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5 640 0 0,'47'-4'9925'0'0,"-63"28"-1761"0"0,-65 54-881 0 0,5 11-4482 0 0,17 11-3041 0 0,23 22-80 0 0,15 18 480 0 0,12-10 80 0 0,9 0 0 0 0,9 3 0 0 0,-2-5-400 0 0,10-14-640 0 0,9-16 0 0 0,-2-38-3763 0 0,-3-26-7282 0 0</inkml:trace>
  <inkml:trace contextRef="#ctx0" brushRef="#br0" timeOffset="1">318 1301 1281 0 0,'-16'52'3121'0'0,"1"-24"-880"0"0,4-10-80 0 0,11 16 640 0 0,11 14-400 0 0,6-6-560 0 0,0-4-480 0 0,9-8-801 0 0,-3-28-3921 0 0,-1-28-7764 0 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46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85 880 0 0,'-11'-5'1187'0'0,"6"4"-205"0"0,0-1 0 0 0,1 0 0 0 0,-1 0 0 0 0,-2-10 6909 0 0,44 4-287 0 0,-37 8-7558 0 0,0 0 1 0 0,0 0-1 0 0,1 0 1 0 0,-1 0-1 0 0,0 0 1 0 0,0 0-1 0 0,0 0 1 0 0,1 0-1 0 0,-1 1 1 0 0,0-1-1 0 0,0 0 1 0 0,0 0 0 0 0,1 0-1 0 0,-1 0 1 0 0,0 1-1 0 0,0-1 1 0 0,0 0-1 0 0,0 0 1 0 0,0 0-1 0 0,1 1 1 0 0,-1-1-1 0 0,0 0 1 0 0,0 0-1 0 0,0 0 1 0 0,0 1-1 0 0,0-1 1 0 0,0 0-1 0 0,0 0 1 0 0,0 1-1 0 0,0-1 1 0 0,0 0-1 0 0,0 0 1 0 0,0 0-1 0 0,0 1 1 0 0,0-1-1 0 0,0 0 1 0 0,0 0-1 0 0,0 1 1 0 0,0-1-1 0 0,0 0 1 0 0,0 0-1 0 0,0 1 1 0 0,-1-1-1 0 0,1 0 1 0 0,0 0-1 0 0,0 0 1 0 0,0 1-1 0 0,0-1 1 0 0,0 0-1 0 0,-1 0 1 0 0,1 0-1 0 0,0 0 1 0 0,0 0 0 0 0,0 1-1 0 0,0-1 1 0 0,-1 0-1 0 0,1 0 1 0 0,0 0-1 0 0,0 0 1 0 0,-1 0-1 0 0,1 0 1 0 0,0 0-1 0 0,-5 1-1901 0 0,9-15-5610 0 0,20-35-1472 0 0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46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39 6083 0 0,'-19'-12'11663'0'0,"-12"-11"2979"0"0,30 22-14331 0 0,-2-2-157 0 0,18 5-240 0 0,215 52-4316 0 0,-201-48 4090 0 0,0 2 1 0 0,0 1-1 0 0,-1 1 0 0 0,-1 2 0 0 0,28 15 1 0 0,-48-23 346 0 0,0 0 0 0 0,-1 1-1 0 0,1 0 1 0 0,-1 0 0 0 0,0 0 0 0 0,-1 1 0 0 0,1 0 0 0 0,-1 0 0 0 0,0 0 0 0 0,-1 1 0 0 0,1 0 0 0 0,-1 0 0 0 0,-1 0-1 0 0,1 0 1 0 0,-1 0 0 0 0,0 1 0 0 0,-1 0 0 0 0,0-1 0 0 0,0 1 0 0 0,-1 0 0 0 0,0 0 0 0 0,0 0 0 0 0,-1 12 0 0 0,-2 0-55 0 0,-1 0 1 0 0,0 0 0 0 0,-2 0-1 0 0,-1-1 1 0 0,0 0 0 0 0,-1 0 0 0 0,-1 0-1 0 0,-13 21 1 0 0,0-4 54 0 0,-1-1-1 0 0,-52 61 0 0 0,-66 52 143 0 0,-64 36-17 0 0,184-169-186 0 0,-36 21-1 0 0,53-34-12 0 0,0 0 1 0 0,0-1-1 0 0,-1 1 0 0 0,1-1 1 0 0,0 0-1 0 0,-1 0 1 0 0,-6 0-1 0 0,9-1 0 0 0,0 1 1 0 0,0-2 0 0 0,0 1-1 0 0,0 0 1 0 0,0 0 0 0 0,0 0-1 0 0,-1 0 1 0 0,1-1-1 0 0,0 1 1 0 0,0 0 0 0 0,0-1-1 0 0,0 1 1 0 0,0-1-1 0 0,0 1 1 0 0,0-1 0 0 0,0 0-1 0 0,1 1 1 0 0,-2-2 0 0 0,0-1-323 0 0,0-1 1 0 0,0 1 0 0 0,0-1-1 0 0,1 1 1 0 0,0-1 0 0 0,-1 0-1 0 0,2 0 1 0 0,-1 1 0 0 0,0-1-1 0 0,1 0 1 0 0,-1 0 0 0 0,1 0-1 0 0,1-6 1 0 0,8-95-14300 0 0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46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1 7203 0 0,'-57'46'12406'0'0,"-33"7"-6563"0"0,26 29-4643 0 0,17 38-79 0 0,-1 18-481 0 0,18-6-400 0 0,20-32-80 0 0,13-12 0 0 0,8-1-640 0 0,11-1-240 0 0,1-14-1041 0 0,-4-26-10885 0 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47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1 640 0 0,'0'1'163'0'0,"0"1"1"0"0,0-1-1 0 0,0 1 0 0 0,1 0 0 0 0,-1-1 0 0 0,1 1 0 0 0,-1-1 1 0 0,1 1-1 0 0,-1-1 0 0 0,1 1 0 0 0,0-1 0 0 0,1 2 0 0 0,5 9 824 0 0,1-1 0 0 0,1 0 0 0 0,0-1 0 0 0,0 0 0 0 0,16 13 0 0 0,54 38 3286 0 0,-73-57-3970 0 0,81 55 2939 0 0,-84-57-3181 0 0,0 1-1 0 0,0-1 1 0 0,0 0 0 0 0,-1 1 0 0 0,1-1-1 0 0,-1 1 1 0 0,0 0 0 0 0,1 0 0 0 0,-1 0-1 0 0,-1 0 1 0 0,1 0 0 0 0,0 0 0 0 0,-1 1 0 0 0,1-1-1 0 0,-1 0 1 0 0,0 1 0 0 0,0-1 0 0 0,-1 1-1 0 0,1 0 1 0 0,-1-1 0 0 0,1 1 0 0 0,-1-1-1 0 0,-1 7 1 0 0,-1 1 62 0 0,0-1 0 0 0,-2 1 0 0 0,1-1 0 0 0,-1 0 0 0 0,-1 0-1 0 0,-5 10 1 0 0,10-20-120 0 0,-10 19 207 0 0,-1-1 0 0 0,-1 0 0 0 0,-1-1 1 0 0,0 0-1 0 0,-1-1 0 0 0,-1-1 0 0 0,-22 20 0 0 0,25-26-64 0 0,0 0-1 0 0,-1 0 1 0 0,0-1-1 0 0,0 0 1 0 0,-1-1 0 0 0,1-1-1 0 0,-2 0 1 0 0,1-1-1 0 0,0-1 1 0 0,-1 0 0 0 0,-17 2-1 0 0,6-3 415 0 0,26-3-541 0 0,0 0-1 0 0,0 0 0 0 0,0 0 0 0 0,0 0 0 0 0,1 0 0 0 0,-1 0 0 0 0,0 0 0 0 0,0 0 0 0 0,0 1 1 0 0,0-1-1 0 0,0 0 0 0 0,0 0 0 0 0,0 0 0 0 0,0 0 0 0 0,1 0 0 0 0,-1 0 0 0 0,0 0 0 0 0,0 0 1 0 0,0 0-1 0 0,0 0 0 0 0,0 1 0 0 0,0-1 0 0 0,0 0 0 0 0,0 0 0 0 0,0 0 0 0 0,0 0 0 0 0,0 0 0 0 0,0 0 1 0 0,0 0-1 0 0,0 1 0 0 0,0-1 0 0 0,0 0 0 0 0,0 0 0 0 0,0 0 0 0 0,0 0 0 0 0,0 0 0 0 0,0 0 1 0 0,0 1-1 0 0,0-1 0 0 0,0 0 0 0 0,0 0 0 0 0,0 0 0 0 0,0 0 0 0 0,0 0 0 0 0,0 0 0 0 0,0 0 1 0 0,0 1-1 0 0,0-1 0 0 0,0 0 0 0 0,0 0 0 0 0,-1 0 0 0 0,1 0 0 0 0,0 0 0 0 0,0 0 0 0 0,0 0 1 0 0,0 0-1 0 0,0 0 0 0 0,0 0 0 0 0,0 0 0 0 0,0 0 0 0 0,-1 0 0 0 0,1 1 0 0 0,0-1 0 0 0,16 8 349 0 0,-6-3-238 0 0,15 8-68 0 0,1-1 0 0 0,0-1 0 0 0,1-2 0 0 0,34 9 0 0 0,-42-14-869 0 0,1 0-1 0 0,-1-2 1 0 0,1 0-1 0 0,0-1 0 0 0,0-1 1 0 0,0-1-1 0 0,20-3 1 0 0,35-16-9810 0 0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48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5603 0 0,'222'24'10965'0'0,"-27"-12"-11686"0"0,-86-24-8083 0 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48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1 160 0 0,'-38'12'2801'0'0,"-95"92"4803"0"0,40 13-2962 0 0,72-5-3361 0 0,42 20-401 0 0,1-18 80 0 0,-3 0 161 0 0,2-2 79 0 0,10-10-159 0 0,19-19-401 0 0,23-21-640 0 0,12-40-4722 0 0,8-22-5843 0 0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48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4 13046 0 0,'-5'6'1304'0'0,"-20"31"4147"0"0,-4 16-4095 0 0,25-43-1390 0 0,1-1 0 0 0,0 1 0 0 0,0-1 0 0 0,1 1-1 0 0,0 0 1 0 0,1 0 0 0 0,0 0 0 0 0,0 15 0 0 0,2-13 181 0 0,0 1 0 0 0,1 0 1 0 0,0-1-1 0 0,1 1 1 0 0,0-1-1 0 0,1 0 0 0 0,1 0 1 0 0,0 0-1 0 0,0-1 1 0 0,1 1-1 0 0,1-1 0 0 0,0-1 1 0 0,0 1-1 0 0,1-1 1 0 0,16 16-1 0 0,-16-18-52 0 0,0-1 1 0 0,1-1-1 0 0,0 1 1 0 0,0-1-1 0 0,0-1 1 0 0,1 0-1 0 0,0 0 1 0 0,0-1 0 0 0,0 0-1 0 0,0-1 1 0 0,1 0-1 0 0,-1 0 1 0 0,1-1-1 0 0,0-1 1 0 0,0 0-1 0 0,0 0 1 0 0,-1-1-1 0 0,1 0 1 0 0,12-3-1 0 0,-10 1 4 0 0,0-2-1 0 0,0 0 0 0 0,-1 0 1 0 0,1-1-1 0 0,-1 0 0 0 0,0-1 1 0 0,-1-1-1 0 0,1 0 0 0 0,-2-1 1 0 0,1 0-1 0 0,-1 0 0 0 0,0-1 1 0 0,0 0-1 0 0,-1-1 1 0 0,15-20-1 0 0,-4 1 81 0 0,-2-1 0 0 0,0 0-1 0 0,-2-1 1 0 0,22-60 0 0 0,-29 66-211 0 0,-5 10 30 0 0,1 1 1 0 0,1 0 0 0 0,0 1 0 0 0,1-1-1 0 0,9-12 1 0 0,-15 25 7 0 0,-1 0 1 0 0,1 0-1 0 0,0 0 1 0 0,0 0-1 0 0,0 0 0 0 0,-1 0 1 0 0,1 0-1 0 0,0 0 1 0 0,0 0-1 0 0,1 1 1 0 0,-1-1-1 0 0,0 0 0 0 0,0 1 1 0 0,0-1-1 0 0,0 1 1 0 0,0-1-1 0 0,2 1 0 0 0,-2 0-1 0 0,-1 0-1 0 0,1 0 0 0 0,0 0 1 0 0,-1 0-1 0 0,1 1 0 0 0,-1-1 1 0 0,1 0-1 0 0,0 0 0 0 0,-1 1 0 0 0,1-1 1 0 0,-1 0-1 0 0,1 1 0 0 0,-1-1 1 0 0,1 1-1 0 0,-1-1 0 0 0,0 0 0 0 0,1 1 1 0 0,-1-1-1 0 0,1 1 0 0 0,-1-1 1 0 0,0 1-1 0 0,1 0 0 0 0,-1-1 0 0 0,0 2 1 0 0,3 4 20 0 0,-1 1 0 0 0,0-1 0 0 0,-1 1 0 0 0,0 0 0 0 0,1 8 0 0 0,3 39 37 0 0,-3 1-1 0 0,-1-1 0 0 0,-3 1 0 0 0,-3-1 0 0 0,-2 0 0 0 0,-2 0 0 0 0,-2-1 1 0 0,-3 0-1 0 0,-2-1 0 0 0,-3-1 0 0 0,-26 53 0 0 0,14-45-9 0 0,-2-2-1 0 0,-42 55 0 0 0,52-82-25 0 0,-1-1-1 0 0,-1-1 1 0 0,-2-1-1 0 0,0-2 0 0 0,-35 24 1 0 0,53-42-26 0 0,-1 0 0 0 0,0-1 0 0 0,-1 0 0 0 0,0-1 0 0 0,1 0 0 0 0,-2-1 0 0 0,1 0 0 0 0,0 0 0 0 0,-1-2 0 0 0,0 1 0 0 0,1-1 0 0 0,-1-1 0 0 0,0 0 0 0 0,0-1 0 0 0,0 0 0 0 0,0-1 0 0 0,0 0 0 0 0,0-1 0 0 0,1 0 0 0 0,-23-8 0 0 0,-33-18-67 0 0,46 16 35 0 0,21 12 16 0 0,0-1 0 0 0,-1 1 0 0 0,1 0 1 0 0,0 0-1 0 0,-1-1 0 0 0,1 1 0 0 0,0 0 1 0 0,-1-1-1 0 0,1 1 0 0 0,0-1 0 0 0,0 1 0 0 0,-1 0 1 0 0,1-1-1 0 0,0 1 0 0 0,0-1 0 0 0,0 1 0 0 0,0-1 1 0 0,0 1-1 0 0,-1 0 0 0 0,1-1 0 0 0,0 1 1 0 0,0-1-1 0 0,0 0 0 0 0,2-1-59 0 0,-1 0-1 0 0,1 0 1 0 0,-1 0 0 0 0,1 1-1 0 0,0-1 1 0 0,0 0 0 0 0,-1 1-1 0 0,1-1 1 0 0,0 1 0 0 0,1 0-1 0 0,3-3 1 0 0,-5 3 56 0 0,28-16-90 0 0,0 2 0 0 0,1 0 0 0 0,38-12 0 0 0,99-25-5471 0 0,-77 26-2997 0 0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49.1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0 2881 0 0,'-14'4'6003'0'0,"-24"20"-3442"0"0,4 8-1200 0 0,25 22 960 0 0,4 12 5603 0 0,-2-4-2882 0 0,7-4-4642 0 0,5 6-2641 0 0,7-12-640 0 0,-5-40-401 0 0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49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40 2241 0 0,'-7'2'3201'0'0,"-3"-2"241"0"0,5 2 80 0 0,-9 8 7443 0 0,16-8-9365 0 0,-2 0-639 0 0,0-4-881 0 0,0 0-1281 0 0,-2-6-1200 0 0,0-2-800 0 0,-3-26-2882 0 0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49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 3201 0 0,'-9'15'1872'0'0,"1"0"0"0"0,1 1 0 0 0,0 0 0 0 0,1 0 0 0 0,1 0 0 0 0,0 1 0 0 0,1 0 0 0 0,1 0 0 0 0,1 0 0 0 0,0 0 0 0 0,2 21 0 0 0,0-31-1581 0 0,1 0 0 0 0,0 0 0 0 0,1 0 0 0 0,0 0-1 0 0,0-1 1 0 0,1 1 0 0 0,-1 0 0 0 0,1-1 0 0 0,1 0 0 0 0,-1 1 0 0 0,1-1-1 0 0,0-1 1 0 0,7 9 0 0 0,-4-8-329 0 0,-1 0 0 0 0,1 0 1 0 0,1-1-1 0 0,-1 1 0 0 0,1-1 0 0 0,0-1 0 0 0,0 0 0 0 0,0 0 0 0 0,15 4 1 0 0,-9-4-108 0 0,0 0 0 0 0,0-2 0 0 0,0 1 1 0 0,1-2-1 0 0,-1 0 0 0 0,1-1 1 0 0,0 0-1 0 0,-1-1 0 0 0,0-1 0 0 0,1 0 1 0 0,-1-1-1 0 0,0-1 0 0 0,15-5 1 0 0,-12 2 145 0 0,0-1 1 0 0,-1-1 0 0 0,0 0 0 0 0,0-1 0 0 0,-1-1 0 0 0,-1 0 0 0 0,23-22 0 0 0,-19 14-13 0 0,-1-2 0 0 0,-1 0 0 0 0,0-1 0 0 0,19-39-1 0 0,-29 51-3 0 0,4-10-24 0 0,24-33 0 0 0,-34 53 38 0 0,0-1 0 0 0,0 1-1 0 0,0-1 1 0 0,0 1 0 0 0,1 0 0 0 0,-1-1 0 0 0,0 1-1 0 0,1-1 1 0 0,-1 1 0 0 0,0 0 0 0 0,0-1-1 0 0,1 1 1 0 0,-1 0 0 0 0,0-1 0 0 0,1 1 0 0 0,-1 0-1 0 0,1 0 1 0 0,-1 0 0 0 0,0-1 0 0 0,1 1-1 0 0,-1 0 1 0 0,1 0 0 0 0,-1 0 0 0 0,1 0 0 0 0,-1 0-1 0 0,1-1 1 0 0,-1 1 0 0 0,1 0 0 0 0,-1 0-1 0 0,0 0 1 0 0,1 0 0 0 0,-1 1 0 0 0,1-1-1 0 0,-1 0 1 0 0,1 0 0 0 0,-1 0 0 0 0,1 0 0 0 0,-1 0-1 0 0,1 1 1 0 0,10 17 73 0 0,-4-2 12 0 0,7 9-67 0 0,-1 1 1 0 0,-1 0-1 0 0,-1 1 0 0 0,-2 1 1 0 0,-1 0-1 0 0,0 0 0 0 0,-3 0 1 0 0,0 1-1 0 0,1 55 0 0 0,-6-53 5 0 0,-1 1 1 0 0,-1-1-1 0 0,-2 0 0 0 0,-1 1 0 0 0,-2-2 1 0 0,-1 1-1 0 0,-1-1 0 0 0,-22 48 0 0 0,8-33 9 0 0,-1-1 1 0 0,-3-1-1 0 0,-1-2 0 0 0,-2-1 0 0 0,-58 61 0 0 0,72-85 34 0 0,-2-1 0 0 0,0 0 0 0 0,0-1 0 0 0,-28 15 0 0 0,35-23-69 0 0,0 0-1 0 0,0-1 1 0 0,0-1-1 0 0,-1 0 1 0 0,0-1-1 0 0,0 0 1 0 0,0 0-1 0 0,0-2 1 0 0,-23 2-1 0 0,21-4-99 0 0,0 0-1 0 0,-1-1 1 0 0,1-1-1 0 0,0 0 1 0 0,0-1 0 0 0,-24-10-1 0 0,31 11 88 0 0,0-1-1 0 0,1 1 0 0 0,0-1 1 0 0,0-1-1 0 0,0 1 0 0 0,-10-10 1 0 0,13 11 39 0 0,1 0 1 0 0,-1 0 0 0 0,1 0 0 0 0,0-1 0 0 0,0 1 0 0 0,0 0 0 0 0,0-1 0 0 0,1 1 0 0 0,0-1 0 0 0,-1 0 0 0 0,1 1 0 0 0,0-1 0 0 0,0-7 0 0 0,1 8-9 0 0,-1 0 1 0 0,2 0-1 0 0,-1 0 0 0 0,0 0 1 0 0,0 0-1 0 0,1 0 1 0 0,0 0-1 0 0,-1 1 1 0 0,1-1-1 0 0,0 0 1 0 0,1 0-1 0 0,-1 1 0 0 0,0-1 1 0 0,1 0-1 0 0,-1 1 1 0 0,1 0-1 0 0,0-1 1 0 0,0 1-1 0 0,0 0 1 0 0,0 0-1 0 0,0 0 0 0 0,4-3 1 0 0,5-2-162 0 0,0 1 1 0 0,0 0-1 0 0,1 1 1 0 0,16-6-1 0 0,21-5-1059 0 0,-12 4-1145 0 0,42-21-1 0 0,-14-6-5665 0 0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50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213 4 1281 0 0,'73'-2'14231'0'0,"-13"1"-9764"0"0,29 4-3143 0 0,-74-2-1009 0 0,-1 1 0 0 0,1 1 0 0 0,0 0 1 0 0,-1 1-1 0 0,0 1 0 0 0,0 0 0 0 0,22 11 0 0 0,-31-13-295 0 0,0 0 0 0 0,0 0-1 0 0,-1 0 1 0 0,1 1 0 0 0,-1-1 0 0 0,0 1-1 0 0,0 0 1 0 0,0 1 0 0 0,0-1 0 0 0,-1 0-1 0 0,1 1 1 0 0,-1 0 0 0 0,-1 0 0 0 0,4 7-1 0 0,-4-7-6 0 0,-1 1 1 0 0,0-1-1 0 0,0 1 0 0 0,0-1 0 0 0,-1 1 0 0 0,0-1 1 0 0,0 1-1 0 0,-1-1 0 0 0,1 1 0 0 0,-1-1 0 0 0,0 1 0 0 0,0-1 1 0 0,-1 1-1 0 0,0-1 0 0 0,-4 9 0 0 0,-3 6 55 0 0,-2 0 0 0 0,0-1 1 0 0,-2 0-1 0 0,0 0 0 0 0,-28 30 0 0 0,15-23 28 0 0,-1-1 1 0 0,-61 43-1 0 0,20-25 174 0 0,-2-3 0 0 0,-118 48-1 0 0,142-65 639 0 0,32-12-294 0 0,21-7-381 0 0,7 1-293 0 0,19 12-5 0 0,-20-9 73 0 0,1-1 0 0 0,22 9 1 0 0,-14-10 65 0 0,-1-1 0 0 0,0 0 0 0 0,1-2 0 0 0,41 2 1 0 0,90-11 125 0 0,-34 0-425 0 0,-44 7-672 0 0,-30 1-4961 0 0,-37-1 3729 0 0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50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24 880 0 0,'53'-24'3842'0'0,"-68"32"-480"0"0,4-4-481 0 0,1 2-400 0 0,10 0-320 0 0,66 12 1521 0 0,115 14 480 0 0,-13-32-3122 0 0,-5-10-1600 0 0,-25 2-240 0 0,-41-2-561 0 0,-12 0-480 0 0,-4 0-2961 0 0,-29-8-7684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51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0 1121 0 0,'-24'8'4241'0'0,"8"0"-639"0"0,-3 60 2081 0 0,0 110 1920 0 0,-5 18-4882 0 0,12-47-2560 0 0,12-7-722 0 0,0 18 1 0 0,-4 6 160 0 0,-1-4 240 0 0,2-19-1121 0 0,3-15-320 0 0,-2-14-2480 0 0,-19-14-5124 0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43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1 187 400 0 0,'51'-9'1908'0'0,"25"-5"-76"0"0,1 4 0 0 0,93 0 0 0 0,-104 14-1916 0 0,1 4 1 0 0,-2 3 0 0 0,71 20 0 0 0,-17-4-145 0 0,337 48 164 0 0,5-27 408 0 0,225-19 12 0 0,-483-35-447 0 0,278-44 0 0 0,-179-4-18 0 0,162-24-36 0 0,-270 61 65 0 0,377 14 0 0 0,992 62 627 0 0,-461-77-483 0 0,-937 12-101 0 0,707-55 84 0 0,-3-36-258 0 0,-677 75 41 0 0,-159 18 82 0 0,212-15-1531 0 0,-196 21-675 0 0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44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27 227 8164 0 0,'-26'-48'9364'0'0,"33"14"-3201"0"0,206-12-3202 0 0,24 2-2801 0 0,-52 12-560 0 0,-43 10 320 0 0,-49 34 0 0 0,-29 22-400 0 0,-31 28-801 0 0,-47 24-8803 0 0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45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86 330 13446 0 0,'-76'4'10485'0'0,"66"-6"-7524"0"0,32-4-3201 0 0,4-2-240 0 0,45-16 560 0 0,69-32 240 0 0,66-12-80 0 0,0 0-400 0 0,-54 18-1521 0 0,-24 14-8323 0 0,-3 20-2002 0 0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46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682 171 6563 0 0,'-17'-12'1045'0'0,"0"1"0"0"0,-1 1 0 0 0,-31-14 0 0 0,29 16-776 0 0,0 1-1 0 0,-1 1 1 0 0,0 0 0 0 0,0 2 0 0 0,0 0 0 0 0,0 2-1 0 0,-1 0 1 0 0,1 2 0 0 0,-1 0 0 0 0,-40 6 0 0 0,48-2 452 0 0,0 0 1 0 0,0 1 0 0 0,0 0 0 0 0,1 1-1 0 0,0 1 1 0 0,0 0 0 0 0,0 1 0 0 0,1 0 0 0 0,1 1-1 0 0,-1 0 1 0 0,1 1 0 0 0,1 0 0 0 0,0 1-1 0 0,0 0 1 0 0,-13 21 0 0 0,9-11-653 0 0,1 0-1 0 0,1 2 1 0 0,0-1-1 0 0,2 1 1 0 0,1 1-1 0 0,0 0 1 0 0,2 1 0 0 0,-5 28-1 0 0,11-46-69 0 0,0 0-1 0 0,0-1 1 0 0,1 1 0 0 0,0 0-1 0 0,0 0 1 0 0,0 0 0 0 0,1-1-1 0 0,0 1 1 0 0,1 0 0 0 0,-1-1-1 0 0,1 1 1 0 0,5 11 0 0 0,-3-13 18 0 0,-1 1 1 0 0,0-2-1 0 0,1 1 1 0 0,0 0-1 0 0,0-1 0 0 0,1 0 1 0 0,-1 0-1 0 0,1 0 1 0 0,0 0-1 0 0,0-1 1 0 0,0 0-1 0 0,0 0 1 0 0,12 5-1 0 0,-8-5 3 0 0,1 1 0 0 0,0-2 0 0 0,0 1-1 0 0,0-1 1 0 0,0-1 0 0 0,0 0 0 0 0,1 0 0 0 0,-1-1 0 0 0,0-1 0 0 0,0 1-1 0 0,1-2 1 0 0,-1 1 0 0 0,0-1 0 0 0,0-1 0 0 0,0 0 0 0 0,17-8 0 0 0,-3 0-14 0 0,0-2 0 0 0,0-1 0 0 0,-1-1 0 0 0,-1-1-1 0 0,25-23 1 0 0,-16 12-72 0 0,-2-1-1 0 0,-2-1 0 0 0,0-1 1 0 0,-2-2-1 0 0,-1 0 0 0 0,-2-2 1 0 0,27-52-1 0 0,7-40-480 0 0,-49 114 352 0 0,-6 16 92 0 0,-7 15 94 0 0,1-6 63 0 0,0 0 0 0 0,1 1 0 0 0,0-1-1 0 0,1 1 1 0 0,1 0 0 0 0,0 0 0 0 0,1 0 0 0 0,1 19 0 0 0,-1-13-32 0 0,7 262 46 0 0,0-104-56 0 0,-6-173-16 0 0,0 12-320 0 0,1 0 0 0 0,0-1 1 0 0,1 1-1 0 0,7 30 0 0 0,-8-45 235 0 0,0 1 1 0 0,0 0-1 0 0,0-1 0 0 0,0 1 0 0 0,0-1 0 0 0,0 1 1 0 0,1-1-1 0 0,-1 0 0 0 0,1 1 0 0 0,0-1 0 0 0,0 0 0 0 0,-1 0 1 0 0,1 0-1 0 0,1 0 0 0 0,-1-1 0 0 0,0 1 0 0 0,0-1 1 0 0,1 1-1 0 0,-1-1 0 0 0,0 0 0 0 0,1 1 0 0 0,0-1 1 0 0,-1-1-1 0 0,1 1 0 0 0,-1 0 0 0 0,1-1 0 0 0,0 1 0 0 0,0-1 1 0 0,-1 0-1 0 0,1 0 0 0 0,0 0 0 0 0,0 0 0 0 0,-1 0 1 0 0,1 0-1 0 0,0-1 0 0 0,3-1 0 0 0,-2 1-199 0 0,1 0 0 0 0,0-1 0 0 0,-1 0 0 0 0,1 0 0 0 0,-1 0 0 0 0,0-1 0 0 0,0 0 0 0 0,0 0-1 0 0,0 0 1 0 0,6-5 0 0 0,33-43-1716 0 0,-39 46 1761 0 0,38-54-2801 0 0,-2-2 0 0 0,-3-2 0 0 0,28-67 0 0 0,5-40 1883 0 0,-14-3 4787 0 0,-18 32-171 0 0,-39 149-2809 0 0,0 1 1 0 0,0 0-1 0 0,1-1 0 0 0,1 17 0 0 0,-1 0 138 0 0,1 15 1121 0 0,-2-1-1 0 0,-2 1 0 0 0,-11 51 0 0 0,-13 13-122 0 0,-6 30-1563 0 0,28-111-288 0 0,-24 108-214 0 0,22-105 378 0 0,0-1 0 0 0,-20 41 0 0 0,20-53 46 0 0,6-10-47 0 0,3-6-12 0 0,5-6-12 0 0,45-66 66 0 0,-26 35-98 0 0,55-71-48 0 0,134-139 1 0 0,-89 109-693 0 0,-66 70-1992 0 0,-4 14-4936 0 0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46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480 4 1681 0 0,'-38'-4'3441'0'0,"5"8"401"0"0,-41 36 2561 0 0,-51 70 480 0 0,42 4-5202 0 0,28-10-1281 0 0,20 0 721 0 0,11-14-561 0 0,12-16-640 0 0,17-14-80 0 0,14-23 0 0 0,19-9 80 0 0,16-6-80 0 0,24-22-161 0 0,10-20-479 0 0,14-19-5603 0 0,-3-11-8324 0 0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47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369 1 4482 0 0,'-193'250'10965'0'0,"156"-197"-8050"0"0,-48 93-1 0 0,73-121-2360 0 0,1 0-1 0 0,-11 36 0 0 0,20-53-564 0 0,0 1 0 0 0,0-1-1 0 0,1 1 1 0 0,0-1-1 0 0,0 1 1 0 0,1-1-1 0 0,1 1 1 0 0,-1-1-1 0 0,1 1 1 0 0,3 10-1 0 0,-3-15-129 0 0,0 1-1 0 0,1 0 1 0 0,0-1-1 0 0,0 0 1 0 0,0 1-1 0 0,0-1 1 0 0,1 0-1 0 0,-1 0 1 0 0,1 0-1 0 0,0 0 1 0 0,0-1-1 0 0,1 1 1 0 0,-1-1-1 0 0,1 0 1 0 0,5 4-1 0 0,-4-4-135 0 0,1 0 0 0 0,0 0 0 0 0,0-1 0 0 0,-1 0-1 0 0,1 0 1 0 0,1 0 0 0 0,-1-1 0 0 0,0 0 0 0 0,0 0 0 0 0,10 0-1 0 0,2-2-350 0 0,-1 0 0 0 0,1-2 0 0 0,-1 0 0 0 0,0 0 0 0 0,0-2 0 0 0,0 0 0 0 0,24-11-1 0 0,0-4-22 0 0,-1-1-1 0 0,0-3 0 0 0,57-44 0 0 0,-40 21-1879 0 0,75-79-1 0 0,-95 90 2399 0 0,-25 30 2656 0 0,-22 20 2290 0 0,-20 27 701 0 0,-11 14-3971 0 0,10-21-1355 0 0,18-22-169 0 0,1 1 1 0 0,1 0 0 0 0,0 1 0 0 0,0 0 0 0 0,-14 27 0 0 0,24-38 17 0 0,0 0 0 0 0,-1 1 0 0 0,1-1-1 0 0,1 0 1 0 0,-1 1 0 0 0,0-1 0 0 0,1 1 0 0 0,0-1 0 0 0,0 1 0 0 0,0-1 0 0 0,0 0-1 0 0,0 1 1 0 0,1-1 0 0 0,-1 1 0 0 0,1-1 0 0 0,0 0 0 0 0,0 1 0 0 0,0-1 0 0 0,1 0-1 0 0,-1 0 1 0 0,1 0 0 0 0,0 0 0 0 0,-1 0 0 0 0,2 0 0 0 0,-1 0 0 0 0,0-1 0 0 0,0 1 0 0 0,1-1-1 0 0,-1 1 1 0 0,5 1 0 0 0,1 2 81 0 0,1 0-1 0 0,-1-1 1 0 0,1 0-1 0 0,1-1 1 0 0,-1 0-1 0 0,1 0 1 0 0,-1-1-1 0 0,21 4 1 0 0,-22-6 77 0 0,1 1 0 0 0,0-2-1 0 0,0 1 1 0 0,0-1 0 0 0,0 0 0 0 0,0-1 0 0 0,0 0 0 0 0,0 0 0 0 0,0-1 0 0 0,0-1-1 0 0,-1 1 1 0 0,1-1 0 0 0,-1 0 0 0 0,0-1 0 0 0,0 0 0 0 0,0-1 0 0 0,0 1 0 0 0,-1-1-1 0 0,0-1 1 0 0,0 0 0 0 0,0 0 0 0 0,8-10 0 0 0,-7 8-236 0 0,-1-1 1 0 0,0-1-1 0 0,0 1 1 0 0,-1-1-1 0 0,0 0 1 0 0,-1-1-1 0 0,0 1 1 0 0,-1-1-1 0 0,6-20 0 0 0,-9 25 17 0 0,0 0-1 0 0,0 0 1 0 0,0-1-1 0 0,-1 1 1 0 0,0 0-1 0 0,0-1 1 0 0,-1 1-1 0 0,1 0 1 0 0,-1-1-1 0 0,-1 1 1 0 0,1 0-1 0 0,-1 0 1 0 0,0 0-1 0 0,-1 0 1 0 0,1 0-1 0 0,-1 1 1 0 0,0-1-1 0 0,-1 1 1 0 0,1 0-1 0 0,-7-7 1 0 0,5 6 2 0 0,0 1 1 0 0,-1 0 0 0 0,0 0 0 0 0,0 1 0 0 0,0-1 0 0 0,0 1 0 0 0,-1 1 0 0 0,0-1 0 0 0,0 1 0 0 0,0 0 0 0 0,0 1 0 0 0,0 0 0 0 0,0 0 0 0 0,-1 0 0 0 0,1 1-1 0 0,-1 0 1 0 0,1 0 0 0 0,-1 1 0 0 0,1 0 0 0 0,-10 2 0 0 0,-1 0-192 0 0,0 1 0 0 0,1 1 0 0 0,-1 1 0 0 0,1 1-1 0 0,-1 0 1 0 0,2 1 0 0 0,-24 14 0 0 0,18-9 53 0 0,2 1 0 0 0,0 1 0 0 0,0 0 0 0 0,1 2-1 0 0,1 0 1 0 0,-28 32 0 0 0,44-45 170 0 0,0 0-1 0 0,0 0 1 0 0,0 0-1 0 0,0 0 1 0 0,1 0-1 0 0,-1 1 1 0 0,1-1-1 0 0,0 0 1 0 0,-1 1-1 0 0,0 5 1 0 0,2-8-14 0 0,0 1 1 0 0,0-1-1 0 0,0 0 0 0 0,0 1 1 0 0,1-1-1 0 0,-1 0 0 0 0,0 1 1 0 0,0-1-1 0 0,1 0 0 0 0,-1 0 1 0 0,1 1-1 0 0,-1-1 1 0 0,1 0-1 0 0,0 0 0 0 0,-1 0 1 0 0,1 0-1 0 0,0 1 0 0 0,0-1 1 0 0,0 0-1 0 0,1 1 0 0 0,2 0-43 0 0,1 1-1 0 0,-1-1 0 0 0,1 0 0 0 0,-1 0 1 0 0,1 0-1 0 0,0-1 0 0 0,0 0 0 0 0,0 0 1 0 0,0 0-1 0 0,0 0 0 0 0,0-1 1 0 0,0 0-1 0 0,9 0 0 0 0,12-2-519 0 0,0-1-1 0 0,0-1 1 0 0,25-7-1 0 0,80-28-5192 0 0,27-14-5512 0 0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47.5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437 0 2161 0 0,'-80'34'4563'0'0,"-97"55"13641"0"0,118-55-15880 0 0,33-18-2608 0 0,0 2-1 0 0,-28 24 1 0 0,40-25 168 0 0,14-17 130 0 0,0 1 0 0 0,1-1 0 0 0,-1 0 0 0 0,0 1 0 0 0,0-1 0 0 0,1 1 0 0 0,-1-1 0 0 0,0 0 0 0 0,1 0 0 0 0,-1 1 0 0 0,0-1-1 0 0,1 0 1 0 0,-1 1 0 0 0,1-1 0 0 0,-1 0 0 0 0,0 0 0 0 0,1 0 0 0 0,-1 1 0 0 0,1-1 0 0 0,-1 0 0 0 0,1 0 0 0 0,-1 0 0 0 0,1 0 0 0 0,0 0 0 0 0,14 6 126 0 0,31 18-17 0 0,-19-9-87 0 0,0-2 0 0 0,1 0 0 0 0,30 8 0 0 0,37-1-378 0 0,-73-16 185 0 0,0 0 0 0 0,0 1 0 0 0,0 1 0 0 0,0 1 0 0 0,-1 1 0 0 0,24 13 0 0 0,-42-20 158 0 0,-1 0-1 0 0,1 1 1 0 0,0 0-1 0 0,-1 0 0 0 0,1 0 1 0 0,-1 0-1 0 0,0 0 0 0 0,1 0 1 0 0,-1 0-1 0 0,0 1 1 0 0,0-1-1 0 0,-1 1 0 0 0,1-1 1 0 0,0 1-1 0 0,-1 0 0 0 0,0 0 1 0 0,1 0-1 0 0,-1 0 1 0 0,-1 0-1 0 0,1 0 0 0 0,0 0 1 0 0,-1 0-1 0 0,1 0 0 0 0,-1 0 1 0 0,0 0-1 0 0,0 1 1 0 0,0-1-1 0 0,0 0 0 0 0,-1 0 1 0 0,1 0-1 0 0,-1 0 0 0 0,0 0 1 0 0,0 0-1 0 0,0 0 1 0 0,0 0-1 0 0,0 0 0 0 0,-1 0 1 0 0,0-1-1 0 0,-1 3 0 0 0,-7 10 38 0 0,0-1-1 0 0,-2-1 1 0 0,1 0-1 0 0,-1-1 1 0 0,-24 18 0 0 0,9-8 41 0 0,-1-2 1 0 0,-48 28-1 0 0,62-41-42 0 0,0 0 0 0 0,0-1 0 0 0,-1 0 0 0 0,0-1 0 0 0,1-1-1 0 0,-2 0 1 0 0,-29 3 0 0 0,35-8-90 0 0,9-5-81 0 0,17-30-799 0 0,-12 25 585 0 0,6-13-1893 0 0,18-30 1 0 0,49-52-11300 0 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47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208 415 1040 0 0,'-18'5'1855'0'0,"14"-5"-1551"0"0,1 1 1 0 0,0-1-1 0 0,0 1 1 0 0,-1 0-1 0 0,1 0 1 0 0,0 0-1 0 0,0 1 0 0 0,0-1 1 0 0,0 1-1 0 0,0-1 1 0 0,0 1-1 0 0,1 0 1 0 0,-1 0-1 0 0,0 1 0 0 0,1-1 1 0 0,-3 4-1 0 0,-3 5 1154 0 0,1 0-1 0 0,1 1 0 0 0,-10 24 1 0 0,-7 25 3748 0 0,-15 71 1 0 0,10 3-2147 0 0,24-109-3037 0 0,0-1 1 0 0,2 1 0 0 0,1-1-1 0 0,1 1 1 0 0,7 50 0 0 0,-5-66-95 0 0,1 0 0 0 0,0 0-1 0 0,0-1 1 0 0,1 1 0 0 0,0 0 0 0 0,1-1 0 0 0,0 0 0 0 0,0 0 0 0 0,1-1-1 0 0,0 1 1 0 0,0-1 0 0 0,1-1 0 0 0,0 1 0 0 0,1-1 0 0 0,-1 0 0 0 0,16 9-1 0 0,-12-9 68 0 0,-1-2 0 0 0,1 0 0 0 0,0 0 0 0 0,1-1 0 0 0,-1 0-1 0 0,1-1 1 0 0,0-1 0 0 0,0 0 0 0 0,0 0 0 0 0,0-1 0 0 0,0-1-1 0 0,0 0 1 0 0,0 0 0 0 0,0-1 0 0 0,14-3 0 0 0,-8 1-3 0 0,0-2 0 0 0,0 1 0 0 0,-1-2 0 0 0,0 0 0 0 0,0-1 0 0 0,0-1 0 0 0,-1-1 0 0 0,27-18 0 0 0,-20 10 6 0 0,0-2 0 0 0,-1-1 0 0 0,-1-1 0 0 0,35-44 0 0 0,-20 12-15 0 0,-1-1 0 0 0,-3-2 0 0 0,-2-1 1 0 0,29-81-1 0 0,-42 94-13 0 0,-2 0 1 0 0,-2 0-1 0 0,-1-2 1 0 0,7-75-1 0 0,-17 100 18 0 0,-2-1-1 0 0,0 1 1 0 0,-1-1-1 0 0,-2 0 1 0 0,-4-21-1 0 0,3 28 9 0 0,-1 0 0 0 0,1 1 0 0 0,-2 0 0 0 0,0 0-1 0 0,-1 0 1 0 0,0 1 0 0 0,-1 0 0 0 0,-11-12 0 0 0,14 18 5 0 0,0 0 0 0 0,-1 1 0 0 0,0 0 0 0 0,-1 1 0 0 0,1-1 0 0 0,-1 1 0 0 0,0 0 0 0 0,-1 1 0 0 0,1 0 0 0 0,-1 0 0 0 0,1 0 0 0 0,-1 1 0 0 0,0 0 0 0 0,-1 1 0 0 0,1 0 0 0 0,0 0 0 0 0,-1 1 0 0 0,1 0 0 0 0,-1 0 0 0 0,-10 1 0 0 0,1 1-8 0 0,1 2 0 0 0,0 0 0 0 0,-1 1 0 0 0,2 0-1 0 0,-1 1 1 0 0,0 1 0 0 0,1 1 0 0 0,-29 16-1 0 0,16-5-131 0 0,0 2-1 0 0,1 0 0 0 0,2 2 1 0 0,0 1-1 0 0,-39 44 0 0 0,-18 39-2853 0 0,12 6-4362 0 0,12-10-2424 0 0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48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1121 0 0,'19'12'2241'0'0,"28"2"0"0"0,53-2 80 0 0,54-18 0 0 0,9-24-80 0 0,-13-14-160 0 0,-20 12 2641 0 0,-42 36 320 0 0,-20 10-4081 0 0,-16 36-17209 0 0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50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33 11605 0 0,'-72'193'8836'0'0,"14"1"-4737"0"0,33-89-3755 0 0,5 0 1 0 0,4 2 0 0 0,-2 166 0 0 0,18-228-297 0 0,2 0 1 0 0,13 73 0 0 0,-12-102-49 0 0,0 0-1 0 0,1-1 0 0 0,1 1 1 0 0,1-1-1 0 0,0 0 0 0 0,1-1 1 0 0,1 0-1 0 0,0 0 0 0 0,0 0 1 0 0,13 13-1 0 0,-15-20-10 0 0,1-1 1 0 0,0 1-1 0 0,0-1 0 0 0,1-1 0 0 0,-1 1 1 0 0,1-1-1 0 0,1-1 0 0 0,-1 1 1 0 0,1-2-1 0 0,-1 1 0 0 0,1-1 0 0 0,0 0 1 0 0,0-1-1 0 0,1 0 0 0 0,-1 0 1 0 0,0-1-1 0 0,18 0 0 0 0,-7-2 7 0 0,1 0 0 0 0,-1-2 0 0 0,1 0 0 0 0,-1-1 0 0 0,0-2 1 0 0,-1 0-1 0 0,1 0 0 0 0,-1-2 0 0 0,24-13 0 0 0,-12 3 20 0 0,0-1 0 0 0,-2-2-1 0 0,0-1 1 0 0,42-41 0 0 0,-29 19-29 0 0,-1-3 0 0 0,-3-1-1 0 0,55-90 1 0 0,-50 63-14 0 0,-3-2 1 0 0,31-88-1 0 0,-56 127 15 0 0,-2-1 1 0 0,-2 0 0 0 0,-1-1-1 0 0,-3-1 1 0 0,0 1 0 0 0,0-56-1 0 0,-7 79 12 0 0,-1 0 0 0 0,-1 0 0 0 0,-1 0 0 0 0,0 0 0 0 0,-1 0 0 0 0,-1 1 0 0 0,-10-25 0 0 0,10 30 1 0 0,-1 0 0 0 0,-1 0 0 0 0,0 0 0 0 0,0 1 0 0 0,-1 0 0 0 0,0 0 1 0 0,-1 1-1 0 0,0 0 0 0 0,0 0 0 0 0,-1 1 0 0 0,-13-8 0 0 0,11 9 0 0 0,-1 0 0 0 0,0 0-1 0 0,-1 1 1 0 0,1 1 0 0 0,-1 0 0 0 0,0 1-1 0 0,0 1 1 0 0,0 0 0 0 0,-1 1 0 0 0,1 0-1 0 0,-1 1 1 0 0,0 1 0 0 0,-21 2 0 0 0,9 1-21 0 0,-1 2 1 0 0,1 1-1 0 0,1 1 0 0 0,-1 1 1 0 0,-49 24-1 0 0,51-20-10 0 0,0 1 0 0 0,0 2-1 0 0,2 0 1 0 0,-1 2-1 0 0,-26 25 1 0 0,26-17-531 0 0,0 0 0 0 0,1 2 0 0 0,2 1-1 0 0,-19 31 1 0 0,-23 44-7402 0 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50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14 134 2481 0 0,'-7'-18'2401'0'0,"0"8"-720"0"0,7 8-320 0 0,10 0-81 0 0,54-12 1281 0 0,123-36 2562 0 0,-12 12 4321 0 0,-52 44-4162 0 0,-32 40-6642 0 0,-8 22-2882 0 0,7 2-1361 0 0,-10-18-2240 0 0,-21-8-1281 0 0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50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193 152 2081 0 0,'-12'-6'3922'0'0,"12"-2"320"0"0,147-34 8964 0 0,40-4-6243 0 0,-50 16-6643 0 0,-49 16-880 0 0,-36 8 400 0 0,-16 10-240 0 0,-15 12-1761 0 0,-11 12-8484 0 0,-58 28-4002 0 0</inkml:trace>
  <inkml:trace contextRef="#ctx0" brushRef="#br0" timeOffset="1">209 430 560 0 0,'-92'60'2802'0'0,"28"-20"-321"0"0,12-34 20409 0 0,66-10-18856 0 0,5 10-4706 0 0,35 14-609 0 0,58-14 1121 0 0,9-8 560 0 0,-3-10-80 0 0,-6-2-160 0 0,-18 10-160 0 0,-18 16-240 0 0,5-4-4002 0 0,6-24-9444 0 0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51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416 222 1761 0 0,'-32'-14'3218'0'0,"25"11"-2378"0"0,0-1 0 0 0,0 1 0 0 0,0 1 0 0 0,-1-1 0 0 0,1 1-1 0 0,-12-1 1 0 0,17 3-712 0 0,0 0 0 0 0,0 0-1 0 0,0 0 1 0 0,0 1 0 0 0,0 0-1 0 0,0-1 1 0 0,0 1 0 0 0,0 0-1 0 0,1 0 1 0 0,-1 0 0 0 0,0 0-1 0 0,0 0 1 0 0,-1 1 0 0 0,-23 18 1486 0 0,1 1 0 0 0,1 0 0 0 0,1 2 0 0 0,2 1 0 0 0,0 0 0 0 0,-21 33 0 0 0,27-35-1346 0 0,2 0-1 0 0,0 1 1 0 0,1 0-1 0 0,1 1 1 0 0,2 0-1 0 0,0 0 1 0 0,2 1-1 0 0,0 1 1 0 0,2-1-1 0 0,-3 31 1 0 0,7-37-247 0 0,0-1 0 0 0,1 1-1 0 0,1 0 1 0 0,0-1 0 0 0,2 1 0 0 0,0-1 0 0 0,1 0-1 0 0,1 0 1 0 0,0 0 0 0 0,2-1 0 0 0,0 0 0 0 0,1 0 0 0 0,0 0-1 0 0,22 29 1 0 0,-18-30 107 0 0,2 0-1 0 0,0-1 1 0 0,0-1-1 0 0,2 0 1 0 0,-1-1-1 0 0,2-1 1 0 0,0 0-1 0 0,0-1 1 0 0,1-1-1 0 0,0-1 1 0 0,1 0-1 0 0,0-1 1 0 0,0-2-1 0 0,1 0 1 0 0,0-1 0 0 0,0 0-1 0 0,0-2 1 0 0,1 0-1 0 0,-1-2 1 0 0,1 0-1 0 0,-1-1 1 0 0,1-1-1 0 0,-1-1 1 0 0,32-7-1 0 0,-27 2-143 0 0,-1-1 0 0 0,1-2 0 0 0,-1 0-1 0 0,-1-1 1 0 0,0-1 0 0 0,0-1 0 0 0,-2-2-1 0 0,0 0 1 0 0,0-1 0 0 0,-1-1 0 0 0,18-21-1 0 0,-17 16 7 0 0,-2-2 1 0 0,0 0-1 0 0,-2-2 0 0 0,-1 1 0 0 0,-1-2 0 0 0,-1 0 0 0 0,-1-1 0 0 0,-1-1 1 0 0,11-45-1 0 0,-15 44-11 0 0,-2 0 0 0 0,-2-1 0 0 0,0 0 0 0 0,-2 0 0 0 0,-1 0 0 0 0,-2 0 1 0 0,-1 0-1 0 0,-7-38 0 0 0,5 48 17 0 0,-2 1 0 0 0,1 0 1 0 0,-2 0-1 0 0,-1 1 0 0 0,-1 0 0 0 0,0 0 1 0 0,-1 1-1 0 0,-1 0 0 0 0,-1 1 1 0 0,0 0-1 0 0,-1 1 0 0 0,-1 0 0 0 0,-18-15 1 0 0,20 20 12 0 0,-1 2-1 0 0,0 0 1 0 0,0 0 0 0 0,-1 1 0 0 0,0 1 0 0 0,-1 0 0 0 0,1 1 0 0 0,-1 1-1 0 0,-29-7 1 0 0,22 8 10 0 0,0 1-1 0 0,-1 2 0 0 0,1 0 1 0 0,0 1-1 0 0,-1 1 1 0 0,-30 5-1 0 0,15 2 15 0 0,0 2 0 0 0,0 1 0 0 0,1 2-1 0 0,1 1 1 0 0,1 2 0 0 0,0 1 0 0 0,-55 38 0 0 0,81-49-16 0 0,0 0 1 0 0,0 1-1 0 0,1 0 1 0 0,-12 13-1 0 0,18-18-55 0 0,0 1 0 0 0,0-1 0 0 0,1 0 0 0 0,-1 1 0 0 0,1 0 1 0 0,0-1-1 0 0,-1 1 0 0 0,1 0 0 0 0,0-1 0 0 0,1 1 0 0 0,-1 0 0 0 0,0 0 0 0 0,1 0 0 0 0,-1 0 0 0 0,1 0 0 0 0,0 0 0 0 0,0 0 1 0 0,0 0-1 0 0,1 0 0 0 0,-1 0 0 0 0,2 2 0 0 0,0 3-844 0 0,2 0 1 0 0,-1 0-1 0 0,1-1 0 0 0,0 0 1 0 0,9 12-1 0 0,20 18-9275 0 0,-21-28 5497 0 0,0 0 0 0 0,16 8 0 0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52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29 193 480 0 0,'13'11'1393'0'0,"-10"-8"-406"0"0,-5-5 215 0 0,-35-19 11825 0 0,37 21-12942 0 0,7 14 858 0 0,-3-6-185 0 0,-3-6-607 0 0,7 15 1346 0 0,2 1 0 0 0,0-2-1 0 0,23 31 1 0 0,-30-43-1426 0 0,1 0-1 0 0,-1 0 0 0 0,1-1 1 0 0,0 1-1 0 0,0-1 1 0 0,1 0-1 0 0,-1 0 1 0 0,0 0-1 0 0,1-1 0 0 0,0 0 1 0 0,0 1-1 0 0,0-2 1 0 0,0 1-1 0 0,0 0 1 0 0,0-1-1 0 0,0 0 0 0 0,0 0 1 0 0,0-1-1 0 0,1 0 1 0 0,8 0-1 0 0,-5-2-94 0 0,0 0 1 0 0,0 0-1 0 0,0-1 0 0 0,-1 0 0 0 0,0-1 0 0 0,1 0 1 0 0,-1 0-1 0 0,0 0 0 0 0,-1-1 0 0 0,1-1 0 0 0,-1 1 1 0 0,0-1-1 0 0,-1 0 0 0 0,9-11 0 0 0,-2 2-83 0 0,-1 0 0 0 0,0-1-1 0 0,-2-1 1 0 0,0 0 0 0 0,13-29 0 0 0,-20 40 89 0 0,-1-1 1 0 0,1 0-1 0 0,-1 0 1 0 0,0 1-1 0 0,-1-1 1 0 0,0 0-1 0 0,0 0 1 0 0,0-12-1 0 0,-1 16 24 0 0,-1 0 0 0 0,1 0 0 0 0,-1 0 0 0 0,0 1 0 0 0,0-1 0 0 0,0 0 0 0 0,0 0 0 0 0,0 1 0 0 0,-1-1 0 0 0,1 1 0 0 0,-1 0 0 0 0,0-1 0 0 0,1 1 0 0 0,-1 0 0 0 0,0 0 0 0 0,0 0 0 0 0,-1 0 0 0 0,1 0 0 0 0,0 0 0 0 0,-1 1 0 0 0,1-1 0 0 0,-1 1 0 0 0,-3-2 0 0 0,-4-1 74 0 0,-1 0-1 0 0,1 0 0 0 0,-1 1 0 0 0,0 0 0 0 0,0 1 1 0 0,0 1-1 0 0,0-1 0 0 0,0 2 0 0 0,-1-1 0 0 0,1 2 1 0 0,0-1-1 0 0,0 2 0 0 0,-19 4 0 0 0,15-3-237 0 0,1 2 1 0 0,-1 0-1 0 0,-25 13 0 0 0,27-11-1092 0 0,1 1 0 0 0,-1 0 0 0 0,-20 19 0 0 0,-5 6-9942 0 0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00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61 314 1601 0 0,'-3'7'87'0'0,"-44"139"1340"0"0,44-132-1229 0 0,0 0 0 0 0,1-1-1 0 0,1 1 1 0 0,0 0 0 0 0,0 0 0 0 0,2 1 0 0 0,0-1 0 0 0,4 20 0 0 0,-5-30-99 0 0,1 0 0 0 0,0 1 0 0 0,1-1 0 0 0,-1 0 0 0 0,1 0 0 0 0,0 0 0 0 0,0 0 0 0 0,0 0 0 0 0,0-1 1 0 0,1 1-1 0 0,-1-1 0 0 0,1 1 0 0 0,0-1 0 0 0,0 0 0 0 0,0 0 0 0 0,1 0 0 0 0,-1 0 0 0 0,1-1 0 0 0,0 0 1 0 0,-1 1-1 0 0,1-1 0 0 0,0 0 0 0 0,0-1 0 0 0,0 1 0 0 0,1-1 0 0 0,-1 0 0 0 0,0 0 0 0 0,0 0 0 0 0,7 0 0 0 0,1-1 170 0 0,0 0-1 0 0,0-1 0 0 0,0-1 1 0 0,0 0-1 0 0,0-1 0 0 0,0 0 1 0 0,-1 0-1 0 0,1-2 0 0 0,16-8 1 0 0,-2-1 57 0 0,-2-1 0 0 0,0-1 0 0 0,0-1 0 0 0,-2-1 1 0 0,0-1-1 0 0,-1-1 0 0 0,32-40 0 0 0,106-169 2721 0 0,-155 224-2941 0 0,32-53 721 0 0,55-80 214 0 0,-51 92-1402 0 0,-39 45 354 0 0,-1 0-1 0 0,1 1 0 0 0,-1-1 0 0 0,1 0 1 0 0,0 1-1 0 0,-1-1 0 0 0,1 0 0 0 0,0 1 1 0 0,-1-1-1 0 0,1 1 0 0 0,0-1 0 0 0,0 1 1 0 0,0-1-1 0 0,0 1 0 0 0,-1 0 0 0 0,1-1 1 0 0,0 1-1 0 0,0 0 0 0 0,0 0 0 0 0,0 0 1 0 0,0 0-1 0 0,1 0 0 0 0,-1 1 48 0 0,0 0-1 0 0,-1 0 1 0 0,1 0-1 0 0,-1 0 1 0 0,0 0-1 0 0,1 1 1 0 0,-1-1-1 0 0,0 0 1 0 0,0 0-1 0 0,0 0 1 0 0,0 1-1 0 0,0-1 1 0 0,0 0-1 0 0,0 0 1 0 0,0 2-1 0 0,0 140 3108 0 0,12 76-2869 0 0,-7-138-181 0 0,-4-64-81 0 0,-1 1-19 0 0,1 0 1 0 0,1 0-1 0 0,1 0 0 0 0,0-1 0 0 0,11 31 1 0 0,-13-45-140 0 0,0 0-1 0 0,1 0 1 0 0,0 0 0 0 0,-1 0 0 0 0,1 0 0 0 0,0-1 0 0 0,0 1 0 0 0,1-1-1 0 0,-1 1 1 0 0,0-1 0 0 0,1 0 0 0 0,-1 0 0 0 0,1 0 0 0 0,0 0 0 0 0,0-1-1 0 0,0 1 1 0 0,0-1 0 0 0,0 1 0 0 0,0-1 0 0 0,0 0 0 0 0,0 0 0 0 0,0-1 0 0 0,1 1-1 0 0,-1-1 1 0 0,0 1 0 0 0,0-1 0 0 0,1 0 0 0 0,4-1 0 0 0,0-1-1563 0 0,-1 0-1 0 0,0-1 1 0 0,0 1 0 0 0,0-2 0 0 0,11-6-1 0 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01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1841 0 0,'4'5'1483'0'0,"0"0"0"0"0,-1 0 0 0 0,1 0 0 0 0,-1 0 0 0 0,0 1 1 0 0,3 9-1 0 0,13 46 447 0 0,-12-32-1170 0 0,-2 1 1 0 0,-1 0-1 0 0,-1 1 1 0 0,-1-1-1 0 0,-4 35 0 0 0,-29 165 2901 0 0,9-89-3667 0 0,23-124 208 0 0,-1-17-195 0 0,0 0 1 0 0,0 0 0 0 0,0 0-1 0 0,0 0 1 0 0,1 0-1 0 0,-1 0 1 0 0,0 0-1 0 0,0 0 1 0 0,0 1-1 0 0,0-1 1 0 0,1 0-1 0 0,-1 0 1 0 0,0 0-1 0 0,0 0 1 0 0,0 0-1 0 0,0 0 1 0 0,1 0-1 0 0,-1 0 1 0 0,0 0-1 0 0,0-1 1 0 0,0 1-1 0 0,0 0 1 0 0,1 0 0 0 0,-1 0-1 0 0,0 0 1 0 0,0 0-1 0 0,0 0 1 0 0,0 0-1 0 0,0 0 1 0 0,1 0-1 0 0,-1 0 1 0 0,0-1-1 0 0,0 1 1 0 0,0 0-1 0 0,0 0 1 0 0,0 0-1 0 0,0 0 1 0 0,0 0-1 0 0,1-1 1 0 0,-1 1-1 0 0,0 0 1 0 0,0 0 0 0 0,0 0-1 0 0,20-31 799 0 0,-16 22-611 0 0,58-107 1225 0 0,35-55-1212 0 0,-73 136-216 0 0,1 2 0 0 0,1 1 0 0 0,41-37 0 0 0,-49 53-675 0 0,0 1 0 0 0,0 1 0 0 0,1 1 0 0 0,1 0 0 0 0,0 2 0 0 0,1 0 0 0 0,28-10 0 0 0,42-7-11990 0 0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01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579 0 1281 0 0,'-74'14'9604'0'0,"27"-2"-3921"0"0,4 2-2802 0 0,-32 22-2881 0 0,-53 32-1281 0 0,38 0 1842 0 0,35 4 959 0 0,17 8-159 0 0,19 4 2000 0 0,10-13 1362 0 0,11-11-3203 0 0,24-14-1920 0 0,21-12-480 0 0,17-4-1762 0 0,17-24-239 0 0,19-18-3602 0 0,-1-24-3441 0 0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01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0 960 0 0,'-14'4'1681'0'0,"2"6"240"0"0,-38 46 2801 0 0,-37 60 2081 0 0,32-22-3681 0 0,20-16-2802 0 0,9-9 961 0 0,0-7-241 0 0,16-14-720 0 0,10-8-320 0 0,19-14 80 0 0,9-12 0 0 0,29-8-320 0 0,17-12-3281 0 0,6-34-3443 0 0,-1-36-3360 0 0</inkml:trace>
  <inkml:trace contextRef="#ctx0" brushRef="#br0" timeOffset="1">479 272 3041 0 0,'-16'8'2445'0'0,"11"-5"-1772"0"0,0 0-1 0 0,0 0 0 0 0,0 0 1 0 0,0 1-1 0 0,0-1 1 0 0,1 1-1 0 0,-1 0 1 0 0,1 1-1 0 0,0-1 0 0 0,1 1 1 0 0,-1 0-1 0 0,1-1 1 0 0,-5 10-1 0 0,-19 34 2176 0 0,-41 101 0 0 0,66-142-2758 0 0,0 0-1 0 0,0-1 0 0 0,0 1 1 0 0,1 0-1 0 0,0 11 1 0 0,1-16-46 0 0,0 0 0 0 0,0-1 1 0 0,0 1-1 0 0,0 0 0 0 0,1 0 1 0 0,-1-1-1 0 0,1 1 0 0 0,-1-1 1 0 0,1 1-1 0 0,0 0 0 0 0,0-1 1 0 0,0 1-1 0 0,0-1 0 0 0,0 0 1 0 0,0 1-1 0 0,0-1 0 0 0,0 0 1 0 0,0 1-1 0 0,0-1 0 0 0,1 0 1 0 0,-1 0-1 0 0,1 0 1 0 0,2 1-1 0 0,2 1 341 0 0,0 0-1 0 0,1 0 1 0 0,-1 0 0 0 0,1-1 0 0 0,0 0-1 0 0,-1-1 1 0 0,1 0 0 0 0,13 1 0 0 0,-12-2-322 0 0,-1 0-1 0 0,0-1 1 0 0,1 0 0 0 0,-1-1 0 0 0,0 1 0 0 0,0-1 0 0 0,0-1 0 0 0,0 1 0 0 0,0-1-1 0 0,0 0 1 0 0,-1-1 0 0 0,7-4 0 0 0,-3 1-131 0 0,0-1 1 0 0,-1 0-1 0 0,0-1 1 0 0,-1 1-1 0 0,0-2 1 0 0,0 1-1 0 0,-1-1 0 0 0,0 0 1 0 0,-1 0-1 0 0,0-1 1 0 0,0 0-1 0 0,6-19 0 0 0,-8 17 25 0 0,0 0-1 0 0,-1 0 0 0 0,-1-1 0 0 0,0 0 0 0 0,0 1 1 0 0,-2-1-1 0 0,1 0 0 0 0,-3-15 0 0 0,1 22 26 0 0,0 0 0 0 0,0 1-1 0 0,-1-1 1 0 0,0 1 0 0 0,0 0-1 0 0,0 0 1 0 0,-1 0 0 0 0,0 0-1 0 0,0 0 1 0 0,-1 0 0 0 0,0 1-1 0 0,1-1 1 0 0,-2 1 0 0 0,1 0 0 0 0,-1 0-1 0 0,0 1 1 0 0,0-1 0 0 0,0 1-1 0 0,-6-4 1 0 0,-2 1 76 0 0,0 1-1 0 0,0 0 1 0 0,0 0-1 0 0,-1 2 0 0 0,-20-6 1 0 0,28 9-16 0 0,1-1 1 0 0,-1 1-1 0 0,1 1 1 0 0,-1-1-1 0 0,0 1 1 0 0,1 0-1 0 0,-1 0 1 0 0,0 1-1 0 0,1-1 1 0 0,-1 1-1 0 0,1 1 1 0 0,-1-1-1 0 0,1 1 1 0 0,0 0-1 0 0,-1 0 1 0 0,-6 4-1 0 0,11-5-63 0 0,0 0-1 0 0,-1 0 1 0 0,1 1 0 0 0,0-1-1 0 0,-1 0 1 0 0,1 1-1 0 0,0-1 1 0 0,0 1 0 0 0,0 0-1 0 0,0-1 1 0 0,1 1-1 0 0,-1 0 1 0 0,0-1 0 0 0,1 1-1 0 0,-1 0 1 0 0,1 0-1 0 0,-1 0 1 0 0,1 0 0 0 0,0-1-1 0 0,0 1 1 0 0,0 0-1 0 0,0 0 1 0 0,0 0 0 0 0,0 0-1 0 0,1 0 1 0 0,-1-1-1 0 0,1 1 1 0 0,-1 0 0 0 0,2 2-1 0 0,0 2-567 0 0,1 0 0 0 0,0 0 1 0 0,0 0-1 0 0,1 0 0 0 0,6 9 0 0 0,-5-9-1596 0 0,1 0 0 0 0,0 0 0 0 0,0-1 0 0 0,13 9 0 0 0,-17-12 1545 0 0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02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1 1601 0 0,'-1'1'559'0'0,"1"0"1"0"0,0 0-1 0 0,0 0 1 0 0,-1 0-1 0 0,1 0 1 0 0,0-1-1 0 0,-1 1 1 0 0,1 0-1 0 0,-1 0 0 0 0,0 0 1 0 0,1 0-1 0 0,-1-1 1 0 0,1 1-1 0 0,-1 0 1 0 0,0-1-1 0 0,0 2 1 0 0,-13 8 2100 0 0,1 1 0 0 0,-18 8 0 0 0,-70 35 1033 0 0,78-43-2654 0 0,-4 3-3 0 0,12-8-521 0 0,1 1 0 0 0,-1 1-1 0 0,-22 17 1 0 0,35-23-452 0 0,-4 5 74 0 0,6-6-132 0 0,1 0 1 0 0,-1-1 0 0 0,1 1-1 0 0,-1-1 1 0 0,1 1-1 0 0,-1 0 1 0 0,1-1 0 0 0,-1 1-1 0 0,1-1 1 0 0,0 1 0 0 0,-1-1-1 0 0,1 0 1 0 0,0 1 0 0 0,-1-1-1 0 0,1 0 1 0 0,0 1 0 0 0,0-1-1 0 0,0 0 1 0 0,77 31-32 0 0,52 22-916 0 0,-116-46 884 0 0,0 0 0 0 0,0 2 0 0 0,-1-1 0 0 0,0 2 0 0 0,-1 0 0 0 0,19 19 0 0 0,-27-24 46 0 0,1 0 1 0 0,-1 0-1 0 0,0 1 1 0 0,-1 0-1 0 0,1 0 1 0 0,-1 0-1 0 0,0 0 0 0 0,-1 1 1 0 0,1-1-1 0 0,-1 1 1 0 0,-1-1-1 0 0,1 1 1 0 0,-1 0-1 0 0,0 0 1 0 0,-1 0-1 0 0,1-1 1 0 0,-2 1-1 0 0,1 0 0 0 0,-1 0 1 0 0,0 0-1 0 0,0 0 1 0 0,0-1-1 0 0,-1 1 1 0 0,0-1-1 0 0,-6 13 1 0 0,0-4 60 0 0,-1 1 1 0 0,0-1 0 0 0,-1 0-1 0 0,-1-1 1 0 0,-1 0 0 0 0,1-1-1 0 0,-2 0 1 0 0,-24 19 0 0 0,13-13 123 0 0,-2-1 1 0 0,-37 21 0 0 0,53-34-115 0 0,0 0-1 0 0,0-1 1 0 0,-1 0-1 0 0,1 0 1 0 0,-1-1-1 0 0,0 0 1 0 0,1-1 0 0 0,-1 0-1 0 0,-22 0 1 0 0,32-2-82 0 0,0 0 0 0 0,0 0 0 0 0,0 0 0 0 0,0 0 0 0 0,0 0 1 0 0,0 0-1 0 0,0-1 0 0 0,0 1 0 0 0,0 0 0 0 0,0-1 0 0 0,0 1 1 0 0,0 0-1 0 0,0-1 0 0 0,0 1 0 0 0,0-1 0 0 0,0 0 0 0 0,0 1 0 0 0,0-1 1 0 0,1 0-1 0 0,-1 1 0 0 0,0-1 0 0 0,1 0 0 0 0,-1 0 0 0 0,0 0 1 0 0,1 1-1 0 0,-2-3 0 0 0,2 0-229 0 0,0 1 0 0 0,-1-1 0 0 0,1 1 0 0 0,0-1 0 0 0,0 0 0 0 0,0 1 0 0 0,1-1 0 0 0,-1 1 0 0 0,0-1 0 0 0,2-4 1 0 0,3-6-2066 0 0,-1-1 0 0 0,12-20 1 0 0,21-32-9250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02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93 320 1361 0 0,'-58'111'13200'0'0,"51"-96"-11754"0"0,1 0 0 0 0,1 0 0 0 0,0 0 0 0 0,2 1 0 0 0,-4 21 0 0 0,6-31-1443 0 0,1 0 1 0 0,0 0-1 0 0,0 0 0 0 0,0-1 0 0 0,1 1 0 0 0,0 0 0 0 0,0 0 0 0 0,0 0 0 0 0,1-1 0 0 0,-1 1 0 0 0,2-1 0 0 0,-1 1 1 0 0,1-1-1 0 0,-1 0 0 0 0,1 0 0 0 0,1 0 0 0 0,-1 0 0 0 0,1 0 0 0 0,0-1 0 0 0,0 0 0 0 0,0 1 0 0 0,0-2 1 0 0,1 1-1 0 0,0 0 0 0 0,-1-1 0 0 0,1 0 0 0 0,1 0 0 0 0,-1 0 0 0 0,0-1 0 0 0,1 0 0 0 0,-1 0 0 0 0,7 1 0 0 0,0 0-7 0 0,0 0 0 0 0,0-1 0 0 0,0-1 0 0 0,0 0 0 0 0,0 0 0 0 0,0-1-1 0 0,0-1 1 0 0,0 0 0 0 0,0-1 0 0 0,0 0 0 0 0,-1-1 0 0 0,1 0 0 0 0,-1-1-1 0 0,18-8 1 0 0,-16 5 12 0 0,0-2 0 0 0,-1 0 0 0 0,0 0 0 0 0,-1-1 0 0 0,0 0 0 0 0,0-1 0 0 0,-1 0 0 0 0,-1-1 0 0 0,0 0 0 0 0,0 0 0 0 0,-1-1 0 0 0,7-16 0 0 0,0-4 50 0 0,-1-2-1 0 0,-1 1 0 0 0,13-65 1 0 0,-22 82-24 0 0,-1 0 0 0 0,-1-1 0 0 0,-1 1 0 0 0,0-1 1 0 0,-1 1-1 0 0,-1-1 0 0 0,0 1 0 0 0,-2-1 0 0 0,-5-22 0 0 0,6 33-15 0 0,0 0-1 0 0,-1 0 0 0 0,0 1 1 0 0,0-1-1 0 0,0 1 0 0 0,-1-1 1 0 0,1 1-1 0 0,-2 1 1 0 0,1-1-1 0 0,-1 0 0 0 0,1 1 1 0 0,-2 0-1 0 0,1 0 0 0 0,0 0 1 0 0,-1 1-1 0 0,0 0 0 0 0,0 0 1 0 0,0 1-1 0 0,-1-1 0 0 0,1 1 1 0 0,-1 0-1 0 0,0 1 0 0 0,0 0 1 0 0,-12-3-1 0 0,12 5-18 0 0,-1-1-1 0 0,1 1 1 0 0,0 0-1 0 0,-1 1 1 0 0,1 0-1 0 0,0 0 0 0 0,-1 1 1 0 0,1-1-1 0 0,0 1 1 0 0,0 1-1 0 0,0 0 1 0 0,1 0-1 0 0,-1 0 1 0 0,0 1-1 0 0,1 0 1 0 0,0 0-1 0 0,0 0 1 0 0,-9 9-1 0 0,-4 5-980 0 0,2 1 0 0 0,0 0-1 0 0,-29 43 1 0 0,-8 26-5395 0 0,10-9-1481 0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02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1 160 3282 0 0,'14'-8'6963'0'0,"-2"0"-1601"0"0,-3 5-1920 0 0,1-1-1521 0 0,6 0-961 0 0,93-34-1120 0 0,22-8 480 0 0,-34 14 480 0 0,-21 16 1 0 0,-22 16 479 0 0,-2 12 81 0 0,-4-8-2481 0 0,4 0-11686 0 0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03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0 203 720 0 0,'17'59'4642'0'0,"-20"-74"-400"0"0,3 1-480 0 0,7 0-320 0 0,138-44 3761 0 0,42 6-3361 0 0,-11 10-3202 0 0,-34 6-720 0 0,-33 16 400 0 0,-33 10 160 0 0,-29 10 161 0 0,-35 6-321 0 0,-21 22-1041 0 0,-1 24-4081 0 0,-26 32-6963 0 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03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72 1441 0 0,'-36'8'27212'0'0,"55"-10"-23098"0"0,-2 0-4114 0 0,7 2 0 0 0,142 0 0 0 0,30-14-1233 0 0,-30-6 1233 0 0,-21 0 801 0 0,-22 4-369 0 0,-42 10-432 0 0,-32 6 0 0 0,-34 10-32 0 0,-6 16-448 0 0,10 28-11366 0 0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04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0 2721 0 0,'-81'276'3122'0'0,"1"9"-641"0"0,32-63-400 0 0,24-74 160 0 0,22-42 80 0 0,7-24-80 0 0,0-14 80 0 0,2-4 2001 0 0,0 1-560 0 0,-2-23-7684 0 0,-5-22-11765 0 0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16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371 304 720 0 0,'0'0'22'0'0,"0"0"-1"0"0,0 0 1 0 0,0 0-1 0 0,0 0 1 0 0,0 0-1 0 0,1-1 1 0 0,-1 1 0 0 0,0 0-1 0 0,0 0 1 0 0,0 0-1 0 0,0 0 1 0 0,0 0-1 0 0,0 0 1 0 0,0-1-1 0 0,0 1 1 0 0,0 0-1 0 0,0 0 1 0 0,0 0-1 0 0,0 0 1 0 0,0 0-1 0 0,0-1 1 0 0,0 1-1 0 0,0 0 1 0 0,0 0-1 0 0,0 0 1 0 0,0 0 0 0 0,0 0-1 0 0,0-1 1 0 0,0 1-1 0 0,0 0 1 0 0,0 0-1 0 0,-1 0 1 0 0,1 0-1 0 0,0 0 1 0 0,0 0-1 0 0,0 0 1 0 0,0-1-1 0 0,0 1 1 0 0,0 0-1 0 0,0 0 1 0 0,0 0-1 0 0,-1 0 1 0 0,1 0-1 0 0,0 0 1 0 0,0 0 0 0 0,0 0-1 0 0,0 0 1 0 0,0 0-1 0 0,0 0 1 0 0,-1 0-1 0 0,1 0 1 0 0,0 0-1 0 0,0 0 1 0 0,0 0-1 0 0,-1 0 1 0 0,-22 5 827 0 0,-26 12 1338 0 0,0 3 1 0 0,1 2 0 0 0,-46 29-1 0 0,81-44-1093 0 0,1 1 0 0 0,1 0 0 0 0,0 1 0 0 0,-16 15 0 0 0,24-20-845 0 0,-1 0 0 0 0,2 0 0 0 0,-1 0 0 0 0,0 0 0 0 0,1 0 0 0 0,-1 1 0 0 0,1-1 0 0 0,1 1 0 0 0,-1-1 0 0 0,0 1 0 0 0,1 0 0 0 0,0 0 0 0 0,0 0 0 0 0,0 7-1 0 0,1-1-306 0 0,0 0-1 0 0,1 0 0 0 0,0-1 0 0 0,1 1 0 0 0,0 0 0 0 0,1-1 0 0 0,5 14 0 0 0,-7-20 61 0 0,0-1-1 0 0,0 0 1 0 0,1 0 0 0 0,-1 1-1 0 0,1-1 1 0 0,0 0 0 0 0,0 0-1 0 0,0 0 1 0 0,1-1 0 0 0,-1 1-1 0 0,1-1 1 0 0,-1 1 0 0 0,1-1-1 0 0,0 0 1 0 0,0 0-1 0 0,0 0 1 0 0,0 0 0 0 0,0 0-1 0 0,1-1 1 0 0,-1 1 0 0 0,0-1-1 0 0,1 0 1 0 0,-1 0 0 0 0,1 0-1 0 0,-1-1 1 0 0,4 1 0 0 0,-1-1-8 0 0,0-1 1 0 0,0 1 0 0 0,0-2-1 0 0,0 1 1 0 0,0 0-1 0 0,0-1 1 0 0,0 0 0 0 0,-1 0-1 0 0,1-1 1 0 0,-1 0 0 0 0,6-3-1 0 0,4-4-146 0 0,-1-1 0 0 0,25-24 0 0 0,-2-4-38 0 0,-1-2-1 0 0,-2-1 1 0 0,29-48-1 0 0,76-146 160 0 0,-70 113 77 0 0,-40 77-32 0 0,-24 40-3 0 0,-3 8 2 0 0,-3 14 32 0 0,-1-8-8 0 0,0 25 125 0 0,2 34-1 0 0,0-5 10 0 0,-12 167 1315 0 0,1-35 69 0 0,10-166-1447 0 0,1 0-1 0 0,2-1 1 0 0,7 44-1 0 0,-7-62-154 0 0,0-1 0 0 0,1 0 0 0 0,0 0 0 0 0,0 0 0 0 0,1 0 0 0 0,6 10 0 0 0,-7-13-45 0 0,0-1 0 0 0,0-1 1 0 0,0 1-1 0 0,1 0 0 0 0,0-1 0 0 0,-1 1 1 0 0,1-1-1 0 0,0 0 0 0 0,1-1 0 0 0,-1 1 1 0 0,9 3-1 0 0,-9-4-218 0 0,0-1 1 0 0,0 0 0 0 0,0 0-1 0 0,0 0 1 0 0,1 0-1 0 0,-1-1 1 0 0,0 1-1 0 0,0-1 1 0 0,1 0-1 0 0,-1-1 1 0 0,0 1-1 0 0,0-1 1 0 0,0 0-1 0 0,6-1 1 0 0,1-3-1212 0 0,0-1 0 0 0,-1 0 1 0 0,1 0-1 0 0,-1-1 0 0 0,10-8 1 0 0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17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44 480 0 0,'43'-37'6843'0'0,"-32"31"-3995"0"0,-7 7-1242 0 0,-6 14-441 0 0,0-8-848 0 0,-7 66 142 0 0,3-15-371 0 0,-6 5 315 0 0,-4-1 0 0 0,-33 86 0 0 0,7-22 2377 0 0,37-107-1883 0 0,2-10-139 0 0,4-19-812 0 0,-1 6 40 0 0,1 0 1 0 0,0 0-1 0 0,0 1 1 0 0,0-1-1 0 0,0 0 1 0 0,1 0-1 0 0,-1 1 1 0 0,1-1-1 0 0,3-3 1 0 0,2-5 14 0 0,18-37-23 0 0,5-9-312 0 0,61-88-1 0 0,-80 130 144 0 0,2 1 0 0 0,0 0 0 0 0,0 0 0 0 0,2 1 0 0 0,0 1 0 0 0,0 1 0 0 0,1 0 0 0 0,0 1 0 0 0,36-18 0 0 0,-34 22-963 0 0,0 1 0 0 0,0 0 0 0 0,23-3 1 0 0,57-4-7211 0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17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536 58 240 0 0,'-78'32'2801'0'0,"-3"20"5683"0"0,-7 8-2881 0 0,3 2-4883 0 0,12 0-640 0 0,11-6 2721 0 0,19-2-640 0 0,22-6-1840 0 0,16-14-561 0 0,10-6 79 0 0,12 6-159 0 0,32-8-1761 0 0,30-20 401 0 0,20-28 879 0 0,5-32-6082 0 0</inkml:trace>
  <inkml:trace contextRef="#ctx0" brushRef="#br0" timeOffset="1">1003 0 720 0 0,'-38'4'961'0'0,"-47"36"4001"0"0,-53 60 5923 0 0,58-6-6803 0 0,51-10-4562 0 0,29-6-321 0 0,24-6 641 0 0,18-18 320 0 0,20-22-240 0 0,14-24-1200 0 0,19-38-6564 0 0,0-38-2321 0 0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17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48 1761 0 0,'-7'4'2615'0'0,"-11"4"2476"0"0,1 1 1 0 0,-21 14-1 0 0,22-11-3604 0 0,-23 23 0 0 0,-27 34-3728 0 0,56-57 1784 0 0,1 0 1 0 0,0 1 0 0 0,0-1 0 0 0,-11 26 0 0 0,18-35 467 0 0,1 0 1 0 0,0-1-1 0 0,0 1 0 0 0,0 0 1 0 0,1 0-1 0 0,-1 0 1 0 0,1 0-1 0 0,-1 0 1 0 0,1 1-1 0 0,0-1 1 0 0,0 0-1 0 0,1 0 0 0 0,-1 0 1 0 0,0 0-1 0 0,1 0 1 0 0,0 0-1 0 0,0 0 1 0 0,0 0-1 0 0,2 3 1 0 0,-1-2 40 0 0,0-1 1 0 0,1 0-1 0 0,-1 0 1 0 0,1-1-1 0 0,0 1 1 0 0,-1 0 0 0 0,1-1-1 0 0,1 0 1 0 0,-1 0-1 0 0,0 0 1 0 0,0 0 0 0 0,1 0-1 0 0,6 2 1 0 0,-3-2-18 0 0,1 1 0 0 0,-1-1 1 0 0,1-1-1 0 0,0 0 0 0 0,0 0 0 0 0,0 0 1 0 0,0-1-1 0 0,0 0 0 0 0,-1 0 0 0 0,1-1 1 0 0,0 0-1 0 0,0-1 0 0 0,0 0 0 0 0,9-3 1 0 0,-7-1-159 0 0,0 0 0 0 0,-1 0 1 0 0,0-1-1 0 0,0 0 1 0 0,0 0-1 0 0,-1-1 1 0 0,0 0-1 0 0,-1-1 0 0 0,0 1 1 0 0,0-2-1 0 0,5-9 1 0 0,-5 8-174 0 0,0-1 0 0 0,-1 0 0 0 0,-1 0 0 0 0,0-1 0 0 0,0 1 0 0 0,-2-1-1 0 0,1 0 1 0 0,2-25 0 0 0,-6 34 208 0 0,0 1 0 0 0,1-1 0 0 0,-1 1-1 0 0,-1-1 1 0 0,1 1 0 0 0,-1 0-1 0 0,1-1 1 0 0,-1 1 0 0 0,0-1-1 0 0,0 1 1 0 0,0 0 0 0 0,-1 0-1 0 0,1 0 1 0 0,-1 0 0 0 0,0 0 0 0 0,0 0-1 0 0,-2-3 1 0 0,0 2 35 0 0,0 1 0 0 0,-1-1 0 0 0,1 1-1 0 0,-1 0 1 0 0,0 0 0 0 0,0 1 0 0 0,0-1 0 0 0,0 1 0 0 0,-9-3-1 0 0,-14-3 121 0 0,11 3-35 0 0,1 0 0 0 0,0-1 0 0 0,1-1 0 0 0,-19-9 0 0 0,33 13-873 0 0,11 0-652 0 0,-6 3 973 0 0,44-11-4910 0 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18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368 1 1761 0 0,'-231'131'18662'0'0,"231"-131"-18623"0"0,-1 0 1 0 0,1 0 0 0 0,-1 1-1 0 0,1-1 1 0 0,-1 0-1 0 0,1 0 1 0 0,-1 1 0 0 0,1-1-1 0 0,-1 0 1 0 0,1 0-1 0 0,-1 1 1 0 0,1-1 0 0 0,0 0-1 0 0,-1 1 1 0 0,1-1-1 0 0,0 1 1 0 0,-1-1 0 0 0,1 1-1 0 0,0-1 1 0 0,-1 1-1 0 0,1-1 1 0 0,0 1 0 0 0,0-1-1 0 0,0 1 1 0 0,-1-1-1 0 0,1 1 1 0 0,0-1 0 0 0,0 1-1 0 0,0-1 1 0 0,0 1 0 0 0,0-1-1 0 0,0 1 1 0 0,0-1-1 0 0,0 1 1 0 0,0-1 0 0 0,0 1-1 0 0,0-1 1 0 0,1 1-1 0 0,-1-1 1 0 0,0 2 0 0 0,2 0 62 0 0,0 0 1 0 0,0 0 0 0 0,0-1-1 0 0,0 1 1 0 0,0 0 0 0 0,0-1-1 0 0,0 1 1 0 0,5 1 0 0 0,9 5-29 0 0,1-2 1 0 0,0 0 0 0 0,0 0 0 0 0,1-2-1 0 0,20 3 1 0 0,-13-2-279 0 0,46 14 0 0 0,-64-16 178 0 0,1 0 1 0 0,-1 0-1 0 0,0 1 1 0 0,0 0-1 0 0,0 0 1 0 0,-1 1-1 0 0,1 0 1 0 0,-1 0-1 0 0,0 1 1 0 0,6 6-1 0 0,-9-8 17 0 0,0 0-1 0 0,0 1 1 0 0,-1-1-1 0 0,0 0 1 0 0,1 1-1 0 0,-1 0 1 0 0,-1-1-1 0 0,1 1 0 0 0,-1 0 1 0 0,1 0-1 0 0,-1 0 1 0 0,-1 0-1 0 0,1 0 1 0 0,-1 0-1 0 0,0 0 1 0 0,0 0-1 0 0,0 0 1 0 0,-1 0-1 0 0,0 0 0 0 0,0 0 1 0 0,0 0-1 0 0,-3 6 1 0 0,0 0 67 0 0,-1 0 1 0 0,0 0-1 0 0,-1 0 1 0 0,0-1-1 0 0,-1 0 1 0 0,0 0-1 0 0,-1-1 1 0 0,-10 11-1 0 0,-4 1 93 0 0,-1 0-1 0 0,-1-2 1 0 0,-1-1-1 0 0,-1-1 1 0 0,0-1-1 0 0,-42 19 1 0 0,55-30-86 0 0,0 0 0 0 0,0-1 0 0 0,-1-1 0 0 0,-16 3 0 0 0,24-5-93 0 0,0-1 0 0 0,0 1 0 0 0,0-1-1 0 0,0 0 1 0 0,0-1 0 0 0,0 0 0 0 0,0 0 0 0 0,0 0-1 0 0,0 0 1 0 0,0-1 0 0 0,-9-4 0 0 0,13 5-24 0 0,1 0 1 0 0,-1 0-1 0 0,1 0 1 0 0,-1 0-1 0 0,1 0 1 0 0,-1-1-1 0 0,1 1 1 0 0,0-1-1 0 0,0 1 1 0 0,0-1-1 0 0,0 1 1 0 0,0-1-1 0 0,0 1 1 0 0,0-1-1 0 0,1 0 1 0 0,-1 1-1 0 0,0-1 1 0 0,1 0-1 0 0,-1 0 1 0 0,1-2-1 0 0,-1-2-276 0 0,1-1 0 0 0,0 1 0 0 0,0-1 0 0 0,1-8 0 0 0,2 1-1948 0 0,0 0-1 0 0,9-27 1 0 0,19-36-9850 0 0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18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141 175 11285 0 0,'-76'218'9402'0'0,"24"-8"-5051"0"0,47-181-4261 0 0,1 1 0 0 0,1 0 0 0 0,3 32 0 0 0,0-56-179 0 0,1 1-1 0 0,0 0 1 0 0,0 0 0 0 0,0-1-1 0 0,1 1 1 0 0,0-1-1 0 0,4 8 1 0 0,-5-11 15 0 0,1 0 0 0 0,0 0-1 0 0,0 0 1 0 0,0-1 0 0 0,0 1 0 0 0,0-1 0 0 0,0 1-1 0 0,1-1 1 0 0,-1 0 0 0 0,1 0 0 0 0,0 0 0 0 0,3 2-1 0 0,-1-2 12 0 0,0 0 0 0 0,1-1 0 0 0,-1 1 0 0 0,1-1 0 0 0,-1-1 0 0 0,1 1 0 0 0,-1-1 0 0 0,1 0 0 0 0,-1 0 0 0 0,1 0 0 0 0,0-1 0 0 0,-1 0 0 0 0,1 0 0 0 0,-1 0 0 0 0,0-1 0 0 0,1 0 0 0 0,5-2 0 0 0,7-4 69 0 0,-1 0-1 0 0,0-1 1 0 0,-1 0 0 0 0,0-1 0 0 0,29-25 0 0 0,-20 13 45 0 0,-1-2 1 0 0,37-47 0 0 0,-17 9-18 0 0,-3-3 1 0 0,36-74-1 0 0,-71 128-38 0 0,41-90-48 0 0,-44 91 39 0 0,1-1 0 0 0,-1 1 0 0 0,-1-1 0 0 0,0 1 0 0 0,-1-1 0 0 0,1 0 0 0 0,-2-19 0 0 0,-1 23 1 0 0,0 0-1 0 0,0 1 1 0 0,-1-1 0 0 0,0 0-1 0 0,-1 1 1 0 0,1-1 0 0 0,-1 1-1 0 0,0 0 1 0 0,-1 0 0 0 0,1 0-1 0 0,-1 0 1 0 0,0 1 0 0 0,-1-1-1 0 0,1 1 1 0 0,-1 0 0 0 0,0 0-1 0 0,0 1 1 0 0,-8-5 0 0 0,3 2-9 0 0,0 0 1 0 0,-1 1-1 0 0,0 1 0 0 0,0 0 1 0 0,0 1-1 0 0,-1 0 1 0 0,1 0-1 0 0,-1 1 0 0 0,-14-2 1 0 0,16 5-102 0 0,0-1-1 0 0,0 1 1 0 0,0 1-1 0 0,1-1 1 0 0,-1 2 0 0 0,0 0-1 0 0,1 0 1 0 0,-1 0 0 0 0,1 1-1 0 0,-1 1 1 0 0,1-1 0 0 0,-14 9-1 0 0,-3 5-921 0 0,1 0 1 0 0,-37 32-1 0 0,-26 33-5613 0 0,14-5-3681 0 0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19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58 880 0 0,'-40'14'2402'0'0,"16"-8"-722"0"0,15-4-399 0 0,6-2-81 0 0,6-2-159 0 0,9-2 239 0 0,18-8 241 0 0,58-10 1280 0 0,78-4 881 0 0,-52 20-4162 0 0,-64-2-7284 0 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20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4162 0 0,'235'-24'4962'0'0,"-79"0"-2721"0"0,-120 24-1120 0 0,-67 32-9445 0 0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20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159 126 1121 0 0,'-99'22'3521'0'0,"39"-12"14808"0"0,91-12-9605 0 0,0-2-7652 0 0,97 2-1184 0 0,43-10-2369 0 0,-15-2 2161 0 0,-26-4 480 0 0,-13-8-240 0 0,-6 2-1521 0 0,-14-6-8404 0 0,-26 4-5442 0 0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20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31 408 480 0 0,'-19'6'1841'0'0,"7"-4"4402"0"0,24-4-2321 0 0,97-12 4321 0 0,116-16 1282 0 0,-78 12-7604 0 0,-61 12-3682 0 0,-22-6-9924 0 0</inkml:trace>
  <inkml:trace contextRef="#ctx0" brushRef="#br0" timeOffset="1">1050 1 1441 0 0,'-42'38'3521'0'0,"13"18"-479"0"0,20 26 5522 0 0,2 20 3441 0 0,2 9-8323 0 0,12-1-4723 0 0,-5-14-159 0 0,-4-12-641 0 0,-15 10-2881 0 0,-6 10-6083 0 0,-27 2-80 0 0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21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1 880 0 0,'-7'3'819'0'0,"-114"47"4137"0"0,106-42-3359 0 0,0 0-1 0 0,0 1 1 0 0,0 0-1 0 0,1 2 1 0 0,-15 13-1 0 0,23-18-881 0 0,0 0 0 0 0,1 1 0 0 0,0-1 0 0 0,0 1 0 0 0,1 0 0 0 0,0 1 0 0 0,0-1 0 0 0,-5 16-1 0 0,3-3-297 0 0,1 1-1 0 0,-3 25 1 0 0,1 0-215 0 0,2 1 0 0 0,1 0 1 0 0,3 1-1 0 0,2-1 0 0 0,8 50 1 0 0,-7-82-98 0 0,1-1 1 0 0,1 0 0 0 0,1 0 0 0 0,0-1 0 0 0,0 1 0 0 0,2-1-1 0 0,-1 0 1 0 0,2-1 0 0 0,-1 1 0 0 0,17 18 0 0 0,-17-23-123 0 0,0-1 0 0 0,1 0 1 0 0,-1 0-1 0 0,1-1 0 0 0,1 0 1 0 0,-1 0-1 0 0,1-1 0 0 0,0 0 0 0 0,0 0 1 0 0,1-1-1 0 0,-1 0 0 0 0,1-1 1 0 0,0 0-1 0 0,0-1 0 0 0,0 0 1 0 0,12 1-1 0 0,-9-2 0 0 0,0-1-1 0 0,-1-1 1 0 0,1 0 0 0 0,0 0 0 0 0,0-1 0 0 0,-1-1-1 0 0,1 0 1 0 0,-1-1 0 0 0,0-1 0 0 0,13-5-1 0 0,-9 1 26 0 0,0 0 0 0 0,-1-1 0 0 0,0-1 0 0 0,0 0 0 0 0,-1-1 0 0 0,17-19 0 0 0,-5 0 37 0 0,-2 0-1 0 0,-1-2 1 0 0,-2 0-1 0 0,-1-1 1 0 0,29-70-1 0 0,-33 66-38 0 0,-1 0-1 0 0,-3-1 0 0 0,-1-1 1 0 0,6-44-1 0 0,-15 74-5 0 0,-1-1 1 0 0,-1 0-1 0 0,0 0 1 0 0,0 0-1 0 0,-1 0 1 0 0,0 0-1 0 0,-1 1 1 0 0,0-1-1 0 0,-5-12 1 0 0,6 18 0 0 0,-1 1 1 0 0,0 0-1 0 0,0 0 1 0 0,-1 0 0 0 0,1 0-1 0 0,-1 0 1 0 0,0 0-1 0 0,0 0 1 0 0,0 1-1 0 0,0 0 1 0 0,-1 0-1 0 0,0 0 1 0 0,1 0-1 0 0,-1 0 1 0 0,0 0-1 0 0,0 1 1 0 0,0 0-1 0 0,-1 0 1 0 0,1 0-1 0 0,-1 1 1 0 0,1-1-1 0 0,-6 0 1 0 0,5 1-10 0 0,-1 0 0 0 0,1 1 0 0 0,-1 0 0 0 0,1 0-1 0 0,-1 0 1 0 0,0 0 0 0 0,1 1 0 0 0,-1 0 0 0 0,1 1 0 0 0,0-1 0 0 0,-1 1 0 0 0,1 0 0 0 0,0 0 0 0 0,0 0-1 0 0,-7 5 1 0 0,-5 4-97 0 0,0 2-1 0 0,-29 27 1 0 0,20-17-196 0 0,-73 67-2948 0 0,34-29-1879 0 0,5-3-4837 0 0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21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1 288 1841 0 0,'2'-4'2721'0'0,"3"-8"1041"0"0,35-36 3441 0 0,72-48 1281 0 0,-3 48-6403 0 0,-19 34-3041 0 0,-21 0-401 0 0,-8-20-7283 0 0,-4 36-5443 0 0</inkml:trace>
  <inkml:trace contextRef="#ctx0" brushRef="#br0" timeOffset="1">937 14 640 0 0,'-16'24'2962'0'0,"6"-16"-241"0"0,5-2-800 0 0,10-6-481 0 0,2-4-79 0 0,10 0-80 0 0,49-12 1040 0 0,60-3 800 0 0,-43 11-3361 0 0,-62 21-9765 0 0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22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142 550 9764 0 0,'-76'48'7844'0'0,"17"-20"-5843"0"0,52-28-1921 0 0,26-6 480 0 0,33 0 321 0 0,43-4 79 0 0,21-18 641 0 0,26-16-801 0 0,-14-22-3921 0 0,-66-18-9125 0 0</inkml:trace>
  <inkml:trace contextRef="#ctx0" brushRef="#br0" timeOffset="1">1043 1 1841 0 0,'-45'50'2961'0'0,"12"8"-160"0"0,16 12-319 0 0,17 17-321 0 0,10 27-80 0 0,-1-2-241 0 0,5-20 1362 0 0,10-30 720 0 0,14-16-4082 0 0,-5-26-14647 0 0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22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60 2001 0 0,'-13'-2'2648'0'0,"12"1"-2584"0"0,1 1-1 0 0,0 0 1 0 0,0 0-1 0 0,0 0 0 0 0,0 0 1 0 0,0 0-1 0 0,0 0 1 0 0,0-1-1 0 0,0 1 1 0 0,0 0-1 0 0,0 0 0 0 0,0 0 1 0 0,-1 0-1 0 0,1 0 1 0 0,0-1-1 0 0,0 1 1 0 0,0 0-1 0 0,0 0 0 0 0,0 0 1 0 0,0 0-1 0 0,0 0 1 0 0,0-1-1 0 0,0 1 1 0 0,1 0-1 0 0,-1 0 0 0 0,0 0 1 0 0,0 0-1 0 0,0-1 1 0 0,0 1-1 0 0,0 0 1 0 0,0 0-1 0 0,0 0 0 0 0,0 0 1 0 0,0 0-1 0 0,0 0 1 0 0,0-1-1 0 0,1 1 1 0 0,-1 0-1 0 0,0 0 0 0 0,0 0 1 0 0,0 0-1 0 0,0 0 1 0 0,3-2 526 0 0,0 0 0 0 0,0 0 1 0 0,0 0-1 0 0,0 1 0 0 0,0-1 0 0 0,0 1 1 0 0,4-1-1 0 0,72-20 9901 0 0,6 9-6067 0 0,-65 11-4438 0 0,-1 2 1 0 0,1 0-1 0 0,-1 1 1 0 0,1 1-1 0 0,-1 1 0 0 0,32 8 1 0 0,-44-9-34 0 0,-1 0-1 0 0,1 1 1 0 0,-1-1-1 0 0,0 1 1 0 0,0 1-1 0 0,0-1 1 0 0,0 1 0 0 0,-1 0-1 0 0,1 0 1 0 0,-1 1-1 0 0,9 9 1 0 0,-11-9 52 0 0,0 0-1 0 0,0 0 1 0 0,0 0 0 0 0,-1 0-1 0 0,0 0 1 0 0,0 0 0 0 0,0 1 0 0 0,-1-1-1 0 0,0 0 1 0 0,0 1 0 0 0,0 0 0 0 0,0-1-1 0 0,-1 1 1 0 0,0-1 0 0 0,-1 8-1 0 0,-2 11 34 0 0,-1-1 0 0 0,-1 0-1 0 0,0 0 1 0 0,-13 31 0 0 0,-43 86 107 0 0,44-105-92 0 0,-72 168 275 0 0,71-156-171 0 0,3 1 1 0 0,-12 60 0 0 0,26-107-154 0 0,-6 53 179 0 0,7-52-170 0 0,0 0 0 0 0,0 0 1 0 0,0 0-1 0 0,0 0 0 0 0,0 0 1 0 0,0 0-1 0 0,0 0 0 0 0,1 1 1 0 0,-1-1-1 0 0,1 0 0 0 0,0 0 1 0 0,0 0-1 0 0,-1 0 0 0 0,1-1 1 0 0,0 1-1 0 0,1 0 0 0 0,-1 0 1 0 0,0-1-1 0 0,3 4 0 0 0,-3-5-8 0 0,0 1-1 0 0,0-1 0 0 0,0 0 1 0 0,0 1-1 0 0,0-1 0 0 0,0 0 1 0 0,1 0-1 0 0,-1 1 1 0 0,0-1-1 0 0,0 0 0 0 0,0 0 1 0 0,0 0-1 0 0,0 0 1 0 0,1-1-1 0 0,-1 1 0 0 0,0 0 1 0 0,0 0-1 0 0,0-1 0 0 0,0 1 1 0 0,0-1-1 0 0,0 1 1 0 0,0-1-1 0 0,0 1 0 0 0,0-1 1 0 0,0 0-1 0 0,0 1 1 0 0,1-3-1 0 0,3-1 6 0 0,0 0 0 0 0,0-1 0 0 0,-1 0 0 0 0,6-8 1 0 0,0-3 0 0 0,0 0 0 0 0,-1-1 0 0 0,-1-1 0 0 0,-1 0 0 0 0,0 0 0 0 0,-1 0 0 0 0,-1-1-1 0 0,-1 1 1 0 0,3-38 0 0 0,-5 25 0 0 0,-1 1 0 0 0,-1 0-1 0 0,-2-1 1 0 0,-1 1-1 0 0,-12-50 1 0 0,8 55-18 0 0,-1-1 0 0 0,-2 1 0 0 0,0 1 0 0 0,-2-1 0 0 0,-19-29 1 0 0,23 41-5 0 0,-1 0 0 0 0,-1 0 0 0 0,0 1 0 0 0,-1 0 1 0 0,0 1-1 0 0,-1 0 0 0 0,0 1 0 0 0,0 0 0 0 0,-1 1 1 0 0,-14-8-1 0 0,24 15-30 0 0,0 1 0 0 0,-1 0 0 0 0,1 0 0 0 0,0 0 0 0 0,0 0 0 0 0,0 0 0 0 0,-1 0-1 0 0,1 1 1 0 0,-1 0 0 0 0,1 0 0 0 0,-6 0 0 0 0,8 0-102 0 0,0 0-1 0 0,0 1 1 0 0,0-1 0 0 0,0 0-1 0 0,0 1 1 0 0,0-1-1 0 0,0 1 1 0 0,0-1-1 0 0,0 1 1 0 0,1 0 0 0 0,-1-1-1 0 0,0 1 1 0 0,0 0-1 0 0,1-1 1 0 0,-1 1 0 0 0,0 0-1 0 0,1 0 1 0 0,-1 0-1 0 0,0 0 1 0 0,1 0-1 0 0,0 0 1 0 0,-1-1 0 0 0,1 1-1 0 0,-1 0 1 0 0,1 0-1 0 0,0 0 1 0 0,0 1-1 0 0,0-1 1 0 0,-1 0 0 0 0,1 0-1 0 0,0 0 1 0 0,0 0-1 0 0,0 0 1 0 0,1 0 0 0 0,-1 0-1 0 0,0 0 1 0 0,0 0-1 0 0,0 0 1 0 0,1 1-1 0 0,0 2-537 0 0,1 0-1 0 0,-1 0 0 0 0,1 0 0 0 0,-1 0 0 0 0,1 0 1 0 0,0 0-1 0 0,1-1 0 0 0,2 4 0 0 0,34 37-9442 0 0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22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25 134 1441 0 0,'-5'15'2623'0'0,"0"-1"0"0"0,1 1 0 0 0,1 0 0 0 0,0-1 0 0 0,1 2 1 0 0,0-1-1 0 0,2 25 0 0 0,1-34-1768 0 0,0 0 1 0 0,0 1-1 0 0,0-1 1 0 0,1 0-1 0 0,0 0 1 0 0,0 0-1 0 0,1 0 1 0 0,5 9-1 0 0,-5-10-1063 0 0,1 0-1 0 0,0 0 1 0 0,0 0-1 0 0,1-1 0 0 0,-1 1 1 0 0,1-1-1 0 0,0 0 1 0 0,0 0-1 0 0,10 5 0 0 0,-9-6 175 0 0,1 0 0 0 0,-1 0-1 0 0,1 0 1 0 0,0-1-1 0 0,-1 0 1 0 0,1 0-1 0 0,0-1 1 0 0,0 0-1 0 0,0 0 1 0 0,0-1-1 0 0,0 1 1 0 0,0-1-1 0 0,0-1 1 0 0,11-1-1 0 0,-9-1 45 0 0,0 1 1 0 0,0-1-1 0 0,0-1 0 0 0,-1 1 1 0 0,0-2-1 0 0,1 1 0 0 0,-2-1 1 0 0,1 0-1 0 0,0-1 0 0 0,7-7 1 0 0,-5 4 11 0 0,-1 0 1 0 0,-1-1 0 0 0,1 0-1 0 0,-2 0 1 0 0,1-1 0 0 0,-1 0 0 0 0,-1 0-1 0 0,0-1 1 0 0,-1 1 0 0 0,0-1 0 0 0,-1-1-1 0 0,0 1 1 0 0,-1-1 0 0 0,0 1 0 0 0,1-24-1 0 0,-3 30-16 0 0,-2 0-1 0 0,1 0 1 0 0,-1 0-1 0 0,0 1 1 0 0,0-1-1 0 0,0 0 1 0 0,-1 0-1 0 0,0 1 1 0 0,0-1-1 0 0,0 1 1 0 0,-1 0-1 0 0,0-1 1 0 0,0 1-1 0 0,0 0 1 0 0,-1 1-1 0 0,-6-8 1 0 0,5 6-46 0 0,-2 1 0 0 0,1 0 0 0 0,-1 1-1 0 0,1-1 1 0 0,-1 1 0 0 0,0 0 0 0 0,-1 1 0 0 0,1 0 0 0 0,-1 0-1 0 0,1 1 1 0 0,-11-3 0 0 0,8 3-10 0 0,-1 0-1 0 0,0 1 1 0 0,0 0-1 0 0,0 1 1 0 0,1 0-1 0 0,-1 0 1 0 0,0 1-1 0 0,0 1 1 0 0,1 0-1 0 0,-1 0 1 0 0,1 1-1 0 0,-1 0 1 0 0,1 1 0 0 0,0 0-1 0 0,0 1 1 0 0,1 0-1 0 0,-1 0 1 0 0,-8 8-1 0 0,-4 8-736 0 0,16-17-886 0 0,8-17-4724 0 0,12-10 207 0 0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23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59 274 2801 0 0,'-12'7'989'0'0,"-34"23"4052"0"0,51-29-3123 0 0,12-4-1115 0 0,8-5 164 0 0,-1 0 0 0 0,0-2 0 0 0,-1-1 0 0 0,0 0 1 0 0,37-27-1 0 0,-56 35-640 0 0,0 0 0 0 0,1 0 0 0 0,-2-1 0 0 0,1 1 0 0 0,0-1 0 0 0,-1 0 0 0 0,1 0 0 0 0,-1-1-1 0 0,-1 1 1 0 0,1-1 0 0 0,0 1 0 0 0,-1-1 0 0 0,0 0 0 0 0,0 0 0 0 0,-1 0 0 0 0,1 0 0 0 0,-1 0 0 0 0,0 0 0 0 0,0-1 0 0 0,-1 1 0 0 0,0-8 0 0 0,0 7-156 0 0,-2 0-1 0 0,1 0 0 0 0,-1 0 0 0 0,1 0 1 0 0,-2 0-1 0 0,1 1 0 0 0,-1-1 0 0 0,1 1 0 0 0,-1 0 1 0 0,-1-1-1 0 0,1 1 0 0 0,-1 1 0 0 0,0-1 1 0 0,0 0-1 0 0,-1 1 0 0 0,1 0 0 0 0,-6-4 1 0 0,6 5-207 0 0,0 1 0 0 0,0-1 0 0 0,0 1 0 0 0,0 0 0 0 0,0 0 1 0 0,-6-1-1 0 0,9 2-42 0 0,-1 1 0 0 0,1-1 1 0 0,-1 1-1 0 0,0 0 1 0 0,1 0-1 0 0,-1-1 0 0 0,0 1 1 0 0,1 0-1 0 0,-1 0 1 0 0,1 0-1 0 0,-1 1 0 0 0,0-1 1 0 0,1 0-1 0 0,-1 1 0 0 0,0-1 1 0 0,1 1-1 0 0,-1-1 1 0 0,1 1-1 0 0,-1 0 0 0 0,-1 1 1 0 0,2-2-277 0 0,1 1 1 0 0,-1 0 0 0 0,0 0-1 0 0,1-1 1 0 0,-1 1-1 0 0,1 0 1 0 0,-1 0 0 0 0,1 0-1 0 0,0 0 1 0 0,-1 0 0 0 0,1 0-1 0 0,0 0 1 0 0,0-1-1 0 0,-1 3 1 0 0,-2 7-2737 0 0,-13 15-4166 0 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52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15 131 3121 0 0,'5'3'2133'0'0,"-4"-14"-370"0"0,-16-57 157 0 0,13 64-1824 0 0,1-1-1 0 0,0 0 1 0 0,0 1 0 0 0,1-1-1 0 0,0 0 1 0 0,0-8-1 0 0,0 12 10 0 0,0 0 1 0 0,1 0-1 0 0,-1 1 0 0 0,0-1 0 0 0,1 0 0 0 0,-1 1 1 0 0,0-1-1 0 0,1 0 0 0 0,-1 1 0 0 0,1-1 1 0 0,0 1-1 0 0,-1-1 0 0 0,1 0 0 0 0,-1 1 0 0 0,1 0 1 0 0,0-1-1 0 0,-1 1 0 0 0,1-1 0 0 0,0 1 1 0 0,-1 0-1 0 0,1-1 0 0 0,0 1 0 0 0,0 0 1 0 0,0 0-1 0 0,-1 0 0 0 0,1-1 0 0 0,0 1 0 0 0,0 0 1 0 0,-1 0-1 0 0,1 0 0 0 0,0 0 0 0 0,0 1 1 0 0,0-1-1 0 0,-1 0 0 0 0,1 0 0 0 0,1 1 1 0 0,-1-1-18 0 0,0 1 0 0 0,0-1 0 0 0,0 1 0 0 0,0 0 1 0 0,0-1-1 0 0,0 1 0 0 0,0 0 0 0 0,-1 0 0 0 0,1 0 1 0 0,0 0-1 0 0,0 0 0 0 0,-1 0 0 0 0,1 0 0 0 0,0 0 1 0 0,-1 0-1 0 0,1 1 0 0 0,7 11-13 0 0,6 8 199 0 0,-1 1 0 0 0,-1 1 0 0 0,0 0 0 0 0,-2 1 0 0 0,-1 0 0 0 0,9 39 0 0 0,23 165 393 0 0,-36-189-665 0 0,146 1216 2476 0 0,-89 16-1714 0 0,-87-197-349 0 0,-34 0 63 0 0,41-779-344 0 0,-107 1246-254 0 0,119-1491-125 0 0,-6 79-1698 0 0,12-119-1854 0 0,3-18 1801 0 0,3-32-1241 0 0,-4-70-1726 0 0,-5-50 855 0 0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52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984 0 1201 0 0,'-147'178'1840'0'0,"157"-192"-559"0"0,-181 238-401 0 0,-45 28 1602 0 0,15-21 2160 0 0,54-49-1201 0 0,64-48-2000 0 0,54-52-3762 0 0,44-68-4963 0 0,25-92 481 0 0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52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1040 0 0,'16'70'11446'0'0,"-35"84"-3122"0"0,31 20-6244 0 0,40 22-2800 0 0,43 33-400 0 0,33 37 399 0 0,21 33 481 0 0,3 25 80 0 0,-43-74-80 0 0,-28-15-961 0 0,-13 33-2480 0 0,-13 8-721 0 0,-17 7 160 0 0,-22 9 640 0 0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53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1 305 2481 0 0,'147'17'4162'0'0,"-143"-17"-3178"0"0,-12-1-40 0 0,-25-4 783 0 0,8-4-103 0 0,25 9-1583 0 0,-1 0 0 0 0,1 0 0 0 0,-1-1 0 0 0,1 1-1 0 0,0 0 1 0 0,-1 0 0 0 0,1-1 0 0 0,0 1 0 0 0,-1 0-1 0 0,1-1 1 0 0,0 1 0 0 0,0 0 0 0 0,-1-1 0 0 0,1 1-1 0 0,0 0 1 0 0,0-1 0 0 0,-1 1 0 0 0,1-1 0 0 0,0 1-1 0 0,0-1 1 0 0,0 1 0 0 0,0 0 0 0 0,0-1 0 0 0,0 1-1 0 0,0-1 1 0 0,0 1 0 0 0,0-1 0 0 0,0 1 0 0 0,0-1-1 0 0,2-2 72 0 0,0 1 0 0 0,0 0-1 0 0,1-1 1 0 0,-1 1-1 0 0,1 0 1 0 0,-1 0-1 0 0,1 0 1 0 0,0 1 0 0 0,0-1-1 0 0,0 1 1 0 0,0-1-1 0 0,0 1 1 0 0,0 0 0 0 0,5-1-1 0 0,42-14 569 0 0,66-13 1 0 0,168-17 279 0 0,88 8-346 0 0,62 7-134 0 0,499-22 227 0 0,260 21 1899 0 0,-20 36-823 0 0,-1135-3-1770 0 0,343 2 265 0 0,1864 0 751 0 0,-1753-12-869 0 0,-96 1-26 0 0,591-9 364 0 0,-2 23 218 0 0,-197 15-112 0 0,724 15 552 0 0,-1173-30-915 0 0,-68 0-68 0 0,54 6 67 0 0,-255-6-166 0 0,30 0-175 0 0,-100-6 69 0 0,1 0 1 0 0,-1 0-1 0 0,0 1 0 0 0,0-1 0 0 0,0 0 0 0 0,0-1 0 0 0,0 1 0 0 0,1 0 0 0 0,-1 0 0 0 0,0 0 0 0 0,0 0 0 0 0,0 0 0 0 0,0 0 0 0 0,0 0 1 0 0,1 0-1 0 0,-1 0 0 0 0,0 0 0 0 0,0 0 0 0 0,0 0 0 0 0,0 0 0 0 0,0 0 0 0 0,0 0 0 0 0,0-1 0 0 0,0 1 0 0 0,1 0 0 0 0,-1 0 0 0 0,0 0 1 0 0,0 0-1 0 0,0 0 0 0 0,0 0 0 0 0,0 0 0 0 0,0-1 0 0 0,0 1 0 0 0,0 0 0 0 0,0 0 0 0 0,0 0 0 0 0,0 0 0 0 0,0 0 0 0 0,0-1 0 0 0,0 1 0 0 0,0 0 1 0 0,0 0-1 0 0,0 0 0 0 0,0 0 0 0 0,0 0 0 0 0,0-1 0 0 0,0 1 0 0 0,0 0 0 0 0,-5-12-1929 0 0,2 5 71 0 0,-20-47-10836 0 0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53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 1361 0 0,'74'21'14486'0'0,"-1"3"-5282"0"0,17 14-8803 0 0,-2 14-2082 0 0,-8 4 1201 0 0,-4 12 800 0 0,-5 20 0 0 0,-16 12-480 0 0,-34-8 0 0 0,-25 16 160 0 0,-37 26 0 0 0,-39 15-240 0 0,-36-9-881 0 0,-74-16-6322 0 0,-61-18-3122 0 0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54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14 2321 0 0,'0'-14'6243'0'0,"-12"20"-1921"0"0,5-2-1841 0 0,0 8-1120 0 0,-8 128-3042 0 0,6 78 961 0 0,7-34 1520 0 0,2-1 240 0 0,0 19-319 0 0,2 4-481 0 0,-2-11-320 0 0,-5-31-80 0 0,3-30-401 0 0,7-42-2400 0 0,4-46-3282 0 0,8-46 0 0 0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54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4766 720 0 0,'2'-1'491'0'0,"5"-3"481"0"0,-7 4-931 0 0,0 0 0 0 0,0 0-1 0 0,0 0 1 0 0,0 0-1 0 0,0 0 1 0 0,0 0-1 0 0,1 0 1 0 0,-1 0 0 0 0,0 0-1 0 0,0 0 1 0 0,0 0-1 0 0,0 0 1 0 0,0 0 0 0 0,0 0-1 0 0,0 0 1 0 0,0 0-1 0 0,0 0 1 0 0,1 0 0 0 0,-1 0-1 0 0,0 0 1 0 0,0 0-1 0 0,0 0 1 0 0,0 0 0 0 0,0 0-1 0 0,0 0 1 0 0,0 0-1 0 0,0 0 1 0 0,0 0 0 0 0,0 0-1 0 0,1 1 1 0 0,-1-1-1 0 0,0 0 1 0 0,0 0-1 0 0,0 0 1 0 0,0 0 0 0 0,0 0-1 0 0,0 0 1 0 0,0 0-1 0 0,0 0 1 0 0,2 3 2751 0 0,7-13-1561 0 0,43-58 1517 0 0,119-134 768 0 0,125-121-2695 0 0,-2 2-1049 0 0,396-493 921 0 0,519-594 2616 0 0,-493 679-2433 0 0,57 67-338 0 0,-555 503-312 0 0,-180 136-176 0 0,-28 18-92 0 0,0 0 0 0 0,-1-1 0 0 0,0 0 0 0 0,13-13 0 0 0,-22 19 5 0 0,0 0 1 0 0,0-1-1 0 0,0 1 0 0 0,0 0 0 0 0,0 0 1 0 0,0 0-1 0 0,0-1 0 0 0,0 1 0 0 0,0 0 1 0 0,0 0-1 0 0,-1 0 0 0 0,1-1 0 0 0,0 1 0 0 0,0 0 1 0 0,0 0-1 0 0,0 0 0 0 0,0 0 0 0 0,-1-1 1 0 0,1 1-1 0 0,0 0 0 0 0,0 0 0 0 0,0 0 1 0 0,-1 0-1 0 0,1 0 0 0 0,0 0 0 0 0,0-1 0 0 0,-1 1 1 0 0,1 0-1 0 0,0 0 0 0 0,0 0 0 0 0,0 0 1 0 0,-1 0-1 0 0,1 0 0 0 0,0 0 0 0 0,0 0 1 0 0,-1 0-1 0 0,1 0 0 0 0,0 0 0 0 0,0 0 0 0 0,-1 0 1 0 0,1 0-1 0 0,0 1 0 0 0,0-1 0 0 0,0 0 1 0 0,-1 0-1 0 0,-21-1-4915 0 0,-27 6-6973 0 0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55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1685 4642 0 0,'-1'0'7450'0'0,"20"-8"-5834"0"0,44-15-1531 0 0,232-63 436 0 0,-14 5 759 0 0,884-247 3135 0 0,-251 137-3901 0 0,-245 54-227 0 0,868-243 1527 0 0,-1193 282-1671 0 0,508-135-500 0 0,-842 230 340 0 0,240-64-206 0 0,-252 67-86 0 0,-1 0 0 0 0,0 1 0 0 0,1-1 0 0 0,-1-1 0 0 0,0 1-1 0 0,1 0 1 0 0,-1-1 0 0 0,0 1 0 0 0,-4-3 0 0 0,-38-13-4296 0 0,-22-6-5680 0 0,34 15 7056 0 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56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 6883 0 0,'301'14'10965'0'0,"-128"22"-7283"0"0,-133 10-4483 0 0,-56 8-239 0 0,-18 16 800 0 0,-18 28 240 0 0,-26 15-80 0 0,-19-3 0 0 0,0-22-640 0 0,19-22-561 0 0,11 0 240 0 0,3 2-2560 0 0,-9 0-4243 0 0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57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54 6723 0 0,'-94'-53'8724'0'0,"60"61"-6643"0"0,75 12-2001 0 0,63-7 961 0 0,41 9 4081 0 0,35 10-1520 0 0,19 4-3202 0 0,-47-10-720 0 0,-27 6-1 0 0,-23 18 1 0 0,-38 24 240 0 0,-50 38 80 0 0,-52 36-160 0 0,-59 12 0 0 0,-43-11-1361 0 0,-23-11-2641 0 0,-22-20-2721 0 0,14-20-2801 0 0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59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6 1761 0 0,'-19'6'2881'0'0,"0"-4"-800"0"0,5 0-560 0 0,0 0-561 0 0,4-2-319 0 0,1-2-321 0 0,6 0-160 0 0,-1 0-160 0 0,1 0 0 0 0,6 0-80 0 0,-3-2 0 0 0,4 2 0 0 0,1 0 0 0 0,9 2-881 0 0,29 38-6722 0 0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59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63 960 0 0,'7'56'3122'0'0,"-10"-21"-401"0"0,-11-13-480 0 0,2-12-400 0 0,-2-24-1281 0 0,5-43-2080 0 0,13-57-1842 0 0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7:59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5 5282 0 0,'-17'2'6563'0'0,"-2"-4"-3601"0"0,2 0-1281 0 0,10 2-881 0 0,3-2-560 0 0,1 2-400 0 0,6 0-400 0 0,6 2-641 0 0,72 40-7603 0 0</inkml:trace>
  <inkml:trace contextRef="#ctx0" brushRef="#br0" timeOffset="1">600 2825 1681 0 0,'-17'14'6083'0'0,"-16"-18"-2642"0"0,-2-10-2400 0 0,18 4-1442 0 0,26 14 161 0 0,-1 0-80 0 0,-6-8-400 0 0,-2-8-2962 0 0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01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2001 0 0,'2'-10'2256'0'0,"-2"8"-1447"0"0,0-1-1 0 0,0 1 0 0 0,0-1 0 0 0,1 1 1 0 0,-1 0-1 0 0,1-1 0 0 0,0 1 0 0 0,-1-1 0 0 0,1 1 1 0 0,10-10 9896 0 0,-4 20-8338 0 0,6 7-1860 0 0,53 42 1065 0 0,44 40-850 0 0,-94-80-586 0 0,0 0 0 0 0,-1 1 0 0 0,-1 0 0 0 0,16 28 0 0 0,-2 5 229 0 0,31 76-1 0 0,-51-105-253 0 0,-1 1 1 0 0,0 0-1 0 0,-2 0 0 0 0,-1 0 0 0 0,0 1 0 0 0,-1 32 1 0 0,-5-10-6 0 0,2-46-103 0 0,0 0-1 0 0,0 0 1 0 0,0 0 0 0 0,-1 0-1 0 0,1 1 1 0 0,0-1-1 0 0,0 0 1 0 0,0 0-1 0 0,0 0 1 0 0,0 0 0 0 0,0 0-1 0 0,0 0 1 0 0,-1 1-1 0 0,1-1 1 0 0,0 0 0 0 0,0 0-1 0 0,0 0 1 0 0,0 0-1 0 0,0 0 1 0 0,-1 0-1 0 0,1 0 1 0 0,0 0 0 0 0,0 0-1 0 0,0 0 1 0 0,0 0-1 0 0,-1 0 1 0 0,1 0-1 0 0,0 0 1 0 0,0 0 0 0 0,0 0-1 0 0,0 0 1 0 0,-1 0-1 0 0,1 0 1 0 0,0 0-1 0 0,0 0 1 0 0,0 0 0 0 0,0 0-1 0 0,0 0 1 0 0,-1 0-1 0 0,1 0 1 0 0,0-1-1 0 0,0 1 1 0 0,0 0 0 0 0,0 0-1 0 0,0 0 1 0 0,-1 0-1 0 0,1 0 1 0 0,-3-9-2701 0 0,4-14-1998 0 0,10-31-6055 0 0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02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54 1761 0 0,'-8'-4'1799'0'0,"6"2"-952"0"0,-1 0 0 0 0,0 1 0 0 0,0-1-1 0 0,0 1 1 0 0,0 0 0 0 0,0 0 0 0 0,0 0 0 0 0,0 1-1 0 0,-4-2 1 0 0,5 3-520 0 0,0-1 0 0 0,1 0-1 0 0,-1 0 1 0 0,0 1 0 0 0,0-1 0 0 0,1 1-1 0 0,-1 0 1 0 0,0 0 0 0 0,1-1-1 0 0,-1 1 1 0 0,1 0 0 0 0,-1 0-1 0 0,1 0 1 0 0,-1 1 0 0 0,1-1 0 0 0,0 0-1 0 0,-1 0 1 0 0,1 1 0 0 0,0-1-1 0 0,0 1 1 0 0,0-1 0 0 0,0 1 0 0 0,0-1-1 0 0,0 3 1 0 0,-79 158 4275 0 0,71-142-4515 0 0,1 0-1 0 0,1 1 1 0 0,1 0-1 0 0,1 0 1 0 0,-3 25-1 0 0,4 2 755 0 0,1 52 0 0 0,3-88-771 0 0,0 1 0 0 0,2 0-1 0 0,-1-1 1 0 0,2 1 0 0 0,-1-1 0 0 0,2 0 0 0 0,-1 0-1 0 0,2 0 1 0 0,0 0 0 0 0,0 0 0 0 0,1-1-1 0 0,0 0 1 0 0,9 11 0 0 0,-9-15-51 0 0,0 0 0 0 0,1 0-1 0 0,0-1 1 0 0,0 1 0 0 0,0-2 0 0 0,1 1 0 0 0,-1-1-1 0 0,1 0 1 0 0,1-1 0 0 0,-1 1 0 0 0,1-2-1 0 0,-1 1 1 0 0,1-1 0 0 0,0-1 0 0 0,0 0 0 0 0,0 0-1 0 0,1 0 1 0 0,9-1 0 0 0,-6-1-11 0 0,1-1 0 0 0,-1 0 0 0 0,1-1 0 0 0,-1 0 0 0 0,0-1 0 0 0,0-1 0 0 0,0 0 0 0 0,0-1 0 0 0,0 0 0 0 0,-1-1 0 0 0,0-1 0 0 0,-1 0 0 0 0,1 0 0 0 0,-1-1 0 0 0,17-16 0 0 0,-3 1-135 0 0,-1-2 0 0 0,-1-1 0 0 0,-1 0 0 0 0,36-59 0 0 0,-43 61-1 0 0,-2-1-1 0 0,0 0 1 0 0,-1 0 0 0 0,-2-1 0 0 0,10-35-1 0 0,-18 51 163 0 0,0 1 0 0 0,0 0 0 0 0,-1-1 0 0 0,0 1-1 0 0,-1-1 1 0 0,0 1 0 0 0,0-1 0 0 0,-1 1 0 0 0,-1-1-1 0 0,1 1 1 0 0,-2 0 0 0 0,1-1 0 0 0,-1 1 0 0 0,0 0 0 0 0,-1 1-1 0 0,0-1 1 0 0,-1 0 0 0 0,0 1 0 0 0,-9-12 0 0 0,5 8 14 0 0,-1 1 1 0 0,0 0 0 0 0,-1 1-1 0 0,0 0 1 0 0,-1 1 0 0 0,0 0-1 0 0,-1 1 1 0 0,1 0 0 0 0,-1 1-1 0 0,-1 0 1 0 0,1 1-1 0 0,-1 1 1 0 0,0 0 0 0 0,-1 1-1 0 0,1 1 1 0 0,-16-2 0 0 0,10 3-38 0 0,-1 1 0 0 0,1 2 1 0 0,-1 0-1 0 0,1 1 1 0 0,-1 1-1 0 0,1 1 0 0 0,0 1 1 0 0,0 0-1 0 0,1 2 1 0 0,0 0-1 0 0,-34 19 0 0 0,33-15-1054 0 0,1 1 1 0 0,1 1-1 0 0,0 1 0 0 0,1 0 0 0 0,0 2 0 0 0,-20 24 0 0 0,-19 32-8267 0 0,3 3-1816 0 0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02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94 1761 0 0,'0'10'3121'0'0,"7"0"5603"0"0,31-14-560 0 0,71-12 1761 0 0,2-6-8853 0 0,5-10-1072 0 0,-26 6-752 0 0,-42 13-1009 0 0,-20 17-2481 0 0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09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1 800 0 0,'9'38'3362'0'0,"55"184"-401"0"0,-28-49-800 0 0,-24-27-80 0 0,-15-18 0 0 0,3-26-160 0 0,8-28-160 0 0,8-34-721 0 0,15-56-4561 0 0,-5-48-7925 0 0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09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4 205 960 0 0,'-1'3'858'0'0,"-2"2"2168"0"0,8-7 224 0 0,11-7-1913 0 0,21-6 667 0 0,72-20 0 0 0,-76 26-1463 0 0,27-8 289 0 0,340-84 3359 0 0,-348 91-3651 0 0,1 3-1 0 0,0 2 0 0 0,0 3 1 0 0,0 1-1 0 0,93 13 0 0 0,-129-10-388 0 0,-1 1 0 0 0,1 1 0 0 0,-1 1 0 0 0,0 0 0 0 0,0 1 0 0 0,21 12 0 0 0,-31-15-75 0 0,-1 1 0 0 0,1 0 0 0 0,-1 0-1 0 0,0 0 1 0 0,0 0 0 0 0,0 1 0 0 0,-1 0 0 0 0,0 0 0 0 0,0 0 0 0 0,0 1 0 0 0,0-1 0 0 0,-1 1 0 0 0,0 0 0 0 0,0 0 0 0 0,-1 0 0 0 0,1 1 0 0 0,-1-1 0 0 0,-1 0 0 0 0,2 7 0 0 0,-2-1 108 0 0,0 0 0 0 0,-1 0 0 0 0,0 0 0 0 0,-1 0 0 0 0,0 0 0 0 0,-1-1 0 0 0,-4 18 0 0 0,-4 2 270 0 0,-21 48 1 0 0,-6-2-409 0 0,-3-2 1 0 0,-95 133-1 0 0,124-193-267 0 0,-43 53-219 0 0,48-62-62 0 0,1-1 0 0 0,0 0-1 0 0,-1 0 1 0 0,0 0 0 0 0,0-1 0 0 0,-1 0 0 0 0,1 0 0 0 0,-13 5 0 0 0,12-7-1292 0 0,1 0 0 0 0,-1-1 0 0 0,0 0-1 0 0,0-1 1 0 0,0 1 0 0 0,0-1 0 0 0,-10-2 0 0 0,17 2 1731 0 0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09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519 0 1040 0 0,'-57'98'4002'0'0,"15"30"-960"0"0,-3 30-561 0 0,0 13-400 0 0,-3-13-400 0 0,-11 10-81 0 0,-7 2 321 0 0,-1-14 2161 0 0,22-35-1041 0 0,17-53-9043 0 0,11-56-5524 0 0</inkml:trace>
  <inkml:trace contextRef="#ctx0" brushRef="#br0" timeOffset="1">187 937 12566 0 0,'34'40'10565'0'0,"-13"-14"-4723"0"0,-12-12-3281 0 0,3-2-2080 0 0,59 22-3763 0 0,41 0 1441 0 0,16-26 1761 0 0,0-20-2001 0 0,-7-14-2161 0 0,4-32-5202 0 0,-20-6-1041 0 0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10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520 1 80 0 0,'-259'164'7800'0'0,"121"-80"-4422"0"0,100-58-1096 0 0,29-19-148 0 0,1-1 0 0 0,0 2 0 0 0,-12 14 0 0 0,15-17-1145 0 0,1 1-1 0 0,0 0 1 0 0,1 1 0 0 0,-1-1 0 0 0,1 1 0 0 0,-3 9 0 0 0,-3 28-1574 0 0,8-35 547 0 0,1 1 0 0 0,0-1 1 0 0,0 0-1 0 0,1 1 0 0 0,0-1 0 0 0,1 0 0 0 0,0 0 1 0 0,0 0-1 0 0,1 0 0 0 0,0 0 0 0 0,1 0 0 0 0,0-1 1 0 0,0 0-1 0 0,0 1 0 0 0,1-2 0 0 0,1 1 1 0 0,-1-1-1 0 0,1 1 0 0 0,1-1 0 0 0,-1-1 0 0 0,1 1 1 0 0,0-1-1 0 0,9 5 0 0 0,-5-5 35 0 0,1 1 1 0 0,0-2-1 0 0,0 0 0 0 0,1 0 1 0 0,-1-1-1 0 0,1 0 0 0 0,16 1 1 0 0,6 0 6 0 0,50 0 0 0 0,-67-5 14 0 0,0 0 1 0 0,1-2-1 0 0,-1 0 1 0 0,0-1 0 0 0,0-1-1 0 0,29-10 1 0 0,-39 11-63 0 0,0 0 0 0 0,0-1 0 0 0,-1 0 0 0 0,1 0 0 0 0,-1 0 0 0 0,0-1 0 0 0,0-1 0 0 0,0 1 0 0 0,-1-1 0 0 0,1 0 0 0 0,-1 0 0 0 0,-1-1 0 0 0,1 0 0 0 0,-1 0 0 0 0,8-15 0 0 0,-11 17-150 0 0,-1-1 0 0 0,1 1 0 0 0,-1-1 0 0 0,1 1 1 0 0,-2-1-1 0 0,1 1 0 0 0,0-1 0 0 0,-1 1 0 0 0,0-1 0 0 0,-1 0 0 0 0,-1-9 0 0 0,-2-4-1410 0 0,-1 0 0 0 0,-8-19 0 0 0,5 13-208 0 0,-3-9 369 0 0,8 21 1510 0 0,-1-1 0 0 0,0 2 0 0 0,-1-1 1 0 0,0 0-1 0 0,-12-17 0 0 0,10 54 3681 0 0,-12 27-1170 0 0,-14 61-1 0 0,22-63-2038 0 0,2 0 0 0 0,2 1-1 0 0,1 55 1 0 0,17 170-755 0 0,1-38 205 0 0,-11-219-95 0 0,-1 0-1 0 0,-1 0 0 0 0,-1 0 1 0 0,0 0-1 0 0,-1 0 0 0 0,-1-1 0 0 0,-8 23 1 0 0,10-36-236 0 0,0 0 0 0 0,0 0 1 0 0,0 0-1 0 0,-1 0 0 0 0,1 0 0 0 0,-1-1 1 0 0,0 0-1 0 0,0 1 0 0 0,0-1 1 0 0,0 0-1 0 0,0 0 0 0 0,-6 3 1 0 0,2-3-1382 0 0,-1 0 0 0 0,1 0 1 0 0,-1-1-1 0 0,1 0 0 0 0,-1 0 0 0 0,-11 0 1 0 0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10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1110 5042 0 0,'-7'-10'10565'0'0,"7"14"-8724"0"0,7 0-400 0 0,78 3-81 0 0,122-8 1121 0 0,-34-37-1200 0 0,-52-24-1601 0 0,-31-20-801 0 0,-17-12-2080 0 0,-21 20-5923 0 0,-19 4 0 0 0</inkml:trace>
  <inkml:trace contextRef="#ctx0" brushRef="#br0" timeOffset="1">948 13 6003 0 0,'-16'-12'11925'0'0,"1"22"-5202"0"0,8 12-5602 0 0,0 10-1842 0 0,-5 38 481 0 0,0 12 400 0 0,19-18 81 0 0,1-9-241 0 0,-6-17-401 0 0,-2-18-1279 0 0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10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79 205 2241 0 0,'0'-12'2660'0'0,"-1"10"-2245"0"0,1 0 0 0 0,0 0 0 0 0,0 0 0 0 0,0 0 0 0 0,0-1 0 0 0,0 1 0 0 0,0 0 0 0 0,0 0 0 0 0,1 0 0 0 0,-1 0 0 0 0,1 0 0 0 0,-1 0 0 0 0,1 0 0 0 0,0 0 0 0 0,0 0 0 0 0,0 0 0 0 0,0 1 0 0 0,0-1 0 0 0,0 0 0 0 0,1 0 1 0 0,-1 1-1 0 0,3-3 0 0 0,13-5 688 0 0,0 2 0 0 0,0 0 0 0 0,1 0 0 0 0,36-6 0 0 0,-11 2-202 0 0,379-76-87 0 0,-421 86-787 0 0,6 0-360 0 0,-1 0-1 0 0,1 0 1 0 0,0 1-1 0 0,11 0 1 0 0,-17 0 223 0 0,0 0 0 0 0,0 0 0 0 0,-1 0 0 0 0,1 1 0 0 0,0-1 0 0 0,0 0 1 0 0,0 0-1 0 0,0 1 0 0 0,0-1 0 0 0,-1 0 0 0 0,1 1 0 0 0,0-1 0 0 0,0 1 1 0 0,-1-1-1 0 0,1 1 0 0 0,0-1 0 0 0,-1 1 0 0 0,1-1 0 0 0,0 1 1 0 0,-1 0-1 0 0,1-1 0 0 0,-1 1 0 0 0,1 0 0 0 0,-1-1 0 0 0,1 1 0 0 0,-1 0 1 0 0,0 0-1 0 0,1 0 0 0 0,-1-1 0 0 0,0 1 0 0 0,0 0 0 0 0,0 0 0 0 0,1 0 1 0 0,-1 0-1 0 0,0 0 0 0 0,0-1 0 0 0,0 1 0 0 0,0 0 0 0 0,0 0 0 0 0,-1 0 1 0 0,1 0-1 0 0,0 0 0 0 0,0-1 0 0 0,-1 1 0 0 0,1 0 0 0 0,-1 1 0 0 0,-1 3-139 0 0,0 0 0 0 0,-1 0-1 0 0,1-1 1 0 0,-1 1-1 0 0,0-1 1 0 0,0 1-1 0 0,-1-1 1 0 0,0 0-1 0 0,1 0 1 0 0,-8 5-1 0 0,-51 35-1895 0 0,60-43 2099 0 0,-62 37-1078 0 0,-107 44 0 0 0,-19 10 2204 0 0,162-76-665 0 0,0 2 0 0 0,1 1 0 0 0,1 1 0 0 0,-34 33 0 0 0,55-48-192 0 0,0-1 1 0 0,1 2-1 0 0,-1-1 1 0 0,1 0-1 0 0,1 1 1 0 0,-1-1-1 0 0,1 1 0 0 0,0 0 1 0 0,0 0-1 0 0,0 1 1 0 0,-2 9-1 0 0,5-15-140 0 0,0 0 0 0 0,0 0 0 0 0,0 0 0 0 0,0 0 0 0 0,0 0 0 0 0,0 0 0 0 0,0 0 0 0 0,1 0 0 0 0,-1 0 0 0 0,0 0 0 0 0,1 0 0 0 0,-1 0-1 0 0,1 0 1 0 0,-1 0 0 0 0,0-1 0 0 0,1 1 0 0 0,0 0 0 0 0,-1 0 0 0 0,1 0 0 0 0,0-1 0 0 0,-1 1 0 0 0,1 0 0 0 0,0-1 0 0 0,0 1 0 0 0,-1-1 0 0 0,1 1 0 0 0,1 0 0 0 0,28 10 1122 0 0,-22-9-1064 0 0,10 3 169 0 0,0-1 1 0 0,0-1 0 0 0,1-1-1 0 0,-1 0 1 0 0,1-1 0 0 0,24-2 0 0 0,-10-3 137 0 0,1-1 1 0 0,54-16 0 0 0,171-49 725 0 0,-224 60-3028 0 0,-35 10 1702 0 0,1 0 1 0 0,-1 0 0 0 0,0-1-152 0 0,0 1 152 0 0,0 0-1 0 0,0 0 1 0 0,1-1 0 0 0,-1 1-1 0 0,0 0 1 0 0,0 0 0 0 0,0 0-1 0 0,0-1 1 0 0,0 1 0 0 0,0 0-1 0 0,0 0 1 0 0,0-1 0 0 0,0 1-1 0 0,0 0 1 0 0,0 0 0 0 0,0-1-1 0 0,0 1 1 0 0,0 0-1 0 0,0 0 1 0 0,0-1 0 0 0,0 1-1 0 0,0 0 1 0 0,0 0 0 0 0,0 0-1 0 0,0-1 1 0 0,0 1 0 0 0,0 0-1 0 0,0 0 1 0 0,-1-1 0 0 0,1 1-1 0 0,0 0 1 0 0,0 0 0 0 0,0 0-1 0 0,-1-1-150 0 0,1 1 150 0 0,0 0 1 0 0,0 0-1 0 0,0 0 1 0 0,-1 0 0 0 0,1 0-1 0 0,0-1 1 0 0,0 1 106 0 0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11.1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527 1 5202 0 0,'-59'28'11366'0'0,"6"4"-7605"0"0,1 2-1200 0 0,-5 14 1841 0 0,-2 14-2721 0 0,2-5-1681 0 0,8 5-240 0 0,13-6 400 0 0,3-8-160 0 0,9 0-3441 0 0,-7-28-6324 0 0,15-18-4081 0 0</inkml:trace>
  <inkml:trace contextRef="#ctx0" brushRef="#br0" timeOffset="1">750 209 8244 0 0,'9'69'17368'0'0,"53"-5"-11926"0"0,28-10-6722 0 0,-10-6-161 0 0,-11 12 1361 0 0,7 0 640 0 0,-7-10-160 0 0,-15 0-320 0 0,-9 0-560 0 0,-19 12-10085 0 0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34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64 720 0 0,'17'-2'6643'0'0,"-72"-38"-2961"0"0,27 24-1761 0 0,11 10-881 0 0,8 6-639 0 0,11 8-481 0 0,50 78-4963 0 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36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12 2401 0 0,'0'0'86'0'0,"0"0"0"0"0,0 0 1 0 0,0 0-1 0 0,0 1 0 0 0,1-1 0 0 0,-1 0 0 0 0,0 0 0 0 0,0 0 1 0 0,0 0-1 0 0,0 0 0 0 0,1 0 0 0 0,-1 0 0 0 0,0 0 0 0 0,0 0 1 0 0,0 0-1 0 0,0 0 0 0 0,1 0 0 0 0,-1 0 0 0 0,0 0 0 0 0,0 0 1 0 0,0 0-1 0 0,1 0 0 0 0,-1 0 0 0 0,0 0 0 0 0,0 0 0 0 0,0 0 1 0 0,0 0-1 0 0,1 0 0 0 0,-1 0 0 0 0,0-1 0 0 0,0 1 0 0 0,0 0 0 0 0,0 0 1 0 0,0 0-1 0 0,1 0 0 0 0,-1 0 0 0 0,0 0 0 0 0,0-1 0 0 0,0 1 1 0 0,0 0-1 0 0,0 0 0 0 0,0 0 0 0 0,0 0 0 0 0,0 0 0 0 0,1-1 1 0 0,-1 1-1 0 0,0 0 0 0 0,0 0 0 0 0,-8-7 2274 0 0,8 7-2288 0 0,-1-1 0 0 0,1 1 0 0 0,-1 0 1 0 0,1 0-1 0 0,-1 0 0 0 0,1-1 0 0 0,-1 1 0 0 0,1 0 0 0 0,-1 0 0 0 0,1 0 0 0 0,-1 0 0 0 0,1 0 0 0 0,-1 0 0 0 0,0 0 0 0 0,1 0 0 0 0,-1 0 1 0 0,1 0-1 0 0,-1 0 0 0 0,1 0 0 0 0,-1 0 0 0 0,1 1 0 0 0,-1-1 0 0 0,1 0 0 0 0,-1 0 0 0 0,1 1 0 0 0,-1-1 0 0 0,1 0 0 0 0,-1 0 0 0 0,1 1 1 0 0,-1-1-1 0 0,1 1 0 0 0,-1-1 0 0 0,1 0 0 0 0,0 1 0 0 0,-1-1 0 0 0,1 1 0 0 0,0-1 0 0 0,0 1 0 0 0,-1-1 0 0 0,1 1 0 0 0,0-1 0 0 0,0 1 1 0 0,-1-1-1 0 0,1 1 0 0 0,0 0 0 0 0,0-1 0 0 0,0 1 0 0 0,0-1 0 0 0,0 1 0 0 0,0 0 0 0 0,-7 45 149 0 0,-1 1 0 0 0,-3-2 0 0 0,-2 0 0 0 0,-2 0 0 0 0,-1-1 0 0 0,-27 49 1 0 0,33-74-186 0 0,-9 18 38 0 0,1 1-1 0 0,-18 59 1 0 0,32-85-59 0 0,1 1 0 0 0,1-1 0 0 0,0 1 0 0 0,1 0 0 0 0,0 0 0 0 0,1 0 1 0 0,0 0-1 0 0,1 0 0 0 0,1 0 0 0 0,0-1 0 0 0,0 1 0 0 0,6 15 0 0 0,-4-17-47 0 0,1-1 0 0 0,0 1 0 0 0,0-1 0 0 0,1 1 0 0 0,1-2 0 0 0,-1 1 0 0 0,2-1 0 0 0,-1 0 0 0 0,1 0 0 0 0,1-1 0 0 0,-1 0 0 0 0,1-1 0 0 0,1 0 0 0 0,-1 0 0 0 0,21 10 0 0 0,-20-12-361 0 0,-1-1-1 0 0,1-1 0 0 0,0 0 1 0 0,1 0-1 0 0,-1 0 0 0 0,0-2 1 0 0,1 1-1 0 0,-1-1 0 0 0,1-1 1 0 0,19-1-1 0 0,-16-1-1100 0 0,0-1 0 0 0,0-1 0 0 0,21-7 0 0 0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36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48 1201 0 0,'-3'-2'526'0'0,"-1"0"-1"0"0,1 0 1 0 0,-1 0 0 0 0,1-1 0 0 0,0 1 0 0 0,0-1 0 0 0,0 0 0 0 0,0 1 0 0 0,0-1 0 0 0,1-1 0 0 0,-1 1 0 0 0,1 0 0 0 0,-3-5 0 0 0,5 8-491 0 0,1-1 1 0 0,-1 1-1 0 0,0 0 1 0 0,0 0-1 0 0,0-1 0 0 0,0 1 1 0 0,0 0-1 0 0,0 0 1 0 0,0-1-1 0 0,0 1 1 0 0,0 0-1 0 0,0 0 0 0 0,1-1 1 0 0,-1 1-1 0 0,0 0 1 0 0,0 0-1 0 0,0 0 1 0 0,0 0-1 0 0,1-1 0 0 0,-1 1 1 0 0,0 0-1 0 0,0 0 1 0 0,1 0-1 0 0,-1 0 1 0 0,0 0-1 0 0,0-1 0 0 0,0 1 1 0 0,1 0-1 0 0,-1 0 1 0 0,0 0-1 0 0,0 0 1 0 0,1 0-1 0 0,-1 0 0 0 0,0 0 1 0 0,1 0-1 0 0,-1 0 1 0 0,0 0-1 0 0,0 0 0 0 0,1 0 1 0 0,-1 0-1 0 0,0 0 1 0 0,0 0-1 0 0,1 0 1 0 0,-1 1-1 0 0,0-1 0 0 0,0 0 1 0 0,1 0-1 0 0,-1 0 1 0 0,32 9 949 0 0,70 32 1108 0 0,-81-31-1729 0 0,0 0 0 0 0,-2 2 0 0 0,27 19-1 0 0,-42-28-363 0 0,0 1-1 0 0,0 0 1 0 0,0 0-1 0 0,0 1 1 0 0,-1-1-1 0 0,1 1 1 0 0,-1 0-1 0 0,-1-1 0 0 0,1 1 1 0 0,-1 1-1 0 0,1-1 1 0 0,-1 0-1 0 0,-1 0 1 0 0,1 1-1 0 0,-1-1 1 0 0,0 1-1 0 0,0 0 1 0 0,-1-1-1 0 0,0 1 0 0 0,0 0 1 0 0,-1 9-1 0 0,-1 0 13 0 0,-2 0-1 0 0,0 0 0 0 0,0 0 0 0 0,-1-1 1 0 0,-1 1-1 0 0,-11 18 0 0 0,6-15 30 0 0,0 1 0 0 0,-2-2 0 0 0,0 0 0 0 0,-1 0 0 0 0,-1-2 0 0 0,-1 1 0 0 0,0-2-1 0 0,-1 0 1 0 0,0-1 0 0 0,-1-1 0 0 0,0 0 0 0 0,-1-2 0 0 0,0 0 0 0 0,-26 9 0 0 0,44-19-66 0 0,-6 3 41 0 0,0-1 0 0 0,0 0-1 0 0,-14 2 1 0 0,20-3-78 0 0,0-1-1 0 0,-1 0 0 0 0,1 0 0 0 0,0 0 0 0 0,0 0 1 0 0,0 0-1 0 0,-1 0 0 0 0,1 0 0 0 0,0 0 1 0 0,0-1-1 0 0,0 1 0 0 0,-1 0 0 0 0,1-1 0 0 0,0 1 1 0 0,0-1-1 0 0,0 1 0 0 0,0-1 0 0 0,0 0 1 0 0,0 1-1 0 0,0-1 0 0 0,0 0 0 0 0,0 0 0 0 0,0 0 1 0 0,0 0-1 0 0,1 1 0 0 0,-1-1 0 0 0,0 0 1 0 0,0-1-1 0 0,1 1 0 0 0,-2-2 0 0 0,1-2-951 0 0,0 0 1 0 0,1-1-1 0 0,0 1 0 0 0,-1 0 0 0 0,2-10 0 0 0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36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0 1040 0 0,'-86'50'6483'0'0,"-4"4"-2321"0"0,26 16-1200 0 0,24-6-1602 0 0,11-18-399 0 0,15 2-641 0 0,7 8-240 0 0,19 3-80 0 0,12-5 0 0 0,18-12-320 0 0,20-20-4482 0 0,23-30-5763 0 0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37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228 0 400 0 0,'-16'14'3202'0'0,"-11"-4"-81"0"0,1 6-400 0 0,-59 60 1441 0 0,31 0-2241 0 0,35-26-1841 0 0,26-18-240 0 0,9 2 80 0 0,27 2-2241 0 0,-19-28-4962 0 0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37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1 160 0 0,'17'16'6563'0'0,"-67"181"-1120"0"0,24-25-4083 0 0,21-92-1440 0 0,5-44 240 0 0,0-10 400 0 0,3-2-239 0 0,21-6-1682 0 0,9-20-2881 0 0,7-10-3281 0 0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38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0 3602 0 0,'-102'90'5042'0'0,"36"-30"320"0"0,30-20-2720 0 0,3 8-2642 0 0,12-8-1761 0 0,18-18-2241 0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38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0 1201 0 0,'4'1'3641'0'0,"22"13"-2771"0"0,-1 2-1 0 0,0 0 0 0 0,-2 1 0 0 0,1 2 1 0 0,20 21-1 0 0,-39-35-786 0 0,-1-1 1 0 0,0 1-1 0 0,0 0 1 0 0,-1 0-1 0 0,1 0 1 0 0,-1 1-1 0 0,0-1 0 0 0,-1 1 1 0 0,1-1-1 0 0,-1 1 1 0 0,0 0-1 0 0,2 11 1 0 0,-4-8-15 0 0,1 1 1 0 0,-1 0-1 0 0,-1-1 1 0 0,1 1-1 0 0,-2 0 1 0 0,1-1-1 0 0,-4 10 1 0 0,0-1 227 0 0,0 0 1 0 0,-2 0 0 0 0,0 0-1 0 0,-1-1 1 0 0,-1 0-1 0 0,-18 26 1 0 0,11-21 139 0 0,-1-2 0 0 0,-1 0 0 0 0,-1-2 0 0 0,-26 22 0 0 0,26-25-394 0 0,-78 60 67 0 0,83-65-125 0 0,0-1 1 0 0,0-1 0 0 0,-1 0 0 0 0,-1-1-1 0 0,-16 5 1 0 0,32-12-15 0 0,0 0 0 0 0,0 0 0 0 0,-1 1 0 0 0,1-1 0 0 0,0 0 0 0 0,-1 0 0 0 0,1 0 0 0 0,0 0 0 0 0,0 1 0 0 0,-1-1-1 0 0,1 0 1 0 0,0 0 0 0 0,-1 0 0 0 0,1 0 0 0 0,0 0 0 0 0,-1 0 0 0 0,1 0 0 0 0,0 0 0 0 0,-1 0 0 0 0,1 0 0 0 0,0 0 0 0 0,-1 0 0 0 0,1 0 0 0 0,0 0 0 0 0,-1 0 0 0 0,1 0 0 0 0,0 0 0 0 0,0 0 0 0 0,-1-1 0 0 0,1 1-1 0 0,0 0 1 0 0,-1 0 0 0 0,1 0 0 0 0,0 0 0 0 0,0-1 0 0 0,-1 1 0 0 0,1 0 0 0 0,0 0 0 0 0,0-1 0 0 0,0 1 0 0 0,-1 0 0 0 0,1 0 0 0 0,0-1 0 0 0,0 0 0 0 0,4-27-5174 0 0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38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0 1361 0 0,'-55'18'3361'0'0,"-13"12"2482"0"0,13 8 1840 0 0,3 6-5121 0 0,9 12-2723 0 0,15 8 1 0 0,14 8 641 0 0,9 2 79 0 0,17-4-80 0 0,7-6-1280 0 0,9-10-1601 0 0,10-12-5043 0 0,-9-4-3521 0 0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39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119 490 2081 0 0,'10'0'1410'0'0,"-1"1"0"0"0,0 0 0 0 0,1 0 0 0 0,-1 1 0 0 0,0 1 0 0 0,9 3 0 0 0,-9-3-586 0 0,0 1-1 0 0,0 0 1 0 0,-1 1 0 0 0,1 0 0 0 0,-1 0 0 0 0,-1 0 0 0 0,15 14 0 0 0,-20-17-750 0 0,-1-1 1 0 0,0 1-1 0 0,1 0 0 0 0,-1 0 1 0 0,0 0-1 0 0,0 0 1 0 0,0 0-1 0 0,0 0 1 0 0,0 0-1 0 0,0 0 0 0 0,0 1 1 0 0,-1-1-1 0 0,1 0 1 0 0,-1 0-1 0 0,0 1 0 0 0,0-1 1 0 0,0 0-1 0 0,0 1 1 0 0,0-1-1 0 0,0 0 0 0 0,0 1 1 0 0,-1-1-1 0 0,0 3 1 0 0,-2 3-144 0 0,-1 0 1 0 0,1-1-1 0 0,-1 0 1 0 0,-10 14 0 0 0,8-11 24 0 0,-6 8 0 0 0,-1 0 0 0 0,0-1 0 0 0,-1 0 0 0 0,-1-1 0 0 0,-1-1 0 0 0,0-1 0 0 0,-1 0-1 0 0,0-1 1 0 0,-1-1 0 0 0,0 0 0 0 0,-1-1 0 0 0,-31 12 0 0 0,35-18 25 0 0,33-6-256 0 0,2 2 237 0 0,1 0-1 0 0,0-2 1 0 0,0-1-1 0 0,0 0 1 0 0,0-2-1 0 0,-1 0 1 0 0,31-11-1 0 0,-31 8-732 0 0,-1-1 1 0 0,0 0-1 0 0,0-2 0 0 0,19-13 0 0 0,-12 5-4121 0 0,30-31-1 0 0,-54 46 4487 0 0</inkml:trace>
  <inkml:trace contextRef="#ctx0" brushRef="#br0" timeOffset="1">788 0 4242 0 0,'-12'10'8404'0'0,"29"32"-3842"0"0,16 30-4322 0 0,-2 20-880 0 0,-8 14 560 0 0,-18 24 400 0 0,-14 2 80 0 0,-8-21 320 0 0,-19 23-79 0 0,-18 38-2402 0 0,-27 18-5202 0 0,-16 10-1041 0 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39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33 6083 0 0,'-21'-20'5922'0'0,"4"10"-1359"0"0,-2 8-1202 0 0,3 10-1040 0 0,-34 82-1120 0 0,-19 125-1121 0 0,60-45-160 0 0,35-74 160 0 0,16-36-160 0 0,1-14-641 0 0,-3-12-1680 0 0,8-12 560 0 0,11-28-2721 0 0,-5-34-5842 0 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39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33 8724 0 0,'-8'0'2656'0'0,"7"0"-2312"0"0,1 0 0 0 0,-1 0-1 0 0,0 0 1 0 0,0 0-1 0 0,0 0 1 0 0,0 0-1 0 0,0 0 1 0 0,0 0-1 0 0,0 0 1 0 0,1 0-1 0 0,-1 1 1 0 0,0-1 0 0 0,0 0-1 0 0,0 1 1 0 0,0-1-1 0 0,1 1 1 0 0,-1-1-1 0 0,-1 2 1 0 0,1-1-158 0 0,1 1 1 0 0,-1 0-1 0 0,1 0 0 0 0,-1-1 1 0 0,1 1-1 0 0,0 0 1 0 0,0 0-1 0 0,0 0 0 0 0,0-1 1 0 0,0 1-1 0 0,0 0 0 0 0,0 0 1 0 0,1 0-1 0 0,-1-1 1 0 0,0 1-1 0 0,2 3 0 0 0,5 21 207 0 0,2 14 429 0 0,24 63-1 0 0,-28-90-803 0 0,0-1 0 0 0,2 0 0 0 0,-1 0 0 0 0,1-1-1 0 0,1 0 1 0 0,0 0 0 0 0,0 0 0 0 0,1-1 0 0 0,19 16 0 0 0,-22-21-49 0 0,0-1 0 0 0,0 0 0 0 0,0 0 0 0 0,1 0 1 0 0,0 0-1 0 0,0-1 0 0 0,0 0 0 0 0,0-1 0 0 0,1 1 0 0 0,11 1 1 0 0,-14-4 26 0 0,-1 0 1 0 0,1 0 0 0 0,-1 0 0 0 0,1-1 0 0 0,-1 1 0 0 0,1-1 0 0 0,-1 0 0 0 0,0 0 0 0 0,0-1 0 0 0,1 1 0 0 0,-1-1 0 0 0,0 0 0 0 0,0 0 0 0 0,-1-1 0 0 0,1 1 0 0 0,0-1 0 0 0,-1 0 0 0 0,1 0 0 0 0,5-6-1 0 0,-2 1-4 0 0,1-2-1 0 0,-1 1 0 0 0,-1-1 1 0 0,0 0-1 0 0,0 0 0 0 0,7-19 0 0 0,18-69-127 0 0,-3 10 28 0 0,-24 78 106 0 0,0 0-1 0 0,1 0 1 0 0,0 1-1 0 0,1-1 1 0 0,13-16-1 0 0,-17 23 5 0 0,1 0 0 0 0,0 0-1 0 0,0 0 1 0 0,0 1 0 0 0,0-1-1 0 0,1 1 1 0 0,4-3 0 0 0,-6 5-5 0 0,-1-1 0 0 0,0 1 0 0 0,1 0 1 0 0,-1 0-1 0 0,0-1 0 0 0,1 1 0 0 0,-1 0 1 0 0,0 0-1 0 0,1 0 0 0 0,-1 1 1 0 0,0-1-1 0 0,1 0 0 0 0,-1 0 0 0 0,0 1 1 0 0,0-1-1 0 0,1 1 0 0 0,-1-1 0 0 0,0 1 1 0 0,0 0-1 0 0,0-1 0 0 0,0 1 0 0 0,0 0 1 0 0,1 0-1 0 0,-1 0 0 0 0,-1-1 0 0 0,3 3 1 0 0,0 0-18 0 0,0 1 0 0 0,0 0 0 0 0,0-1 0 0 0,-1 1 0 0 0,1 0 0 0 0,2 6 0 0 0,0 5 27 0 0,-1 0 0 0 0,-1 0-1 0 0,0 0 1 0 0,-1 1 0 0 0,-1-1-1 0 0,0 0 1 0 0,-3 24 0 0 0,-1 2 42 0 0,-3 0-1 0 0,-1 0 1 0 0,-2-1 0 0 0,-2 0 0 0 0,-2 0 0 0 0,-1-1 0 0 0,-2-1 0 0 0,-34 59 0 0 0,39-79-41 0 0,-1-1 1 0 0,0 0 0 0 0,-1-1-1 0 0,-1-1 1 0 0,-1 0-1 0 0,-20 16 1 0 0,-99 63-184 0 0,121-86 156 0 0,-2 2-7 0 0,-77 44-142 0 0,83-49 142 0 0,-1-1 0 0 0,0 0 1 0 0,0-1-1 0 0,0 0 0 0 0,-1 0 1 0 0,1-1-1 0 0,-17 1 0 0 0,25-3 22 0 0,1 0 0 0 0,0 0 0 0 0,0 0 0 0 0,-1 0 0 0 0,1 0 0 0 0,0 0 0 0 0,-1 0 0 0 0,1-1 0 0 0,0 1 0 0 0,0 0 0 0 0,-1-1 0 0 0,-1 0 1 0 0,4-4-36 0 0,9-1-111 0 0,52-25-2257 0 0,31-15-2909 0 0,-10 13-807 0 0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40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1 4242 0 0,'-11'18'8564'0'0,"-4"0"-5843"0"0,3 10-2641 0 0,-4 4 2081 0 0,4 0-240 0 0,-9 2-1441 0 0,6-4-640 0 0,6-10-800 0 0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40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3442 0 0,'10'159'10805'0'0,"13"-107"-5203"0"0,-6-54-7843 0 0,4-12-4162 0 0,1-6-2401 0 0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41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1 11205 0 0,'-67'90'8164'0'0,"22"-28"-6323"0"0,5-14-2722 0 0,9-16 161 0 0,0-10 320 0 0,24-24-3762 0 0,2-22-6723 0 0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41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 1441 0 0,'-11'9'986'0'0,"5"-5"-341"0"0,1 1 0 0 0,0 0 0 0 0,0 0 0 0 0,-7 10 1 0 0,10-14-320 0 0,2 0 0 0 0,-1 1 1 0 0,0-1-1 0 0,0 1 1 0 0,0 0-1 0 0,1-1 1 0 0,-1 1-1 0 0,0 0 0 0 0,1-1 1 0 0,0 1-1 0 0,-1 0 1 0 0,1-1-1 0 0,0 1 1 0 0,0 0-1 0 0,0 0 0 0 0,0-1 1 0 0,0 1-1 0 0,1 0 1 0 0,-1 0-1 0 0,0-1 1 0 0,1 1-1 0 0,-1 0 1 0 0,1-1-1 0 0,0 1 0 0 0,1 2 1 0 0,5 6 1071 0 0,0 0 1 0 0,0-1 0 0 0,1 0-1 0 0,0 0 1 0 0,18 13 0 0 0,-14-12-933 0 0,1-1 1 0 0,0 0-1 0 0,1-1 1 0 0,22 9 0 0 0,-31-15-530 0 0,1 0 0 0 0,-1-1 0 0 0,1 0 1 0 0,-1 0-1 0 0,1-1 0 0 0,0 0 0 0 0,-1 1 1 0 0,1-2-1 0 0,0 1 0 0 0,-1-1 0 0 0,1 0 1 0 0,-1 0-1 0 0,1 0 0 0 0,-1-1 0 0 0,1 0 1 0 0,6-3-1 0 0,-1-1-17 0 0,0 1 0 0 0,-1-1 0 0 0,0-1 0 0 0,0 0-1 0 0,-1 0 1 0 0,14-14 0 0 0,19-29-88 0 0,-33 36 167 0 0,2 1-1 0 0,0 1 1 0 0,20-18 0 0 0,-30 28 1 0 0,1 1 1 0 0,0-1-1 0 0,0 1 1 0 0,0-1-1 0 0,0 1 1 0 0,0 0-1 0 0,0 0 1 0 0,0 0-1 0 0,1 0 1 0 0,-1 0-1 0 0,0 1 1 0 0,1-1 0 0 0,-1 1-1 0 0,0-1 1 0 0,5 1-1 0 0,-5 0-10 0 0,0 1 0 0 0,1 0 0 0 0,-1 0 0 0 0,0 0 1 0 0,0 0-1 0 0,0 0 0 0 0,1 0 0 0 0,-1 0 0 0 0,0 0 0 0 0,-1 1 0 0 0,1-1 0 0 0,0 1 0 0 0,0 0 1 0 0,-1 0-1 0 0,1-1 0 0 0,2 5 0 0 0,4 6 14 0 0,0 1 1 0 0,-1 0-1 0 0,-1 0 1 0 0,0 0-1 0 0,0 1 1 0 0,-2 0-1 0 0,0 0 1 0 0,0 0-1 0 0,-1 1 1 0 0,-1-1-1 0 0,0 1 1 0 0,-1 28-1 0 0,-2-13 51 0 0,-1 1 0 0 0,-1-1 0 0 0,-2 1-1 0 0,-1-1 1 0 0,-12 34 0 0 0,11-41-57 0 0,-2-2 1 0 0,0 1 0 0 0,-2-1 0 0 0,0 0-1 0 0,-1-1 1 0 0,-1-1 0 0 0,-1 0 0 0 0,-1 0-1 0 0,0-2 1 0 0,-19 17 0 0 0,26-27-3 0 0,0 1 1 0 0,-1-2-1 0 0,0 1 1 0 0,0-2 0 0 0,-1 1-1 0 0,0-1 1 0 0,0 0-1 0 0,0-1 1 0 0,0-1-1 0 0,-1 1 1 0 0,1-1-1 0 0,-1-1 1 0 0,0 0-1 0 0,0-1 1 0 0,0 0 0 0 0,0 0-1 0 0,0-1 1 0 0,0-1-1 0 0,0 0 1 0 0,0 0-1 0 0,1-1 1 0 0,-22-7-1 0 0,24 7-7 0 0,5 1 7 0 0,0 0-1 0 0,0 1 0 0 0,1-1 0 0 0,-1 0 0 0 0,0-1 0 0 0,0 1 0 0 0,1 0 0 0 0,-1-1 0 0 0,1 0 0 0 0,-1 1 0 0 0,1-1 0 0 0,0 0 0 0 0,-3-3 0 0 0,8 2-168 0 0,1-2-41 0 0,1 1 1 0 0,0 0-1 0 0,0 0 1 0 0,7-3 0 0 0,48-25-4296 0 0,40-18-5095 0 0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41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1 160 0 0,'20'10'23717'0'0,"-11"-8"-24677"0"0,-5-1 749 0 0,1 1 0 0 0,-1-1 0 0 0,1 1 0 0 0,-1 0 0 0 0,0 0-1 0 0,0 0 1 0 0,0 0 0 0 0,0 1 0 0 0,0-1 0 0 0,-1 1 0 0 0,1 0 0 0 0,-1 0 0 0 0,0 1-1 0 0,0-1 1 0 0,0 1 0 0 0,0-1 0 0 0,4 8 0 0 0,-6-9 167 0 0,1 1 0 0 0,-1 0 0 0 0,1 0 1 0 0,-1 0-1 0 0,0 1 0 0 0,0-1 0 0 0,0 0 0 0 0,0 0 1 0 0,-1 1-1 0 0,1-1 0 0 0,-1 0 0 0 0,0 0 0 0 0,0 1 1 0 0,0-1-1 0 0,-1 0 0 0 0,1 1 0 0 0,-1-1 0 0 0,1 0 0 0 0,-1 1 1 0 0,0-1-1 0 0,0 0 0 0 0,-1 0 0 0 0,1 0 0 0 0,-4 5 1 0 0,-2 0 92 0 0,0 0 1 0 0,-1 0 0 0 0,0 0-1 0 0,-1-1 1 0 0,1 0 0 0 0,-18 10-1 0 0,-65 32 160 0 0,73-40-165 0 0,-96 41 1903 0 0,119-51-1601 0 0,0 0-1 0 0,0 0 1 0 0,0 1-1 0 0,0 0 1 0 0,-1 0-1 0 0,1 0 1 0 0,9 2-1 0 0,22 1-374 0 0,-5-4 86 0 0,0-1 1 0 0,-1-2-1 0 0,1-1 0 0 0,50-14 1 0 0,21-17-2051 0 0,-9-10-5799 0 0,-38 11-2893 0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42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498 1 1761 0 0,'66'46'3441'0'0,"-9"24"8405"0"0,-14 10-4003 0 0,-3 20-7042 0 0,-7 31-1842 0 0,-23-11 561 0 0,-20 2 560 0 0,-16 10 240 0 0,-19 4-80 0 0,-14 0 0 0 0,-7-21-159 0 0,4-15-1 0 0,-28-18-321 0 0,-24-16-2560 0 0,-16-12-5122 0 0,-15-10-1842 0 0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8:42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3282 0 0,'7'-18'1600'0'0,"0"-2"-1760"0"0,-2 6-320 0 0,-3 4-641 0 0,-2 2 1 0 0,-2 4-81 0 0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54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166 135 1521 0 0,'-38'-114'4242'0'0,"15"94"-321"0"0,15 116-3760 0 0,-20 63-4083 0 0,-41 33-1281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55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80 0 0,'22'14'1841'0'0,"-20"-10"-561"0"0,0 45-479 0 0,-11 13-2962 0 0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55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1 320 0 0,'0'0'640'0'0,"24"10"-720"0"0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56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1 1 80 0 0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56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52 720 0 0,'16'12'1041'0'0,"-8"-6"-321"0"0,-8-14-480 0 0,0-4-240 0 0,-3 0 0 0 0,-4-10-320 0 0,0 6-320 0 0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56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0 400 0 0,'26'66'240'0'0,"-26"-38"-480"0"0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57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58 480 0 0,'0'14'801'0'0,"-2"-22"-161"0"0,-3-12-320 0 0,0-2-240 0 0,-2 0-2001 0 0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49:57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0 240 0 0,'-15'38'80'0'0,"-11"-12"-320"0"0</inkml:trace>
  <inkml:trace contextRef="#ctx0" brushRef="#br0" timeOffset="1">607 2289 1281 0 0,'0'130'1920'0'0,"0"96"-2960"0"0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06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2241 0 0,'0'10'3682'0'0,"-7"-12"-2802"0"0,11 0-480 0 0,8 2 0 0 0,-5-2-79 0 0,-4 0 79 0 0,-1 2 80 0 0,-4 0 160 0 0,-3 0 161 0 0,0 0-1 0 0,0-2 160 0 0,8 4-1520 0 0,2 4-1841 0 0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06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69 880 0 0,'71'22'5523'0'0,"-168"-48"-2882"0"0,16-4-3681 0 0,31-4-3282 0 0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06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1 560 0 0,'62'48'1521'0'0,"-65"-56"-160"0"0,-2-2-321 0 0,3 2-240 0 0,2 4-159 0 0,7 0-321 0 0,7 8-320 0 0,46 24-2961 0 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07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17 4002 0 0,'-64'-8'2641'0'0,"28"6"-2401"0"0,25 4-800 0 0,1-4 240 0 0,3 0 160 0 0,2 2 0 0 0,3-2 80 0 0,2 0-1041 0 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08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15 480 0 0,'36'17'1733'0'0,"-32"-16"-1008"0"0,-5-2 207 0 0,-17-13 1681 0 0,18 13-2465 0 0,-21-11 2735 0 0,9 8-1028 0 0,12 4-1797 0 0,0 0 0 0 0,0 0 0 0 0,0 0 1 0 0,-1 0-1 0 0,1 0 0 0 0,0 0 1 0 0,0 0-1 0 0,0 0 0 0 0,-1 0 0 0 0,1 0 1 0 0,0 0-1 0 0,0 0 0 0 0,0 0 0 0 0,-1 1 1 0 0,1-1-1 0 0,0 0 0 0 0,0 0 1 0 0,0 0-1 0 0,0 0 0 0 0,-1 0 0 0 0,1 0 1 0 0,0 1-1 0 0,0-1 0 0 0,0 0 0 0 0,0 0 1 0 0,0 0-1 0 0,0 0 0 0 0,-1 1 1 0 0,1-1-1 0 0,0 0 0 0 0,0 0 0 0 0,0 0 1 0 0,0 1-1 0 0,0-1 0 0 0,0 0 0 0 0,0 0 1 0 0,0 0-1 0 0,0 1 0 0 0,0-1 1 0 0,4 51 2422 0 0,9 212 1299 0 0,-25 149-3398 0 0,-84 1096 2446 0 0,81-1083-2364 0 0,13 212 595 0 0,29 422 651 0 0,-9-506-1382 0 0,-14-392-367 0 0,3 564-495 0 0,-7-706 468 0 0,-1-1-161 0 0,0 1 0 0 0,-5 28 0 0 0,6-45 50 0 0,-1 0 1 0 0,1 0-1 0 0,-1 0 1 0 0,0 0-1 0 0,1 0 1 0 0,-1 0 0 0 0,0 0-1 0 0,0 0 1 0 0,0-1-1 0 0,-1 1 1 0 0,1 0-1 0 0,0-1 1 0 0,0 1-1 0 0,-1-1 1 0 0,1 1-1 0 0,-4 1 1 0 0,2-2-469 0 0,0 1-1 0 0,0-1 1 0 0,0 0 0 0 0,0 0-1 0 0,0 0 1 0 0,-1 0 0 0 0,1-1 0 0 0,0 0-1 0 0,-1 1 1 0 0,-4-1 0 0 0,-66-7-9627 0 0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08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126 289 4962 0 0,'-53'32'10849'0'0,"34"-21"-8520"0"0,1 1-1 0 0,-18 14 1 0 0,36-26-2326 0 0,0 0 1 0 0,0 0-1 0 0,1 0 0 0 0,-1 0 1 0 0,0 0-1 0 0,0 0 0 0 0,0 0 1 0 0,0 0-1 0 0,0 0 0 0 0,0 0 1 0 0,0 0-1 0 0,0 0 0 0 0,0 0 1 0 0,0 0-1 0 0,0 0 0 0 0,0 0 1 0 0,0 0-1 0 0,1 0 0 0 0,-1 0 1 0 0,0 0-1 0 0,0 0 0 0 0,0 0 1 0 0,0 0-1 0 0,0 0 0 0 0,0 0 1 0 0,0 0-1 0 0,0 0 0 0 0,0 0 1 0 0,0 0-1 0 0,0 0 0 0 0,0 0 1 0 0,0 0-1 0 0,0 0 0 0 0,0 0 1 0 0,0 0-1 0 0,0 0 0 0 0,1 1 1 0 0,-1-1-1 0 0,0 0 0 0 0,0 0 1 0 0,0 0-1 0 0,0 0 0 0 0,0 0 1 0 0,0 0-1 0 0,0 0 0 0 0,0 0 1 0 0,0 0-1 0 0,0 0 0 0 0,0 0 1 0 0,0 0-1 0 0,0 1 1 0 0,30-5-311 0 0,158-23-1828 0 0,307-10 1615 0 0,-222 34 1827 0 0,68-5-239 0 0,61-13-535 0 0,444-39-306 0 0,806-6 305 0 0,-975 48-277 0 0,477-30 919 0 0,-897 31-547 0 0,-285 4-5656 0 0,-33-9-3415 0 0,-24-5-3655 0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09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2675 880 0 0,'4'3'1201'0'0,"10"5"-369"0"0,-10-6 144 0 0,-12-7 1405 0 0,7 5-1891 0 0,1 0-430 0 0,0 0 0 0 0,0-1 0 0 0,-1 1 0 0 0,1 0 0 0 0,0 0 0 0 0,0 0 0 0 0,0 0 0 0 0,0 0 0 0 0,-1 0 0 0 0,1 0 0 0 0,0 0 0 0 0,0 0 0 0 0,0 0 0 0 0,0-1 0 0 0,0 1 0 0 0,0 0 0 0 0,-1 0 0 0 0,1 0-1 0 0,0 0 1 0 0,0 0 0 0 0,0-1 0 0 0,0 1 0 0 0,0 0 0 0 0,0 0 0 0 0,0 0 0 0 0,0 0 0 0 0,0-1 0 0 0,0 1 0 0 0,0 0 0 0 0,0 0 0 0 0,0 0 0 0 0,0-1 0 0 0,0 1 0 0 0,0 0 0 0 0,0 0 0 0 0,0 0 0 0 0,0 0 0 0 0,0-1 0 0 0,0 1 0 0 0,0 0-1 0 0,0 0 1 0 0,0 0 0 0 0,0 0 0 0 0,0-1 0 0 0,0 1 0 0 0,0 0 0 0 0,1 0 0 0 0,-1 0 0 0 0,0 0 0 0 0,25-26 2121 0 0,168-151 4484 0 0,142-100-5100 0 0,-332 275-1555 0 0,521-403 1830 0 0,-19-20-1315 0 0,489-574-725 0 0,-935 934 153 0 0,66-93 0 0 0,-123 155 20 0 0,4-4 25 0 0,-1-1-1 0 0,0 0 0 0 0,-1 0 1 0 0,4-10-1 0 0,-7 16-45 0 0,0 0 0 0 0,-1 0 1 0 0,1 0-1 0 0,-1 0 0 0 0,0 0 0 0 0,1 0 0 0 0,-1 0 1 0 0,0 0-1 0 0,0 0 0 0 0,0-1 0 0 0,-1 1 0 0 0,1 0 1 0 0,0 0-1 0 0,-1 0 0 0 0,1 0 0 0 0,-1 0 1 0 0,0 1-1 0 0,0-1 0 0 0,0 0 0 0 0,0 0 0 0 0,0 0 1 0 0,0 1-1 0 0,-2-3 0 0 0,0 0-748 0 0,-1 0 0 0 0,0 1 0 0 0,0 0 0 0 0,0 0 0 0 0,-5-3 0 0 0,-26-12-9568 0 0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09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1 1201 0 0,'78'4'7603'0'0,"88"8"2482"0"0,-43 6-7524 0 0,-49 10-3602 0 0,-39 24 241 0 0,-32 35 960 0 0,-32 41 240 0 0,-9 22-160 0 0,-7-14-240 0 0,-35 18-400 0 0,-32 20-2161 0 0,-13 3-3042 0 0,-15 9-2560 0 0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10.2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41 160 0 0,'-12'18'1361'0'0,"116"-76"-401"0"0,-111 70-159 0 0,-9 6 79 0 0,-3 4 801 0 0,0 0 640 0 0,7 0 80 0 0,2-6-320 0 0,8-3-480 0 0,38-1-161 0 0,18-20-2880 0 0,-4-11-2882 0 0,-7-9-721 0 0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10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3469 15 1040 0 0,'-4'-3'1523'0'0,"-1"1"-1"0"0,0 0 0 0 0,0 1 0 0 0,0-1 1 0 0,0 1-1 0 0,0 0 0 0 0,-1 0 0 0 0,-6 0 0 0 0,9 1-1200 0 0,0 0 0 0 0,0 1-1 0 0,0-1 1 0 0,-1 1-1 0 0,1 0 1 0 0,0 0 0 0 0,0 0-1 0 0,1 0 1 0 0,-1 0 0 0 0,0 1-1 0 0,0-1 1 0 0,1 1-1 0 0,-1 0 1 0 0,0-1 0 0 0,1 1-1 0 0,0 1 1 0 0,-4 3-1 0 0,-188 246 3237 0 0,-14 19-1300 0 0,80-137-1997 0 0,-264 213 0 0 0,-181 76-249 0 0,431-321 308 0 0,-468 285 414 0 0,-6-4 240 0 0,510-312-668 0 0,-4-3 1 0 0,-140 62 0 0 0,225-122-364 0 0,25-7 42 0 0,-1-1 0 0 0,1 0 1 0 0,0 0-1 0 0,0 0 0 0 0,-1 0 0 0 0,1 0 0 0 0,0 0 0 0 0,0 0 0 0 0,-1 0 0 0 0,1 0 0 0 0,0 0 1 0 0,0 0-1 0 0,-1 0 0 0 0,1 0 0 0 0,0 0 0 0 0,0 0 0 0 0,0 0 0 0 0,-1 0 0 0 0,1-1 0 0 0,0 1 0 0 0,0 0 1 0 0,-1 0-1 0 0,1 0 0 0 0,0 0 0 0 0,0 0 0 0 0,0-1 0 0 0,-1 1 0 0 0,1 0 0 0 0,0 0 0 0 0,0 0 1 0 0,0 0-1 0 0,0-1 0 0 0,0 1 0 0 0,-1 0 0 0 0,1 0 0 0 0,0-1 0 0 0,0 1 0 0 0,0 0 0 0 0,0 0 1 0 0,1-4-298 0 0,0 0 0 0 0,0 0 1 0 0,1 1-1 0 0,-1-1 1 0 0,1 1-1 0 0,0-1 1 0 0,4-4-1 0 0,11-22-1785 0 0,27-59-7334 0 0,8-20-2522 0 0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10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566 84 960 0 0,'22'-23'1725'0'0,"11"-12"1095"0"0,-13 10 10747 0 0,-27 42-11736 0 0,-7 3-1095 0 0,1 1 1 0 0,2 1-1 0 0,-15 36 1 0 0,24-54-682 0 0,-404 869 3440 0 0,379-821-3447 0 0,-99 215 438 0 0,123-258-444 0 0,2-8-27 0 0,1 0 0 0 0,-1 1-1 0 0,0-1 1 0 0,1 1-1 0 0,-1-1 1 0 0,1 1 0 0 0,0-1-1 0 0,-1 1 1 0 0,1 0 0 0 0,0-1-1 0 0,0 1 1 0 0,0-1-1 0 0,0 4 1 0 0,1-4 0 0 0,0-1 0 0 0,0 1 0 0 0,0 0 0 0 0,0 0 0 0 0,0 0-1 0 0,0 0 1 0 0,1-1 0 0 0,-1 1 0 0 0,0-1 0 0 0,0 1 0 0 0,1-1 0 0 0,-1 1 0 0 0,0-1 0 0 0,1 0 0 0 0,-1 1 0 0 0,0-1-1 0 0,1 0 1 0 0,-1 0 0 0 0,0 0 0 0 0,3-1 0 0 0,76 5 154 0 0,0-4 0 0 0,0-3 0 0 0,0-4 0 0 0,0-3 0 0 0,81-22 0 0 0,223-89-47 0 0,-14-24 70 0 0,128-45 1 0 0,-459 177-242 0 0,0 1 0 0 0,68-11 0 0 0,-72 21-44 0 0,-26 4-151 0 0,-22 3-754 0 0,-10 4-1842 0 0,-1 7-3016 0 0,-16 6-6537 0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12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3170 2081 0 0,'0'0'207'0'0,"0"0"1"0"0,1 1-1 0 0,-1-1 1 0 0,0 0-1 0 0,0 1 0 0 0,1-1 1 0 0,-1 0-1 0 0,0 1 1 0 0,0-1-1 0 0,0 0 0 0 0,0 1 1 0 0,1-1-1 0 0,-1 1 1 0 0,0-1-1 0 0,0 0 0 0 0,0 1 1 0 0,0-1-1 0 0,0 1 1 0 0,0-1-1 0 0,0 1 0 0 0,0-1 1 0 0,0 0-1 0 0,0 1 1 0 0,0-1-1 0 0,-1 1 1 0 0,1-1-1 0 0,0 0 0 0 0,0 1 1 0 0,0-1-1 0 0,-1 1 1 0 0,-3 6 1192 0 0,-5 13 945 0 0,9-19-2294 0 0,0-1 0 0 0,0 1 1 0 0,0 0-1 0 0,0 0 0 0 0,0-1 1 0 0,0 1-1 0 0,0 0 0 0 0,0 0 1 0 0,0-1-1 0 0,0 1 0 0 0,1 0 0 0 0,-1-1 1 0 0,0 1-1 0 0,1 0 0 0 0,-1-1 1 0 0,0 1-1 0 0,1 0 0 0 0,-1-1 1 0 0,1 1-1 0 0,-1-1 0 0 0,1 1 1 0 0,-1-1-1 0 0,1 1 0 0 0,-1-1 0 0 0,1 1 1 0 0,-1-1-1 0 0,1 1 0 0 0,0-1 1 0 0,-1 0-1 0 0,2 1 0 0 0,1 0-62 0 0,1 1 0 0 0,-1-1 0 0 0,1 0 0 0 0,-1 0 0 0 0,1-1 0 0 0,0 1 0 0 0,-1-1 0 0 0,1 0 0 0 0,-1 0 0 0 0,1 0 0 0 0,0 0-1 0 0,-1-1 1 0 0,1 1 0 0 0,0-1 0 0 0,-1 0 0 0 0,1 0 0 0 0,-1 0 0 0 0,1-1 0 0 0,-1 1 0 0 0,4-3 0 0 0,7-4 32 0 0,0-1 1 0 0,0-1-1 0 0,22-20 1 0 0,247-277 376 0 0,-177 183-330 0 0,46-46-140 0 0,198-230-389 0 0,-288 325 252 0 0,217-244-983 0 0,-51 74-293 0 0,50-50 1383 0 0,74-29-138 0 0,134-127-1188 0 0,-238 195 1602 0 0,-89 65 1974 0 0,-156 187-2131 0 0,1-1 251 0 0,-6 7 234 0 0,-14 30-5451 0 0,-1-12 1347 0 0,-10 0 307 0 0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12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1 113 1681 0 0,'0'-12'2801'0'0,"2"2"-160"0"0,64-6 1841 0 0,115-12 721 0 0,-8 4-4003 0 0,-34 10-1040 0 0,-39 6 641 0 0,-31 12-481 0 0,-17 20-480 0 0,-19 24-80 0 0,-23 20 80 0 0,-48 46 0 0 0,-33 39-161 0 0,2-23-479 0 0,-7-2-80 0 0,-14 18-1 0 0,-40 20-3601 0 0,-25 11-2881 0 0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12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9 400 0 0,'0'-8'7284'0'0,"-38"18"-3843"0"0,12-4-1680 0 0,9 0-721 0 0,5-4-559 0 0,5 0-241 0 0,3-2-240 0 0,6-2-320 0 0,0 0 79 0 0,5 6-559 0 0,12 32-4963 0 0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13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36 3682 0 0,'-33'-10'9444'0'0,"-2"2"-5202"0"0,16 2-4322 0 0,16 0-720 0 0,3 2 319 0 0,0 2 241 0 0,3 2 240 0 0,-1 4 240 0 0,5 0-160 0 0,7-4-1120 0 0,29-8-5843 0 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13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3 3041 0 0,'-71'-2'3602'0'0,"7"20"3041"0"0,21 2-2081 0 0,17-4-2321 0 0,3 38-3281 0 0,-25 59-7924 0 0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14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347 2157 7684 0 0,'-143'20'5615'0'0,"133"-18"-5415"0"0,0-1-1 0 0,0-1 0 0 0,0 1 0 0 0,0-2 0 0 0,0 0 0 0 0,0 0 0 0 0,0 0 0 0 0,0-1 0 0 0,-17-6 1 0 0,21 5 172 0 0,-1-1 0 0 0,1 1 0 0 0,0-1 0 0 0,1 0 1 0 0,-1-1-1 0 0,1 1 0 0 0,-1-1 0 0 0,1 0 0 0 0,1 0 1 0 0,-1-1-1 0 0,1 1 0 0 0,-6-12 0 0 0,8 15-316 0 0,0-1 0 0 0,1 0 0 0 0,0 0-1 0 0,0-1 1 0 0,0 1 0 0 0,0 0 0 0 0,0 0-1 0 0,0 0 1 0 0,1-1 0 0 0,0-5 0 0 0,0-35-203 0 0,2 0 0 0 0,3 0 1 0 0,1 0-1 0 0,13-47 0 0 0,1 12 214 0 0,3 2 0 0 0,4 1-1 0 0,3 0 1 0 0,57-101 0 0 0,-22 66 210 0 0,5 2 1 0 0,5 4-1 0 0,130-143 1 0 0,-125 165 55 0 0,4 4 0 0 0,3 3-1 0 0,3 4 1 0 0,118-72 0 0 0,-125 95-350 0 0,2 3 0 0 0,113-42 0 0 0,-142 67 0 0 0,2 2 1 0 0,0 3 0 0 0,1 3-1 0 0,105-11 1 0 0,-124 23 63 0 0,0 1 1 0 0,0 2-1 0 0,0 2 1 0 0,-1 2-1 0 0,1 1 0 0 0,-1 2 1 0 0,-1 2-1 0 0,63 26 1 0 0,-92-33-69 0 0,1 0 1 0 0,-1 1-1 0 0,0 0 1 0 0,0 1-1 0 0,11 8 1 0 0,-18-12-22 0 0,1 1 0 0 0,-1-1 1 0 0,0 1-1 0 0,0 0 0 0 0,0 0 0 0 0,0 0 0 0 0,0 0 1 0 0,-1 0-1 0 0,1 0 0 0 0,-1 0 0 0 0,0 0 0 0 0,0 1 1 0 0,0-1-1 0 0,0 0 0 0 0,-1 1 0 0 0,1-1 0 0 0,-1 1 1 0 0,0-1-1 0 0,0 1 0 0 0,-1 3 0 0 0,1-3-199 0 0,-1 1-1 0 0,1 0 0 0 0,-1 0 1 0 0,-1 0-1 0 0,1-1 1 0 0,-1 1-1 0 0,0 0 1 0 0,-4 7-1 0 0,1-4-1171 0 0,-2 0-1 0 0,1-1 1 0 0,-1 1-1 0 0,-9 6 1 0 0,16-14 1370 0 0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14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45 480 0 0,'-52'-38'2241'0'0,"16"32"0"0"0,34 34 3602 0 0,14 32 640 0 0,19 85-3042 0 0,7 39-3360 0 0,-10-34-562 0 0,-4-46 241 0 0,14-20-480 0 0,4-12-1041 0 0,-6-22-2641 0 0,2-50-6723 0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14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19 259 1281 0 0,'-4'-9'563'0'0,"1"-1"0"0"0,0 1 0 0 0,1-1 0 0 0,-1 0 0 0 0,2 0 1 0 0,-1-17-1 0 0,2 22-149 0 0,0 0 0 0 0,1 0 0 0 0,0 0-1 0 0,0 0 1 0 0,1 0 0 0 0,0 0 0 0 0,-1 1 0 0 0,1-1 0 0 0,1 0 0 0 0,-1 1 0 0 0,1 0 0 0 0,0-1 0 0 0,0 1 0 0 0,0 0 0 0 0,4-4-1 0 0,2-1 461 0 0,0 1-1 0 0,1-1 1 0 0,0 2-1 0 0,0-1 1 0 0,1 1-1 0 0,0 1 1 0 0,0 0 0 0 0,12-5-1 0 0,-10 6-717 0 0,1 1-1 0 0,0 0 1 0 0,-1 0 0 0 0,1 2 0 0 0,0 0-1 0 0,0 0 1 0 0,16 1 0 0 0,-20 1-193 0 0,1 0 0 0 0,-1 1 0 0 0,1 0 0 0 0,-1 1 0 0 0,1 0 0 0 0,-1 1 0 0 0,0 0 0 0 0,0 1 0 0 0,0 0 0 0 0,0 0 0 0 0,-1 1 0 0 0,0 0 0 0 0,0 1 0 0 0,0 0 0 0 0,-1 0 0 0 0,1 1 0 0 0,-2 0 0 0 0,1 1 0 0 0,-1-1 0 0 0,0 1 0 0 0,0 1 0 0 0,5 10 1 0 0,-5-6 56 0 0,0 1 0 0 0,-2 0 1 0 0,1 0-1 0 0,-2 1 0 0 0,0-1 1 0 0,-1 1-1 0 0,0 0 0 0 0,-1 0 1 0 0,0 27-1 0 0,-3-6 14 0 0,-2 0 1 0 0,-12 64-1 0 0,1-41-83 0 0,-44 108 0 0 0,38-114-29 0 0,2 0-1 0 0,-12 56 1 0 0,30-107 66 0 0,-2 5-45 0 0,0 1 1 0 0,1 0-1 0 0,0-1 1 0 0,0 1 0 0 0,1 0-1 0 0,0-1 1 0 0,0 1-1 0 0,3 14 1 0 0,0-20-4 0 0,2-8 40 0 0,2-9 52 0 0,-1 0 1 0 0,0-1 0 0 0,-1 1 0 0 0,0-1 0 0 0,2-19 0 0 0,-7 33-30 0 0,9-44 11 0 0,-1 0 0 0 0,0-49 1 0 0,-7 71-58 0 0,-1-1 0 0 0,-1 0 1 0 0,-2 0-1 0 0,0 1 0 0 0,-11-40 0 0 0,9 51 27 0 0,1 1 0 0 0,-2 0 0 0 0,1 0 0 0 0,-2 0 0 0 0,0 1 0 0 0,0 0 0 0 0,-1 1-1 0 0,0-1 1 0 0,-18-16 0 0 0,22 23-145 0 0,0 0 0 0 0,-1 0 0 0 0,1 1 0 0 0,-1 0 0 0 0,1 0 0 0 0,-1 0 0 0 0,0 0-1 0 0,0 1 1 0 0,0 0 0 0 0,-1 0 0 0 0,1 0 0 0 0,0 0 0 0 0,-1 1 0 0 0,1 0 0 0 0,-1 0 0 0 0,1 1-1 0 0,-1 0 1 0 0,0 0 0 0 0,1 0 0 0 0,-1 0 0 0 0,1 1 0 0 0,-1 0 0 0 0,1 0 0 0 0,-9 3 0 0 0,11-2-234 0 0,-1-1 0 0 0,1 1 0 0 0,0-1 0 0 0,0 1 0 0 0,1 0 1 0 0,-1 0-1 0 0,0 0 0 0 0,1 1 0 0 0,-4 3 0 0 0,4-3-424 0 0,0 0-1 0 0,0 0 1 0 0,0 0 0 0 0,1 1-1 0 0,-1-1 1 0 0,0 6 0 0 0,1-8 671 0 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15.2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1026 2241 0 0,'-10'14'3120'0'0,"0"1"-1"0"0,2 0 1 0 0,-1 0-1 0 0,-7 23 1 0 0,-4 29 2118 0 0,18-62-5129 0 0,1 1 0 0 0,0 0 0 0 0,0 0 0 0 0,0 0-1 0 0,1-1 1 0 0,0 1 0 0 0,0 0 0 0 0,1 0 0 0 0,1 7 0 0 0,-1-10-124 0 0,0-1 0 0 0,0 1 0 0 0,0 0 0 0 0,1-1 0 0 0,-1 0 0 0 0,1 1 0 0 0,-1-1 0 0 0,1 0 0 0 0,0 1 1 0 0,0-1-1 0 0,0 0 0 0 0,0-1 0 0 0,0 1 0 0 0,1 0 0 0 0,-1-1 0 0 0,1 1 0 0 0,-1-1 0 0 0,1 1 0 0 0,-1-1 0 0 0,1 0 0 0 0,3 1 1 0 0,2 0 49 0 0,0 0 1 0 0,-1 0 0 0 0,1 0 0 0 0,0-1 0 0 0,0-1-1 0 0,0 1 1 0 0,0-1 0 0 0,0 0 0 0 0,0-1 0 0 0,0 0-1 0 0,0 0 1 0 0,0-1 0 0 0,7-2 0 0 0,-3-1-4 0 0,-1 1 0 0 0,0-2 0 0 0,0 1 0 0 0,0-2 0 0 0,-1 1 0 0 0,0-2 0 0 0,16-13 0 0 0,-7 1 9 0 0,0 0-1 0 0,-2-2 1 0 0,0 1-1 0 0,-1-2 0 0 0,-2 0 1 0 0,21-43-1 0 0,-27 48-15 0 0,-1 1 0 0 0,9-35 0 0 0,-14 45-24 0 0,-1 0-1 0 0,0 0 1 0 0,-1 0-1 0 0,1 0 0 0 0,-1 0 1 0 0,0 0-1 0 0,-1 0 1 0 0,0 0-1 0 0,0 0 1 0 0,-3-11-1 0 0,0 9-64 0 0,-1-1 1 0 0,0 1-1 0 0,0 0 1 0 0,-1 0-1 0 0,0 1 0 0 0,0-1 1 0 0,-1 1-1 0 0,0 1 0 0 0,0-1 1 0 0,-1 1-1 0 0,0 1 0 0 0,0-1 1 0 0,0 1-1 0 0,-15-7 0 0 0,2 2-157 0 0,1 1 0 0 0,-2 1 0 0 0,1 1 0 0 0,-1 1 0 0 0,-35-6 0 0 0,-108-7-2527 0 0,163 19 2646 0 0,0 1-1 0 0,1 0 1 0 0,-1-1-1 0 0,0 1 1 0 0,0-1-1 0 0,0 0 1 0 0,0 1 0 0 0,0-1-1 0 0,0 0 1 0 0,1 0-1 0 0,-1 0 1 0 0,0 0-1 0 0,1-1 1 0 0,-1 1-1 0 0,1 0 1 0 0,-1-1 0 0 0,1 1-1 0 0,0-1 1 0 0,0 1-1 0 0,0-1 1 0 0,-1 0-1 0 0,1 1 1 0 0,1-1-1 0 0,-1 0 1 0 0,0 0 0 0 0,0 0-1 0 0,1 0 1 0 0,-1 1-1 0 0,1-1 1 0 0,-1 0-1 0 0,1 0 1 0 0,0 0-1 0 0,0-2 1 0 0,1-4-445 0 0,0 0 1 0 0,0 0-1 0 0,0 1 0 0 0,1-1 0 0 0,1 0 1 0 0,-1 1-1 0 0,7-13 0 0 0,5-7-122 0 0,1 0 0 0 0,32-42 0 0 0,47-47 760 0 0,-63 79-216 0 0,48-53 85 0 0,-81 96 659 0 0,0-1 1 0 0,0 1-1 0 0,0 0 0 0 0,1 0 0 0 0,0 0 0 0 0,0-1 0 0 0,0 1 1 0 0,1 0-1 0 0,0 9 0 0 0,-1 6 192 0 0,-3 37 606 0 0,-4 78 96 0 0,8-119-1467 0 0,1 0-1 0 0,1-1 0 0 0,0 1 0 0 0,2 0 1 0 0,9 30-1 0 0,-11-41-15 0 0,1 1 1 0 0,0-2-1 0 0,0 1 0 0 0,1 0 0 0 0,0-1 1 0 0,0 1-1 0 0,0-1 0 0 0,0 0 1 0 0,1 0-1 0 0,0-1 0 0 0,10 8 1 0 0,-13-10-17 0 0,1 0 1 0 0,0-1 0 0 0,0 1-1 0 0,-1-1 1 0 0,1 0 0 0 0,0 0-1 0 0,0 0 1 0 0,1 0 0 0 0,-1 0 0 0 0,0-1-1 0 0,0 1 1 0 0,0-1 0 0 0,0 0-1 0 0,0 0 1 0 0,1 0 0 0 0,-1 0-1 0 0,0-1 1 0 0,0 1 0 0 0,0-1-1 0 0,0 0 1 0 0,0 0 0 0 0,0 0 0 0 0,0 0-1 0 0,0 0 1 0 0,0-1 0 0 0,3-1-1 0 0,2-4-5 0 0,1 0-1 0 0,-1 0 1 0 0,-1 0-1 0 0,1-1 1 0 0,-1 0 0 0 0,-1-1-1 0 0,1 0 1 0 0,-1 0-1 0 0,-1 0 1 0 0,0-1-1 0 0,7-18 1 0 0,-1-3-39 0 0,-1-1 0 0 0,9-52 1 0 0,-16 64-91 0 0,0-1-1 0 0,-1 1 1 0 0,-1-1 0 0 0,-1 0 0 0 0,0 1 0 0 0,-2-1 0 0 0,-1 1 0 0 0,-9-39 0 0 0,9 49 89 0 0,-1 0 0 0 0,0 0 0 0 0,0 0 0 0 0,-1 0 0 0 0,-1 1 1 0 0,1 0-1 0 0,-1 0 0 0 0,-1 0 0 0 0,0 1 0 0 0,0 0 0 0 0,-1 1 0 0 0,1-1 0 0 0,-2 1 1 0 0,1 1-1 0 0,-1-1 0 0 0,0 2 0 0 0,0-1 0 0 0,-19-7 0 0 0,19 10 23 0 0,0 0 0 0 0,-1 0-1 0 0,0 1 1 0 0,1 0 0 0 0,-1 1-1 0 0,0 0 1 0 0,0 1 0 0 0,0 0 0 0 0,0 0-1 0 0,1 1 1 0 0,-1 0 0 0 0,0 1-1 0 0,0 0 1 0 0,1 1 0 0 0,0 0 0 0 0,-1 0-1 0 0,1 1 1 0 0,0 0 0 0 0,-14 9-1 0 0,-9 8-1359 0 0,1 1 0 0 0,1 2 0 0 0,-45 46-1 0 0,48-44-1142 0 0,-69 61-8001 0 0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32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1981 1601 0 0,'-22'-15'1868'0'0,"19"13"-1677"0"0,0 0 0 0 0,0 0-1 0 0,0 0 1 0 0,0 0 0 0 0,0 0-1 0 0,0-1 1 0 0,1 1 0 0 0,-1-1-1 0 0,1 0 1 0 0,0 0 0 0 0,0 1-1 0 0,0-2 1 0 0,0 1 0 0 0,0 0-1 0 0,1 0 1 0 0,-1-1 0 0 0,1 1-1 0 0,0 0 1 0 0,0-1 0 0 0,0 1-1 0 0,1-1 1 0 0,-1 0 0 0 0,1 1-1 0 0,0-1 1 0 0,0 1 0 0 0,0-8-1 0 0,7-103 46 0 0,3-60-192 0 0,-10 131-44 0 0,-9-86 0 0 0,6 110 13 0 0,2 1-1 0 0,0-1 0 0 0,2 1 0 0 0,0 0 1 0 0,0-1-1 0 0,2 1 0 0 0,1 0 1 0 0,0 0-1 0 0,1 0 0 0 0,1 1 0 0 0,10-22 1 0 0,9-13 13 0 0,3 2 1 0 0,42-57 0 0 0,-51 79-41 0 0,76-103-106 0 0,221-232 0 0 0,-249 295 200 0 0,4 4 0 0 0,2 2 0 0 0,104-67 0 0 0,-145 111-92 0 0,0 0-1 0 0,1 2 1 0 0,1 2 0 0 0,1 1 0 0 0,0 2 0 0 0,0 1-1 0 0,1 2 1 0 0,0 1 0 0 0,0 2 0 0 0,1 1-1 0 0,65 3 1 0 0,-77 3-16 0 0,0 2 0 0 0,0 0 0 0 0,0 2 1 0 0,0 1-1 0 0,-1 1 0 0 0,0 1 0 0 0,-1 1 0 0 0,0 1 0 0 0,-1 0 0 0 0,27 20 0 0 0,90 50-60 0 0,-117-71 85 0 0,1 0-1 0 0,0-1 0 0 0,1-2 0 0 0,36 8 1 0 0,28 4 16 0 0,-80-15-26 0 0,-8-4-25 0 0,0 0 1 0 0,1 1 0 0 0,-1-1-1 0 0,0 0 1 0 0,1 0 0 0 0,-1 0-1 0 0,0 0 1 0 0,0 1 0 0 0,1-1-1 0 0,-1 0 1 0 0,0 0-1 0 0,1 0 1 0 0,-1 0 0 0 0,0 0-1 0 0,1 0 1 0 0,-1 0 0 0 0,0 0-1 0 0,1 0 1 0 0,-1 0 0 0 0,0 0-1 0 0,1 0 1 0 0,-1 0 0 0 0,0 0-1 0 0,1 0 1 0 0,-1 0 0 0 0,0 0-1 0 0,1 0 1 0 0,-1-1-1 0 0,1 1 1 0 0,-13 7-4952 0 0,3-5 2788 0 0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0:34.7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2414 1521 0 0,'-13'2'2106'0'0,"7"0"-1628"0"0,-1-1 1 0 0,1 0 0 0 0,0 0-1 0 0,-1-1 1 0 0,1 0 0 0 0,-1 0-1 0 0,1 0 1 0 0,-13-3 0 0 0,15 1-427 0 0,0 0 0 0 0,-1 0 0 0 0,1-1 0 0 0,0 1 0 0 0,0-1 0 0 0,0 0 0 0 0,0 0 0 0 0,1-1 0 0 0,-1 1 0 0 0,1-1 0 0 0,0 1 0 0 0,0-1 0 0 0,0 0 0 0 0,0 0 0 0 0,1-1 0 0 0,0 1 0 0 0,-2-5 0 0 0,-17-33 121 0 0,3-1 0 0 0,-15-47 0 0 0,25 62-150 0 0,1-1-1 0 0,2 1 0 0 0,0-1 1 0 0,2-1-1 0 0,0-39 0 0 0,29-147-254 0 0,-10 107-229 0 0,-7 42 278 0 0,3 0 0 0 0,25-79 1 0 0,-24 107 174 0 0,2 1 0 0 0,1 0 0 0 0,2 1 1 0 0,44-66-1 0 0,19-4-18 0 0,122-124-1 0 0,-178 204 26 0 0,266-274-35 0 0,-193 209 7 0 0,124-90 1 0 0,-190 159 33 0 0,1 1-1 0 0,1 1 1 0 0,1 3 0 0 0,60-24-1 0 0,-67 32 2 0 0,0 2-1 0 0,1 1 1 0 0,0 2-1 0 0,0 0 0 0 0,0 2 1 0 0,0 1-1 0 0,32 3 1 0 0,-31 1-6 0 0,0 1 0 0 0,0 1 0 0 0,-1 2 0 0 0,42 14 0 0 0,-54-15-120 0 0,-1 2 0 0 0,1 0 0 0 0,-2 1 0 0 0,1 0-1 0 0,-1 1 1 0 0,0 1 0 0 0,-1 1 0 0 0,-1 0 0 0 0,17 17 0 0 0,11 23-3561 0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1:26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78 2881 0 0,'-135'26'2481'0'0,"92"-30"-1280"0"0,52-4-881 0 0,46 8-240 0 0,9 20 400 0 0,0 6-159 0 0,9 2-241 0 0,3-6 0 0 0,12-8-80 0 0,52-10-80 0 0,38-12 0 0 0,-46-2-161 0 0,-37-6 81 0 0,-10-12-640 0 0,8 8-160 0 0,-5-10-1682 0 0,-13-19 641 0 0,-13 5 1201 0 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48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188 205 160 0 0,'-50'-8'2481'0'0,"12"-2"-160"0"0,0-8-400 0 0,2-68-400 0 0,10 4-1121 0 0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1:06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735 39 560 0 0,'-76'-13'9301'0'0,"60"11"-8610"0"0,0 2 1 0 0,0 0 0 0 0,0 0 0 0 0,-28 6 0 0 0,31-3-449 0 0,0 0 1 0 0,0 1 0 0 0,0 1-1 0 0,1 0 1 0 0,0 1 0 0 0,0 0-1 0 0,1 1 1 0 0,-1 0 0 0 0,2 1 0 0 0,-1 0-1 0 0,1 1 1 0 0,-12 12 0 0 0,-14 19 1314 0 0,2 2 0 0 0,2 1 0 0 0,2 2 0 0 0,-41 79 0 0 0,34-47-825 0 0,3 1 1 0 0,-29 102 0 0 0,23-4-247 0 0,35-146-432 0 0,2 0 0 0 0,1 1 0 0 0,4 52 0 0 0,-1-70-49 0 0,1-1 0 0 0,0 1 0 0 0,0-1 0 0 0,2 0 0 0 0,-1 0 0 0 0,2-1 0 0 0,-1 1 0 0 0,2-1 0 0 0,10 17 0 0 0,-12-22-7 0 0,0-1 0 0 0,0 0 0 0 0,1 0 0 0 0,0 0 0 0 0,0 0 0 0 0,0-1-1 0 0,0 0 1 0 0,1 0 0 0 0,0-1 0 0 0,-1 1 0 0 0,1-1 0 0 0,1 0 0 0 0,-1-1 0 0 0,0 1 0 0 0,1-1 0 0 0,-1-1 0 0 0,1 1 0 0 0,9 0 0 0 0,-5-1-13 0 0,-1-1 0 0 0,1 0 0 0 0,-1-1 0 0 0,1 0 0 0 0,-1-1 0 0 0,0 0 1 0 0,1-1-1 0 0,-1 1 0 0 0,0-2 0 0 0,13-6 0 0 0,1-2-68 0 0,0-2 0 0 0,-1-1 0 0 0,23-18 1 0 0,-2-4-6 0 0,-1-1 0 0 0,-2-3 0 0 0,-1-2 1 0 0,-3-1-1 0 0,50-76 0 0 0,84-180 224 0 0,-23-6-20 0 0,-38 60-277 0 0,-105 235 132 0 0,4-10-59 0 0,-12 34 15 0 0,-19 73 277 0 0,3 2 0 0 0,-8 92 0 0 0,5-27-73 0 0,8-72-84 0 0,-74 362 37 0 0,-117 189-605 0 0,191-603 581 0 0,14-33-46 0 0,7-21-24 0 0,32-92-58 0 0,188-461-26 0 0,-170 453 48 0 0,167-322-484 0 0,-202 411 344 0 0,39-48 1 0 0,-52 73-12 0 0,1-1 1 0 0,1 2-1 0 0,0 0 0 0 0,1 0 1 0 0,0 1-1 0 0,0 0 1 0 0,15-7-1 0 0,-21 12-324 0 0,1 2-1 0 0,-1-1 1 0 0,1 1 0 0 0,-1 0 0 0 0,1 0 0 0 0,0 0-1 0 0,-1 1 1 0 0,1 0 0 0 0,10 1 0 0 0,-9 0-1128 0 0,0 1 1 0 0,0 1-1 0 0,-1-1 1 0 0,1 1-1 0 0,12 6 1 0 0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1:07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17 8164 0 0,'-29'42'6143'0'0,"-38"73"-1"0"0,52-82-4557 0 0,2 2 1 0 0,1 0-1 0 0,2 0 0 0 0,-7 47 0 0 0,10-34-1488 0 0,2-1 0 0 0,2 83 0 0 0,3-119-231 0 0,1 1 0 0 0,0 0-1 0 0,1-1 1 0 0,0 1 0 0 0,0-1-1 0 0,2 0 1 0 0,-1 0 0 0 0,1 0-1 0 0,7 13 1 0 0,-8-19 98 0 0,1-1 0 0 0,-1 1 0 0 0,1-1 0 0 0,-1 0 0 0 0,1 0 0 0 0,0 0 0 0 0,1 0 0 0 0,-1-1 1 0 0,1 0-1 0 0,-1 0 0 0 0,1 0 0 0 0,0 0 0 0 0,0-1 0 0 0,1 0 0 0 0,-1 0 0 0 0,0 0 0 0 0,1 0 0 0 0,-1-1 0 0 0,1 0 0 0 0,-1 0 0 0 0,8-1 0 0 0,2 1 30 0 0,-1-2 1 0 0,0 0-1 0 0,1 0 0 0 0,-1-1 1 0 0,0-1-1 0 0,0-1 0 0 0,0 0 1 0 0,17-7-1 0 0,-4-1 45 0 0,0-2 1 0 0,-1 0-1 0 0,27-20 1 0 0,-14 4-30 0 0,-2-1 1 0 0,-1-2-1 0 0,-1-2 0 0 0,-2-1 1 0 0,-2-1-1 0 0,-1-2 0 0 0,-2-1 1 0 0,38-71-1 0 0,49-138-113 0 0,-87 187 33 0 0,-26 58-77 0 0,-1 7 65 0 0,-2 16 14 0 0,0 0 5 0 0,0 86-237 0 0,17 149-1 0 0,-13-232-289 0 0,1 1-1 0 0,1-1 1 0 0,8 22-1 0 0,-7-27-1143 0 0,1-2 1 0 0,11 21-1 0 0,28 32-6617 0 0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1:07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99 467 400 0 0,'-1'0'326'0'0,"-13"1"515"0"0,10-4 16 0 0,9-6 654 0 0,57-42 3011 0 0,-10 10-1902 0 0,151-122 4298 0 0,-188 151-6390 0 0,0-1 735 0 0,22-24 1 0 0,-34 34-889 0 0,0-1-1 0 0,0 0 1 0 0,0 0-1 0 0,-1 0 1 0 0,0-1 0 0 0,1 1-1 0 0,-1 0 1 0 0,-1-1-1 0 0,1 1 1 0 0,-1-1-1 0 0,2-5 1 0 0,-3 7-373 0 0,0 0-1 0 0,0 0 1 0 0,0 1-1 0 0,0-1 1 0 0,-1 0-1 0 0,1 1 1 0 0,-1-1-1 0 0,1 0 1 0 0,-1 1-1 0 0,0-1 1 0 0,0 1-1 0 0,0-1 1 0 0,-1 1-1 0 0,1-1 1 0 0,0 1-1 0 0,-1 0 1 0 0,0 0-1 0 0,1-1 1 0 0,-1 1-1 0 0,0 1 1 0 0,0-1-1 0 0,0 0 1 0 0,0 0-1 0 0,-1 1 1 0 0,1-1-1 0 0,-4-1 1 0 0,0 0-219 0 0,0 0 0 0 0,-1 0-1 0 0,1 1 1 0 0,0 0 0 0 0,-1 0 0 0 0,1 1 0 0 0,-1 0 0 0 0,0 0 0 0 0,1 0-1 0 0,-9 1 1 0 0,5 1 223 0 0,0 0 0 0 0,1 1-1 0 0,-1 0 1 0 0,0 1-1 0 0,1 0 1 0 0,0 0 0 0 0,0 1-1 0 0,0 0 1 0 0,0 0-1 0 0,0 1 1 0 0,1 1 0 0 0,0-1-1 0 0,0 1 1 0 0,0 1 0 0 0,-12 13-1 0 0,3-1 188 0 0,1 2 0 0 0,0 0 0 0 0,2 1-1 0 0,-23 45 1 0 0,7-1 567 0 0,3 1 1 0 0,-25 98-1 0 0,47-147-726 0 0,1 1 0 0 0,0 0 0 0 0,2 0 0 0 0,0 0-1 0 0,2 0 1 0 0,0 0 0 0 0,4 33 0 0 0,-3-45-53 0 0,1 0 1 0 0,-1 0-1 0 0,2 0 0 0 0,-1 0 0 0 0,1 0 1 0 0,0 0-1 0 0,0-1 0 0 0,1 1 0 0 0,0-1 1 0 0,0 0-1 0 0,0 0 0 0 0,1-1 0 0 0,0 1 1 0 0,0-1-1 0 0,0 0 0 0 0,1 0 0 0 0,-1-1 1 0 0,1 1-1 0 0,1-1 0 0 0,-1-1 1 0 0,0 1-1 0 0,12 4 0 0 0,-4-4-50 0 0,1 0 0 0 0,-1-1 0 0 0,0 0 0 0 0,1-1 0 0 0,0 0 0 0 0,-1-1 0 0 0,27-3 0 0 0,-15 0-510 0 0,-1-2 0 0 0,-1 0 0 0 0,45-15 0 0 0,-26 3-3172 0 0,62-35 0 0 0,-96 47 3196 0 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1:07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44 960 0 0,'-3'7'13791'0'0,"0"8"-8647"0"0,-7 42-3829 0 0,10-39-1417 0 0,1 0 1 0 0,0 1-1 0 0,1-2 1 0 0,9 36-1 0 0,29 68 623 0 0,-31-95-270 0 0,1 0 1 0 0,1-1-1 0 0,2-1 0 0 0,0 0 0 0 0,27 36 0 0 0,-37-57-200 0 0,-1 0-1 0 0,0 0 0 0 0,1 0 1 0 0,0-1-1 0 0,0 1 0 0 0,0-1 1 0 0,0 0-1 0 0,0 0 1 0 0,0 0-1 0 0,0 0 0 0 0,5 2 1 0 0,-6-4-23 0 0,0 0 0 0 0,0 1 1 0 0,0-1-1 0 0,1 0 1 0 0,-1 0-1 0 0,0 0 0 0 0,0 0 1 0 0,1-1-1 0 0,-1 1 1 0 0,0 0-1 0 0,0-1 0 0 0,0 0 1 0 0,0 0-1 0 0,0 1 1 0 0,0-1-1 0 0,0 0 0 0 0,0-1 1 0 0,0 1-1 0 0,0 0 1 0 0,3-3-1 0 0,8-7 4 0 0,-1-1 0 0 0,-1 0 0 0 0,0-1 0 0 0,-1 0-1 0 0,0-1 1 0 0,-1 0 0 0 0,0 0 0 0 0,-1-1 0 0 0,10-28 0 0 0,4-18-470 0 0,16-71 1 0 0,-34 119 353 0 0,-2 4 40 0 0,8-29-124 0 0,1 0 0 0 0,20-46 1 0 0,-30 81 158 0 0,1-1 0 0 0,0 1 1 0 0,0 0-1 0 0,0 0 1 0 0,0 0-1 0 0,1 0 0 0 0,3-3 1 0 0,-6 5 7 0 0,1 1-1 0 0,0-1 1 0 0,0 0 0 0 0,0 1 0 0 0,0-1-1 0 0,0 1 1 0 0,0-1 0 0 0,0 1 0 0 0,0-1-1 0 0,0 1 1 0 0,0 0 0 0 0,0-1 0 0 0,1 1-1 0 0,-1 0 1 0 0,0 0 0 0 0,0 0 0 0 0,2 0 0 0 0,0 1 5 0 0,-1 0 0 0 0,1 0 1 0 0,-1 0-1 0 0,1 1 0 0 0,-1-1 0 0 0,1 1 1 0 0,-1 0-1 0 0,0 0 0 0 0,0 0 1 0 0,0 0-1 0 0,0 0 0 0 0,0 0 1 0 0,0 0-1 0 0,0 0 0 0 0,-1 1 1 0 0,1-1-1 0 0,1 5 0 0 0,8 14 52 0 0,-1 1-1 0 0,0 0 1 0 0,-2 1-1 0 0,0 0 0 0 0,-2 1 1 0 0,0-1-1 0 0,2 35 0 0 0,-3-5-42 0 0,-3 0-1 0 0,-5 65 1 0 0,0-81-7 0 0,-1 0-1 0 0,-2 0 1 0 0,-2 0 0 0 0,-1-1 0 0 0,-2 0 0 0 0,-1 0 0 0 0,-2-1 0 0 0,-2-1 0 0 0,-29 48-1 0 0,29-57 57 0 0,-2 0 0 0 0,-1-1 0 0 0,-1-1 0 0 0,-1-1-1 0 0,-1-1 1 0 0,0 0 0 0 0,-2-2 0 0 0,-1-1 0 0 0,0-1-1 0 0,-1-1 1 0 0,-51 23 0 0 0,62-32-20 0 0,0-2 1 0 0,0 0-1 0 0,-1-1 1 0 0,0 0-1 0 0,0-1 0 0 0,-28 1 1 0 0,33-4-24 0 0,-1 0 1 0 0,1-1 0 0 0,0 0 0 0 0,-1-1-1 0 0,1 0 1 0 0,0-1 0 0 0,0 0-1 0 0,0-1 1 0 0,-16-8 0 0 0,23 10-10 0 0,0 0 0 0 0,0-1 1 0 0,0 1-1 0 0,0-1 1 0 0,0 0-1 0 0,1 0 1 0 0,-1 0-1 0 0,1 0 1 0 0,0-1-1 0 0,0 1 0 0 0,0-1 1 0 0,-3-5-1 0 0,5 7-18 0 0,1 0 0 0 0,-1 0-1 0 0,0-1 1 0 0,1 1 0 0 0,-1 0-1 0 0,1-1 1 0 0,0 1 0 0 0,-1 0 0 0 0,1 0-1 0 0,1-1 1 0 0,-1 1 0 0 0,0 0-1 0 0,0-1 1 0 0,1 1 0 0 0,-1 0-1 0 0,1 0 1 0 0,0-1 0 0 0,0 1 0 0 0,0 0-1 0 0,0 0 1 0 0,0 0 0 0 0,0 0-1 0 0,0 0 1 0 0,1 0 0 0 0,2-3 0 0 0,4-4-156 0 0,1 0 0 0 0,0 0 1 0 0,1 1-1 0 0,0 0 0 0 0,0 1 0 0 0,12-7 1 0 0,70-32-2945 0 0,-61 32 758 0 0,58-28-10189 0 0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1:09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14407 0 0,'5'515'10164'0'0,"-3"-187"-7603"0"0,1-103-3441 0 0,2-43-80 0 0,11-20 1120 0 0,24-26 240 0 0,-6-31 0 0 0,-11-11-400 0 0,-13-20-640 0 0,-5-20-1601 0 0,-13-30-7604 0 0,-18-32-1200 0 0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1:10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1 7684 0 0,'-23'7'4590'0'0,"16"-5"-3711"0"0,1-1 0 0 0,0 1 1 0 0,0 0-1 0 0,0 0 0 0 0,0 1 0 0 0,0 0 0 0 0,1 0 0 0 0,-1 1 0 0 0,1-1 1 0 0,0 1-1 0 0,-6 5 0 0 0,7-3-815 0 0,1 0 0 0 0,0-1 0 0 0,0 1 0 0 0,0 0 0 0 0,1 1 0 0 0,-1-1 0 0 0,2 0 0 0 0,-1 1 0 0 0,1-1 0 0 0,0 1 0 0 0,-1 11 1 0 0,2 11-463 0 0,4 43 0 0 0,4 9 473 0 0,5 0-1 0 0,22 80 0 0 0,-23-119 194 0 0,2 0-1 0 0,1-1 1 0 0,2 0-1 0 0,2-1 0 0 0,37 56 1 0 0,-44-78-169 0 0,1-2 1 0 0,0 1 0 0 0,1-2-1 0 0,1 0 1 0 0,33 26 0 0 0,-39-34-65 0 0,1-1 0 0 0,0 0 0 0 0,0-1 0 0 0,0 0 0 0 0,1-1 0 0 0,-1 0 0 0 0,1 0 0 0 0,0-1 0 0 0,0-1 0 0 0,1 0 0 0 0,-1 0 0 0 0,21 0 0 0 0,-19-3-11 0 0,1 0-1 0 0,-1-1 0 0 0,0-1 1 0 0,0 0-1 0 0,0 0 0 0 0,0-2 1 0 0,0 1-1 0 0,13-8 0 0 0,-5 0 22 0 0,1 0-1 0 0,-2-2 0 0 0,35-28 0 0 0,-8-2-59 0 0,-2-2 0 0 0,-2-1 0 0 0,42-61 0 0 0,93-166-3967 0 0,-88 103-4088 0 0,-41 36-2121 0 0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1:13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1 400 0 0,'24'35'1361'0'0,"0"-7"-401"0"0,-10 10-1440 0 0,-28-66-1441 0 0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01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147 384 80 0 0,'-35'-66'240'0'0,"9"10"-160"0"0,14 0 0 0 0,0 10-160 0 0,-12-20 0 0 0,-14-28-160 0 0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02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1 80 0 0,'2'22'2401'0'0,"-28"309"-320"0"0,19-115-720 0 0,-2-70-161 0 0,-8-14-79 0 0,3 8 79 0 0,-5-3-159 0 0,12-19-481 0 0,7-52-2241 0 0,19-136-6643 0 0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03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298 371 3121 0 0,'-9'-1'7120'0'0,"1"7"-4888"0"0,-4 16-832 0 0,7-8-1150 0 0,1 0-1 0 0,0 1 1 0 0,1-1 0 0 0,1 1-1 0 0,0 0 1 0 0,1-1-1 0 0,1 1 1 0 0,1 18 0 0 0,1-10 333 0 0,2 0 0 0 0,0 0 0 0 0,1-1 0 0 0,12 35 0 0 0,-15-51-560 0 0,0 0-1 0 0,1 0 0 0 0,-1 0 0 0 0,1 0 1 0 0,0-1-1 0 0,1 0 0 0 0,-1 1 0 0 0,1-1 0 0 0,0 0 1 0 0,1-1-1 0 0,-1 1 0 0 0,1-1 0 0 0,0 0 1 0 0,0 0-1 0 0,0 0 0 0 0,0-1 0 0 0,1 0 1 0 0,0 0-1 0 0,-1 0 0 0 0,1-1 0 0 0,0 1 0 0 0,0-1 1 0 0,0-1-1 0 0,1 1 0 0 0,-1-1 0 0 0,0-1 1 0 0,1 1-1 0 0,-1-1 0 0 0,11 0 0 0 0,-3-1 28 0 0,1-1-1 0 0,-1 0 1 0 0,0-1-1 0 0,0 0 0 0 0,0-2 1 0 0,-1 1-1 0 0,1-1 1 0 0,-1-1-1 0 0,0-1 1 0 0,-1 0-1 0 0,1 0 0 0 0,-1-1 1 0 0,-1-1-1 0 0,0 0 1 0 0,17-17-1 0 0,-12 8 106 0 0,0-1 0 0 0,-1 0 1 0 0,-1-1-1 0 0,-1-1 0 0 0,-1 0 0 0 0,-1-1 1 0 0,0 0-1 0 0,10-35 0 0 0,-11 27-88 0 0,-1-1-1 0 0,-2 0 1 0 0,0 0 0 0 0,-3-1-1 0 0,2-57 1 0 0,-6 77-89 0 0,-1 0 0 0 0,-1 0 0 0 0,0 0 0 0 0,0 0 0 0 0,-1 1 0 0 0,-1-1 0 0 0,-9-20 0 0 0,9 24-4 0 0,-1 0 1 0 0,0 1 0 0 0,0 0-1 0 0,0 0 1 0 0,-1 0 0 0 0,0 1 0 0 0,0 0-1 0 0,-1 0 1 0 0,0 0 0 0 0,0 1-1 0 0,-15-9 1 0 0,11 9 16 0 0,-1 0 0 0 0,-1 0 0 0 0,1 1 0 0 0,0 1 0 0 0,-1 0 1 0 0,0 1-1 0 0,0 0 0 0 0,0 1 0 0 0,1 1 0 0 0,-1 0 0 0 0,0 0 0 0 0,0 1 0 0 0,-19 5 0 0 0,-2 1 14 0 0,-1 2-1 0 0,2 2 1 0 0,-56 24-1 0 0,61-22 16 0 0,1 0-1 0 0,0 2 0 0 0,1 2 1 0 0,1 0-1 0 0,1 1 1 0 0,0 2-1 0 0,1 0 0 0 0,1 2 1 0 0,2 0-1 0 0,-34 46 1 0 0,50-62-24 0 0,0 0 0 0 0,0 0 0 0 0,1 0 0 0 0,0 0 1 0 0,0 0-1 0 0,1 1 0 0 0,-1-1 0 0 0,1 1 0 0 0,1-1 0 0 0,-1 1 1 0 0,1 0-1 0 0,1 0 0 0 0,-1 10 0 0 0,1-14-13 0 0,1 1 1 0 0,0-1-1 0 0,0 1 0 0 0,0-1 1 0 0,0 0-1 0 0,0 0 0 0 0,1 1 1 0 0,-1-1-1 0 0,1 0 0 0 0,0-1 1 0 0,4 6-1 0 0,-2-4-38 0 0,0 1 0 0 0,1-1 0 0 0,0 0 0 0 0,0-1 0 0 0,0 1 0 0 0,0-1 0 0 0,11 5 0 0 0,0-1-502 0 0,0-1 0 0 0,1 0 0 0 0,0-2 0 0 0,0 0 0 0 0,21 2 0 0 0,-15-3-1409 0 0,0-2 0 0 0,0-1 1 0 0,39-4-1 0 0,-20-3-2788 0 0,54-18 1 0 0,-93 24 4562 0 0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03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61 148 1761 0 0,'-21'-7'4118'0'0,"-19"-6"7104"0"0,54 40-8701 0 0,46 175-3318 0 0,-41-128 1336 0 0,40 103-1 0 0,-57-171-476 0 0,1 0 0 0 0,0-1-1 0 0,0 1 1 0 0,0-1-1 0 0,0 0 1 0 0,1 0 0 0 0,0 0-1 0 0,0 0 1 0 0,0-1 0 0 0,1 1-1 0 0,0-1 1 0 0,0 0-1 0 0,0 0 1 0 0,10 5 0 0 0,-11-8-9 0 0,0 1 1 0 0,0-1 0 0 0,-1 0 0 0 0,1 0-1 0 0,1-1 1 0 0,-1 1 0 0 0,0-1 0 0 0,0 0 0 0 0,0 0-1 0 0,0 0 1 0 0,0-1 0 0 0,0 1 0 0 0,0-1-1 0 0,0 0 1 0 0,0 0 0 0 0,0-1 0 0 0,0 1 0 0 0,-1-1-1 0 0,1 0 1 0 0,0 1 0 0 0,-1-2 0 0 0,7-4-1 0 0,-2 1-62 0 0,0-2-1 0 0,0 1 0 0 0,0-1 1 0 0,-1 0-1 0 0,0 0 0 0 0,-1-1 1 0 0,0 0-1 0 0,0 0 0 0 0,-1 0 1 0 0,0-1-1 0 0,5-15 0 0 0,1-8-18 0 0,-1 0 0 0 0,5-42 0 0 0,5-59-1 0 0,9-40-115 0 0,-29 173 140 0 0,0 0-1 0 0,0 0 1 0 0,0 1 0 0 0,0-1 0 0 0,0 0-1 0 0,0 1 1 0 0,0-1 0 0 0,0 0 0 0 0,0 1-1 0 0,1-1 1 0 0,-1 0 0 0 0,0 0 0 0 0,1 1-1 0 0,-1-1 1 0 0,0 1 0 0 0,1-1-1 0 0,-1 0 1 0 0,1 1 0 0 0,-1-1 0 0 0,1 1-1 0 0,-1-1 1 0 0,2 0 0 0 0,2 17-92 0 0,-3-9 77 0 0,137 530 779 0 0,-126-502-767 0 0,2-1 0 0 0,21 37 0 0 0,-27-57-11 0 0,1 1 0 0 0,1-1 0 0 0,0-1 0 0 0,1 0 0 0 0,1 0 0 0 0,17 15 0 0 0,-25-25 15 0 0,0 0 1 0 0,0 0-1 0 0,0 0 0 0 0,0 0 0 0 0,0-1 1 0 0,1 0-1 0 0,-1 0 0 0 0,1 0 0 0 0,0 0 1 0 0,-1-1-1 0 0,1 1 0 0 0,0-1 0 0 0,0-1 1 0 0,0 1-1 0 0,0-1 0 0 0,0 0 1 0 0,0 0-1 0 0,0 0 0 0 0,0 0 0 0 0,0-1 1 0 0,0 0-1 0 0,6-2 0 0 0,-3 0 12 0 0,-1-1 1 0 0,0 0-1 0 0,0 0 0 0 0,0 0 0 0 0,0-1 1 0 0,-1 0-1 0 0,0 0 0 0 0,0 0 0 0 0,0-1 1 0 0,-1 0-1 0 0,0 0 0 0 0,0-1 1 0 0,5-8-1 0 0,-1-1-5 0 0,0-1 0 0 0,-1 0-1 0 0,-1-1 1 0 0,0 0 0 0 0,-2 0 0 0 0,6-27 0 0 0,9-112-351 0 0,-16 97-969 0 0,-2-1 1 0 0,-3 1 0 0 0,-2 0 0 0 0,-13-67-1 0 0,-24-45-6821 0 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06.5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1 317 2001 0 0,'340'17'7217'0'0,"-74"-30"729"0"0,0-18-5929 0 0,-94 10-2710 0 0,1001-170-347 0 0,-1120 179 1012 0 0,143-30-112 0 0,-66 18 321 0 0,-124 26 467 0 0,-9 5-1307 0 0,-1 5-3011 0 0,0-4-399 0 0,-6-12 41 0 0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1:00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28 268 1681 0 0,'-3'-1'1981'0'0,"2"1"-1437"0"0,-1 0 1 0 0,1 0-1 0 0,-1 0 0 0 0,1-1 1 0 0,-1 1-1 0 0,1 0 0 0 0,0-1 0 0 0,-1 1 1 0 0,1-1-1 0 0,0 1 0 0 0,-1-1 1 0 0,1 0-1 0 0,0 0 0 0 0,0 1 1 0 0,0-1-1 0 0,-1 0 0 0 0,0-2 0 0 0,3 3-492 0 0,-1-1-1 0 0,1 1 0 0 0,-1 0 0 0 0,1-1 0 0 0,0 1 0 0 0,-1 0 0 0 0,1-1 0 0 0,0 1 0 0 0,-1 0 0 0 0,1 0 0 0 0,0 0 0 0 0,0 0 0 0 0,-1 0 0 0 0,1 0 0 0 0,0-1 0 0 0,-1 2 0 0 0,1-1 0 0 0,0 0 0 0 0,0 0 0 0 0,-1 0 0 0 0,1 0 0 0 0,0 0 0 0 0,-1 1 0 0 0,1-1 0 0 0,1 1 0 0 0,2-1 157 0 0,-1 1-144 0 0,5-1 76 0 0,-1 1 0 0 0,1-1 1 0 0,0 0-1 0 0,0-1 1 0 0,0 0-1 0 0,0 0 0 0 0,9-3 1 0 0,125-21 419 0 0,589-56 1208 0 0,-385 48-1242 0 0,-110 7-246 0 0,676-54 761 0 0,-686 76-641 0 0,-80 13-368 0 0,-127-6-264 0 0,-1 0 0 0 0,0 1 0 0 0,0 1 0 0 0,0 1 0 0 0,20 9 0 0 0,-32-12-7 0 0,0 0 1 0 0,-1 0 0 0 0,1 0 0 0 0,-1 1-1 0 0,0 0 1 0 0,0 0 0 0 0,0 1 0 0 0,0-1 0 0 0,-1 1-1 0 0,0 0 1 0 0,0 0 0 0 0,0 0 0 0 0,-1 1 0 0 0,1-1-1 0 0,1 7 1 0 0,-2-5-711 0 0,0 1-1 0 0,-1-1 1 0 0,0 1-1 0 0,-1 0 0 0 0,1-1 1 0 0,-1 14-1 0 0,-2 15-5826 0 0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1:00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61 880 0 0,'-4'-4'585'0'0,"-4"-6"768"0"0,9 10-1275 0 0,-1-1-1 0 0,0 1 0 0 0,0-1 1 0 0,1 0-1 0 0,-1 1 0 0 0,0-1 1 0 0,1 1-1 0 0,-1-1 0 0 0,0 1 1 0 0,1-1-1 0 0,-1 1 0 0 0,1 0 1 0 0,-1-1-1 0 0,1 1 0 0 0,-1-1 1 0 0,1 1-1 0 0,-1 0 0 0 0,1-1 1 0 0,-1 1-1 0 0,1 0 0 0 0,0 0 1 0 0,-1 0-1 0 0,1-1 0 0 0,-1 1 1 0 0,2 0-1 0 0,23-8 482 0 0,1 0 0 0 0,-1 2 0 0 0,1 1 0 0 0,1 1 0 0 0,-1 1 0 0 0,0 1 0 0 0,1 2 0 0 0,-1 1 0 0 0,29 4 0 0 0,-32-3-294 0 0,-1 2 1 0 0,1 1-1 0 0,-1 1 1 0 0,0 1-1 0 0,0 1 1 0 0,-1 0-1 0 0,0 2 1 0 0,-1 1-1 0 0,0 0 1 0 0,32 25-1 0 0,-44-30-147 0 0,-1 0 0 0 0,0 1-1 0 0,0 0 1 0 0,-1 0-1 0 0,0 1 1 0 0,0 0 0 0 0,-1 0-1 0 0,0 0 1 0 0,0 1-1 0 0,-1-1 1 0 0,6 19-1 0 0,-8-19-29 0 0,0 1 0 0 0,-1 0 0 0 0,0 0 0 0 0,0 0 0 0 0,-1 0 0 0 0,0 0 0 0 0,-1 0-1 0 0,0-1 1 0 0,0 1 0 0 0,-1 0 0 0 0,0 0 0 0 0,-1-1 0 0 0,-4 11 0 0 0,-5 9 73 0 0,-3 0 0 0 0,0-1 1 0 0,-2-1-1 0 0,0 0 1 0 0,-2-1-1 0 0,-1-1 0 0 0,-1-1 1 0 0,-1-1-1 0 0,-42 34 1 0 0,48-44-301 0 0,0-1 1 0 0,-1 0 0 0 0,-1-1-1 0 0,0-1 1 0 0,0-1-1 0 0,0-1 1 0 0,-1 0 0 0 0,0-1-1 0 0,-1-1 1 0 0,1-1-1 0 0,-1-1 1 0 0,0 0 0 0 0,0-2-1 0 0,0 0 1 0 0,-27-3-1 0 0,40 1-225 0 0,0 0-1 0 0,0 0 1 0 0,0-1-1 0 0,1 0 0 0 0,-1 0 1 0 0,1-1-1 0 0,-1 0 0 0 0,1 0 1 0 0,0 0-1 0 0,0-1 1 0 0,-10-8-1 0 0,8 4-921 0 0,1-1 0 0 0,0 0 0 0 0,0 0 1 0 0,1 0-1 0 0,-9-19 0 0 0,15 27 1197 0 0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1:00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31 3602 0 0,'-71'-30'10765'0'0,"70"30"-10691"0"0,-1 0 205 0 0,0 8-272 0 0,-44 298 660 0 0,-98 505 3174 0 0,109-313-1959 0 0,35-343-1149 0 0,22 187 1 0 0,-12-276-906 0 0,3-1 0 0 0,2-1-1 0 0,4 0 1 0 0,2-1 0 0 0,2-1 0 0 0,4-1 0 0 0,2-2 0 0 0,3 0 0 0 0,39 53 0 0 0,-55-88-451 0 0,1-1 1 0 0,1-1-1 0 0,1-1 0 0 0,1-1 1 0 0,0 0-1 0 0,31 21 1 0 0,-42-35 84 0 0,1 1 1 0 0,1-2 0 0 0,-1 0 0 0 0,1 0 0 0 0,0-1-1 0 0,0 0 1 0 0,20 4 0 0 0,-22-7 58 0 0,-1 0 0 0 0,1 0-1 0 0,-1-1 1 0 0,1 0 0 0 0,0-1 0 0 0,-1 0-1 0 0,1 0 1 0 0,-1-1 0 0 0,0 0 0 0 0,1-1 0 0 0,12-5-1 0 0,-1-3-607 0 0,-1 0-1 0 0,-1-1 1 0 0,18-15-1 0 0,-35 27 1063 0 0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1:01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654 14 240 0 0,'10'-14'8324'0'0,"11"80"-1201"0"0,12 90-5202 0 0,-4 54-1761 0 0,-15-1 480 0 0,-7 45 1 0 0,-14 44-241 0 0,-22 41-160 0 0,-13-21-160 0 0,-6-88-240 0 0,-13-17-1121 0 0,-10 5-559 0 0,-17 4-1842 0 0,-26 1-1280 0 0,-23-5 560 0 0,-34-14 1120 0 0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1:01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 1121 0 0,'9'-1'2614'0'0,"77"3"2989"0"0,111 0 1574 0 0,15-5-3591 0 0,451-20-2995 0 0,-647 23-594 0 0,588-27-463 0 0,901-22 1506 0 0,-1020 55-958 0 0,-346 3-1771 0 0,199 37 1 0 0,-281-34-1816 0 0,-1 2 1 0 0,85 34-1 0 0,-84-20-1312 0 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1:02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 2481 0 0,'1'1'3625'0'0,"19"1"-2291"0"0,55 6-1067 0 0,-46-5 390 0 0,235 38 1529 0 0,-202-27-1545 0 0,-1 2 0 0 0,77 32-1 0 0,-118-39-94 0 0,0 0-1 0 0,0 2 1 0 0,-1 1-1 0 0,-1 0 1 0 0,0 1-1 0 0,0 1 0 0 0,-1 0 1 0 0,-1 2-1 0 0,-1 0 1 0 0,18 24-1 0 0,-22-26-237 0 0,-2 1 0 0 0,0 1 0 0 0,0-1 0 0 0,-2 2 0 0 0,0-1 0 0 0,0 1 0 0 0,-2 0 0 0 0,0 0 0 0 0,-1 0 0 0 0,-1 1 0 0 0,-1-1 0 0 0,0 1 0 0 0,-1 21 0 0 0,-3-11-319 0 0,-1 0 1 0 0,-1-1 0 0 0,-2 0-1 0 0,-1 0 1 0 0,0 0 0 0 0,-2-1-1 0 0,-19 39 1 0 0,2-16-189 0 0,-2 0 0 0 0,-60 79-1 0 0,63-96 133 0 0,-2-1-1 0 0,-1-1 0 0 0,-1-1 1 0 0,-2-2-1 0 0,-1-1 0 0 0,-56 35 1 0 0,63-46-63 0 0,-1-1 0 0 0,-1-2 0 0 0,0 0 0 0 0,-1-2 0 0 0,0-1 0 0 0,0-1-1 0 0,-1-2 1 0 0,0 0 0 0 0,-52 2 0 0 0,68-8-236 0 0,1 0 0 0 0,-1-1 0 0 0,1 0 0 0 0,-1 0 0 0 0,1-2 0 0 0,0 1 0 0 0,0-2 0 0 0,-14-5-1 0 0,13 2-643 0 0,0 0-1 0 0,0-1 1 0 0,1-1-1 0 0,0 0 0 0 0,-11-11 1 0 0,17 14 444 0 0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1:02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394 1 11605 0 0,'-118'86'8644'0'0,"44"20"-7843"0"0,22 33-2162 0 0,7-1 881 0 0,9 34 1600 0 0,-4 56 401 0 0,14 41-481 0 0,24 23-559 0 0,21 2-321 0 0,14-41 0 0 0,7-77-80 0 0,15-26-160 0 0,16-10-801 0 0,16-10-959 0 0,11-15-1282 0 0,1-29-1680 0 0,-4-34-560 0 0,-5-50 799 0 0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1:02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567 8 3762 0 0,'23'-8'6563'0'0,"-4"54"-320"0"0,3 104-2882 0 0,6 78-2480 0 0,-11-34-801 0 0,-12 9-80 0 0,-5 41 80 0 0,-10 36 320 0 0,-14 11 80 0 0,-11-15 0 0 0,2-92-240 0 0,-10-36-320 0 0,-16-1-320 0 0,-24 15-2081 0 0,-24 8-3522 0 0,-23-8-160 0 0,-27-14 1281 0 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1:03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13 1521 0 0,'-1'-8'3480'0'0,"-13"3"-664"0"0,-31 5-655 0 0,-67 9 0 0 0,107-8-2038 0 0,0-1 0 0 0,-1 1-1 0 0,1 1 1 0 0,0-1 0 0 0,0 1 0 0 0,-7 2 0 0 0,5 0 284 0 0,5-4-201 0 0,-1 2 164 0 0,15 3 161 0 0,65 15 1057 0 0,112 25 906 0 0,71 1-1553 0 0,421 22 1 0 0,239-59-997 0 0,-524-24 201 0 0,368-43 332 0 0,-147 9 72 0 0,62 18 143 0 0,-4 48-4014 0 0,-597-10 1034 0 0,85 3-6525 0 0,-111-16 3583 0 0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1:03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0 13126 0 0,'5'2'17306'0'0,"45"25"-19178"0"0,162 69-3312 0 0,-81-38 3845 0 0,-79-33 1395 0 0,0 2 0 0 0,-2 3 1 0 0,-1 2-1 0 0,62 52 0 0 0,-75-52 104 0 0,-2 1 0 0 0,-1 1 0 0 0,-2 2 0 0 0,-1 1 0 0 0,38 64-1 0 0,-54-75-121 0 0,0 0 0 0 0,-2 1-1 0 0,-1 1 1 0 0,-1 0-1 0 0,-2 0 1 0 0,0 1 0 0 0,-2 0-1 0 0,-2 0 1 0 0,0 0-1 0 0,-2 1 1 0 0,-1 30 0 0 0,-3-26-81 0 0,-1-1 1 0 0,-2-1-1 0 0,-1 1 1 0 0,-2-1-1 0 0,-1 0 1 0 0,-1 0-1 0 0,-2-1 1 0 0,-1-1-1 0 0,-28 48 1 0 0,18-42 3 0 0,-2-2-1 0 0,-1-1 1 0 0,-2 0-1 0 0,0-2 1 0 0,-3-2-1 0 0,-33 27 1 0 0,21-23-42 0 0,-2-2 0 0 0,-1-1 0 0 0,-1-3 1 0 0,-63 26-1 0 0,74-38-276 0 0,-1-2 1 0 0,-68 16 0 0 0,82-25 3 0 0,0-1-1 0 0,0-1 1 0 0,-1 0 0 0 0,1-2 0 0 0,-41-5 0 0 0,52 4-19 0 0,0-2 0 0 0,0 0 0 0 0,0 0 1 0 0,0-1-1 0 0,1 0 0 0 0,-1-1 1 0 0,1-1-1 0 0,-19-12 0 0 0,22 12-89 0 0,0 0-1 0 0,1 0 0 0 0,0-1 1 0 0,1 0-1 0 0,-1-1 1 0 0,1 1-1 0 0,1-1 1 0 0,-1 0-1 0 0,1-1 1 0 0,1 1-1 0 0,-7-16 1 0 0,3-5-1557 0 0,0-1 0 0 0,2 0 1 0 0,-3-35-1 0 0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1:03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444 1 3762 0 0,'-109'66'11045'0'0,"0"38"-6243"0"0,21 41-2241 0 0,26 23-1200 0 0,22 2-961 0 0,14 40 160 0 0,17 41 561 0 0,16 9-161 0 0,26-20-640 0 0,33-33-400 0 0,31-35-1440 0 0,24-28-401 0 0,24-36-400 0 0,-10-54-5603 0 0,-9-54-2081 0 0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1:04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795 0 5042 0 0,'23'2'9445'0'0,"-23"36"-4083"0"0,5 42-3601 0 0,2 116-1681 0 0,-12-16 480 0 0,-16 2-80 0 0,-10 33-79 0 0,-7 49-81 0 0,-7 24-160 0 0,-12 1-881 0 0,-21-15-1119 0 0,5-84 479 0 0,-3-41-1040 0 0,-28-9-2962 0 0,-29 2-239 0 0,-35 0 1040 0 0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1:04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1921 0 0,'-21'2'9171'0'0,"64"4"850"0"0,2 5-10244 0 0,143 44 316 0 0,372 93-373 0 0,-184-76 733 0 0,538 57 801 0 0,239-28 1361 0 0,-178-18-1014 0 0,-12 51-2028 0 0,-845-112-460 0 0,133 23-5363 0 0,-228-41 4085 0 0,0-1-1 0 0,29-1 1 0 0,-50-2 1853 0 0,1 0 1 0 0,-1 0-1 0 0,0 0 1 0 0,0 0-1 0 0,0-1 1 0 0,0 1-1 0 0,1-1 1 0 0,-1 1-1 0 0,0-1 1 0 0,0 0 0 0 0,0 1-1 0 0,0-1 1 0 0,0 0-1 0 0,0 0 1 0 0,-1-1-1 0 0,1 1 1 0 0,0 0-1 0 0,0-1 1 0 0,2-2-1 0 0,-4 2-9 0 0,1 0 0 0 0,-1 0 0 0 0,1 0 0 0 0,-1 0 0 0 0,0 0 0 0 0,0 0 0 0 0,0 0 0 0 0,0 0 0 0 0,0 0 0 0 0,-1 0 0 0 0,1 0 0 0 0,-1 0 0 0 0,1 0 1 0 0,-1 0-1 0 0,-1-3 0 0 0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1:04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1 160 0 0,'0'1'143'0'0,"0"-1"-1"0"0,0 1 1 0 0,0 0-1 0 0,0 0 1 0 0,0 0-1 0 0,1-1 1 0 0,-1 1-1 0 0,0 0 1 0 0,0 0-1 0 0,1 0 1 0 0,-1-1-1 0 0,0 1 1 0 0,1 0-1 0 0,-1 0 1 0 0,1-1-1 0 0,-1 1 1 0 0,1 0-1 0 0,-1-1 1 0 0,1 1-1 0 0,-1-1 1 0 0,1 1-1 0 0,-1-1 1 0 0,2 2-1 0 0,28 10 1452 0 0,-26-11-1459 0 0,648 238 14446 0 0,-335-83-10155 0 0,-232-107-5052 0 0,118 92 0 0 0,-176-121 544 0 0,-1 2 0 0 0,-1 2 0 0 0,-1 0 0 0 0,-1 1 0 0 0,34 50 0 0 0,-48-61 72 0 0,-1 0 1 0 0,0 1-1 0 0,-2 0 0 0 0,1 1 1 0 0,-2-1-1 0 0,0 1 0 0 0,-1 1 1 0 0,0-1-1 0 0,-1 0 1 0 0,-1 1-1 0 0,-1-1 0 0 0,0 1 1 0 0,-3 25-1 0 0,-2-11 47 0 0,-2 0 1 0 0,-1-1 0 0 0,-1 0-1 0 0,-2-1 1 0 0,-1 1-1 0 0,-1-2 1 0 0,-2 0-1 0 0,0 0 1 0 0,-2-1-1 0 0,-35 44 1 0 0,20-32 20 0 0,-3-2 0 0 0,-1-1 0 0 0,-1-2-1 0 0,-2-1 1 0 0,-84 54 0 0 0,64-51-161 0 0,-1-3 0 0 0,-2-3-1 0 0,-1-2 1 0 0,-2-3-1 0 0,0-3 1 0 0,-1-3 0 0 0,-126 20-1 0 0,151-34-397 0 0,1-2 1 0 0,-44-3-1 0 0,67-1 53 0 0,1 0 0 0 0,0-1-1 0 0,0-1 1 0 0,0-1 0 0 0,0 0 0 0 0,0 0 0 0 0,1-2 0 0 0,-16-7-1 0 0,24 9 3 0 0,-1 0-1 0 0,1 0 0 0 0,0-1 0 0 0,0 0 0 0 0,0 0 0 0 0,1 0 0 0 0,-1 0 0 0 0,1-1 1 0 0,1 0-1 0 0,-1 0 0 0 0,1-1 0 0 0,0 1 0 0 0,-6-14 0 0 0,4-1-1380 0 0,0-1-1 0 0,1 1 1 0 0,2-1-1 0 0,-3-31 1 0 0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1:05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552 0 3842 0 0,'-30'26'3937'0'0,"2"1"0"0"0,-31 38 0 0 0,28-24-2654 0 0,2 0 0 0 0,-45 86 0 0 0,32-38-1163 0 0,5 2 0 0 0,-34 124 0 0 0,27-42 1297 0 0,7 1 0 0 0,9 2-1 0 0,6 1 1 0 0,3 199 0 0 0,18-286-1375 0 0,4 1 0 0 0,5-1 0 0 0,21 106 0 0 0,-20-154-157 0 0,2-1 0 0 0,1-1 0 0 0,3 0 0 0 0,1 0 0 0 0,1-2 0 0 0,3 0 0 0 0,1-1 0 0 0,42 55 0 0 0,-48-74-255 0 0,0-1 1 0 0,1 0-1 0 0,1-1 1 0 0,1-1-1 0 0,0-1 1 0 0,0-1-1 0 0,33 18 1 0 0,-39-24-260 0 0,1-2 1 0 0,-1 0 0 0 0,1 0 0 0 0,0-1 0 0 0,0-1-1 0 0,0 0 1 0 0,0-1 0 0 0,0 0 0 0 0,1-1 0 0 0,-1 0-1 0 0,0-1 1 0 0,1-1 0 0 0,-1 0 0 0 0,17-4 0 0 0,-16 1-93 0 0,-1 0 1 0 0,0-1 0 0 0,0 0-1 0 0,0-1 1 0 0,-1-1 0 0 0,0 0-1 0 0,0 0 1 0 0,14-14 0 0 0,9-11-1968 0 0,51-58 0 0 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1:05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541 0 2081 0 0,'-1'0'182'0'0,"0"0"1"0"0,0 0-1 0 0,0 0 1 0 0,0 0-1 0 0,0 1 1 0 0,0-1 0 0 0,0 0-1 0 0,0 1 1 0 0,0-1-1 0 0,0 0 1 0 0,0 1-1 0 0,0-1 1 0 0,0 1-1 0 0,0-1 1 0 0,0 1-1 0 0,0 0 1 0 0,0-1-1 0 0,0 1 1 0 0,1 0-1 0 0,-1 0 1 0 0,-1 1-1 0 0,-4 6 441 0 0,0 1-1 0 0,1 0 1 0 0,0 0-1 0 0,0 1 1 0 0,-5 15-1 0 0,-2 12 516 0 0,0 1 1 0 0,-7 48-1 0 0,9-11 76 0 0,-2 85 0 0 0,13 133 240 0 0,31 348 139 0 0,-10-274-892 0 0,-4 396 537 0 0,-25-577-863 0 0,-8 0-1 0 0,-39 189 0 0 0,38-298-808 0 0,-31 96-1 0 0,39-151-414 0 0,-1 1 0 0 0,-1-1 0 0 0,0-1 0 0 0,-2 0 0 0 0,-1 0 0 0 0,0-1 0 0 0,-2-1 0 0 0,-26 28 0 0 0,34-40 177 0 0,-1 0 1 0 0,-1 0-1 0 0,0 0 1 0 0,0-1 0 0 0,0-1-1 0 0,0 0 1 0 0,-1 0-1 0 0,-18 6 1 0 0,6-5-676 0 0,-1-2-1 0 0,1-1 1 0 0,-32 1 0 0 0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16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1 1681 0 0,'75'24'5282'0'0,"-139"-32"-2080"0"0,10 2-1442 0 0,7 0-1119 0 0,6 4-641 0 0,10 2-320 0 0,8 2-161 0 0,9 6-319 0 0,51 68-3282 0 0,27 20-1280 0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17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11 160 0 0,'78'-10'3041'0'0,"-109"28"-1280"0"0,24 16-1601 0 0,28 22-2321 0 0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18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6 2001 0 0,'-2'-6'1921'0'0,"63"26"-2561"0"0,44 44-2482 0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1:31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1 715 2401 0 0,'16'-3'12713'0'0,"130"-9"-4738"0"0,7 1-4548 0 0,392-39-3464 0 0,-178 6 2451 0 0,-351 43-2320 0 0,-2 0-85 0 0,0-1 1 0 0,21-5-1 0 0,-33 7-73 0 0,1-1 0 0 0,0 0 0 0 0,-1 0 0 0 0,1 0 0 0 0,-1 0 0 0 0,0 0 0 0 0,1-1 0 0 0,-1 1 0 0 0,0-1 0 0 0,0 1 0 0 0,0-1 0 0 0,0 0 0 0 0,0 0 0 0 0,0 0 0 0 0,0 0 0 0 0,0 0 0 0 0,-1 0 0 0 0,3-5 0 0 0,-3 2-129 0 0,0 1 0 0 0,0-1-1 0 0,-1 1 1 0 0,1-1 0 0 0,-1 0-1 0 0,0 1 1 0 0,-1-1 0 0 0,1 0-1 0 0,-1 1 1 0 0,0-1 0 0 0,0 1-1 0 0,0-1 1 0 0,0 1-1 0 0,-1-1 1 0 0,-2-4 0 0 0,-5-10-1364 0 0,-1 0 0 0 0,-14-19 1 0 0,4 9-4289 0 0,-44-48-1 0 0,33 44 3367 0 0,-39-30-1 0 0,-43-19 2925 0 0,75 59 1815 0 0,-40-18-1 0 0,-8 6 994 0 0,77 32-2589 0 0,-1 0-1 0 0,0 1 1 0 0,1 0-1 0 0,-1 1 1 0 0,0 0-1 0 0,-17 0 0 0 0,26 1-586 0 0,-1 0-1 0 0,1 0 0 0 0,0 0 0 0 0,0 0 0 0 0,0 0 0 0 0,0 1 0 0 0,0-1 1 0 0,0 0-1 0 0,0 0 0 0 0,0 1 0 0 0,0-1 0 0 0,0 1 0 0 0,0-1 1 0 0,0 1-1 0 0,0-1 0 0 0,0 1 0 0 0,1 0 0 0 0,-1-1 0 0 0,0 1 0 0 0,0 0 1 0 0,1 0-1 0 0,-1 0 0 0 0,0-1 0 0 0,1 1 0 0 0,-1 0 0 0 0,1 0 0 0 0,-1 0 1 0 0,1 0-1 0 0,-1 0 0 0 0,1 1 0 0 0,-1 3-13 0 0,1 0 0 0 0,-1 0 0 0 0,2-1 0 0 0,-1 1 0 0 0,0 0 0 0 0,2 5 0 0 0,0 1 70 0 0,22 140 871 0 0,59 196 0 0 0,82 148 683 0 0,-90-317-1126 0 0,26 77 12 0 0,-95-234-885 0 0,7 36 0 0 0,-13-51 159 0 0,1-1-1 0 0,0 1 0 0 0,-1-1 1 0 0,0 1-1 0 0,-1-1 0 0 0,1 1 1 0 0,-1-1-1 0 0,0 0 0 0 0,0 1 1 0 0,-1-1-1 0 0,-1 6 0 0 0,2-10 64 0 0,0 1 0 0 0,0-1 0 0 0,0 1-1 0 0,1-1 1 0 0,-1 0 0 0 0,0 1 0 0 0,-1-1 0 0 0,1 0 0 0 0,0 0-1 0 0,0 0 1 0 0,0 0 0 0 0,-1 0 0 0 0,1 0 0 0 0,-1 0-1 0 0,1 0 1 0 0,0 0 0 0 0,-1-1 0 0 0,1 1 0 0 0,-1-1 0 0 0,0 1-1 0 0,1-1 1 0 0,-1 1 0 0 0,1-1 0 0 0,-1 0 0 0 0,0 0-1 0 0,1 0 1 0 0,-1 0 0 0 0,0 0 0 0 0,1 0 0 0 0,-4-1 0 0 0,-5-2-152 0 0,1 0 0 0 0,-1 0 1 0 0,0-1-1 0 0,-11-6 0 0 0,15 7 151 0 0,-83-42-523 0 0,-108-72 1 0 0,187 111 735 0 0,2 0 653 0 0,12 7 405 0 0,0 0-812 0 0,0 0-1 0 0,1 0 0 0 0,-1 0 1 0 0,0-1-1 0 0,9 1 1 0 0,25-5 0 0 0,0-1 1 0 0,-1-2-1 0 0,47-14 1 0 0,105-48-109 0 0,-135 45-308 0 0,-1-2-1 0 0,-2-2 1 0 0,0-3-1 0 0,-2-2 1 0 0,-1-2 0 0 0,-2-1-1 0 0,43-47 1 0 0,59-73-3027 0 0,-7-12-4335 0 0,1-23-2194 0 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1:32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558 0 1121 0 0,'-27'11'4726'0'0,"1"1"1"0"0,-26 15 0 0 0,-43 38 1841 0 0,-76 88-4719 0 0,141-125-1479 0 0,1 1 1 0 0,2 2 0 0 0,2 0 0 0 0,-43 68 0 0 0,61-77-110 0 0,7-22-263 0 0,0 0 1 0 0,0 1 0 0 0,0-1 0 0 0,0 1-1 0 0,0-1 1 0 0,0 1 0 0 0,0-1 0 0 0,0 0 0 0 0,0 1-1 0 0,0-1 1 0 0,1 1 0 0 0,-1-1 0 0 0,0 0-1 0 0,0 1 1 0 0,0-1 0 0 0,1 0 0 0 0,-1 1-1 0 0,0-1 1 0 0,1 0 0 0 0,-1 1 0 0 0,0-1 0 0 0,0 0-1 0 0,1 1 1 0 0,-1-1 0 0 0,1 0 0 0 0,0 1-1 0 0,2-1-30 0 0,0 1 0 0 0,1-1 0 0 0,-1 0 0 0 0,0 1 0 0 0,1-1 0 0 0,-1-1 0 0 0,1 1 0 0 0,-1 0-1 0 0,4-2 1 0 0,48-9-222 0 0,93-34-1 0 0,-10 3-89 0 0,88-1-1869 0 0,-153 30 1424 0 0,-60 11 705 0 0,-4 0 83 0 0,0 0 0 0 0,1 0 0 0 0,-1 1 0 0 0,0 0 0 0 0,0 1 0 0 0,1 0 1 0 0,-1 1-1 0 0,0 0 0 0 0,10 2 0 0 0,-18-3 5 0 0,0 0 1 0 0,0 1 0 0 0,0-1-1 0 0,0 1 1 0 0,0-1 0 0 0,-1 1-1 0 0,1-1 1 0 0,0 1-1 0 0,0-1 1 0 0,-1 1 0 0 0,1 0-1 0 0,0-1 1 0 0,-1 1 0 0 0,1 0-1 0 0,0 0 1 0 0,-1 0-1 0 0,1-1 1 0 0,-1 1 0 0 0,0 0-1 0 0,1 0 1 0 0,-1 0 0 0 0,0 0-1 0 0,1 0 1 0 0,-1 0-1 0 0,0 0 1 0 0,0 1 0 0 0,0 2-36 0 0,0-1 0 0 0,0 0 1 0 0,-1 0-1 0 0,0 0 1 0 0,1 0-1 0 0,-1 0 0 0 0,-2 5 1 0 0,-3 5-270 0 0,-1-1 0 0 0,0 1-1 0 0,0-2 1 0 0,-1 1 0 0 0,-1-1 0 0 0,0 0 0 0 0,-18 17 0 0 0,-84 62-891 0 0,103-83 1181 0 0,-336 222 23 0 0,319-214 756 0 0,1 1-1 0 0,0 1 1 0 0,1 1-1 0 0,-39 40 0 0 0,63-55-159 0 0,8-3-369 0 0,23-4-220 0 0,-15 2 98 0 0,56-11 142 0 0,128-41 1 0 0,-186 49-703 0 0,1 0-1 0 0,0 1 1 0 0,-1 1 0 0 0,1 0 0 0 0,1 1 0 0 0,30 0 0 0 0,-44 6-1785 0 0,-8 3 1748 0 0,-9 6 650 0 0,-44 28-28 0 0,42-30 432 0 0,0-1-1 0 0,1 2 0 0 0,0 0 0 0 0,1 1 0 0 0,0 1 0 0 0,1 0 0 0 0,-14 19 0 0 0,27-31-551 0 0,-1 0 1 0 0,0 0-1 0 0,1 0 1 0 0,0 0-1 0 0,-1 0 0 0 0,1 0 1 0 0,0 0-1 0 0,0 0 1 0 0,0 0-1 0 0,0 0 1 0 0,0 0-1 0 0,1 0 0 0 0,-1 0 1 0 0,1 0-1 0 0,-1 0 1 0 0,1 0-1 0 0,0 0 1 0 0,0 0-1 0 0,-1 0 0 0 0,1 0 1 0 0,1-1-1 0 0,0 3 1 0 0,4 5 14 0 0,0-1 1 0 0,0 0 0 0 0,8 8 0 0 0,0-1-25 0 0,0-1 0 0 0,2-1 1 0 0,29 21-1 0 0,-37-29-11 0 0,1 0 1 0 0,0 0-1 0 0,-1-1 0 0 0,2 0 0 0 0,-1-1 1 0 0,0 0-1 0 0,1 0 0 0 0,-1-1 0 0 0,1-1 1 0 0,12 2-1 0 0,5-4 10 0 0,0-1-1 0 0,0-1 1 0 0,27-7 0 0 0,-19 3-99 0 0,36-1 1 0 0,-68 8 60 0 0,0 0 0 0 0,0 0 0 0 0,0 0 0 0 0,0 0 0 0 0,0 0 0 0 0,0 1 0 0 0,-1 0 0 0 0,4 0 0 0 0,-5 0 17 0 0,-1-1 1 0 0,1 0-1 0 0,0 1 1 0 0,-1-1-1 0 0,1 0 1 0 0,-1 1-1 0 0,1-1 1 0 0,-1 1-1 0 0,1-1 1 0 0,-1 1-1 0 0,1-1 1 0 0,-1 1-1 0 0,0-1 1 0 0,1 1-1 0 0,-1 0 1 0 0,0-1-1 0 0,0 1 0 0 0,1 0 1 0 0,-1-1-1 0 0,0 1 1 0 0,0 0-1 0 0,0-1 1 0 0,0 1-1 0 0,1 0 1 0 0,-1-1-1 0 0,0 1 1 0 0,0 0-1 0 0,-1-1 1 0 0,1 1-1 0 0,0 0 1 0 0,0-1-1 0 0,0 1 1 0 0,0 0-1 0 0,-1-1 0 0 0,1 1 1 0 0,0-1-1 0 0,0 1 1 0 0,-1 0-1 0 0,1-1 1 0 0,-1 2-1 0 0,-3 4-36 0 0,0-1-1 0 0,-1 1 1 0 0,1-1-1 0 0,-1 0 1 0 0,0 0-1 0 0,0-1 1 0 0,-1 1-1 0 0,-8 4 1 0 0,2 0-49 0 0,-237 150 334 0 0,152-102 558 0 0,15-9 507 0 0,33-21-218 0 0,-66 50 0 0 0,101-67-1104 0 0,7-4 187 0 0,13-8 116 0 0,10-4-36 0 0,34-11-46 0 0,-9 4-20 0 0,0-2 0 0 0,55-29 1 0 0,-35 9-223 0 0,-2-3-1 0 0,72-61 1 0 0,96-111-2199 0 0,-119 91-4020 0 0,-10-9-5349 0 0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1:33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45 146 11605 0 0,'-33'32'7124'0'0,"21"-24"-6084"0"0,27-8-1040 0 0,18-4 1921 0 0,50-10 4162 0 0,38-10-2962 0 0,2-6-3201 0 0,-26 0-640 0 0,-30 12-801 0 0,-27 12-5042 0 0,-19-8-240 0 0,-26-32-6323 0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1:33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1 720 0 0,'-19'12'3362'0'0,"3"4"-161"0"0,9 10 81 0 0,26 58 1680 0 0,28 51 401 0 0,-4-61-3843 0 0,-8-36-1680 0 0,-9-6-1280 0 0,-14 14-962 0 0,-7 10-2000 0 0,-17-10-5122 0 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1:33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6 960 0 0,'-11'5'1610'0'0,"-89"45"5531"0"0,89-43-6844 0 0,0 0 0 0 0,0 1 0 0 0,-12 11-1 0 0,22-18-232 0 0,1-1 0 0 0,-1 0-1 0 0,1 0 1 0 0,0 0 0 0 0,-1 1 0 0 0,1-1-1 0 0,0 0 1 0 0,-1 0 0 0 0,1 1-1 0 0,-1-1 1 0 0,1 0 0 0 0,0 1 0 0 0,0-1-1 0 0,-1 0 1 0 0,1 1 0 0 0,0-1-1 0 0,0 1 1 0 0,-1-1 0 0 0,1 0-1 0 0,0 1 1 0 0,0-1 0 0 0,0 1 0 0 0,0-1-1 0 0,0 1 1 0 0,0-1 0 0 0,0 1-1 0 0,0-1 1 0 0,0 0 0 0 0,0 1 0 0 0,0 0-1 0 0,14 0 3392 0 0,2-2-3656 0 0,8 1 93 0 0,0-1 0 0 0,-1-2 0 0 0,0 0-1 0 0,35-10 1 0 0,94-39 609 0 0,-123 42-627 0 0,1 1-1 0 0,0 1 0 0 0,60-7 0 0 0,-106 38-419 0 0,-26 26 539 0 0,-64 58 1 0 0,15-17 339 0 0,87-87-301 0 0,0 1 0 0 0,1 0 0 0 0,0 0 0 0 0,0 0 0 0 0,0 0 0 0 0,0 1 0 0 0,1-1 0 0 0,-1 1 0 0 0,1-1 0 0 0,1 1 0 0 0,-1 0 0 0 0,0 0 0 0 0,1 0 0 0 0,-1 8 0 0 0,2-13-28 0 0,0 1 0 0 0,1-1-1 0 0,-1 0 1 0 0,0 1 0 0 0,0-1 0 0 0,1 0 0 0 0,-1 0-1 0 0,0 1 1 0 0,0-1 0 0 0,1 0 0 0 0,-1 0 0 0 0,0 1 0 0 0,1-1-1 0 0,-1 0 1 0 0,0 0 0 0 0,1 0 0 0 0,-1 0 0 0 0,0 0-1 0 0,1 0 1 0 0,-1 0 0 0 0,1 1 0 0 0,-1-1 0 0 0,0 0 0 0 0,1 0-1 0 0,-1 0 1 0 0,0 0 0 0 0,1 0 0 0 0,-1-1 0 0 0,1 1-1 0 0,-1 0 1 0 0,0 0 0 0 0,1 0 0 0 0,-1 0 0 0 0,0 0 0 0 0,1 0-1 0 0,0-1 1 0 0,3 0 15 0 0,17 0-20 0 0,-7 0-26 0 0,0 0 1 0 0,0-1 0 0 0,0-1-1 0 0,21-6 1 0 0,8-9-245 0 0,-29 11 155 0 0,2 1 0 0 0,-1 1 1 0 0,19-5-1 0 0,-29 12 12 0 0,-7 6 19 0 0,-13 12-4 0 0,12-15 87 0 0,-22 27 475 0 0,-55 56 1 0 0,75-83-104 0 0,-1 0 0 0 0,2 0 0 0 0,-1 1-1 0 0,1-1 1 0 0,-7 12 0 0 0,10-14-354 0 0,0-1-1 0 0,0 1 0 0 0,0-1 1 0 0,1 1-1 0 0,-1 0 1 0 0,1 0-1 0 0,0-1 0 0 0,-1 1 1 0 0,1 0-1 0 0,0-1 1 0 0,1 1-1 0 0,-1 0 0 0 0,1-1 1 0 0,-1 1-1 0 0,1 0 1 0 0,1 4-1 0 0,-1-4-19 0 0,1 0 0 0 0,-1 0-1 0 0,1 0 1 0 0,0 0 0 0 0,-1 0 0 0 0,1 0 0 0 0,0 0 0 0 0,1-1-1 0 0,-1 1 1 0 0,0-1 0 0 0,1 1 0 0 0,0-1 0 0 0,-1 0-1 0 0,1 0 1 0 0,5 2 0 0 0,-2-1 7 0 0,0 0 0 0 0,0-1 0 0 0,1 0-1 0 0,-1 0 1 0 0,1-1 0 0 0,-1 0 0 0 0,11 1 0 0 0,0-1-29 0 0,0-2 0 0 0,0 0 0 0 0,0-1 0 0 0,-1 0 0 0 0,27-8 0 0 0,3-8-628 0 0,-46 18 601 0 0,1 0 0 0 0,-1-1 1 0 0,1 1-1 0 0,-1 0 0 0 0,1-1 0 0 0,-1 1 0 0 0,1 0 0 0 0,-1-1 0 0 0,1 1 0 0 0,-1-1 0 0 0,0 1 0 0 0,1-1 0 0 0,-1 1 0 0 0,0-1 0 0 0,1 1 0 0 0,-1-1 1 0 0,0 1-1 0 0,0-1 0 0 0,0 0 0 0 0,1 1 0 0 0,-1-1 0 0 0,0 1 0 0 0,0-1 0 0 0,0 1 0 0 0,0-1 0 0 0,0 0 0 0 0,0 1 0 0 0,0-1 0 0 0,0 1 0 0 0,-1-2 1 0 0,1 0-234 0 0,-1 0 0 0 0,0 1 1 0 0,1-1-1 0 0,-1 0 1 0 0,0 0-1 0 0,0 1 0 0 0,0-1 1 0 0,-1 0-1 0 0,1 1 1 0 0,-2-3-1 0 0,1 2 53 0 0,0 1 1 0 0,1-1-1 0 0,-1 0 0 0 0,-1 0 0 0 0,1 1 1 0 0,0-1-1 0 0,0 1 0 0 0,-1 0 0 0 0,1 0 1 0 0,0-1-1 0 0,-1 1 0 0 0,1 1 1 0 0,-1-1-1 0 0,1 0 0 0 0,-1 1 0 0 0,0-1 1 0 0,1 1-1 0 0,-4 0 0 0 0,3 1 278 0 0,1 0 0 0 0,0-1 1 0 0,0 2-1 0 0,0-1 0 0 0,0 0 0 0 0,0 0 0 0 0,0 1 0 0 0,0-1 0 0 0,1 1 1 0 0,-1-1-1 0 0,0 1 0 0 0,-1 3 0 0 0,-9 8 445 0 0,1 1 1 0 0,0 0-1 0 0,1 1 0 0 0,1 0 1 0 0,0 0-1 0 0,1 1 0 0 0,1 0 0 0 0,0 1 1 0 0,1 0-1 0 0,-4 22 0 0 0,4-14-162 0 0,2 1 0 0 0,1 0 0 0 0,2 0 0 0 0,0 0 0 0 0,1 1 0 0 0,2-1 0 0 0,5 29 0 0 0,28 120 1197 0 0,18 134-996 0 0,-51-291-510 0 0,4 96 119 0 0,-6-102-94 0 0,-1 1 1 0 0,-1-1-1 0 0,1 1 0 0 0,-2-1 1 0 0,0 1-1 0 0,-8 21 0 0 0,9-31-41 0 0,1 0 0 0 0,-1 0-1 0 0,0 0 1 0 0,0 0 0 0 0,0-1 0 0 0,0 1 0 0 0,-1 0-1 0 0,1-1 1 0 0,-1 0 0 0 0,1 0 0 0 0,-1 1-1 0 0,0-1 1 0 0,0-1 0 0 0,0 1 0 0 0,0 0-1 0 0,0-1 1 0 0,0 0 0 0 0,0 0 0 0 0,-1 0-1 0 0,1 0 1 0 0,0 0 0 0 0,-1 0 0 0 0,1-1-1 0 0,0 0 1 0 0,-1 0 0 0 0,1 0 0 0 0,-1 0 0 0 0,1 0-1 0 0,-6-2 1 0 0,-4 0-38 0 0,0-1 1 0 0,-1 0-1 0 0,2-2 0 0 0,-1 1 1 0 0,0-1-1 0 0,-14-9 0 0 0,-4-4-94 0 0,2-2-1 0 0,0-1 1 0 0,-26-24-1 0 0,-70-77-192 0 0,103 101 294 0 0,16 15 61 0 0,0 0-1 0 0,0 0 1 0 0,1-1-1 0 0,0 1 1 0 0,0-1-1 0 0,-5-9 1 0 0,12 14 913 0 0,5 3-118 0 0,13 1 866 0 0,98-20 1396 0 0,-37 5-2205 0 0,779-81 397 0 0,-288 56 1318 0 0,-546 36-3192 0 0,1 1-1 0 0,-1 1 1 0 0,1 1 0 0 0,38 8 0 0 0,-61-8-66 0 0,1 0-1 0 0,0 0 1 0 0,-1 1 0 0 0,1-1 0 0 0,-1 1 0 0 0,1 1 0 0 0,-1-1 0 0 0,7 5 0 0 0,-8-3-1091 0 0,1-1-1 0 0,-1 1 1 0 0,0 0 0 0 0,0 0-1 0 0,0 1 1 0 0,3 7 0 0 0,-6-12 1735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22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304 1 7363 0 0,'-1'0'340'0'0,"0"0"-1"0"0,0 0 0 0 0,1 0 0 0 0,-1 0 0 0 0,0 0 0 0 0,0 0 0 0 0,0 0 0 0 0,0 0 1 0 0,0 0-1 0 0,1 1 0 0 0,-1-1 0 0 0,0 0 0 0 0,0 0 0 0 0,0 1 0 0 0,1-1 0 0 0,-1 1 1 0 0,0-1-1 0 0,1 1 0 0 0,-1-1 0 0 0,0 1 0 0 0,1-1 0 0 0,-1 1 0 0 0,0 0 0 0 0,1-1 1 0 0,-1 2-1 0 0,-6 6 498 0 0,0 1 1 0 0,1 0 0 0 0,-6 13 0 0 0,-32 71-803 0 0,38-78-73 0 0,-85 211-626 0 0,42-103 981 0 0,39-97-236 0 0,0-5-10 0 0,1 0-1 0 0,2 1 0 0 0,0 0 1 0 0,1 0-1 0 0,1 0 0 0 0,-2 30 1 0 0,7-44-55 0 0,1 1 0 0 0,0-1 1 0 0,0 0-1 0 0,1 1 0 0 0,0-1 1 0 0,1 0-1 0 0,6 15 0 0 0,1-2 52 0 0,24 35 1 0 0,74 82 140 0 0,-69-94-194 0 0,54 83 1 0 0,-73-90 20 0 0,-1 1 0 0 0,-2 1 1 0 0,-2 0-1 0 0,-1 1 0 0 0,-2 0 1 0 0,-2 1-1 0 0,8 64 1 0 0,-11-35 110 0 0,-3 1 0 0 0,-3 0 1 0 0,-13 114-1 0 0,7-140-61 0 0,-1 1 0 0 0,-3-1-1 0 0,-2-1 1 0 0,-2 1 0 0 0,-1-2 0 0 0,-35 70-1 0 0,41-98-133 0 0,0-1 1 0 0,-15 19-1 0 0,20-29 4 0 0,-1 0 0 0 0,1 0 1 0 0,0-1-1 0 0,-1 0 1 0 0,0 0-1 0 0,0 0 0 0 0,0 0 1 0 0,0 0-1 0 0,0-1 1 0 0,-1 1-1 0 0,-7 2 0 0 0,9-5-45 0 0,0 1-1 0 0,1-1 1 0 0,-1 0-1 0 0,1 0 0 0 0,-1 0 1 0 0,1 0-1 0 0,-1 0 1 0 0,1-1-1 0 0,-1 1 1 0 0,1-1-1 0 0,-1 1 1 0 0,1-1-1 0 0,-1 0 0 0 0,1 0 1 0 0,0 0-1 0 0,-1 0 1 0 0,1-1-1 0 0,0 1 1 0 0,0-1-1 0 0,-3-2 0 0 0,-79-72-6379 0 0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23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129 654 1921 0 0,'-48'-96'3762'0'0,"3"14"-321"0"0,12 16 321 0 0,31-10 640 0 0,40 8-2241 0 0,40 4-1841 0 0,38 3-80 0 0,43 3 240 0 0,-17 16 721 0 0,5 14 880 0 0,17 16-1281 0 0,13 18-2160 0 0,6 22-2562 0 0,-5 4-2241 0 0,-12-14-2241 0 0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23.6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792 86 2401 0 0,'-59'7'1507'0'0,"-102"26"1"0"0,126-22-954 0 0,0 1 1 0 0,0 1 0 0 0,2 2 0 0 0,-37 22 0 0 0,33-13 819 0 0,0 2 0 0 0,2 1 0 0 0,0 1 0 0 0,2 2 0 0 0,-44 53 0 0 0,64-66-333 0 0,0 0 0 0 0,2 0 0 0 0,0 1-1 0 0,0 1 1 0 0,2 0 0 0 0,1 0 0 0 0,0 1-1 0 0,-10 40 1 0 0,15-45-960 0 0,1 1 0 0 0,0-1 0 0 0,1 1 0 0 0,1-1 0 0 0,0 1-1 0 0,1-1 1 0 0,1 1 0 0 0,1-1 0 0 0,0 0 0 0 0,0 0 0 0 0,2 0-1 0 0,7 18 1 0 0,-8-25-136 0 0,0 1-1 0 0,0-1 0 0 0,1 0 1 0 0,0-1-1 0 0,0 1 1 0 0,1-1-1 0 0,0 0 0 0 0,0 0 1 0 0,1-1-1 0 0,0 0 0 0 0,0 0 1 0 0,0 0-1 0 0,1-1 0 0 0,10 6 1 0 0,-7-7 29 0 0,0 1 0 0 0,0-1 0 0 0,1-1 0 0 0,0 0 0 0 0,0-1 0 0 0,-1 0 1 0 0,1 0-1 0 0,1-2 0 0 0,19 0 0 0 0,0-3 16 0 0,-1-2 0 0 0,1-2 0 0 0,-1 0 0 0 0,-1-2 0 0 0,0-1 0 0 0,0-2-1 0 0,31-16 1 0 0,-26 8-135 0 0,-1 0 0 0 0,-1-2 0 0 0,0-2 0 0 0,-2-1-1 0 0,-1-1 1 0 0,37-43 0 0 0,-8 0-807 0 0,78-122-1 0 0,-18-2 59 0 0,5-39 588 0 0,-117 216 543 0 0,-10 20-57 0 0,-17 33 203 0 0,2-2-140 0 0,2 1 0 0 0,1 0 0 0 0,3 1 1 0 0,0 1-1 0 0,-7 48 0 0 0,11-33-34 0 0,2-1 0 0 0,3 1-1 0 0,4 77 1 0 0,0-105-101 0 0,2 1-1 0 0,1-1 0 0 0,2 0 0 0 0,0 0 0 0 0,16 41 1 0 0,-17-53-93 0 0,1-2 0 0 0,0 1 0 0 0,0-1 0 0 0,1 1 0 0 0,1-2 1 0 0,0 1-1 0 0,0-1 0 0 0,1-1 0 0 0,0 1 0 0 0,1-1 0 0 0,0-1 1 0 0,14 10-1 0 0,-18-15-193 0 0,0 1 0 0 0,0-1 0 0 0,0-1 0 0 0,0 1 0 0 0,1-1 1 0 0,-1 0-1 0 0,1-1 0 0 0,-1 1 0 0 0,1-1 0 0 0,-1-1 0 0 0,10 1 0 0 0,-2-3-1485 0 0,1 0-1 0 0,-1-1 1 0 0,0-1-1 0 0,25-10 0 0 0,-38 14 1592 0 0</inkml:trace>
  <inkml:trace contextRef="#ctx0" brushRef="#br0" timeOffset="1">1825 192 2081 0 0,'-28'30'2561'0'0,"14"52"-160"0"0,11 54 0 0 0,6 2-240 0 0,13-29-320 0 0,22-13-240 0 0,2-30-401 0 0,36-22 2242 0 0,-19-46-3282 0 0,-26-62-13046 0 0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23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0 7363 0 0,'-67'6'9845'0'0,"32"22"-3762"0"0,25-6-4963 0 0,29 16-1840 0 0,36 26 0 0 0,59 12-3202 0 0,25-10-1521 0 0,-15-12-5522 0 0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24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503 1 4402 0 0,'-96'66'10353'0'0,"-51"26"-4443"0"0,94-62-3927 0 0,-2-3-1 0 0,-97 34 0 0 0,159-61-2023 0 0,1 0 0 0 0,-1 1-1 0 0,0 0 1 0 0,0 1 0 0 0,0 0-1 0 0,9 3 1 0 0,5 1 50 0 0,253 49 62 0 0,-135-31-222 0 0,-118-20 81 0 0,0 0 0 0 0,0 2-1 0 0,20 8 1 0 0,-35-11-74 0 0,-1-1 0 0 0,1 1 0 0 0,-1 0-1 0 0,0 0 1 0 0,0 0 0 0 0,0 1 0 0 0,0 0 0 0 0,0 0-1 0 0,-1 0 1 0 0,0 1 0 0 0,0-1 0 0 0,0 1 0 0 0,0 0 0 0 0,-1 0-1 0 0,4 7 1 0 0,-6-9 71 0 0,0 0 0 0 0,0 0 0 0 0,0 0 0 0 0,-1 0 0 0 0,1 0 0 0 0,-1 0 0 0 0,1 0 0 0 0,-1 0 0 0 0,0 1 0 0 0,0-1 0 0 0,-1 0 0 0 0,1 0 0 0 0,0 0 0 0 0,-1 0 0 0 0,0 0 0 0 0,-1 4 0 0 0,-3 3 65 0 0,0 1-1 0 0,0-1 1 0 0,-9 13-1 0 0,13-21 17 0 0,-23 34 234 0 0,-2-1 1 0 0,-32 36-1 0 0,41-53-161 0 0,-1-1 0 0 0,0-1 0 0 0,-1 0 1 0 0,-1-1-1 0 0,-28 16 0 0 0,-24 6-855 0 0,72-37 726 0 0,-1 0-1 0 0,1 0 1 0 0,0 0-1 0 0,0 0 1 0 0,0 0-1 0 0,0 0 1 0 0,0 0-1 0 0,0 0 1 0 0,-1 0-1 0 0,1 0 1 0 0,0 1-1 0 0,0-1 1 0 0,0 0-1 0 0,0 0 1 0 0,0 0-1 0 0,-1 0 1 0 0,1 0-1 0 0,0 0 1 0 0,0 0-1 0 0,0 0 0 0 0,0 0 1 0 0,0 0-1 0 0,-1 0 1 0 0,1 0-1 0 0,0 0 1 0 0,0 0-1 0 0,0-1 1 0 0,0 1-1 0 0,0 0 1 0 0,-1 0-1 0 0,1 0 1 0 0,0 0-1 0 0,0 0 1 0 0,0 0-1 0 0,0 0 1 0 0,0 0-1 0 0,0 0 1 0 0,0 0-1 0 0,-1-1 1 0 0,1 1-1 0 0,0 0 1 0 0,0 0-1 0 0,0 0 1 0 0,0 0-1 0 0,0 0 1 0 0,0 0-1 0 0,0-1 1 0 0,0 1-1 0 0,0 0 1 0 0,0 0-1 0 0,0 0 1 0 0,0 0-1 0 0,0-1 1 0 0,0 1-1 0 0,0 0 1 0 0,0 0-1 0 0,0 0 1 0 0,0 0-1 0 0,0 0 1 0 0,0-1-1 0 0,0 1 1 0 0,0 0-1 0 0,0 0 1 0 0,0 0-1 0 0,0 0 1 0 0,-1-3-539 0 0,1 0 0 0 0,-1 0 0 0 0,1 1 0 0 0,0-1 0 0 0,0 0 0 0 0,0 0 0 0 0,0 0 0 0 0,0 1 0 0 0,0-1 0 0 0,2-4 0 0 0,2-5-2127 0 0,1 0-1 0 0,1 0 1 0 0,7-11-1 0 0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24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984 1 1921 0 0,'-57'16'11065'0'0,"-95"42"0"0"0,122-43-8366 0 0,-36 24 1 0 0,44-24-3659 0 0,1 1-1 0 0,-23 22 1 0 0,43-38 980 0 0,0 1-1 0 0,0 0 0 0 0,1 1 1 0 0,-1-1-1 0 0,0 0 0 0 0,0 0 1 0 0,1 0-1 0 0,-1 0 0 0 0,0 1 1 0 0,1-1-1 0 0,-1 0 1 0 0,1 0-1 0 0,0 1 0 0 0,-1-1 1 0 0,1 0-1 0 0,0 1 0 0 0,0-1 1 0 0,0 1-1 0 0,0-1 0 0 0,0 0 1 0 0,0 1-1 0 0,0-1 1 0 0,0 0-1 0 0,1 1 0 0 0,-1-1 1 0 0,1 0-1 0 0,-1 1 0 0 0,1-1 1 0 0,-1 0-1 0 0,2 1 1 0 0,1 4 120 0 0,0-1 1 0 0,1 0-1 0 0,0 0 1 0 0,0 0-1 0 0,7 5 1 0 0,7 7-128 0 0,0-2 0 0 0,2-1 0 0 0,0 0 0 0 0,36 17 0 0 0,96 38-160 0 0,-100-47 168 0 0,-51-22-22 0 0,230 110-520 0 0,-217-102 385 0 0,-1 1 0 0 0,0 0 0 0 0,0 1 0 0 0,-1 0 0 0 0,19 20 0 0 0,-26-23 112 0 0,0-1 0 0 0,0 1 0 0 0,-1 0 0 0 0,0 0 1 0 0,0 0-1 0 0,-1 1 0 0 0,0-1 0 0 0,0 1 0 0 0,0 0 1 0 0,-1 0-1 0 0,-1 0 0 0 0,2 11 0 0 0,-3-4 33 0 0,0 0 0 0 0,-1-1 1 0 0,-1 1-1 0 0,0 0 0 0 0,-1-1 0 0 0,0 0 0 0 0,-2 1 0 0 0,1-1 0 0 0,-2-1 1 0 0,0 1-1 0 0,0-1 0 0 0,-12 17 0 0 0,-3 2-50 0 0,-2-1 1 0 0,0-1-1 0 0,-46 45 0 0 0,5-16 4 0 0,-107 77 0 0 0,-84 36-2421 0 0,227-153 1892 0 0,-364 218-9120 0 0,169-119 841 0 0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25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1272 2481 0 0,'-129'20'9218'0'0,"123"-18"-4220"0"0,23-2-3141 0 0,63-7 265 0 0,157-26 1760 0 0,58-18-1521 0 0,81-20-1614 0 0,107-27-734 0 0,75-13-133 0 0,-63 16 120 0 0,859-136 538 0 0,-7 28 106 0 0,-46 6 82 0 0,-1138 172-554 0 0,200-34 590 0 0,-340 54-494 0 0,0-1 1 0 0,29-10 0 0 0,-10-7-983 0 0,-37 19-104 0 0,0 0 0 0 0,0 0 0 0 0,0-1 0 0 0,0 0 0 0 0,4-5 0 0 0,6-21-14122 0 0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25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972 1 4962 0 0,'-52'14'1832'0'0,"0"2"-1"0"0,2 3 1 0 0,-73 36-1 0 0,-94 76 722 0 0,204-122-2400 0 0,-80 51 2281 0 0,-141 121 0 0 0,211-160-1807 0 0,1 0 0 0 0,0 1 0 0 0,-26 37 0 0 0,45-56-633 0 0,1 1-1 0 0,-1-1 0 0 0,1 1 0 0 0,0 0 1 0 0,0 0-1 0 0,1 0 0 0 0,-1 0 1 0 0,1 0-1 0 0,0 0 0 0 0,0 0 1 0 0,0 0-1 0 0,0 0 0 0 0,1 1 0 0 0,-1-1 1 0 0,1 0-1 0 0,1 0 0 0 0,0 7 1 0 0,0-7-9 0 0,1 1 1 0 0,0 0 0 0 0,0-1 0 0 0,1 1 0 0 0,-1-1 0 0 0,1 0 0 0 0,0 0 0 0 0,0 0-1 0 0,0 0 1 0 0,1 0 0 0 0,0-1 0 0 0,-1 1 0 0 0,1-1 0 0 0,0 0 0 0 0,6 3-1 0 0,37 23 13 0 0,60 27-1 0 0,25 15 62 0 0,-102-52-67 0 0,-1 1-1 0 0,0 2 1 0 0,-2 1 0 0 0,31 32 0 0 0,-41-36 5 0 0,-1 0-1 0 0,-1 1 1 0 0,-1 1 0 0 0,-1 0 0 0 0,-1 0 0 0 0,0 2-1 0 0,8 25 1 0 0,-5-3-3 0 0,-3 2-1 0 0,-1-1 1 0 0,-3 1 0 0 0,-1 1-1 0 0,0 83 1 0 0,-28 247-193 0 0,7-212-364 0 0,5 9-4698 0 0,8-167 4519 0 0,1 25-7102 0 0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26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1 145 1441 0 0,'54'-38'8724'0'0,"65"-8"-80"0"0,9 12-6323 0 0,-12 12-2321 0 0,10 18-641 0 0,11 20 321 0 0,0 16 400 0 0,-30 22 400 0 0,-33 30 81 0 0,-32 24-81 0 0,-32 11-240 0 0,-24 7-240 0 0,-10-8-640 0 0,-7-18-801 0 0,-5-24 81 0 0,-13-30-1442 0 0,-20-14-8963 0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26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40 4402 0 0,'-1'0'695'0'0,"-22"0"1936"0"0,0 1 1 0 0,-23 4-1 0 0,40-4-2328 0 0,0 0-1 0 0,0 0 1 0 0,0 1 0 0 0,0 0 0 0 0,0 0 0 0 0,1 1 0 0 0,-1-1-1 0 0,1 1 1 0 0,0 0 0 0 0,-1 1 0 0 0,2-1 0 0 0,-9 9 0 0 0,12-12-294 0 0,0 1 0 0 0,0-1 0 0 0,1 1 0 0 0,-1 0 0 0 0,0 0 0 0 0,1-1 0 0 0,-1 1 0 0 0,1 0 0 0 0,-1 0 0 0 0,1 0 0 0 0,-1 0 0 0 0,1 0-1 0 0,0-1 1 0 0,-1 3 0 0 0,1-2 226 0 0,1 0 0 0 0,-1 0 0 0 0,1-1-1 0 0,0 1 1 0 0,-1 0 0 0 0,1 0-1 0 0,0-1 1 0 0,-1 1 0 0 0,1-1 0 0 0,0 1-1 0 0,0 0 1 0 0,-1-1 0 0 0,1 0-1 0 0,0 1 1 0 0,0-1 0 0 0,0 1 0 0 0,0-1-1 0 0,0 0 1 0 0,1 1 0 0 0,13 4-221 0 0,0 1 0 0 0,0-2 0 0 0,0 0 1 0 0,1 0-1 0 0,-1-2 0 0 0,1 0 0 0 0,0-1 0 0 0,0 0 1 0 0,0-1-1 0 0,0-1 0 0 0,-1-1 0 0 0,1 0 1 0 0,0-1-1 0 0,23-7 0 0 0,88-40-56 0 0,-87 32 41 0 0,79-23 0 0 0,-104 37-13 0 0,0 1 0 0 0,0 1-1 0 0,0 0 1 0 0,0 1 0 0 0,0 1 0 0 0,0 0-1 0 0,0 1 1 0 0,0 1 0 0 0,21 5-1 0 0,-24-4-2 0 0,0 1 0 0 0,0 0-1 0 0,0 1 1 0 0,0 0-1 0 0,0 1 1 0 0,-1 0 0 0 0,0 1-1 0 0,17 14 1 0 0,-24-18 5 0 0,0 1 0 0 0,0 0 1 0 0,0 0-1 0 0,0 1 0 0 0,-1-1 1 0 0,1 1-1 0 0,-1 0 0 0 0,0 0 1 0 0,-1 0-1 0 0,1 0 0 0 0,-1 0 1 0 0,0 1-1 0 0,0-1 0 0 0,-1 1 1 0 0,0-1-1 0 0,0 1 0 0 0,0 0 1 0 0,-1-1-1 0 0,1 1 0 0 0,-1 0 0 0 0,-2 9 1 0 0,0-3-11 0 0,-1-1-1 0 0,0 0 1 0 0,-1 0 0 0 0,-1 0-1 0 0,0-1 1 0 0,0 1 0 0 0,-1-1 0 0 0,0 0-1 0 0,-1-1 1 0 0,0 1 0 0 0,-14 13-1 0 0,0-2-26 0 0,-1-1-1 0 0,-1-1 0 0 0,-37 24 0 0 0,27-23 233 0 0,-1-1 0 0 0,-1-1 0 0 0,-1-2 0 0 0,0-2 0 0 0,-1-1 0 0 0,-57 11-1 0 0,40-16 392 0 0,37-10-299 0 0,27 2-16 0 0,-2 1-223 0 0,0 0 0 0 0,-1-1 0 0 0,1 0 1 0 0,0 0-1 0 0,0-1 0 0 0,0 0 0 0 0,-1 0 0 0 0,1-1 1 0 0,10-3-1 0 0,-12 4-25 0 0,63-18-408 0 0,-1-3-1 0 0,-1-3 1 0 0,-1-2-1 0 0,116-69 1 0 0,-35 6-4859 0 0,-8 21-4371 0 0,-138 69 9556 0 0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26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90 2001 0 0,'-7'-80'4322'0'0,"2"70"-2481"0"0,7 28-1041 0 0,8 8 2722 0 0,-3 28 2080 0 0,7 26-3681 0 0,36 0-2481 0 0,0-20-401 0 0,-15-20 241 0 0,-11-28-4322 0 0,-7-12-6403 0 0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27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216 202 2961 0 0,'-121'-66'10272'0'0,"120"66"-10163"0"0,0 0 1 0 0,1 0 0 0 0,-1 0 0 0 0,0-1-1 0 0,1 1 1 0 0,-1 0 0 0 0,1-1 0 0 0,-1 1-1 0 0,1-1 1 0 0,-1 1 0 0 0,1-1 0 0 0,-1 1-1 0 0,1-1 1 0 0,-1 1 0 0 0,1-1 0 0 0,-1 1 0 0 0,1-1-1 0 0,0 1 1 0 0,-1-1 0 0 0,1 0 0 0 0,0 1-1 0 0,0-1 1 0 0,-1 1 0 0 0,1-2 0 0 0,0 1-31 0 0,1 0 0 0 0,-1 1 0 0 0,0-1 0 0 0,1 0 1 0 0,-1 1-1 0 0,1-1 0 0 0,-1 0 0 0 0,1 1 1 0 0,-1-1-1 0 0,1 0 0 0 0,0 1 0 0 0,-1-1 1 0 0,1 1-1 0 0,0-1 0 0 0,-1 1 0 0 0,1 0 0 0 0,0-1 1 0 0,1 1-1 0 0,14-7 1105 0 0,34-8-1 0 0,309-54 3166 0 0,-318 63-4331 0 0,0-1-175 0 0,1 3 0 0 0,56 0-1 0 0,-92 4 87 0 0,0 0 0 0 0,0 1 0 0 0,1 0 0 0 0,-1 0 0 0 0,0 0 0 0 0,0 1-1 0 0,11 5 1 0 0,-16-7 45 0 0,0 1 0 0 0,0 0 0 0 0,0-1 0 0 0,0 1 0 0 0,0 0 0 0 0,0 0 0 0 0,0 0 0 0 0,0 0 0 0 0,0 0 0 0 0,0 0 0 0 0,0 0 0 0 0,-1 0 0 0 0,1 0 0 0 0,0 0 0 0 0,-1 1 0 0 0,1-1 0 0 0,0 2 0 0 0,-1-1 2 0 0,0 0 1 0 0,0 0-1 0 0,0 0 1 0 0,0 0-1 0 0,0 0 1 0 0,-1-1-1 0 0,1 1 0 0 0,0 0 1 0 0,-1 0-1 0 0,0 0 1 0 0,1 0-1 0 0,-1 0 1 0 0,0-1-1 0 0,0 1 1 0 0,-1 2-1 0 0,-8 10 13 0 0,-1 0-1 0 0,0-1 0 0 0,0 0 0 0 0,-1-1 1 0 0,-1 0-1 0 0,0-1 0 0 0,-1 0 1 0 0,-29 17-1 0 0,-135 61-16 0 0,169-85 28 0 0,-243 86 130 0 0,80-32 73 0 0,153-49 116 0 0,27-3 180 0 0,2-3-343 0 0,12 8-18 0 0,-10-5-99 0 0,0-1 0 0 0,1 0 0 0 0,0-1 0 0 0,15 4 1 0 0,4-4-23 0 0,0-1 0 0 0,0-2 0 0 0,0-1 0 0 0,-1-2 0 0 0,1-1 0 0 0,47-10 1 0 0,212-65 192 0 0,-20 4-87 0 0,-269 73-129 0 0,15-2-98 0 0,30-3 0 0 0,-44 5 64 0 0,-1 1-1 0 0,0 0 0 0 0,1 0 1 0 0,-1 0-1 0 0,0 0 1 0 0,1 0-1 0 0,-1 0 0 0 0,1 1 1 0 0,-1-1-1 0 0,0 1 0 0 0,0 0 1 0 0,1 0-1 0 0,-1 0 0 0 0,0 0 1 0 0,0 0-1 0 0,0 0 1 0 0,0 0-1 0 0,0 1 0 0 0,0-1 1 0 0,3 4-1 0 0,-5-4-20 0 0,1 1 0 0 0,-1 0 0 0 0,1-1-1 0 0,-1 1 1 0 0,0 0 0 0 0,0 0 0 0 0,0-1 0 0 0,0 1 0 0 0,0 0 0 0 0,0 0-1 0 0,-1-1 1 0 0,1 1 0 0 0,0 0 0 0 0,-1 0 0 0 0,1-1 0 0 0,-1 1 0 0 0,0-1-1 0 0,0 1 1 0 0,1 0 0 0 0,-1-1 0 0 0,0 0 0 0 0,0 1 0 0 0,-2 1 0 0 0,-10 14-1465 0 0,-1 0 1 0 0,-19 17 0 0 0,-60 58-10214 0 0</inkml:trace>
  <inkml:trace contextRef="#ctx0" brushRef="#br0" timeOffset="1">117 933 4642 0 0,'-81'26'7283'0'0,"46"-14"-2240"0"0,37-16-2802 0 0,29-6-1681 0 0,73-6-560 0 0,48-22 80 0 0,28-32 160 0 0,5-8 0 0 0,-43 20-80 0 0,-26 18-160 0 0,-33 24-160 0 0,-36 30-1841 0 0,-37 36-8403 0 0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27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0 80 0 0,'-83'36'6323'0'0,"22"2"-3442"0"0,16 18-160 0 0,16 2-800 0 0,15 0-160 0 0,9-2-800 0 0,15-2-881 0 0,6-12-320 0 0,8-7-161 0 0,4-15-79 0 0,10-42-1441 0 0,10-33-7843 0 0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27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365 278 1121 0 0,'0'-13'1737'0'0,"0"0"1"0"0,1 1 0 0 0,1-1-1 0 0,6-24 1 0 0,-5 29-1285 0 0,-1 1 0 0 0,2 0 0 0 0,-1-1 0 0 0,1 1 0 0 0,0 1 1 0 0,1-1-1 0 0,-1 0 0 0 0,1 1 0 0 0,8-7 0 0 0,-1 1-354 0 0,1 1-1 0 0,1 0 1 0 0,0 1 0 0 0,0 1-1 0 0,1 0 1 0 0,0 1 0 0 0,1 0 0 0 0,0 1-1 0 0,0 1 1 0 0,0 1 0 0 0,1 0-1 0 0,0 1 1 0 0,0 1 0 0 0,33-2 0 0 0,-47 5-76 0 0,0-1 0 0 0,0 1 0 0 0,0 0 0 0 0,-1 1 0 0 0,1-1 0 0 0,0 0 0 0 0,0 1 0 0 0,-1 0 0 0 0,1-1 0 0 0,0 1 1 0 0,-1 0-1 0 0,1 0 0 0 0,0 1 0 0 0,-1-1 0 0 0,0 1 0 0 0,1-1 0 0 0,-1 1 0 0 0,0 0 0 0 0,0-1 0 0 0,0 1 0 0 0,0 0 1 0 0,0 0-1 0 0,0 1 0 0 0,-1-1 0 0 0,1 0 0 0 0,-1 1 0 0 0,1-1 0 0 0,-1 1 0 0 0,0-1 0 0 0,2 6 0 0 0,-2-1-46 0 0,0 0 0 0 0,0 0 0 0 0,-1 0 1 0 0,0 0-1 0 0,0 0 0 0 0,-1 1 0 0 0,0-1 0 0 0,0 0 0 0 0,-1 0 0 0 0,0 0 0 0 0,-3 7 0 0 0,-2 6-23 0 0,-2-2 1 0 0,0 1 0 0 0,-1-1-1 0 0,-1 0 1 0 0,-1-1-1 0 0,-1-1 1 0 0,0 0-1 0 0,-1 0 1 0 0,-29 25 0 0 0,-13 4 49 0 0,-93 56-1 0 0,48-34 70 0 0,77-47 51 0 0,20-17-68 0 0,1 0 1 0 0,-1 0 0 0 0,0 0-1 0 0,0 0 1 0 0,0-1 0 0 0,-9 4 0 0 0,33-12 756 0 0,-10 5-656 0 0,-1-1 0 0 0,0 0 0 0 0,0 0 1 0 0,0-1-1 0 0,0 0 0 0 0,0 0 0 0 0,-1-1 0 0 0,0-1 0 0 0,12-7 0 0 0,11-9-5 0 0,27-25 0 0 0,-50 40-226 0 0,-7 4 63 0 0,17-11-500 0 0,0-2 0 0 0,-2 0 0 0 0,1-1 0 0 0,-2 0 0 0 0,0-2 0 0 0,20-31 0 0 0,-33 45 463 0 0,0 0-1 0 0,-1 0 1 0 0,1-1 0 0 0,-1 1 0 0 0,0-1 0 0 0,0 1 0 0 0,0-1 0 0 0,-1 1-1 0 0,0-1 1 0 0,0 0 0 0 0,0 1 0 0 0,0-1 0 0 0,-1 0 0 0 0,1 1 0 0 0,-1-1 0 0 0,0 1-1 0 0,-1-1 1 0 0,1 1 0 0 0,-1 0 0 0 0,0-1 0 0 0,0 1 0 0 0,0 0 0 0 0,-1 0-1 0 0,1 0 1 0 0,-1 1 0 0 0,0-1 0 0 0,0 1 0 0 0,0-1 0 0 0,-1 1 0 0 0,1 0-1 0 0,-1 0 1 0 0,0 1 0 0 0,0-1 0 0 0,0 1 0 0 0,0 0 0 0 0,0-1 0 0 0,0 2-1 0 0,0-1 1 0 0,-1 1 0 0 0,1-1 0 0 0,-1 1 0 0 0,1 0 0 0 0,-1 1 0 0 0,0-1 0 0 0,-8 1-1 0 0,11 0 69 0 0,-1 1-1 0 0,1-1 0 0 0,-1 1 0 0 0,1-1 0 0 0,0 1 1 0 0,-1 0-1 0 0,1 0 0 0 0,0 0 0 0 0,0 0 0 0 0,-1 1 1 0 0,1-1-1 0 0,0 0 0 0 0,0 1 0 0 0,0 0 1 0 0,1-1-1 0 0,-1 1 0 0 0,-2 3 0 0 0,-2 3 95 0 0,0 1 0 0 0,1-1 0 0 0,-5 11-1 0 0,4-8 20 0 0,2-3-45 0 0,-4 5 139 0 0,1 1-1 0 0,1 0 0 0 0,-9 28 1 0 0,13-37-173 0 0,1 0 1 0 0,0 0-1 0 0,1 0 1 0 0,-1 0-1 0 0,1 0 1 0 0,0 0-1 0 0,0 0 1 0 0,1 0-1 0 0,-1 0 1 0 0,1 0-1 0 0,0 0 1 0 0,1 0-1 0 0,-1 0 0 0 0,1 0 1 0 0,0 0-1 0 0,0-1 1 0 0,4 6-1 0 0,25 38 252 0 0,33 56 331 0 0,-55-88-564 0 0,-1 0 0 0 0,-1 1 0 0 0,-1 1 0 0 0,7 29 0 0 0,-10-35-89 0 0,-1 1 0 0 0,0-1 0 0 0,-1 0 1 0 0,-1 1-1 0 0,0 0 0 0 0,-3 19 0 0 0,1-24-92 0 0,0 0-1 0 0,0 0 0 0 0,0-1 1 0 0,-1 1-1 0 0,-1-1 1 0 0,1 0-1 0 0,-1 0 0 0 0,0 0 1 0 0,-1 0-1 0 0,0-1 0 0 0,-7 9 1 0 0,-12 7 109 0 0,-1 0 1 0 0,-1-2-1 0 0,-1-1 1 0 0,0-1 0 0 0,-33 15-1 0 0,3 1-24 0 0,48-29 26 0 0,-39 24 262 0 0,-87 40 1 0 0,97-53 748 0 0,29-10 388 0 0,14-4-825 0 0,20-5-575 0 0,-23 3-9 0 0,71-9-134 0 0,107-21 295 0 0,-132 19-48 0 0,232-63 242 0 0,-254 65-340 0 0,-5 1 13 0 0,0 1 1 0 0,1 2-1 0 0,37-6 0 0 0,-57 10-28 0 0,0 1-1 0 0,0 0 0 0 0,0 0 1 0 0,0 0-1 0 0,0 0 0 0 0,0 0 1 0 0,0 0-1 0 0,0 0 0 0 0,0 0 1 0 0,0 1-1 0 0,0-1 0 0 0,0 1 1 0 0,0 0-1 0 0,0 0 0 0 0,0 0 1 0 0,0-1-1 0 0,0 2 0 0 0,0-1 1 0 0,-1 0-1 0 0,1 0 0 0 0,-1 0 1 0 0,1 1-1 0 0,-1-1 0 0 0,1 1 1 0 0,-1-1-1 0 0,0 1 0 0 0,1 0 1 0 0,-1 0-1 0 0,0-1 0 0 0,0 1 1 0 0,0 0-1 0 0,-1 0 0 0 0,1 0 1 0 0,0 0-1 0 0,-1 0 0 0 0,1 0 1 0 0,-1 0-1 0 0,0 0 0 0 0,1 0 1 0 0,-1 0-1 0 0,0 0 0 0 0,0 0 1 0 0,-1 0-1 0 0,1 0 0 0 0,0 0 1 0 0,-1 3-1 0 0,-5 23-258 0 0,-2 16-1431 0 0,8-42 1053 0 0,-1 0 0 0 0,1 0-1 0 0,0 0 1 0 0,1 0 0 0 0,-1 0 0 0 0,0 0 0 0 0,1-1 0 0 0,-1 1 0 0 0,2 3 0 0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28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86 80 0 0,'40'38'1824'0'0,"-38"-39"-1211"0"0,-4-5 84 0 0,-17-26 931 0 0,14 24-1085 0 0,0 1 0 0 0,-1 0 0 0 0,0 0-1 0 0,0 0 1 0 0,0 1 0 0 0,-1 0 0 0 0,0 0 0 0 0,-1 0 0 0 0,1 1-1 0 0,-1 0 1 0 0,0 1 0 0 0,-14-6 0 0 0,22 10-537 0 0,-5 0 657 0 0,16 14 162 0 0,16 14-46 0 0,1-2 1 0 0,1-1-1 0 0,46 31 1 0 0,-53-42-850 0 0,0-1 0 0 0,1-1 0 0 0,1-1 0 0 0,0-1 0 0 0,0-1 0 0 0,44 10 0 0 0,-27-12-42 0 0,1-1 1 0 0,60 0 0 0 0,-75-6-684 0 0,41-7 0 0 0,-51 4-425 0 0,0 0 0 0 0,0-2 0 0 0,19-7 1 0 0,23-17-4317 0 0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28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723 0 2481 0 0,'-40'4'2481'0'0,"2"6"-800"0"0,-52 24-640 0 0,-83 50-321 0 0,38-10 1121 0 0,45-20-561 0 0,28-2-1040 0 0,12-4-160 0 0,17 3 801 0 0,21-9-81 0 0,33-12-560 0 0,24-14-400 0 0,34 4 0 0 0,16-6 80 0 0,6-16-80 0 0,13-8-1281 0 0,2-20-880 0 0,-18-20-1681 0 0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29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800 0 4162 0 0,'-10'0'1103'0'0,"7"0"-841"0"0,-1 0 1 0 0,1 0 0 0 0,0 0 0 0 0,0 1 0 0 0,0-1-1 0 0,0 1 1 0 0,0-1 0 0 0,0 1 0 0 0,1 0 0 0 0,-1 0-1 0 0,0 1 1 0 0,0-1 0 0 0,1 0 0 0 0,-1 1 0 0 0,0 0 0 0 0,1 0-1 0 0,0-1 1 0 0,-3 4 0 0 0,-5 6 72 0 0,0 0-1 0 0,0 1 1 0 0,1 0-1 0 0,1 0 1 0 0,-11 21-1 0 0,-26 69 524 0 0,41-93-775 0 0,-9 30 135 0 0,1 2 1 0 0,1-1-1 0 0,3 1 0 0 0,1 1 1 0 0,2 0-1 0 0,1 43 0 0 0,17 254 1508 0 0,-11-320-1672 0 0,34 354 479 0 0,-23-287-488 0 0,4 0-1 0 0,36 108 1 0 0,-40-157-119 0 0,1 0-1 0 0,21 36 0 0 0,-28-59-37 0 0,1-1 0 0 0,1 0 0 0 0,1 0 0 0 0,-1-1 0 0 0,2 0 0 0 0,0 0 0 0 0,22 17 0 0 0,-27-25-130 0 0,0 0 0 0 0,0 0 0 0 0,1 0-1 0 0,7 3 1 0 0,-12-6 69 0 0,0-1 0 0 0,-1 1 1 0 0,1-1-1 0 0,0 1 0 0 0,0-1 0 0 0,0 1 0 0 0,-1-1 0 0 0,1 0 0 0 0,0 0 0 0 0,0 0 0 0 0,0 0 0 0 0,0 0 0 0 0,-1 0 0 0 0,1-1 0 0 0,0 1 0 0 0,0-1 0 0 0,0 1 0 0 0,-1-1 0 0 0,1 0 0 0 0,2 0 0 0 0,-2-2-353 0 0,1 1 0 0 0,-1 0 0 0 0,0 0 0 0 0,0-1 0 0 0,-1 0-1 0 0,1 1 1 0 0,0-1 0 0 0,1-4 0 0 0</inkml:trace>
  <inkml:trace contextRef="#ctx0" brushRef="#br0" timeOffset="1">513 1686 1601 0 0,'-150'-48'2721'0'0,"8"8"-640"0"0,33 24 720 0 0,43 18-1680 0 0,28 10-721 0 0,31-2 160 0 0,14-4 241 0 0,17-2-1 0 0,28-4-160 0 0,45-26-160 0 0,43-44 81 0 0,28-54 719 0 0,-16 0-1040 0 0,18-25-1200 0 0,27-33-1201 0 0,0-52-2081 0 0,-10 0-1281 0 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29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588 7 960 0 0,'-10'-2'733'0'0,"-1"0"-1"0"0,0 1 0 0 0,1 0 0 0 0,-1 0 1 0 0,0 2-1 0 0,0-1 0 0 0,0 1 0 0 0,1 1 0 0 0,-1 0 1 0 0,0 0-1 0 0,1 1 0 0 0,0 0 0 0 0,0 1 1 0 0,-13 6-1 0 0,-6 6 0 0 0,1 0 1 0 0,1 2-1 0 0,-37 30 0 0 0,-68 67-384 0 0,120-103-237 0 0,1 0 0 0 0,-1 1 0 0 0,2 1 0 0 0,0-1 0 0 0,1 2 0 0 0,0-1 1 0 0,1 1-1 0 0,-6 17 0 0 0,13-30-83 0 0,0 0-1 0 0,1-1 1 0 0,0 1 0 0 0,-1 0 0 0 0,1 0-1 0 0,0 0 1 0 0,0 0 0 0 0,0 0 0 0 0,0-1-1 0 0,0 1 1 0 0,0 0 0 0 0,1 0 0 0 0,-1 0 0 0 0,1 0-1 0 0,-1-1 1 0 0,1 1 0 0 0,0 0 0 0 0,0 0-1 0 0,-1-1 1 0 0,1 1 0 0 0,0 0 0 0 0,1-1-1 0 0,-1 1 1 0 0,0-1 0 0 0,0 0 0 0 0,1 1 0 0 0,-1-1-1 0 0,0 0 1 0 0,1 0 0 0 0,2 2 0 0 0,4 1 51 0 0,0 1 1 0 0,1-1-1 0 0,0 0 1 0 0,15 4-1 0 0,-15-5-30 0 0,23 7 142 0 0,61 8 1 0 0,-3 0-108 0 0,-84-16-82 0 0,16 3 0 0 0,-1 1 1 0 0,0 0 0 0 0,34 17-1 0 0,-49-20-5 0 0,0 1-1 0 0,-1-1 0 0 0,0 1 1 0 0,1 0-1 0 0,-1 0 0 0 0,-1 0 1 0 0,1 1-1 0 0,-1 0 0 0 0,1 0 1 0 0,-1 0-1 0 0,-1 0 0 0 0,1 0 1 0 0,-1 1-1 0 0,0 0 1 0 0,0 0-1 0 0,0 0 0 0 0,2 11 1 0 0,-2-2 0 0 0,-1 1 1 0 0,0 0-1 0 0,-1-1 1 0 0,-1 1-1 0 0,-2 18 1 0 0,-14 79 17 0 0,2-48 8 0 0,-4-2 1 0 0,-38 95 0 0 0,-67 106-42 0 0,101-218-142 0 0,-3-1 0 0 0,-53 76 0 0 0,74-116-48 0 0,0-1-1 0 0,0 1 1 0 0,0-1 0 0 0,-1 1 0 0 0,0-1 0 0 0,0 0 0 0 0,0-1 0 0 0,0 1 0 0 0,-7 2 0 0 0,8-4-287 0 0,-1-1 0 0 0,1-1 0 0 0,0 1 0 0 0,0 0 0 0 0,-1-1 0 0 0,1 0 0 0 0,0 0 1 0 0,-1 0-1 0 0,-6-2 0 0 0</inkml:trace>
  <inkml:trace contextRef="#ctx0" brushRef="#br0" timeOffset="1">0 1204 480 0 0,'12'2'1841'0'0,"12"8"400"0"0,104 28 3362 0 0,12-17-2802 0 0,-22-21-2881 0 0,-9-37-3442 0 0,-9-3-5282 0 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29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20 410 320 0 0,'-12'-2'1361'0'0,"5"-2"-241"0"0,14 2-159 0 0,19-2 239 0 0,142-32 8085 0 0,-23-17-2883 0 0,-67 13-6161 0 0,-35 18-2162 0 0,-34-18-5443 0 0,-9-14-4001 0 0</inkml:trace>
  <inkml:trace contextRef="#ctx0" brushRef="#br0" timeOffset="1">406 7 2721 0 0,'-68'-6'4402'0'0,"15"10"-2161"0"0,15 6-1200 0 0,5 54-961 0 0,-2 100-240 0 0,23-13 800 0 0,19-17 320 0 0,2-20-79 0 0,3 12-1 0 0,-2 24-79 0 0,-5 6 79 0 0,2-7-240 0 0,16-27-239 0 0,3-48-882 0 0,-7-46-4721 0 0,-14-50-3362 0 0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30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10 365 1841 0 0,'-5'0'2161'0'0,"0"2"0"0"0,64-34 2081 0 0,103-74-481 0 0,-44-14-7042 0 0,-44 12-5683 0 0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30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43 5122 0 0,'-1'11'14728'0'0,"12"-11"-10851"0"0,8-2-3740 0 0,203-32 157 0 0,-185 28-322 0 0,-17 2-27 0 0,0 1 0 0 0,0 1 0 0 0,0 0 0 0 0,0 1-1 0 0,0 2 1 0 0,25 2 0 0 0,-42-2 1 0 0,-1-1-1 0 0,1 1 1 0 0,0-1-1 0 0,-1 1 0 0 0,1 0 1 0 0,-1 0-1 0 0,0 0 1 0 0,1 0-1 0 0,-1 0 1 0 0,0 1-1 0 0,0-1 1 0 0,0 1-1 0 0,0 0 0 0 0,0-1 1 0 0,0 1-1 0 0,0 0 1 0 0,0 0-1 0 0,-1 0 1 0 0,1 0-1 0 0,-1 0 1 0 0,0 1-1 0 0,1-1 0 0 0,-1 0 1 0 0,0 1-1 0 0,0-1 1 0 0,0 1-1 0 0,-1-1 1 0 0,1 1-1 0 0,-1-1 1 0 0,1 1-1 0 0,-1-1 0 0 0,0 1 1 0 0,0 0-1 0 0,0-1 1 0 0,0 1-1 0 0,-1-1 1 0 0,1 1-1 0 0,-1 3 1 0 0,-2 6-167 0 0,-1-1 0 0 0,1 0 0 0 0,-2 0 0 0 0,0 0 0 0 0,0 0 0 0 0,-1 0 0 0 0,-7 9 0 0 0,-3 2 211 0 0,-1 0 0 0 0,-2-1-1 0 0,-33 29 1 0 0,-73 52 2 0 0,36-32 124 0 0,119-63 444 0 0,-22-5-618 0 0,1 0 0 0 0,-1 0 1 0 0,1-1-1 0 0,0-1 0 0 0,-1 1 0 0 0,1-1 0 0 0,0-1 1 0 0,-1 0-1 0 0,1 0 0 0 0,-1 0 0 0 0,1-1 0 0 0,-1-1 1 0 0,1 1-1 0 0,-1-1 0 0 0,0-1 0 0 0,0 1 0 0 0,-1-1 1 0 0,1-1-1 0 0,-1 0 0 0 0,12-10 0 0 0,-13 11-656 0 0,-1 0 0 0 0,0-1 0 0 0,0 1-1 0 0,0-1 1 0 0,-1-1 0 0 0,0 1 0 0 0,0-1 0 0 0,0 1 0 0 0,-1-1-1 0 0,0 0 1 0 0,0 0 0 0 0,3-10 0 0 0,-5 10-881 0 0,0 0-1 0 0,0 0 1 0 0,-1 0-1 0 0,-1-10 1 0 0</inkml:trace>
  <inkml:trace contextRef="#ctx0" brushRef="#br0" timeOffset="1">409 155 4082 0 0,'-81'202'6403'0'0,"26"-23"-4402"0"0,20-39-1761 0 0,-3 14 1120 0 0,-2 32 1842 0 0,-3 11-721 0 0,-4-15-1200 0 0,4-26-961 0 0,17-32-400 0 0,26-44-320 0 0,28-52-1121 0 0,5-58-6083 0 0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30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1 278 1361 0 0,'45'-36'1840'0'0,"11"-2"1"0"0,-3 6-240 0 0,-13 6-80 0 0,3 8 400 0 0,-10 0 3041 0 0,-2-2-1921 0 0,-5-2-3201 0 0,-7-4-4242 0 0,-19 0-5042 0 0</inkml:trace>
  <inkml:trace contextRef="#ctx0" brushRef="#br0" timeOffset="1">214 0 1841 0 0,'-15'14'1140'0'0,"1"0"1"0"0,1 0-1 0 0,0 1 1 0 0,1 1-1 0 0,0 0 1 0 0,2 1-1 0 0,0 0 1 0 0,0 1 0 0 0,-11 32-1 0 0,21-50-1141 0 0,0 0 1 0 0,0 1-1 0 0,0-1 0 0 0,-1 0 1 0 0,1 0-1 0 0,0 1 0 0 0,0-1 0 0 0,0 0 1 0 0,0 1-1 0 0,0-1 0 0 0,0 0 1 0 0,0 1-1 0 0,0-1 0 0 0,0 0 1 0 0,0 1-1 0 0,0-1 0 0 0,0 0 1 0 0,0 1-1 0 0,0-1 0 0 0,0 0 0 0 0,0 1 1 0 0,0-1-1 0 0,0 0 0 0 0,0 1 1 0 0,0-1-1 0 0,1 0 0 0 0,-1 1 1 0 0,0-1-1 0 0,0 0 0 0 0,0 1 0 0 0,1-1 1 0 0,-1 0-1 0 0,0 0 0 0 0,0 1 1 0 0,1-1-1 0 0,-1 0 0 0 0,0 0 1 0 0,1 1-1 0 0,15-4-394 0 0,-13 2 266 0 0,0-1 1 0 0,-1 1-1 0 0,1-1 1 0 0,0 0-1 0 0,0 0 1 0 0,-1 0-1 0 0,1 0 1 0 0,-1 0-1 0 0,4-4 1 0 0,-3 2-722 0 0,-1-1 1 0 0,0 1 0 0 0,-1 0 0 0 0,1-1-1 0 0,-1 1 1 0 0,0-1 0 0 0,0 0-1 0 0,0 1 1 0 0,0-1 0 0 0,-1 0 0 0 0,0-8-1 0 0,0 2-257 0 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31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30 880 0 0,'-6'-22'1771'0'0,"3"14"-214"0"0,1 17 1692 0 0,0 134 3134 0 0,-11 229-4322 0 0,6-297-3002 0 0,4 112 1 0 0,4-170-117 0 0,0-12 404 0 0,-1 1 0 0 0,0-1 0 0 0,0 0 0 0 0,0 1-1 0 0,-2 5 1 0 0,2-10 519 0 0,-1-1-1 0 0,1 1 0 0 0,0-1 1 0 0,-1 0-1 0 0,1 1 1 0 0,-1-1-1 0 0,1 0 1 0 0,-1 1-1 0 0,1-1 0 0 0,-1 0 1 0 0,1 0-1 0 0,-1 1 1 0 0,1-1-1 0 0,-1 0 1 0 0,1 0-1 0 0,-1 0 0 0 0,1 0 1 0 0,-1 0-1 0 0,0 0 1 0 0,1 0-1 0 0,-1 0 1 0 0,1 0-1 0 0,-1 0 0 0 0,0 0 1 0 0,-4 0-170 0 0,-5 2 898 0 0,0 1-1 0 0,0-1 1 0 0,1 2 0 0 0,-15 5 0 0 0,-15 13 5481 0 0,39-25-4911 0 0,9-3-821 0 0,12 0-278 0 0,0 2 0 0 0,0 0 0 0 0,1 2-1 0 0,-1 0 1 0 0,1 1 0 0 0,23 2 0 0 0,-28 0-123 0 0,0 0 0 0 0,-1 1 0 0 0,1 1 1 0 0,-1 1-1 0 0,0 0 0 0 0,0 1 0 0 0,0 0 0 0 0,16 9 1 0 0,-31-13 6 0 0,1 0 1 0 0,-1 0 0 0 0,0 0 0 0 0,0-1 0 0 0,1 1 0 0 0,-1 0 0 0 0,0 1-1 0 0,0-1 1 0 0,0 0 0 0 0,0 0 0 0 0,0 0 0 0 0,-1 1 0 0 0,1-1 0 0 0,0 0-1 0 0,0 1 1 0 0,-1-1 0 0 0,1 0 0 0 0,-1 1 0 0 0,1-1 0 0 0,-1 1 0 0 0,0-1-1 0 0,1 3 1 0 0,-2 0 37 0 0,1-1-1 0 0,0 1 0 0 0,-1-1 0 0 0,0 0 1 0 0,1 1-1 0 0,-1-1 0 0 0,-1 0 0 0 0,1 0 1 0 0,-4 6-1 0 0,-2 3 67 0 0,0-1-1 0 0,-1 0 1 0 0,-1-1 0 0 0,-13 14-1 0 0,7-11 99 0 0,0-1-1 0 0,-1 0 0 0 0,0-1 0 0 0,-1-1 0 0 0,-1 0 0 0 0,1-1 0 0 0,-20 6 0 0 0,31-14 1045 0 0,8-4-770 0 0,9-6-564 0 0,38-14-2996 0 0,2-7-4042 0 0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31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22 2161 0 0,'-9'-12'7684'0'0,"-6"4"-3683"0"0,11 6-1039 0 0,6 4-2002 0 0,5 0-240 0 0,14 0-319 0 0,162 12-481 0 0,9 8 0 0 0,-62 4-241 0 0,-54 0-2000 0 0,-40 14-1440 0 0,-34 0-3443 0 0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32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0 165 2001 0 0,'3'-4'1841'0'0,"9"2"-401"0"0,4-2 561 0 0,15-4 480 0 0,161-36 3362 0 0,12 2-3122 0 0,-45 8-3841 0 0,-43 10-1441 0 0,-26 22-1441 0 0,-43 16-3602 0 0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32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1 3842 0 0,'-50'48'3441'0'0,"15"22"-559"0"0,13 21-1522 0 0,15 9-319 0 0,0 8 399 0 0,2-4-559 0 0,3 26-481 0 0,2 22-240 0 0,0 7-80 0 0,5-11 80 0 0,4-36-240 0 0,8-36-560 0 0,-1-38-1441 0 0,3-48-4402 0 0</inkml:trace>
  <inkml:trace contextRef="#ctx0" brushRef="#br0" timeOffset="1">164 530 1601 0 0,'-12'-56'7763'0'0,"12"24"-4881"0"0,21 16-2402 0 0,24-10 2321 0 0,24-2-480 0 0,14 2-1681 0 0,12-2-640 0 0,4 4 0 0 0,1 6 161 0 0,-29 6-1522 0 0,-47 8-3201 0 0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32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1 3842 0 0,'-31'12'5122'0'0,"9"0"-2321"0"0,6 6-1360 0 0,-15 102 80 0 0,7 16-641 0 0,20-35-560 0 0,4-19-160 0 0,9-8 161 0 0,10-14-81 0 0,5-6 0 0 0,-3-14-1841 0 0,5-28-2721 0 0,0-34-3041 0 0</inkml:trace>
  <inkml:trace contextRef="#ctx0" brushRef="#br0" timeOffset="1">264 380 240 0 0,'-15'14'1441'0'0,"4"4"-1"0"0,-6-2-79 0 0,8 0-80 0 0,-3 0-161 0 0,2-2-400 0 0,3 0-639 0 0,0 10-2242 0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33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 1121 0 0,'-3'-1'17947'0'0,"5"3"-18260"0"0,8 3-423 0 0,-1 1 0 0 0,0 0-1 0 0,0 1 1 0 0,10 10 0 0 0,-19-16 610 0 0,0-1 1 0 0,0 0 0 0 0,1 1 0 0 0,-1-1 0 0 0,0 1-1 0 0,0-1 1 0 0,0 0 0 0 0,0 1 0 0 0,0-1 0 0 0,0 1 0 0 0,0-1-1 0 0,0 1 1 0 0,0-1 0 0 0,0 0 0 0 0,0 1 0 0 0,-1-1-1 0 0,1 1 1 0 0,0-1 0 0 0,0 0 0 0 0,0 1 0 0 0,0-1 0 0 0,-1 0-1 0 0,1 1 1 0 0,0-1 0 0 0,0 0 0 0 0,-1 1 0 0 0,1-1-1 0 0,0 0 1 0 0,-1 1 0 0 0,1-1 0 0 0,0 0 0 0 0,-1 0 0 0 0,1 1-1 0 0,0-1 1 0 0,-1 0 0 0 0,1 0 0 0 0,-1 0 0 0 0,1 0-1 0 0,0 1 1 0 0,-1-1 0 0 0,1 0 0 0 0,-1 0 0 0 0,-24 11-3005 0 0,21-10 2318 0 0,-28 11-2456 0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33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341 1 1601 0 0,'-30'14'1753'0'0,"0"2"0"0"0,1 1-1 0 0,-48 36 1 0 0,63-41-1285 0 0,1 0-1 0 0,0 2 1 0 0,0-1-1 0 0,1 2 0 0 0,1-1 1 0 0,0 2-1 0 0,2-1 1 0 0,-10 19-1 0 0,8-9-186 0 0,1 1-1 0 0,2 1 1 0 0,0-1-1 0 0,1 1 1 0 0,2 0-1 0 0,-2 32 1 0 0,4-20-215 0 0,2 1 0 0 0,2 0 0 0 0,10 66 0 0 0,-8-85-83 0 0,2 0 0 0 0,7 23 0 0 0,-9-36 23 0 0,0-1 0 0 0,0 1-1 0 0,1-1 1 0 0,0 0-1 0 0,0 0 1 0 0,1 0 0 0 0,0-1-1 0 0,8 9 1 0 0,-10-12 1 0 0,-1-1 0 0 0,1 1 0 0 0,1-1 0 0 0,-1 0 0 0 0,0 0 0 0 0,0 0 0 0 0,1 0 0 0 0,-1-1 0 0 0,1 0 0 0 0,0 1 0 0 0,-1-1 0 0 0,1 0 0 0 0,0-1 0 0 0,0 1 0 0 0,-1-1 0 0 0,1 0 0 0 0,0 0 0 0 0,0 0 1 0 0,4 0-1 0 0,2-2 14 0 0,-1 0 1 0 0,0-1 0 0 0,0 0 0 0 0,0 0 0 0 0,0-1 0 0 0,14-7-1 0 0,-4-1-39 0 0,-1-1-1 0 0,0-1 0 0 0,0 0 0 0 0,-1-2 0 0 0,-1 1 0 0 0,-1-2 1 0 0,0 0-1 0 0,12-21 0 0 0,92-158-719 0 0,-94 153 395 0 0,-3-1-1 0 0,-2-1 1 0 0,24-75-1 0 0,-42 109 247 0 0,1-1 0 0 0,-2 1-1 0 0,0-1 1 0 0,0 1 0 0 0,-1-1 0 0 0,0 0-1 0 0,-1 1 1 0 0,0-1 0 0 0,-5-18 0 0 0,5 26 88 0 0,0-1 0 0 0,0 0 0 0 0,-1 1 0 0 0,0-1 0 0 0,0 1 0 0 0,0 0 0 0 0,0 0 0 0 0,-1 0 0 0 0,0 0 0 0 0,1 0 0 0 0,-2 0 0 0 0,1 1 0 0 0,0-1 0 0 0,-1 1 1 0 0,1 0-1 0 0,-1 0 0 0 0,0 0 0 0 0,0 0 0 0 0,0 1 0 0 0,0 0 0 0 0,-1 0 0 0 0,1 0 0 0 0,-8-2 0 0 0,9 3 17 0 0,0 1 1 0 0,0 0-1 0 0,-1 0 0 0 0,1 0 0 0 0,0 0 1 0 0,0 1-1 0 0,-1-1 0 0 0,1 1 0 0 0,0 0 1 0 0,0 0-1 0 0,0 0 0 0 0,0 0 0 0 0,0 0 1 0 0,0 1-1 0 0,0 0 0 0 0,1-1 0 0 0,-1 1 1 0 0,0 0-1 0 0,1 0 0 0 0,-5 5 1 0 0,-5 5 71 0 0,1 1 0 0 0,0 1 0 0 0,1 0 0 0 0,0 0 0 0 0,-8 17 0 0 0,-35 73 622 0 0,5 2 1 0 0,-60 192-1 0 0,85-222-307 0 0,4 2 0 0 0,3 0 0 0 0,4 0 0 0 0,-4 111 0 0 0,16-169-229 0 0,1-1 1 0 0,0 1 0 0 0,8 32 0 0 0,-8-47-150 0 0,0-1 0 0 0,0 0 0 0 0,1 1 0 0 0,-1-1 0 0 0,1 0 0 0 0,0 1 0 0 0,1-1 0 0 0,-1-1 1 0 0,1 1-1 0 0,-1 0 0 0 0,7 6 0 0 0,-7-9-28 0 0,0 1 1 0 0,0-1-1 0 0,0 0 0 0 0,1 0 1 0 0,-1 0-1 0 0,0 0 0 0 0,1 0 1 0 0,-1 0-1 0 0,1-1 0 0 0,-1 1 1 0 0,0-1-1 0 0,1 1 0 0 0,-1-1 1 0 0,1 0-1 0 0,-1 0 0 0 0,1 0 1 0 0,-1-1-1 0 0,1 1 0 0 0,-1 0 1 0 0,1-1-1 0 0,-1 0 0 0 0,4-1 1 0 0,4-2-111 0 0,0 0 1 0 0,0-1-1 0 0,0-1 1 0 0,-1 0 0 0 0,1 0-1 0 0,-2 0 1 0 0,1-1-1 0 0,-1-1 1 0 0,11-11 0 0 0,6-10-459 0 0,31-47 0 0 0,-29 34-370 0 0,-3-2 0 0 0,-1 0 0 0 0,-2-1-1 0 0,-3-2 1 0 0,15-54 0 0 0,7-45-5508 0 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34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0 3682 0 0,'-23'4'5042'0'0,"1"0"-960"0"0,6-2-1041 0 0,4 2-720 0 0,2 4-560 0 0,17 8-720 0 0,98 82-1201 0 0,23-22-161 0 0,-24-44 161 0 0,-28-16-2161 0 0,-29 10-2881 0 0,-37 2-4883 0 0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34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99 880 0 0,'-23'20'18249'0'0,"25"-14"-14247"0"0,10-4-2562 0 0,12-2-1520 0 0,151-28-4482 0 0,19-10 2081 0 0,-37 4 2481 0 0,-51 8-320 0 0,-49 28-320 0 0,-45 8-4243 0 0,-36 4-5601 0 0</inkml:trace>
  <inkml:trace contextRef="#ctx0" brushRef="#br0" timeOffset="1">136 356 1681 0 0,'-50'94'7283'0'0,"21"6"-4242"0"0,15 44-2160 0 0,2 28-161 0 0,-2 18 321 0 0,2 1 399 0 0,7-11-399 0 0,15-28-641 0 0,11-28-640 0 0,10-36-1361 0 0,-2-50-3601 0 0,-3-44-2162 0 0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34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35 320 0 0,'38'-34'7524'0'0,"4"36"-1121"0"0,63 10-2802 0 0,23-16-2160 0 0,-8-2-241 0 0,-8 4-879 0 0,2 2-321 0 0,-20 0-641 0 0,-39 10-3921 0 0,-38 12-2401 0 0</inkml:trace>
  <inkml:trace contextRef="#ctx0" brushRef="#br0" timeOffset="1">187 244 4402 0 0,'-95'44'3922'0'0,"31"2"-321"0"0,36-16-2160 0 0,28-18 1120 0 0,14-8-480 0 0,19 20-160 0 0,36 26-880 0 0,28-4-801 0 0,29-26-160 0 0,28-32 0 0 0,10-20-80 0 0,-27-6-400 0 0,-52 4-2162 0 0,-18-2-4081 0 0,-48-6-1600 0 0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35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586 36 480 0 0,'-33'-10'2836'0'0,"20"5"-1644"0"0,0 0 1 0 0,-1 1-1 0 0,0 1 0 0 0,0 0 0 0 0,0 0 1 0 0,0 2-1 0 0,0 0 0 0 0,-17 1 0 0 0,29 0-1106 0 0,-1 1 0 0 0,1-1-1 0 0,-1 1 1 0 0,1 0 0 0 0,0 0-1 0 0,0 0 1 0 0,-1 0 0 0 0,1 1-1 0 0,0-1 1 0 0,0 0 0 0 0,0 1-1 0 0,0 0 1 0 0,0-1 0 0 0,1 1-1 0 0,-1 0 1 0 0,0 0 0 0 0,1 0-1 0 0,-3 4 1 0 0,-13 18-5 0 0,1 1-1 0 0,1 1 1 0 0,2 0 0 0 0,0 1 0 0 0,2 0-1 0 0,1 1 1 0 0,1 0 0 0 0,1 0 0 0 0,-7 55-1 0 0,13-60 349 0 0,0 0 0 0 0,1 0 1 0 0,1 0-1 0 0,1 0 0 0 0,1 0 0 0 0,2-1 0 0 0,0 1 0 0 0,1 0 0 0 0,1-1 0 0 0,1 0 0 0 0,1-1 0 0 0,1 0 0 0 0,1 0 0 0 0,16 25 0 0 0,56 56 1009 0 0,-62-80-1509 0 0,-2 0-1 0 0,0 1 1 0 0,-1 1-1 0 0,25 48 1 0 0,-39-65 2 0 0,-1 0 1 0 0,1 0 0 0 0,-2 0 0 0 0,3 10-1 0 0,-4-15 29 0 0,0 0 0 0 0,1 0-1 0 0,-1 0 1 0 0,0 0 0 0 0,0 0-1 0 0,0 0 1 0 0,0 0 0 0 0,-1 0-1 0 0,1 0 1 0 0,-1 0 0 0 0,1 0-1 0 0,-1 0 1 0 0,0 0 0 0 0,1 0-1 0 0,-1 0 1 0 0,0 0 0 0 0,-3 2-1 0 0,4-3 11 0 0,-1 0-1 0 0,0-1 0 0 0,0 0 0 0 0,1 1 0 0 0,-1-1 0 0 0,0 1 0 0 0,0-1 0 0 0,0 0 0 0 0,0 0 0 0 0,1 1 0 0 0,-1-1 0 0 0,0 0 0 0 0,0 0 0 0 0,0 0 0 0 0,0 0 0 0 0,0 0 0 0 0,0 0 0 0 0,0 0 0 0 0,0 0 0 0 0,1-1 0 0 0,-1 1 0 0 0,0 0 0 0 0,0 0 0 0 0,0-1 0 0 0,0 1 0 0 0,1-1 0 0 0,-2 0 0 0 0,-19-9-992 0 0,0-1 0 0 0,-19-14 0 0 0,-9-5-1390 0 0,25 15 1179 0 0,-184-101-4455 0 0,184 104 6062 0 0,-34-12 1 0 0,54 22-68 0 0,-1 1 1 0 0,0 0 0 0 0,1 0-1 0 0,-1 0 1 0 0,-9 1-1 0 0,13 0-138 0 0,1-1 0 0 0,-1 1 0 0 0,1 0 0 0 0,-1 0-1 0 0,1 0 1 0 0,-1 0 0 0 0,0 0 0 0 0,1 0 0 0 0,-1 1-1 0 0,1-1 1 0 0,-1 0 0 0 0,1 0 0 0 0,-1 0 0 0 0,1 0-1 0 0,-1 1 1 0 0,1-1 0 0 0,-1 0 0 0 0,1 0 0 0 0,-1 1-1 0 0,1-1 1 0 0,0 0 0 0 0,-1 1 0 0 0,1-1-1 0 0,-1 0 1 0 0,1 1 0 0 0,0-1 0 0 0,-1 1 0 0 0,1-1-1 0 0,0 1 1 0 0,0-1 0 0 0,-1 1 0 0 0,1-1 0 0 0,0 1-1 0 0,0-1 1 0 0,0 1 0 0 0,-1-1 0 0 0,1 1 0 0 0,0-1-1 0 0,0 1 1 0 0,0-1 0 0 0,0 1 0 0 0,0-1-1 0 0,0 1 1 0 0,0-1 0 0 0,0 1 0 0 0,0-1 0 0 0,1 1-1 0 0,-1 0 1 0 0,0-1 0 0 0,0 1 0 0 0,1 0 0 0 0,8 6 1126 0 0,37 17-414 0 0,-2-7-780 0 0,-1-1 0 0 0,2-2 0 0 0,0-3 0 0 0,0-1 0 0 0,1-3 0 0 0,1-1 0 0 0,73-1 0 0 0,424-55-2691 0 0,-454 38-860 0 0,20-3-6047 0 0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36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2178 4562 0 0,'-38'-15'2797'0'0,"0"-1"0"0"0,-65-38 0 0 0,101 52-2694 0 0,0 1 1 0 0,-1 0 0 0 0,1-1 0 0 0,0 0 0 0 0,-1 1-1 0 0,1-1 1 0 0,0 0 0 0 0,0 0 0 0 0,0 0-1 0 0,-2-5 1 0 0,4 7-100 0 0,0 0-1 0 0,0-1 1 0 0,0 1 0 0 0,0 0-1 0 0,0-1 1 0 0,0 1-1 0 0,0-1 1 0 0,0 1-1 0 0,1 0 1 0 0,-1-1 0 0 0,0 1-1 0 0,0 0 1 0 0,0-1-1 0 0,1 1 1 0 0,-1 0-1 0 0,0 0 1 0 0,0-1 0 0 0,0 1-1 0 0,1 0 1 0 0,-1 0-1 0 0,0-1 1 0 0,1 1-1 0 0,-1 0 1 0 0,0 0 0 0 0,1-1-1 0 0,18-8-77 0 0,194-80 1778 0 0,-188 79-1407 0 0,196-87 2278 0 0,64-21-1108 0 0,120-31-827 0 0,131-28 587 0 0,51 8 708 0 0,-24 33-455 0 0,42 17-559 0 0,58 8-348 0 0,2681-285 349 0 0,-2130 301-852 0 0,-405 42-78 0 0,536-21-82 0 0,364 0-675 0 0,851-15-3452 0 0,-2163 76 2890 0 0,346-10-1862 0 0,-98 4-426 0 0,-112 2-280 0 0,-135 4-640 0 0,-124 3-307 0 0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38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15 720 0 0,'-2'-2'223'0'0,"-16"-10"816"0"0,13 13-347 0 0,5 10 169 0 0,1-7-426 0 0,0 0-1 0 0,1 0 1 0 0,0 0 0 0 0,-1 0-1 0 0,1-1 1 0 0,1 1 0 0 0,-1 0 0 0 0,0-1-1 0 0,1 1 1 0 0,0-1 0 0 0,0 0-1 0 0,0 0 1 0 0,0 0 0 0 0,0-1 0 0 0,1 1-1 0 0,4 3 1 0 0,-2-5 2661 0 0,-14-13-696 0 0,-4 2-2200 0 0,10 6-335 0 0,1 2 51 0 0,0 1 0 0 0,1 0 0 0 0,-1 0 0 0 0,0 0 0 0 0,0 0 0 0 0,0 0 0 0 0,0 0 0 0 0,0 0 0 0 0,0 0 0 0 0,0 1 0 0 0,0-1 0 0 0,0 0 0 0 0,0 1 1 0 0,-1-1-1 0 0,1 0 0 0 0,0 1 0 0 0,0-1 0 0 0,-1 1 0 0 0,-1-1 0 0 0,-72-22-5679 0 0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1:10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62 2241 0 0,'-1'-6'964'0'0,"-1"0"1"0"0,1 1-1 0 0,-1-1 1 0 0,-1 1-1 0 0,1 0 1 0 0,-1 0-1 0 0,0 0 1 0 0,0 0-1 0 0,-7-9 0 0 0,10 15-932 0 0,0-1-1 0 0,0 0 0 0 0,0 0 1 0 0,0 0-1 0 0,0 0 0 0 0,0 0 0 0 0,0 0 1 0 0,0 1-1 0 0,0-1 0 0 0,0 0 0 0 0,0 0 1 0 0,0 0-1 0 0,0 0 0 0 0,0 0 1 0 0,0 1-1 0 0,0-1 0 0 0,0 0 0 0 0,0 0 1 0 0,0 0-1 0 0,0 0 0 0 0,0 0 1 0 0,0 0-1 0 0,0 0 0 0 0,0 1 0 0 0,-1-1 1 0 0,1 0-1 0 0,0 0 0 0 0,0 0 0 0 0,0 0 1 0 0,0 0-1 0 0,0 0 0 0 0,0 0 1 0 0,0 0-1 0 0,0 0 0 0 0,-1 0 0 0 0,1 1 1 0 0,0-1-1 0 0,0 0 0 0 0,0 0 0 0 0,0 0 1 0 0,0 0-1 0 0,0 0 0 0 0,-1 0 1 0 0,1 0-1 0 0,0 0 0 0 0,0 0 0 0 0,0 0 1 0 0,0 0-1 0 0,0 0 0 0 0,0 0 1 0 0,-1 0-1 0 0,1 0 0 0 0,0 0 0 0 0,0 0 1 0 0,0 0-1 0 0,0 0 0 0 0,0-1 0 0 0,0 1 1 0 0,0 0-1 0 0,-1 0 0 0 0,1 0 1 0 0,0 0-1 0 0,0 0 0 0 0,0 0 0 0 0,0 0 1 0 0,0 0-1 0 0,0 0 0 0 0,0 0 1 0 0,-1-1-1 0 0,0 29 701 0 0,-2 310 7151 0 0,-6 260-6956 0 0,21 5-179 0 0,-10-533-635 0 0,-1-30-108 0 0,16 276 670 0 0,-12-267-448 0 0,3 0 0 0 0,2-1 0 0 0,2-1-1 0 0,25 64 1 0 0,-29-91-188 0 0,1-1-1 0 0,1 0 1 0 0,1 0-1 0 0,0-1 1 0 0,1-1-1 0 0,16 17 1 0 0,-18-23-49 0 0,0-1 0 0 0,1 0 1 0 0,1-1-1 0 0,-1 0 1 0 0,1-1-1 0 0,1-1 0 0 0,0 0 1 0 0,0 0-1 0 0,23 8 0 0 0,-18-10-68 0 0,0 1-1 0 0,1-2 0 0 0,-1-1 0 0 0,1 0 0 0 0,0-1 0 0 0,0-1 0 0 0,0-1 0 0 0,0 0 0 0 0,0-2 1 0 0,34-6-1 0 0,-37 4-421 0 0,0-1 0 0 0,-1-1 0 0 0,1 0 1 0 0,-1-1-1 0 0,18-10 0 0 0,-19 8-741 0 0,-1-1 0 0 0,1 0 0 0 0,-2-1 0 0 0,1 0 0 0 0,15-20 1 0 0,64-100-9694 0 0,-91 129 10796 0 0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1:10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551 13 960 0 0,'-23'-11'4740'0'0,"15"10"-2648"0"0,13 9 694 0 0,7 6-1812 0 0,0 0 0 0 0,-1 1-1 0 0,-1 1 1 0 0,0-1 0 0 0,-1 1-1 0 0,0 1 1 0 0,-2 0 0 0 0,0 0-1 0 0,5 18 1 0 0,2 18 234 0 0,13 100-1 0 0,25 571 1204 0 0,-75-18-566 0 0,10-544-1892 0 0,-7 0 0 0 0,-7-2 1 0 0,-82 271-1 0 0,83-357-132 0 0,-38 78 1 0 0,46-116-770 0 0,-1-1 0 0 0,-2 0 0 0 0,-49 60 0 0 0,59-82-77 0 0,-1 0 1 0 0,-1-1-1 0 0,0 0 0 0 0,0-1 0 0 0,-1 0 0 0 0,0-1 0 0 0,-1-1 0 0 0,-1 0 0 0 0,1-1 0 0 0,-1-1 0 0 0,-28 9 0 0 0,18-10-936 0 0,-1-1 0 0 0,-26 0 1 0 0,49-4 1733 0 0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1:12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54 800 0 0,'0'0'65'0'0,"0"1"0"0"0,0-1-1 0 0,0 0 1 0 0,0 0-1 0 0,0 0 1 0 0,0 0 0 0 0,0 1-1 0 0,0-1 1 0 0,0 0-1 0 0,0 0 1 0 0,0 0 0 0 0,0 0-1 0 0,0 0 1 0 0,0 1-1 0 0,0-1 1 0 0,0 0-1 0 0,1 0 1 0 0,-1 0 0 0 0,0 0-1 0 0,0 0 1 0 0,0 0-1 0 0,0 1 1 0 0,0-1 0 0 0,0 0-1 0 0,1 0 1 0 0,-1 0-1 0 0,0 0 1 0 0,0 0 0 0 0,0 0-1 0 0,0 0 1 0 0,0 0-1 0 0,1 0 1 0 0,-1 0 0 0 0,0 0-1 0 0,0 0 1 0 0,0 0-1 0 0,0 0 1 0 0,0 0 0 0 0,1 0-1 0 0,-1 0 1 0 0,0 0-1 0 0,0 0 1 0 0,0 0 0 0 0,11-4 1626 0 0,10-9 1032 0 0,-20 12-2416 0 0,8-4 870 0 0,-6 4-569 0 0,-1 0 1 0 0,0 0-1 0 0,0 0 1 0 0,0-1-1 0 0,0 1 1 0 0,0-1-1 0 0,0 1 1 0 0,0-1-1 0 0,0 1 1 0 0,2-5 1000 0 0,-5 12 19 0 0,-5 0-4337 0 0,4-5 2256 0 0,1-1 0 0 0,-1 0 0 0 0,1 0 0 0 0,-1 0 0 0 0,1 0 0 0 0,-1 0 1 0 0,1 0-1 0 0,-1-1 0 0 0,1 1 0 0 0,0 0 0 0 0,-1-1 0 0 0,1 1 0 0 0,-1-1 0 0 0,1 0 0 0 0,0 1 0 0 0,-1-1 0 0 0,1 0 0 0 0,0 0 0 0 0,0 0 0 0 0,0 0 0 0 0,-2-1 0 0 0,-15-16-2535 0 0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16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129 144 2561 0 0,'-38'10'6563'0'0,"-17"-6"-2481"0"0,32-4-1841 0 0,13 0-880 0 0,8-2-721 0 0,9 2-480 0 0,2-2-480 0 0,1-2-240 0 0,4-10-721 0 0,17-122-10804 0 0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17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505 132 1921 0 0,'12'-28'3041'0'0,"-12"9"-319"0"0,-16 3-81 0 0,-15 4-1041 0 0,-28 6-1039 0 0,14 0-321 0 0,0 2-240 0 0,-109-6-1361 0 0,-12-20-5122 0 0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17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33 1361 0 0,'55'-22'2001'0'0,"-34"12"-641"0"0,-21 14-640 0 0,-40 22-720 0 0,-31 32-640 0 0,-76 58-3362 0 0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18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406 0 2961 0 0,'-145'124'2321'0'0,"-4"22"-2080"0"0,38-22-3203 0 0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6:33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54 240 0 0,'1'0'210'0'0,"-1"0"0"0"0,1-1 0 0 0,0 1 0 0 0,-1 0 0 0 0,1-1 0 0 0,0 1 1 0 0,-1 0-1 0 0,1-1 0 0 0,0 1 0 0 0,-1 0 0 0 0,1-1 0 0 0,-1 1 0 0 0,1-1 0 0 0,-1 0 0 0 0,1 1 0 0 0,-1-1 0 0 0,1 1 0 0 0,-1-1 0 0 0,0 0 0 0 0,1 1 0 0 0,-1-1 0 0 0,0 0 0 0 0,1 1 0 0 0,-1-1 1 0 0,0 0-1 0 0,0 1 0 0 0,0-1 0 0 0,0 0 0 0 0,1 0 0 0 0,-1 1 0 0 0,0-1 0 0 0,0 0 0 0 0,-1 0 0 0 0,1 1 0 0 0,0-1 0 0 0,0 0 0 0 0,0 0 0 0 0,-14-22 1693 0 0,7 14-1383 0 0,6 12-292 0 0,9 12 304 0 0,3 4 495 0 0,-2 3 294 0 0,8 31 0 0 0,1 15-497 0 0,-3 0 1 0 0,-3 1 0 0 0,-3 0 0 0 0,-4 1 0 0 0,-3 97 0 0 0,-14-27-883 0 0,-7 0 0 0 0,-46 176 0 0 0,55-282 232 0 0,7-28 14 0 0,2-9-121 0 0,2-13-29 0 0,9-26-328 0 0,2 1 0 0 0,27-60 0 0 0,-27 75 152 0 0,1 0 0 0 0,1 1 0 0 0,2 0-1 0 0,30-38 1 0 0,-29 45 109 0 0,1 0 0 0 0,1 1 1 0 0,1 0-1 0 0,0 2 0 0 0,44-26 0 0 0,-50 34 20 0 0,0 0 1 0 0,0 0-1 0 0,1 2 1 0 0,-1-1-1 0 0,1 2 1 0 0,0 0-1 0 0,1 1 1 0 0,-1 1-1 0 0,0 0 1 0 0,30 0-1 0 0,-39 3 12 0 0,0-1-1 0 0,0 1 1 0 0,0 1-1 0 0,0-1 1 0 0,-1 1-1 0 0,1 0 1 0 0,0 0-1 0 0,-1 0 1 0 0,0 1-1 0 0,1 0 1 0 0,-1 0-1 0 0,0 0 1 0 0,-1 1-1 0 0,1 0 1 0 0,6 6-1 0 0,-7-5 1 0 0,0 0 0 0 0,0 1 0 0 0,0 0 0 0 0,-1-1 0 0 0,0 1 0 0 0,0 1-1 0 0,0-1 1 0 0,-1 0 0 0 0,0 1 0 0 0,0-1 0 0 0,-1 1 0 0 0,0 0 0 0 0,1 12 0 0 0,-2 1 12 0 0,-1-1 0 0 0,-1 1 1 0 0,0-1-1 0 0,-2 0 0 0 0,0 1 1 0 0,-2-2-1 0 0,0 1 1 0 0,0-1-1 0 0,-2 0 0 0 0,0 0 1 0 0,-1-1-1 0 0,-15 21 1 0 0,-1-2 40 0 0,-1-1 0 0 0,-2-1 0 0 0,-1-2 0 0 0,-48 41 0 0 0,59-57-14 0 0,-1 0 0 0 0,-1-2 0 0 0,0 0 1 0 0,-1-2-1 0 0,-29 14 0 0 0,46-24-126 0 0,-1 0-1 0 0,0 0 1 0 0,0-1-1 0 0,1 0 1 0 0,-11 2-1 0 0,15-3 42 0 0,0 0 0 0 0,-1 0-1 0 0,1 0 1 0 0,0 0 0 0 0,-1 0-1 0 0,1 0 1 0 0,0 0-1 0 0,-1 0 1 0 0,1 0 0 0 0,0 0-1 0 0,-1-1 1 0 0,1 1 0 0 0,0 0-1 0 0,-1 0 1 0 0,1 0 0 0 0,0 0-1 0 0,0 0 1 0 0,-1-1 0 0 0,1 1-1 0 0,0 0 1 0 0,0 0-1 0 0,-1-1 1 0 0,1 1 0 0 0,0 0-1 0 0,0 0 1 0 0,-1-1 0 0 0,1 1-1 0 0,0 0 1 0 0,0 0 0 0 0,0-1-1 0 0,0 1 1 0 0,0 0 0 0 0,-1-1-1 0 0,1 1 1 0 0,0 0 0 0 0,0-1-1 0 0,0 1 1 0 0,0 0-1 0 0,0-1 1 0 0,0 1 0 0 0,0 0-1 0 0,0-1 1 0 0,0 1 0 0 0,0 0-1 0 0,0-1 1 0 0,1 1 0 0 0,-1 0-1 0 0,0-1 1 0 0,0 1 0 0 0,0 0-1 0 0,1-1 1 0 0,17-43-4613 0 0,23-37-3067 0 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6:33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119 424 2001 0 0,'-1'1'494'0'0,"1"-1"0"0"0,-1 1 0 0 0,0 0 0 0 0,0 0 0 0 0,1 0 0 0 0,-1 0 0 0 0,0 0 0 0 0,1 0 0 0 0,-1 0 0 0 0,1 0 0 0 0,0 0 0 0 0,-1 0 0 0 0,1 0 0 0 0,0 0 0 0 0,-1 0 0 0 0,1 0 0 0 0,0 0 0 0 0,0 0 0 0 0,0 2 0 0 0,0-2-338 0 0,1 0 0 0 0,-1 0 0 0 0,0 1 0 0 0,1-1 1 0 0,-1 0-1 0 0,1 0 0 0 0,-1 0 0 0 0,1 0 0 0 0,0 0 0 0 0,0 0 0 0 0,-1 0 0 0 0,1 0 1 0 0,0 0-1 0 0,2 1 0 0 0,3 3-259 0 0,1-1-1 0 0,-1 0 1 0 0,1-1 0 0 0,12 6 0 0 0,-18-9 162 0 0,14 5 269 0 0,1 0 0 0 0,0-1 0 0 0,0-1 0 0 0,1 0 0 0 0,-1-2 0 0 0,1 1 0 0 0,-1-2 0 0 0,1 0 0 0 0,-1-1 0 0 0,1-1 0 0 0,-1-1 0 0 0,0 0 0 0 0,0-1 0 0 0,0 0 0 0 0,0-2 0 0 0,26-12 0 0 0,-31 11-320 0 0,1-1 0 0 0,-1 0 0 0 0,0-1 0 0 0,-1 0-1 0 0,0-1 1 0 0,-1 0 0 0 0,0 0 0 0 0,0-1 0 0 0,-1 0-1 0 0,-1-1 1 0 0,0 0 0 0 0,0 0 0 0 0,8-23 0 0 0,-11 24 10 0 0,0 1 0 0 0,0-1-1 0 0,-2 0 1 0 0,1 0 0 0 0,-1 0 0 0 0,-1 0 0 0 0,0-1 0 0 0,-1 1 0 0 0,0 0 0 0 0,0-1-1 0 0,-2 1 1 0 0,1 0 0 0 0,-1 0 0 0 0,-1 0 0 0 0,0 0 0 0 0,-9-21 0 0 0,9 26-5 0 0,-1-1 1 0 0,-1 1-1 0 0,1 0 1 0 0,-1 0-1 0 0,0 0 0 0 0,0 0 1 0 0,-1 1-1 0 0,0 0 1 0 0,0 0-1 0 0,0 1 1 0 0,-1-1-1 0 0,1 1 1 0 0,-1 1-1 0 0,0-1 1 0 0,0 1-1 0 0,0 1 1 0 0,0-1-1 0 0,-1 1 0 0 0,-11-2 1 0 0,8 2 8 0 0,-1 1 1 0 0,0 1-1 0 0,0-1 0 0 0,0 2 1 0 0,0 0-1 0 0,1 0 1 0 0,-1 1-1 0 0,0 0 0 0 0,1 1 1 0 0,-1 1-1 0 0,1-1 1 0 0,-13 8-1 0 0,1 1 1 0 0,1 1 0 0 0,1 2 0 0 0,0 0-1 0 0,1 1 1 0 0,0 1 0 0 0,1 0 0 0 0,1 2 0 0 0,1 0 0 0 0,1 1 0 0 0,1 1 0 0 0,0 0-1 0 0,2 1 1 0 0,-17 35 0 0 0,23-41-13 0 0,1-1 0 0 0,0 1 0 0 0,1 0 0 0 0,1 1 1 0 0,1-1-1 0 0,0 1 0 0 0,1 0 0 0 0,1 0 0 0 0,1 32 0 0 0,1-40-16 0 0,0-1 0 0 0,0 0 1 0 0,1 0-1 0 0,0 0 0 0 0,1 0 0 0 0,-1-1 0 0 0,2 1 1 0 0,-1-1-1 0 0,1 1 0 0 0,0-1 0 0 0,0 0 0 0 0,1-1 1 0 0,0 1-1 0 0,0-1 0 0 0,1 0 0 0 0,0 0 0 0 0,0-1 1 0 0,0 1-1 0 0,1-1 0 0 0,-1-1 0 0 0,14 8 0 0 0,-6-6-200 0 0,0-1 0 0 0,0 0 0 0 0,0-1 0 0 0,1 0 0 0 0,-1-1-1 0 0,1-1 1 0 0,0 0 0 0 0,0-1 0 0 0,18-1 0 0 0,-6-2-1170 0 0,0 0 1 0 0,1-2-1 0 0,51-14 1 0 0,-45 6-1626 0 0,38-18-1 0 0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6:33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1 160 0 0,'-6'1'2688'0'0,"-17"8"1735"0"0,22-9-4020 0 0,0 1-1 0 0,0-1 1 0 0,0 1-1 0 0,1-1 1 0 0,-1 0-1 0 0,0 1 1 0 0,0-1-1 0 0,1 1 0 0 0,-1 0 1 0 0,0-1-1 0 0,1 1 1 0 0,-1 0-1 0 0,1-1 1 0 0,-1 1-1 0 0,1 0 1 0 0,-1-1-1 0 0,1 1 0 0 0,-1 0 1 0 0,1 0-1 0 0,0 0 1 0 0,0-1-1 0 0,-1 3 1 0 0,9 1 2633 0 0,17 2-3661 0 0,-9-2 41 0 0,-10-3 537 0 0,-2 1-1 0 0,1 0 1 0 0,0 0-1 0 0,0 1 1 0 0,-1-1 0 0 0,1 1-1 0 0,-1 0 1 0 0,1 1-1 0 0,-1-1 1 0 0,-1 1 0 0 0,1-1-1 0 0,0 1 1 0 0,-1 0-1 0 0,0 1 1 0 0,0-1 0 0 0,0 0-1 0 0,0 1 1 0 0,3 8-1 0 0,-1 3 266 0 0,0 0-1 0 0,-2 0 1 0 0,0 0-1 0 0,2 30 1 0 0,-3 24 211 0 0,-6 77 0 0 0,1-94-367 0 0,2-16 78 0 0,-2 0 0 0 0,-1 0 0 0 0,-16 64 1 0 0,16-94-21 0 0,2-9 45 0 0,5-19 96 0 0,29-85-143 0 0,35-109-51 0 0,-50 171-57 0 0,1 1-1 0 0,44-73 1 0 0,-52 99-190 0 0,1 0 0 0 0,1 1 0 0 0,1 0 0 0 0,0 0-1 0 0,16-13 1 0 0,-25 27 16 0 0,-1-1 1 0 0,1 1-1 0 0,0 0 0 0 0,0 0 0 0 0,0 0 0 0 0,0 0 0 0 0,1 1 0 0 0,-1-1 0 0 0,0 1 1 0 0,1 0-1 0 0,-1 1 0 0 0,1-1 0 0 0,-1 1 0 0 0,0 0 0 0 0,1 0 0 0 0,-1 0 0 0 0,1 1 0 0 0,-1-1 1 0 0,1 1-1 0 0,4 2 0 0 0,57 11-6813 0 0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6:34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50 131 3041 0 0,'-28'-14'6643'0'0,"16"8"-2000"0"0,2 2 1519 0 0,15 6-4321 0 0,4 0-800 0 0,70-6-1682 0 0,77-12-1119 0 0,-61 2 1119 0 0,-45 10 321 0 0,-10-14-560 0 0,0-36-6644 0 0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6:34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0 2321 0 0,'-10'2'1134'0'0,"7"-2"-774"0"0,0 0 0 0 0,-1 1 0 0 0,1-1 1 0 0,0 1-1 0 0,0 0 0 0 0,0 0 0 0 0,0 0 0 0 0,-1 1 0 0 0,2-1 1 0 0,-1 1-1 0 0,0-1 0 0 0,0 1 0 0 0,0 0 0 0 0,1 0 0 0 0,-1 1 1 0 0,1-1-1 0 0,-3 3 0 0 0,-6 8 864 0 0,2 1 0 0 0,-1 0 0 0 0,-9 22-1 0 0,-20 41 1834 0 0,-47 135 0 0 0,67-153-2925 0 0,2 2 1 0 0,3 0-1 0 0,-9 92 0 0 0,18-76 82 0 0,3 1-1 0 0,3 0 1 0 0,22 143-1 0 0,-18-196-94 0 0,0 0 0 0 0,2-1 0 0 0,1 0-1 0 0,0-1 1 0 0,2 1 0 0 0,15 26 0 0 0,-20-42-80 0 0,0-1 0 0 0,1 1 0 0 0,-1-1 0 0 0,1-1 0 0 0,1 1 0 0 0,-1-1 0 0 0,1 0 0 0 0,0-1 0 0 0,9 6 0 0 0,-10-8-42 0 0,0 0-1 0 0,0 0 1 0 0,0-1-1 0 0,0 0 1 0 0,0 0-1 0 0,1 0 1 0 0,-1-1 0 0 0,1 0-1 0 0,-1 0 1 0 0,1-1-1 0 0,-1 0 1 0 0,1 0 0 0 0,12-2-1 0 0,-8 0-192 0 0,0-1 0 0 0,-1 0 1 0 0,1-1-1 0 0,-1 0 0 0 0,1 0 0 0 0,-2-1 0 0 0,1 0 1 0 0,0-1-1 0 0,-1 0 0 0 0,16-15 0 0 0,-16 14-998 0 0,-1-1 0 0 0,-1-1 0 0 0,1 1 0 0 0,-2-1 1 0 0,1-1-1 0 0,9-16 0 0 0,-7 3-4945 0 0,10-30 0 0 0,-18 51 5664 0 0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6:35.0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19 434 3041 0 0,'22'-6'4660'0'0,"-29"8"-1466"0"0,-16 2-1070 0 0,13-1-1085 0 0,10-1-642 0 0,18 3-546 0 0,1 0 143 0 0,110 30 1490 0 0,1-6 0 0 0,2-5 0 0 0,158 7 0 0 0,24-24-1124 0 0,84-17-360 0 0,483-44 454 0 0,-533 25-68 0 0,1686-234 2202 0 0,-1844 234-2215 0 0,130-24 1629 0 0,-318 52-1964 0 0,0 1 38 0 0,0 0-1 0 0,0 0 1 0 0,0-1 0 0 0,0 1-1 0 0,-1 0 1 0 0,1-1-1 0 0,0 0 1 0 0,0 1 0 0 0,-1-1-1 0 0,1 0 1 0 0,2-1 0 0 0,-7-5 355 0 0,-13-4-248 0 0,14 10-186 0 0,-62-36-3442 0 0,38 24-1100 0 0,-37-11-1 0 0,-44-11-10074 0 0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6:36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536 0 4002 0 0,'-391'448'19169'0'0,"290"-333"-17702"0"0,94-107-1738 0 0,1 1 0 0 0,0 0 1 0 0,0 0-1 0 0,1 0 0 0 0,-6 15 1 0 0,10-21 187 0 0,-1 0 19 0 0,3-1 31 0 0,12-5-297 0 0,3 4-130 0 0,1-2 0 0 0,-1 0 0 0 0,0-1 0 0 0,0-1 1 0 0,0 0-1 0 0,26-9 0 0 0,39-8 629 0 0,-72 19-158 0 0,0 0 0 0 0,-1 1 0 0 0,1-1 0 0 0,0 2 0 0 0,0-1 0 0 0,-1 1 0 0 0,12 3 0 0 0,-16-3 4 0 0,0 1 0 0 0,0-1-1 0 0,0 1 1 0 0,0 0 0 0 0,0 0-1 0 0,0 0 1 0 0,-1 1 0 0 0,1-1-1 0 0,-1 1 1 0 0,1 0 0 0 0,-1 0-1 0 0,0 0 1 0 0,-1 0 0 0 0,1 1 0 0 0,0-1-1 0 0,2 6 1 0 0,2 5 63 0 0,0-1-1 0 0,-2 1 1 0 0,7 22 0 0 0,-1 5 110 0 0,-1 0 1 0 0,5 68-1 0 0,-3 91 262 0 0,-5-59-65 0 0,-1-30 76 0 0,5 53-1642 0 0,-4-113-2714 0 0,-7-51 3635 0 0,0 0-1 0 0,0 1 1 0 0,0-1 0 0 0,0 0 0 0 0,0 1 0 0 0,0-1 0 0 0,0 0 0 0 0,0 0 0 0 0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6:36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1201 0 0,'19'12'2561'0'0,"-7"-16"-320"0"0,12-8-400 0 0,21 0 880 0 0,19-8 5523 0 0,5 14-2962 0 0,-10 14-4882 0 0,-9 6-1360 0 0,-15 6 480 0 0,-9 14 319 0 0,-2 10-559 0 0,-5 5-3122 0 0,-17-1-159 0 0,-6-20 1199 0 0,-20-10-1840 0 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6:37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0 191 1281 0 0,'51'19'1306'0'0,"-35"-13"-331"0"0,-13-6-15 0 0,-5-1 454 0 0,-2-1-890 0 0,-10-6 1312 0 0,14 7-1776 0 0,0 1 1 0 0,0 0 0 0 0,-1 0 0 0 0,1-1 0 0 0,0 1-1 0 0,0 0 1 0 0,0-1 0 0 0,0 1 0 0 0,-1 0 0 0 0,1-1-1 0 0,0 1 1 0 0,0-1 0 0 0,0 1 0 0 0,0 0 0 0 0,0-1-1 0 0,0 1 1 0 0,0 0 0 0 0,0-1 0 0 0,0 1 0 0 0,0 0-1 0 0,0-1 1 0 0,0 1 0 0 0,0-1 0 0 0,0 1 0 0 0,0 0-1 0 0,1-1 1 0 0,-1 1 0 0 0,0 0 0 0 0,0-1 0 0 0,0 1-1 0 0,1 0 1 0 0,-1-1 0 0 0,0 1 0 0 0,0 0 0 0 0,0 0-1 0 0,1-1 1 0 0,-1 1 0 0 0,0 0 0 0 0,1 0 0 0 0,-1 0 0 0 0,0-1-1 0 0,1 1 1 0 0,-1 0 0 0 0,1 0 0 0 0,14-9 1295 0 0,2 0 0 0 0,27-10 0 0 0,246-75 4156 0 0,-212 74-5535 0 0,0 5 0 0 0,90-7 0 0 0,-146 20 42 0 0,-1 1 1 0 0,1 1-1 0 0,0 1 1 0 0,-1 2-1 0 0,42 8 1 0 0,-55-9-27 0 0,-1 0 0 0 0,1 1 0 0 0,-1 0 0 0 0,0 1 0 0 0,0-1 0 0 0,0 1 1 0 0,-1 0-1 0 0,1 1 0 0 0,-1 0 0 0 0,0 0 0 0 0,0 0 0 0 0,-1 0 0 0 0,1 1 1 0 0,-1 0-1 0 0,-1 0 0 0 0,1 1 0 0 0,-1 0 0 0 0,7 13 0 0 0,-8-11-39 0 0,0 0 0 0 0,-1 0 1 0 0,0 0-1 0 0,0 0 0 0 0,-1 0 0 0 0,0 1 0 0 0,0-1 0 0 0,-2 17 0 0 0,-3 5-33 0 0,-8 37 0 0 0,11-62 77 0 0,-11 46 27 0 0,-3-1-1 0 0,-21 51 1 0 0,-51 96-338 0 0,72-166 58 0 0,14-30 242 0 0,-41 85-3158 0 0,34-73 1209 0 0,-1 0 0 0 0,0 0 0 0 0,-18 19 1 0 0,15-20-743 0 0,-1-2 1 0 0,-14 11-1 0 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6:37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8 240 0 0,'-5'4'513'0'0,"-100"76"2746"0"0,85-64-2251 0 0,2 1 0 0 0,0 1 0 0 0,-17 21 0 0 0,28-30-248 0 0,0 1 0 0 0,1-1 1 0 0,0 1-1 0 0,-10 21 0 0 0,15-22 998 0 0,7-8-280 0 0,16-12 35 0 0,123-92-703 0 0,-61 39-1686 0 0,-68 53 845 0 0,1 1 0 0 0,0 0 1 0 0,0 1-1 0 0,1 1 0 0 0,0 0 0 0 0,1 2 1 0 0,0 0-1 0 0,0 1 0 0 0,26-3 1 0 0,-45 7 27 0 0,0 1 0 0 0,1 0 1 0 0,-1 0-1 0 0,0 0 0 0 0,0 0 0 0 0,0 0 1 0 0,1 0-1 0 0,-1 0 0 0 0,0 0 0 0 0,0 0 1 0 0,0 0-1 0 0,1 0 0 0 0,-1 0 0 0 0,0 0 1 0 0,0 0-1 0 0,0 0 0 0 0,1 0 0 0 0,-1 0 1 0 0,0 0-1 0 0,0 0 0 0 0,0 0 0 0 0,0 0 1 0 0,1 0-1 0 0,-1 0 0 0 0,0 0 0 0 0,0 0 1 0 0,0 0-1 0 0,1 0 0 0 0,-1 1 0 0 0,0-1 1 0 0,0 0-1 0 0,0 0 0 0 0,0 0 0 0 0,0 0 1 0 0,1 0-1 0 0,-1 1 0 0 0,0-1 0 0 0,0 0 1 0 0,0 0-1 0 0,0 0 0 0 0,0 0 0 0 0,0 1 1 0 0,0-1-1 0 0,0 0 0 0 0,0 0 0 0 0,0 0 1 0 0,0 1-1 0 0,1-1 0 0 0,-1 0 0 0 0,0 0 1 0 0,0 0-1 0 0,0 1 0 0 0,-1-1 0 0 0,1 0 1 0 0,0 0-1 0 0,0 0 0 0 0,0 1 0 0 0,0-1 1 0 0,0 0-1 0 0,0 0 0 0 0,0 0 0 0 0,0 1 1 0 0,0-1-1 0 0,0 0 0 0 0,-1 0 0 0 0,-11 15-55 0 0,8-9 31 0 0,-62 78 52 0 0,43-52 191 0 0,-2-1 1 0 0,-1 0-1 0 0,-1-2 1 0 0,-37 30-1 0 0,58-55 112 0 0,9-7-160 0 0,12-5 30 0 0,0 3-348 0 0,0-1-1 0 0,0 0 1 0 0,-1 0 0 0 0,1-2 0 0 0,17-12 0 0 0,-9 3-1631 0 0,-1 0 1 0 0,26-27-1 0 0,25-34-7010 0 0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6:37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0 1201 0 0,'-40'30'12085'0'0,"7"-10"-4081"0"0,12-8-4483 0 0,9-4-1520 0 0,2 2-960 0 0,6-2-721 0 0,-1 8-1040 0 0,14 34-3923 0 0,13 28-5601 0 0,-13-64 479 0 0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6:38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30 960 0 0,'-2'-22'1746'0'0,"1"15"4499"0"0,29 17-2884 0 0,39 5 1241 0 0,92 9 1 0 0,-115-22-4081 0 0,-34-2-574 0 0,-1 0 0 0 0,1 1 0 0 0,0 0 1 0 0,0 1-1 0 0,-1 0 0 0 0,11 3 1 0 0,-19-4 43 0 0,0-1 0 0 0,0 0 0 0 0,-1 1 0 0 0,1-1 0 0 0,0 1 0 0 0,0 0 0 0 0,0-1 0 0 0,0 1 0 0 0,0-1 0 0 0,-1 1 0 0 0,1 0 0 0 0,0 0 0 0 0,0 0 0 0 0,-1-1 1 0 0,1 1-1 0 0,-1 0 0 0 0,1 0 0 0 0,-1 0 0 0 0,1 0 0 0 0,-1 0 0 0 0,0 0 0 0 0,1 0 0 0 0,-1 2 0 0 0,1 0 4 0 0,-1 0 0 0 0,-1-1 0 0 0,1 1 0 0 0,0 0 0 0 0,-1 0 0 0 0,1 0 0 0 0,-1-1 0 0 0,-2 5 0 0 0,-5 15-193 0 0,-2-1 1 0 0,0 0 0 0 0,-2-1-1 0 0,0-1 1 0 0,-1 0-1 0 0,-1 0 1 0 0,-25 25 0 0 0,20-25 144 0 0,0-1 0 0 0,-2 0 0 0 0,0-2 0 0 0,-1 0 0 0 0,0-2 0 0 0,-35 17 1 0 0,47-26 40 0 0,-1 0 0 0 0,-1-1 1 0 0,1 0-1 0 0,-15 2 0 0 0,14-4 123 0 0,19-4 286 0 0,3-1-201 0 0,91-31 102 0 0,131-63-1 0 0,-59 22-14 0 0,-142 65-645 0 0,-31 10 345 0 0,0 0-1 0 0,0 0 0 0 0,0 0 0 0 0,0 0 0 0 0,0 0 0 0 0,0 1 0 0 0,0-1 0 0 0,-1 0 0 0 0,1 0 0 0 0,0 0 0 0 0,0 0 0 0 0,0 0 0 0 0,0 0 0 0 0,0 1 0 0 0,0-1 0 0 0,0 0 1 0 0,0 0-1 0 0,0 0 0 0 0,0 0 0 0 0,0 0 0 0 0,0 1 0 0 0,0-1 0 0 0,1 0 0 0 0,-1 0 0 0 0,0 0 0 0 0,0 0 0 0 0,0 0 0 0 0,0 0 0 0 0,0 1 0 0 0,0-1 0 0 0,0 0 0 0 0,0 0 0 0 0,0 0 1 0 0,0 0-1 0 0,0 0 0 0 0,1 0 0 0 0,-1 0 0 0 0,0 0 0 0 0,0 0 0 0 0,0 1 0 0 0,0-1 0 0 0,0 0 0 0 0,0 0 0 0 0,0 0 0 0 0,1 0 0 0 0,-1 0 0 0 0,0 0 0 0 0,0 0 0 0 0,0 0 1 0 0,0 0-1 0 0,0 0 0 0 0,1 0 0 0 0,-1 0 0 0 0,0 0 0 0 0,0 0 0 0 0,0 0 0 0 0,0 0 0 0 0,0 0 0 0 0,0 0 0 0 0,1 0 0 0 0,-1 0 0 0 0,0-1 0 0 0,-6 12-671 0 0,-1-2-1 0 0,0 1 1 0 0,-11 11-1 0 0,-2 2-185 0 0,-7 9-261 0 0,-2-2-1 0 0,-2-1 1 0 0,-47 36 0 0 0,39-37 1080 0 0,-2-1 1 0 0,-1-3-1 0 0,-1-1 0 0 0,0-3 1 0 0,-53 18-1 0 0,61-26 426 0 0,11-5 717 0 0,0 1 0 0 0,1 2-1 0 0,-27 15 1 0 0,48-22 208 0 0,10-3-813 0 0,23-3-433 0 0,-14 1 376 0 0,35-5 382 0 0,-1-2 0 0 0,95-31 1 0 0,92-50-770 0 0,-182 68 84 0 0,-31 11-140 0 0,43-14-34 0 0,-62 23-20 0 0,-1 0 0 0 0,1 1 0 0 0,0 0 0 0 0,0 0 0 0 0,0 0 0 0 0,0 1 0 0 0,0 0 0 0 0,10 1 0 0 0,-15 0-15 0 0,0-1-1 0 0,0 0 0 0 0,-1 0 0 0 0,1 0 0 0 0,0 0 0 0 0,0 1 0 0 0,0-1 0 0 0,-1 0 0 0 0,1 1 0 0 0,0-1 0 0 0,0 1 0 0 0,-1-1 1 0 0,1 1-1 0 0,0-1 0 0 0,-1 1 0 0 0,1-1 0 0 0,0 1 0 0 0,-1 0 0 0 0,1-1 0 0 0,-1 1 0 0 0,1 0 0 0 0,-1-1 0 0 0,0 1 0 0 0,1 0 0 0 0,-1 0 1 0 0,0 0-1 0 0,1-1 0 0 0,-1 1 0 0 0,0 0 0 0 0,1 1 0 0 0,-2 2-1056 0 0,1 0-1 0 0,-1 0 1 0 0,1-1-1 0 0,-1 1 1 0 0,0-1 0 0 0,-3 7-1 0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6:38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2081 0 0,'-14'37'1841'0'0,"2"7"-321"0"0,7 2-79 0 0,10-1-320 0 0,14-13-481 0 0,0-27-2641 0 0,7-25-4562 0 0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6:39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35 1601 0 0,'5'-4'856'0'0,"0"1"0"0"0,1-1-1 0 0,-1 1 1 0 0,1 0 0 0 0,0 0 0 0 0,0 1 0 0 0,-1 0 0 0 0,12-3 0 0 0,-9 3-362 0 0,-1 1 0 0 0,1 0 0 0 0,0 0 1 0 0,0 1-1 0 0,0 0 0 0 0,0 0 0 0 0,0 1 0 0 0,0 0 1 0 0,-1 0-1 0 0,16 5 0 0 0,-22-6-474 0 0,0 1 1 0 0,0-1-1 0 0,0 1 0 0 0,0-1 0 0 0,0 1 1 0 0,0-1-1 0 0,0 1 0 0 0,0 0 0 0 0,-1-1 1 0 0,1 1-1 0 0,0 0 0 0 0,0 0 0 0 0,-1 0 1 0 0,1 0-1 0 0,0 0 0 0 0,-1 0 0 0 0,1 0 1 0 0,-1 0-1 0 0,1 0 0 0 0,-1 0 0 0 0,0 0 1 0 0,1 0-1 0 0,-1 0 0 0 0,0 0 0 0 0,0 0 1 0 0,0 2-1 0 0,1 5-69 0 0,0 1 1 0 0,0-1-1 0 0,-1 1 1 0 0,-1-1-1 0 0,0 1 0 0 0,0-1 1 0 0,0 1-1 0 0,-1-1 1 0 0,0 1-1 0 0,-1-1 0 0 0,0 0 1 0 0,0 0-1 0 0,-1-1 0 0 0,0 1 1 0 0,0-1-1 0 0,-9 12 1 0 0,-1-2-39 0 0,0 0 0 0 0,-1-1 0 0 0,-1 0 0 0 0,0-2 1 0 0,-36 25-1 0 0,-84 61 220 0 0,120-83-173 0 0,16-16 50 0 0,0-1 1 0 0,1 1-1 0 0,-1-1 0 0 0,1 1 1 0 0,0-1-1 0 0,-1 1 0 0 0,1-1 1 0 0,-1 1-1 0 0,1-1 0 0 0,0 0 0 0 0,-1 1 1 0 0,1-1-1 0 0,0 0 0 0 0,-1 0 1 0 0,1 1-1 0 0,0-1 0 0 0,-1 0 1 0 0,1 0-1 0 0,0 0 0 0 0,0 0 1 0 0,0 0-1 0 0,25 4 297 0 0,-16-3-267 0 0,0-1 0 0 0,0 0 0 0 0,0 0 0 0 0,0-1 0 0 0,0-1 0 0 0,0 0 0 0 0,0 0 0 0 0,0-1 0 0 0,0 0 0 0 0,-1-1 0 0 0,0 0 0 0 0,12-6 0 0 0,9-8-240 0 0,-1-1 0 0 0,31-26 0 0 0,-55 41 48 0 0,2-1-189 0 0,0-1 0 0 0,0 0 0 0 0,0 0 0 0 0,6-9 0 0 0,-11 13 198 0 0,0-1 0 0 0,-1 0 1 0 0,1 0-1 0 0,-1 1 0 0 0,0-1 1 0 0,1 0-1 0 0,-1 0 0 0 0,-1 0 1 0 0,1 0-1 0 0,0 0 0 0 0,-1 0 1 0 0,1-1-1 0 0,-1 1 1 0 0,0 0-1 0 0,0 0 0 0 0,-1-5 1 0 0,0 0-361 0 0,-1 0 0 0 0,0 0 1 0 0,0 0-1 0 0,-1 0 1 0 0,0 0-1 0 0,-1 0 0 0 0,1 0 1 0 0,-1 1-1 0 0,-1 0 0 0 0,-7-10 1 0 0,6 10 779 0 0,0 0-1 0 0,-1 0 1 0 0,0 1 0 0 0,0 0 0 0 0,-1 0-1 0 0,1 1 1 0 0,-1 0 0 0 0,0 0 0 0 0,-14-5-1 0 0,20 9-190 0 0,-12-3 1451 0 0,13 5-1488 0 0,0-1 1 0 0,1 1-1 0 0,-1-1 1 0 0,1 0-1 0 0,-1 1 1 0 0,1-1-1 0 0,-1 1 1 0 0,1-1-1 0 0,-1 1 1 0 0,1-1 0 0 0,0 1-1 0 0,-1 0 1 0 0,1-1-1 0 0,0 1 1 0 0,-1-1-1 0 0,1 1 1 0 0,0 0-1 0 0,0-1 1 0 0,0 1-1 0 0,0 0 1 0 0,-1-1-1 0 0,1 1 1 0 0,0 0-1 0 0,0-1 1 0 0,0 1-1 0 0,0 0 1 0 0,1 0-1 0 0,-1-1 1 0 0,0 2-1 0 0,2 33 165 0 0,1 1-1 0 0,2-1 1 0 0,1 0-1 0 0,2 0 1 0 0,1 0-1 0 0,19 43 1 0 0,-26-72-320 0 0,-1 0 0 0 0,0 0 0 0 0,0 0 1 0 0,0 1-1 0 0,-1-1 0 0 0,0 0 0 0 0,0 1 1 0 0,0-1-1 0 0,-1 0 0 0 0,0 1 0 0 0,-1-1 1 0 0,1 0-1 0 0,-1 0 0 0 0,0 0 0 0 0,0 0 1 0 0,-1 0-1 0 0,0-1 0 0 0,0 1 0 0 0,0-1 1 0 0,-6 8-1 0 0,-4 3 110 0 0,-1 1 0 0 0,0-2 0 0 0,-1 0 0 0 0,-29 23 0 0 0,11-16 4651 0 0,59-26-4442 0 0,34-7-91 0 0,75-25 0 0 0,-80 20 35 0 0,-51 15-148 0 0,-1-1 1 0 0,1 1-1 0 0,0 0 1 0 0,0 1 0 0 0,0-1-1 0 0,0 1 1 0 0,7 0 0 0 0,-11 0-15 0 0,0 0-1 0 0,1 0 1 0 0,-1 0 0 0 0,0 0 0 0 0,0 0 0 0 0,1 0 0 0 0,-1 1 0 0 0,0-1 0 0 0,0 0 0 0 0,0 0 0 0 0,1 0-1 0 0,-1 0 1 0 0,0 1 0 0 0,0-1 0 0 0,0 0 0 0 0,0 0 0 0 0,0 1 0 0 0,1-1 0 0 0,-1 0 0 0 0,0 0 0 0 0,0 1-1 0 0,0-1 1 0 0,0 0 0 0 0,0 0 0 0 0,0 1 0 0 0,0-1 0 0 0,0 0 0 0 0,0 0 0 0 0,0 1 0 0 0,0-1 0 0 0,0 0 0 0 0,0 0-1 0 0,0 1 1 0 0,0-1 0 0 0,0 0 0 0 0,0 0 0 0 0,-1 1 0 0 0,-11 21-452 0 0,-1-5 412 0 0,-2-1 0 0 0,0 0 0 0 0,0-1 0 0 0,-1-1 0 0 0,-20 14 0 0 0,-96 56 2137 0 0,122-78-1766 0 0,-5 4 190 0 0,15-9-507 0 0,0-1-1 0 0,0 0 1 0 0,0 0-1 0 0,0 0 0 0 0,0 0 1 0 0,0 0-1 0 0,-1 0 1 0 0,1 0-1 0 0,0 0 0 0 0,0 0 1 0 0,0 0-1 0 0,0 0 1 0 0,0 0-1 0 0,0 0 0 0 0,0 0 1 0 0,0 0-1 0 0,0 1 1 0 0,0-1-1 0 0,0 0 0 0 0,0 0 1 0 0,0 0-1 0 0,0 0 1 0 0,0 0-1 0 0,0 0 0 0 0,-1 0 1 0 0,1 0-1 0 0,0 0 1 0 0,0 1-1 0 0,0-1 1 0 0,0 0-1 0 0,0 0 0 0 0,0 0 1 0 0,0 0-1 0 0,0 0 1 0 0,1 0-1 0 0,-1 0 0 0 0,0 0 1 0 0,0 0-1 0 0,0 1 1 0 0,0-1-1 0 0,0 0 0 0 0,0 0 1 0 0,0 0-1 0 0,0 0 1 0 0,0 0-1 0 0,0 0 0 0 0,0 0 1 0 0,0 0-1 0 0,0 0 1 0 0,0 0-1 0 0,0 0 0 0 0,0 1 1 0 0,1-1-1 0 0,-1 0 1 0 0,0 0-1 0 0,0 0 0 0 0,0 0 1 0 0,0 0-1 0 0,0 0 1 0 0,0 0-1 0 0,31-3 457 0 0,-14-1-534 0 0,0 0 0 0 0,0-1 0 0 0,0-1 0 0 0,0-1 0 0 0,20-11 0 0 0,2-4-1872 0 0,38-30 0 0 0,-6-2-2501 0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6:39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9 1040 0 0,'24'-8'1201'0'0,"-36"10"-561"0"0,5 0-640 0 0,-2-2-400 0 0,2 2-240 0 0,2-2-321 0 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6:40.5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0 322 1040 0 0,'94'-5'7910'0'0,"17"-6"-1933"0"0,-88 8-5086 0 0,-7 1-69 0 0,31-6 0 0 0,-43 6-940 0 0,0 1 1 0 0,1-1-1 0 0,-1 1 0 0 0,0-1 1 0 0,0 0-1 0 0,0-1 0 0 0,0 1 1 0 0,0-1-1 0 0,0 0 0 0 0,6-6 0 0 0,-8 7-186 0 0,0-1-1 0 0,-1 0 0 0 0,1 1 1 0 0,0-1-1 0 0,-1 0 0 0 0,0 0 1 0 0,0 0-1 0 0,0 0 0 0 0,0 0 1 0 0,0 0-1 0 0,0 0 0 0 0,-1 0 1 0 0,1-1-1 0 0,-1 1 0 0 0,0 0 0 0 0,0 0 1 0 0,0 0-1 0 0,-1-1 0 0 0,1 1 1 0 0,-1 0-1 0 0,0 0 0 0 0,0 0 1 0 0,0 0-1 0 0,0 0 0 0 0,0 0 1 0 0,-3-5-1 0 0,-5-8-544 0 0,-1 1-1 0 0,0 0 1 0 0,-20-22 0 0 0,12 15 1654 0 0,10 12-652 0 0,4 3 157 0 0,0 2 0 0 0,0-1 1 0 0,-1 0-1 0 0,0 1 0 0 0,0 0 0 0 0,0 0 0 0 0,-1 0 1 0 0,1 1-1 0 0,-13-7 0 0 0,16 10-66 0 0,2 0-225 0 0,0 1-1 0 0,0 0 0 0 0,0 0 0 0 0,-1 0 0 0 0,1 0 0 0 0,0 0 0 0 0,0 0 0 0 0,0 0 1 0 0,0 0-1 0 0,0 0 0 0 0,-1-1 0 0 0,1 1 0 0 0,0 0 0 0 0,0 0 0 0 0,0 0 0 0 0,0 0 1 0 0,0 0-1 0 0,-1 0 0 0 0,1 0 0 0 0,0 0 0 0 0,0 0 0 0 0,0 0 0 0 0,0 0 0 0 0,-1 0 1 0 0,1 0-1 0 0,0 0 0 0 0,0 0 0 0 0,0 0 0 0 0,0 1 0 0 0,0-1 0 0 0,-1 0 0 0 0,1 0 1 0 0,0 0-1 0 0,0 0 0 0 0,0 0 0 0 0,0 0 0 0 0,0 0 0 0 0,0 0 0 0 0,-1 0 0 0 0,1 1 1 0 0,-4 22 1461 0 0,2 69 2208 0 0,13 120 1 0 0,28 114-2929 0 0,-25-206-920 0 0,-4 0 0 0 0,-11 200 0 0 0,-5-269-2895 0 0,-5-24-3655 0 0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6:40.8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48 206 480 0 0,'-19'-4'3602'0'0,"2"2"-321"0"0,8 2 1522 0 0,6 2-3123 0 0,6-4-479 0 0,11-2-241 0 0,71-34 321 0 0,93-42 80 0 0,-67 34-1281 0 0,-56 26-1601 0 0,-36 9-7283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6:41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51 126 80 0 0,'-50'28'3442'0'0,"64"-44"-241"0"0,166-22 5603 0 0,17 12-4162 0 0,-31 6-4242 0 0,-19-6 561 0 0,-38 4 79 0 0,-36 16-800 0 0,-30 14-720 0 0,-43 14-480 0 0,-19 10-2162 0 0,-24 20-10164 0 0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6:41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73 254 2401 0 0,'-9'7'2272'0'0,"-1"0"-347"0"0,-1 1 1 0 0,1 1-1 0 0,1 0 0 0 0,-12 13 1 0 0,21-22-1929 0 0,0 1 1 0 0,-1-1-1 0 0,1 0 1 0 0,0 0-1 0 0,0 0 0 0 0,0 0 1 0 0,0 1-1 0 0,0-1 1 0 0,0 0-1 0 0,-1 0 1 0 0,1 0-1 0 0,0 1 0 0 0,0-1 1 0 0,0 0-1 0 0,0 0 1 0 0,0 1-1 0 0,0-1 1 0 0,0 0-1 0 0,0 0 0 0 0,0 1 1 0 0,0-1-1 0 0,0 0 1 0 0,0 0-1 0 0,0 0 1 0 0,0 1-1 0 0,0-1 0 0 0,0 0 1 0 0,0 0-1 0 0,0 1 1 0 0,1-1-1 0 0,-1 0 0 0 0,0 0 1 0 0,0 0-1 0 0,0 1 1 0 0,0-1-1 0 0,0 0 1 0 0,1 0-1 0 0,-1 0 0 0 0,0 0 1 0 0,0 1-1 0 0,0-1 1 0 0,0 0-1 0 0,1 0 1 0 0,-1 0-1 0 0,0 0 0 0 0,0 0 1 0 0,0 0-1 0 0,1 1 1 0 0,-1-1-1 0 0,0 0 1 0 0,0 0-1 0 0,1 0 0 0 0,-1 0 1 0 0,1 0-1 0 0,19 2-45 0 0,-9-1 225 0 0,14 1 59 0 0,0 0 1 0 0,1-1 0 0 0,-1-2 0 0 0,1-1-1 0 0,-1 0 1 0 0,0-2 0 0 0,41-12 0 0 0,130-49 2124 0 0,-191 64-2348 0 0,3-2-386 0 0,1 1 1 0 0,-1-2 0 0 0,0 1 0 0 0,0-1 0 0 0,0 0 0 0 0,0 0 0 0 0,0-1 0 0 0,-1 0 0 0 0,8-8-1 0 0,-14 11 155 0 0,0 1-1 0 0,0-1 0 0 0,0 1 0 0 0,0-1 0 0 0,0 0 0 0 0,0 0 0 0 0,-1 0 0 0 0,1 1 1 0 0,-1-1-1 0 0,1 0 0 0 0,-1 0 0 0 0,0 0 0 0 0,0 0 0 0 0,0 0 0 0 0,0 0 0 0 0,0 0 0 0 0,0 0 1 0 0,0 0-1 0 0,-1 0 0 0 0,1 1 0 0 0,-1-1 0 0 0,1 0 0 0 0,-2-3 0 0 0,-1-1-46 0 0,0 0 0 0 0,-1 0 0 0 0,1 0 0 0 0,-1 1 0 0 0,-6-8 0 0 0,-3-2 525 0 0,-2 0 1 0 0,1 1-1 0 0,-2 1 0 0 0,0 0 0 0 0,-31-19 0 0 0,46 31-206 0 0,1 1 0 0 0,-1-1 0 0 0,1 1 0 0 0,-1 0 0 0 0,0-1 0 0 0,1 1 0 0 0,-1 0 0 0 0,1-1 0 0 0,-1 1 0 0 0,0 0 0 0 0,1 0 0 0 0,-1 0 0 0 0,0 0 0 0 0,1 0 0 0 0,-1 0 0 0 0,0 0 0 0 0,1 0 0 0 0,-1 0 0 0 0,0 0 0 0 0,1 0 0 0 0,-1 0 0 0 0,0 0 0 0 0,1 0 0 0 0,-1 0-1 0 0,1 1 1 0 0,-1-1 0 0 0,0 1 0 0 0,-1 1 34 0 0,1 1 0 0 0,-1-1-1 0 0,1 1 1 0 0,0 0 0 0 0,0-1-1 0 0,0 1 1 0 0,0 0 0 0 0,1 0-1 0 0,-1 5 1 0 0,-13 64 832 0 0,-30 91 1 0 0,31-129-832 0 0,-54 171 1049 0 0,1 19-56 0 0,36-127-1124 0 0,30-96 22 0 0,-10 39-185 0 0,10-39 140 0 0,0 0 0 0 0,0 0 0 0 0,-1-1 0 0 0,1 1 0 0 0,0 0 1 0 0,0 0-1 0 0,0 0 0 0 0,0 0 0 0 0,0 0 0 0 0,0 0 0 0 0,0-1 0 0 0,0 1 0 0 0,0 0 1 0 0,0 0-1 0 0,1 0 0 0 0,-1 0 0 0 0,0 0 0 0 0,1-1 0 0 0,-1 1 0 0 0,0 0 0 0 0,1 0 0 0 0,-1-1 1 0 0,1 1-1 0 0,-1 0 0 0 0,1 0 0 0 0,0-1 0 0 0,-1 1 0 0 0,1-1 0 0 0,0 1 0 0 0,-1-1 1 0 0,1 1-1 0 0,0-1 0 0 0,-1 1 0 0 0,1-1 0 0 0,1 1 0 0 0,0-1-175 0 0,0-1 0 0 0,-1 1 0 0 0,1-1 0 0 0,-1 1 0 0 0,1-1 0 0 0,-1 1-1 0 0,0-1 1 0 0,1 0 0 0 0,-1 0 0 0 0,0 0 0 0 0,1 0 0 0 0,-1 0 0 0 0,0 0 0 0 0,0 0 0 0 0,0 0-1 0 0,0-1 1 0 0,0 1 0 0 0,1-3 0 0 0,34-50-6523 0 0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6:41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1 622 2241 0 0,'19'-34'5923'0'0,"-10"34"-2642"0"0,-6 10-1840 0 0,-1 22-881 0 0,-2 42-240 0 0,-2 17 241 0 0,4 3-81 0 0,5-22 0 0 0,-5-20-80 0 0,3-14-320 0 0,9-22-320 0 0,10-30-320 0 0,2-46-4242 0 0,12-38-5283 0 0</inkml:trace>
  <inkml:trace contextRef="#ctx0" brushRef="#br0" timeOffset="1">352 72 1761 0 0,'11'-60'6483'0'0,"-8"48"-1441"0"0,-6 20-3121 0 0,3 12-1041 0 0,0 16-640 0 0,0 26 81 0 0,0 20 1199 0 0,0 6-479 0 0,-11 12-961 0 0,-4 4-240 0 0,1 0 80 0 0,-2-14-240 0 0,-13 17-1681 0 0,-4 17-721 0 0,-10-4-2880 0 0,-6-18-1361 0 0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6:42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3 394 960 0 0,'-2'-4'3202'0'0,"16"6"6642"0"0,7-2-3361 0 0,20-4-5762 0 0,18-2-1282 0 0,64-20 81 0 0,19-18 720 0 0,-11-10 481 0 0,-36 12 399 0 0,-34 12-720 0 0,-21 0-880 0 0,-11-2-720 0 0,-27-22-5764 0 0,-7-16-6402 0 0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6:42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701 0 560 0 0,'-11'2'638'0'0,"10"-2"-561"0"0,0 0 1 0 0,0 0-1 0 0,0 0 1 0 0,-1 1-1 0 0,1-1 1 0 0,0 0-1 0 0,0 1 1 0 0,0-1-1 0 0,0 1 1 0 0,0-1-1 0 0,0 1 1 0 0,0-1-1 0 0,0 1 1 0 0,0 0-1 0 0,-2 1 1 0 0,1 1 78 0 0,0 0 1 0 0,0 1-1 0 0,0-1 0 0 0,1 1 1 0 0,-1-1-1 0 0,1 1 1 0 0,0 0-1 0 0,0 0 0 0 0,0 4 1 0 0,-49 270 6339 0 0,33-167-4895 0 0,9-72-373 0 0,-2 0 0 0 0,-1 0 1 0 0,-2-1-1 0 0,-1 0 0 0 0,-2-2 1 0 0,-2 0-1 0 0,-1 0 0 0 0,-38 51 1 0 0,32-55-1221 0 0,-1-1 1 0 0,-1-1 0 0 0,-1-1 0 0 0,-60 46-1 0 0,51-47-671 0 0,-2-2-1 0 0,0-1 0 0 0,-61 27 1 0 0,86-48-374 0 0,23-7 780 0 0,0 4 298 0 0,-1-1 1 0 0,0 1 0 0 0,1 0-1 0 0,-1 1 1 0 0,10 2 0 0 0,14 4 81 0 0,15 0 51 0 0,-1-3 0 0 0,1-2 0 0 0,0-1 0 0 0,0-3 0 0 0,0-2 0 0 0,74-14 0 0 0,-1-9 491 0 0,151-56 0 0 0,-62 23-168 0 0,-121 39-3088 0 0,-26 6-5480 0 0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58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64 480 0 0,'17'-8'5186'0'0,"-33"18"-2728"0"0,16-10-2438 0 0,-1 1 1 0 0,1-1 0 0 0,0 0 0 0 0,-1 1-1 0 0,1-1 1 0 0,-1 0 0 0 0,1 0 0 0 0,0 1-1 0 0,-1-1 1 0 0,1 0 0 0 0,-1 0-1 0 0,1 0 1 0 0,-1 0 0 0 0,1 0 0 0 0,-1 0-1 0 0,1 1 1 0 0,-1-1 0 0 0,1 0-1 0 0,-1 0 1 0 0,1-1 0 0 0,-1 1 0 0 0,1 0-1 0 0,-1 0 1 0 0,1 0 0 0 0,-1 0 0 0 0,1 0-1 0 0,-1 0 1 0 0,1-1 0 0 0,-1 1-1 0 0,1 0 1 0 0,0 0 0 0 0,-1-1 0 0 0,0 1-1 0 0,1-1-6 0 0,-1 0 1 0 0,1-1-1 0 0,-1 1 0 0 0,1 0 0 0 0,0 0 0 0 0,0 0 0 0 0,-1 0 1 0 0,1-1-1 0 0,0 1 0 0 0,0 0 0 0 0,0 0 0 0 0,0 0 0 0 0,1-2 1 0 0,0-4 52 0 0,0 0 1 0 0,1 0-1 0 0,-1 0 1 0 0,5-8-1 0 0,-6 15-46 0 0,0-1 0 0 0,0 1-1 0 0,0 0 1 0 0,0 0 0 0 0,0 0 0 0 0,0-1-1 0 0,0 1 1 0 0,0 0 0 0 0,0 0 0 0 0,0 0-1 0 0,0-1 1 0 0,0 1 0 0 0,1 0-1 0 0,-1 0 1 0 0,0 0 0 0 0,0 0 0 0 0,0-1-1 0 0,0 1 1 0 0,0 0 0 0 0,0 0 0 0 0,0 0-1 0 0,1 0 1 0 0,-1-1 0 0 0,0 1 0 0 0,0 0-1 0 0,0 0 1 0 0,0 0 0 0 0,1 0-1 0 0,-1 0 1 0 0,0 0 0 0 0,0 0 0 0 0,0 0-1 0 0,0 0 1 0 0,1 0 0 0 0,-1 0 0 0 0,0 0-1 0 0,0 0 1 0 0,0 0 0 0 0,1 0-1 0 0,-1 0 1 0 0,0 0 0 0 0,0 0 0 0 0,0 0-1 0 0,1 0 1 0 0,2 11 315 0 0,-1 23-111 0 0,36 449 1883 0 0,-32-425-1695 0 0,25 347 125 0 0,-15-138-435 0 0,18 110 171 0 0,32 622 1346 0 0,-28 140 1081 0 0,0-17-1880 0 0,-33-522-850 0 0,21 721-169 0 0,5 137 118 0 0,-43-869 91 0 0,-2 536 138 0 0,21-373 44 0 0,1 374 414 0 0,26-381-247 0 0,42-7-80 0 0,-66-655-417 0 0,18 173-1467 0 0,-24-184 547 0 0,-7 109 0 0 0,3-181 1053 0 0,-1 17-768 0 0,0 1 0 0 0,-2-1 0 0 0,0 0 0 0 0,-7 18 0 0 0,9-30 404 0 0,-1-1 1 0 0,0 1-1 0 0,0-1 0 0 0,0 1 1 0 0,-1-1-1 0 0,0 0 0 0 0,1 0 0 0 0,-2 0 1 0 0,1 0-1 0 0,0-1 0 0 0,-1 1 1 0 0,1-1-1 0 0,-1 0 0 0 0,0 0 0 0 0,0 0 1 0 0,-1 0-1 0 0,1-1 0 0 0,0 0 1 0 0,-10 4-1 0 0,-8-1-1304 0 0,0-1 0 0 0,-31 2 0 0 0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59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1882 3362 0 0,'-27'-1'2505'0'0,"1"-1"4126"0"0,-29 3 0 0 0,169-13-4783 0 0,45-11-3523 0 0,-67 9 1368 0 0,668-133 814 0 0,-417 66-184 0 0,317-70 14 0 0,13 34-90 0 0,-32 64-69 0 0,-2 36-38 0 0,-625 17-138 0 0,555-8 43 0 0,421-9 275 0 0,4-35 369 0 0,602-138 695 0 0,-15-72 567 0 0,-846 128-1134 0 0,423-72-112 0 0,3 35-546 0 0,1235 4-435 0 0,-796 184 5 0 0,-362 46 195 0 0,-75-4 173 0 0,1-29 42 0 0,-539-32-67 0 0,310-21 14 0 0,629-43-226 0 0,-1414 60 95 0 0,810-36-1068 0 0,-420 19-1399 0 0,-11-1-3347 0 0,-450 21 4171 0 0,196-18-7562 0 0,-189 4 4648 0 0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2:59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55 480 0 0,'0'-1'280'0'0,"0"0"0"0"0,1 1 1 0 0,-1-1-1 0 0,1 0 0 0 0,-1 1 0 0 0,1-1 0 0 0,-1 0 0 0 0,1 1 0 0 0,-1-1 1 0 0,1 1-1 0 0,0-1 0 0 0,-1 1 0 0 0,1-1 0 0 0,0 1 0 0 0,-1 0 0 0 0,1-1 0 0 0,0 1 1 0 0,0 0-1 0 0,-1-1 0 0 0,1 1 0 0 0,0 0 0 0 0,0 0 0 0 0,0 0 0 0 0,-1 0 0 0 0,1 0 1 0 0,0 0-1 0 0,0 0 0 0 0,1 0 0 0 0,15 5 1730 0 0,-13-4-1922 0 0,-1 1-1 0 0,0-1 0 0 0,1 0 0 0 0,-1 0 1 0 0,0 0-1 0 0,1-1 0 0 0,-1 1 0 0 0,1-1 1 0 0,-1 0-1 0 0,1 0 0 0 0,-1 0 0 0 0,1 0 1 0 0,-1-1-1 0 0,1 1 0 0 0,-1-1 0 0 0,1 0 1 0 0,-1 0-1 0 0,6-3 0 0 0,9-7-379 0 0,-12 7 314 0 0,0 0-1 0 0,1 0 1 0 0,0 0 0 0 0,0 1 0 0 0,0 0-1 0 0,0 0 1 0 0,0 1 0 0 0,0 0-1 0 0,1 0 1 0 0,9 0 0 0 0,21-1 413 0 0,-1 2 0 0 0,45 3 0 0 0,85 16 336 0 0,-120-12-513 0 0,684 127 2104 0 0,-18 61-1762 0 0,-310-53 683 0 0,-338-113-617 0 0,-1 3 1 0 0,-1 2-1 0 0,106 78 0 0 0,-151-98-541 0 0,-2 1-1 0 0,0 0 0 0 0,0 1 1 0 0,-1 1-1 0 0,-1 1 0 0 0,-1 0 1 0 0,0 1-1 0 0,-2 0 0 0 0,19 39 1 0 0,-21-35-90 0 0,-2 1 0 0 0,0 0 1 0 0,-2 1-1 0 0,0-1 0 0 0,-2 1 0 0 0,-1 0 0 0 0,0 0 1 0 0,-4 38-1 0 0,-2-12-101 0 0,-3 1 1 0 0,-1-2-1 0 0,-3 1 0 0 0,-2-1 1 0 0,-3-1-1 0 0,-1 0 1 0 0,-2-1-1 0 0,-3-1 0 0 0,-46 75 1 0 0,31-67-207 0 0,-2-1 1 0 0,-2-2-1 0 0,-2-2 1 0 0,-2-2-1 0 0,-3-1 1 0 0,-1-3-1 0 0,-74 49 1 0 0,31-34-792 0 0,-3-4 0 0 0,-104 43 1 0 0,-266 78-4514 0 0,-69-29-400 0 0,-38-23 680 0 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3:01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433 414 1201 0 0,'0'0'83'0'0,"0"0"1"0"0,1 0-1 0 0,-1 1 1 0 0,0-1-1 0 0,0 0 1 0 0,0 0 0 0 0,0 0-1 0 0,0 0 1 0 0,1 1-1 0 0,-1-1 1 0 0,0 0-1 0 0,0 0 1 0 0,0 0 0 0 0,0 1-1 0 0,0-1 1 0 0,0 0-1 0 0,0 0 1 0 0,0 0-1 0 0,0 1 1 0 0,0-1 0 0 0,0 0-1 0 0,0 0 1 0 0,0 0-1 0 0,0 1 1 0 0,0-1-1 0 0,0 0 1 0 0,0 0 0 0 0,0 1-1 0 0,0-1 1 0 0,0 0-1 0 0,0 0 1 0 0,0 0 0 0 0,0 1-1 0 0,0-1 1 0 0,0 0-1 0 0,-1 0 1 0 0,1 0-1 0 0,0 0 1 0 0,0 1 0 0 0,0-1-1 0 0,-4 2 295 0 0,1 1-1 0 0,-1-1 1 0 0,0 0-1 0 0,0-1 1 0 0,0 1-1 0 0,-5 1 1 0 0,-25 8 584 0 0,-8 2-62 0 0,-65 31-1 0 0,93-36-803 0 0,0 0 0 0 0,0 2-1 0 0,1-1 1 0 0,0 2 0 0 0,1 0 0 0 0,0 0-1 0 0,1 1 1 0 0,0 0 0 0 0,1 1 0 0 0,1 1-1 0 0,0-1 1 0 0,0 1 0 0 0,1 1 0 0 0,1 0-1 0 0,-9 26 1 0 0,6-9 175 0 0,2 0 0 0 0,2 0 0 0 0,0 1 0 0 0,2-1 0 0 0,2 1 0 0 0,2 52-1 0 0,1-59-183 0 0,1 0-1 0 0,2 0 0 0 0,0-1 0 0 0,1 1 1 0 0,15 40-1 0 0,-16-57-80 0 0,-1 0 1 0 0,1-1-1 0 0,1 1 1 0 0,0-1-1 0 0,0 1 1 0 0,1-1-1 0 0,0-1 1 0 0,0 1-1 0 0,1-1 1 0 0,-1 0-1 0 0,2-1 1 0 0,-1 1-1 0 0,1-2 0 0 0,0 1 1 0 0,0-1-1 0 0,1 0 1 0 0,-1-1-1 0 0,12 5 1 0 0,-8-6-2 0 0,0 1 0 0 0,1-2 0 0 0,-1 0 0 0 0,1-1 0 0 0,0 0 0 0 0,0 0 0 0 0,0-2 0 0 0,-1 1 1 0 0,1-2-1 0 0,15-3 0 0 0,1-2-6 0 0,0-1 0 0 0,-1-1 1 0 0,43-21-1 0 0,-7-4-65 0 0,-2-1-1 0 0,-1-4 1 0 0,89-73-1 0 0,145-167-441 0 0,-131 88 246 0 0,-132 147 234 0 0,-1 0 0 0 0,37-76 0 0 0,-56 95-8 0 0,-1 0 1 0 0,-1-1-1 0 0,10-44 1 0 0,-18 59-27 0 0,0 0 1 0 0,0 1-1 0 0,-1-1 0 0 0,-1 0 1 0 0,0 0-1 0 0,0 0 1 0 0,-1 0-1 0 0,-1 0 1 0 0,0 0-1 0 0,0 1 1 0 0,-5-15-1 0 0,5 20 18 0 0,-1 0-1 0 0,0-1 1 0 0,0 1 0 0 0,0 0-1 0 0,0 0 1 0 0,-1 0-1 0 0,1 1 1 0 0,-1 0 0 0 0,-1-1-1 0 0,1 1 1 0 0,0 0 0 0 0,-1 1-1 0 0,0-1 1 0 0,0 1-1 0 0,0 0 1 0 0,0 0 0 0 0,-1 1-1 0 0,1 0 1 0 0,-8-3-1 0 0,-4 1-25 0 0,0 1 1 0 0,0 0-1 0 0,0 1 0 0 0,-1 1 0 0 0,-27 1 0 0 0,6 3 13 0 0,1 1 1 0 0,0 1-1 0 0,-53 15 0 0 0,-162 69 97 0 0,46 11 80 0 0,184-87-179 0 0,1 1 0 0 0,1 1 0 0 0,0 1-1 0 0,1 1 1 0 0,1 1 0 0 0,-22 25 0 0 0,20-16-798 0 0,1 2 0 0 0,1 0 0 0 0,-29 61 1 0 0,-15 57-3360 0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3:02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686 327 880 0 0,'-23'21'1624'0'0,"0"1"-1"0"0,2 1 0 0 0,1 0 0 0 0,1 2 0 0 0,1 1 0 0 0,-19 34 0 0 0,19-24-1003 0 0,2 0 0 0 0,1 0-1 0 0,2 1 1 0 0,-14 68-1 0 0,18-56-658 0 0,2 1 1 0 0,3 0-1 0 0,1 0 0 0 0,3 0 0 0 0,2 0 0 0 0,3 0 0 0 0,1-1 0 0 0,3 1 0 0 0,1-1 0 0 0,3-1 0 0 0,25 62 0 0 0,-27-84 105 0 0,2 0-1 0 0,0 0 1 0 0,2-2-1 0 0,1 0 0 0 0,21 26 1 0 0,-24-35-14 0 0,0-1 1 0 0,2-1 0 0 0,-1 0 0 0 0,1-1-1 0 0,1-1 1 0 0,0 0 0 0 0,1-1 0 0 0,26 12 0 0 0,-22-14-17 0 0,2 0 1 0 0,-1-2 0 0 0,1 0-1 0 0,0-1 1 0 0,0-2 0 0 0,0 0 0 0 0,0-1-1 0 0,1-2 1 0 0,-1 0 0 0 0,0-2-1 0 0,0 0 1 0 0,1-1 0 0 0,-1-2 0 0 0,-1 0-1 0 0,32-13 1 0 0,-19 4-6 0 0,0-1-1 0 0,-2-2 1 0 0,0-1 0 0 0,-1-2-1 0 0,-1-1 1 0 0,-1-1-1 0 0,-1-2 1 0 0,-1-1 0 0 0,26-29-1 0 0,-12 6-15 0 0,-3-1 0 0 0,-2-2-1 0 0,-2-1 1 0 0,-2-2 0 0 0,-3-2-1 0 0,-2 0 1 0 0,-3-2 0 0 0,-2-1-1 0 0,29-121 1 0 0,-47 151-43 0 0,0 0 1 0 0,-2 0-1 0 0,-1 0 0 0 0,-1 0 1 0 0,-2 0-1 0 0,-1 0 0 0 0,-1 0 1 0 0,-13-54-1 0 0,9 60 4 0 0,-1 1 1 0 0,-1 0-1 0 0,-1 1 0 0 0,-1-1 0 0 0,-1 2 1 0 0,-1 0-1 0 0,0 0 0 0 0,-2 2 1 0 0,0-1-1 0 0,-1 2 0 0 0,-27-23 0 0 0,7 10 7 0 0,-2 2-1 0 0,-1 2 0 0 0,-1 2 1 0 0,-1 2-1 0 0,-1 1 0 0 0,-1 2 1 0 0,-1 2-1 0 0,0 2 0 0 0,-1 2 1 0 0,-54-9-1 0 0,28 11-217 0 0,-1 3 0 0 0,0 3-1 0 0,0 4 1 0 0,0 2 0 0 0,0 4 0 0 0,-74 14 0 0 0,-144 46-3087 0 0,3 17-2401 0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3:02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507 552 80 0 0,'-21'-80'1720'0'0,"-32"-104"5591"0"0,51 178-6745 0 0,0 1-1 0 0,-1-1 1 0 0,1 0 0 0 0,-7-9-1 0 0,8 14-488 0 0,1 0 1 0 0,-1 0-1 0 0,1 0 0 0 0,-1 1 0 0 0,0-1 1 0 0,1 0-1 0 0,-1 1 0 0 0,0-1 0 0 0,1 0 1 0 0,-1 1-1 0 0,0-1 0 0 0,0 1 0 0 0,1-1 1 0 0,-1 1-1 0 0,0 0 0 0 0,0-1 0 0 0,0 1 0 0 0,0 0 1 0 0,0-1-1 0 0,0 1 0 0 0,1 0 0 0 0,-1 0 1 0 0,0 0-1 0 0,0 0 0 0 0,0 0 0 0 0,0 0 1 0 0,0 0-1 0 0,0 0 0 0 0,0 0 0 0 0,0 1 0 0 0,0-1 1 0 0,0 0-1 0 0,1 0 0 0 0,-1 1 0 0 0,0-1 1 0 0,0 1-1 0 0,0-1 0 0 0,0 1 0 0 0,1-1 1 0 0,-1 1-1 0 0,0-1 0 0 0,0 2 0 0 0,-4 4 125 0 0,0 1-1 0 0,0 0 1 0 0,0 0-1 0 0,1 0 0 0 0,1 1 1 0 0,-1-1-1 0 0,1 1 1 0 0,0 0-1 0 0,-2 10 1 0 0,-12 46 319 0 0,3 1 1 0 0,3 0 0 0 0,2 1-1 0 0,0 90 1 0 0,9-87-462 0 0,3 0 0 0 0,3 0 0 0 0,2-1 0 0 0,25 94 0 0 0,-24-132-67 0 0,0-1 0 0 0,2 0 0 0 0,1-1 0 0 0,1-1 0 0 0,1 0 0 0 0,33 47 0 0 0,-38-62-2 0 0,1-1-1 0 0,1 0 1 0 0,-1 0-1 0 0,2-1 1 0 0,-1 0-1 0 0,2-1 1 0 0,-1 0-1 0 0,1-1 1 0 0,0 0-1 0 0,1-1 1 0 0,0-1-1 0 0,0 0 1 0 0,0-1-1 0 0,1 0 1 0 0,22 3-1 0 0,-15-5-21 0 0,-1-1 0 0 0,1-1 0 0 0,0-1 0 0 0,0-1 0 0 0,0-1 0 0 0,-1-1 0 0 0,25-7 0 0 0,-9 0-34 0 0,-2-1 1 0 0,1-2-1 0 0,50-26 1 0 0,-32 8 9 0 0,-1-1 1 0 0,-2-3-1 0 0,-1-2 1 0 0,80-77-1 0 0,-71 53 35 0 0,-3-2 0 0 0,95-139-1 0 0,-118 151 39 0 0,-3-1 0 0 0,31-73-1 0 0,-51 102-14 0 0,-2 0-1 0 0,-1-1 0 0 0,0 0 0 0 0,-2 0 0 0 0,-1 0 0 0 0,2-27 0 0 0,-6 36-3 0 0,0 1 0 0 0,-1 0-1 0 0,-1-1 1 0 0,0 1 0 0 0,-1 0 0 0 0,0 0-1 0 0,-1 0 1 0 0,-1 1 0 0 0,0-1 0 0 0,-1 1 0 0 0,-11-20-1 0 0,3 13-19 0 0,-1 1-1 0 0,-1 0 1 0 0,0 1-1 0 0,-2 1 0 0 0,0 0 1 0 0,0 1-1 0 0,-2 1 0 0 0,0 1 1 0 0,0 1-1 0 0,-2 1 0 0 0,-42-19 1 0 0,21 14-67 0 0,0 2 0 0 0,-1 2 0 0 0,0 2 0 0 0,-1 1 0 0 0,-73-5 0 0 0,77 13-124 0 0,0 1-1 0 0,0 3 1 0 0,0 1-1 0 0,1 2 0 0 0,0 1 1 0 0,0 3-1 0 0,0 1 1 0 0,1 2-1 0 0,0 1 0 0 0,1 3 1 0 0,1 0-1 0 0,1 3 1 0 0,0 1-1 0 0,1 2 0 0 0,-51 41 1 0 0,43-25-775 0 0,2 1 1 0 0,-67 82-1 0 0,-52 113-4003 0 0,-2 53-1042 0 0,160-284 5967 0 0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3:03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266 357 160 0 0,'-16'8'1058'0'0,"0"0"-1"0"0,1 1 1 0 0,0 1-1 0 0,0 1 1 0 0,1 0-1 0 0,-19 19 1 0 0,17-12-227 0 0,0 0 0 0 0,2 1 0 0 0,0 1 0 0 0,1 0 0 0 0,1 1 0 0 0,-14 34-1 0 0,19-37-589 0 0,2 1 1 0 0,0-1-1 0 0,0 1 0 0 0,2 0 0 0 0,1 0 0 0 0,0 0 0 0 0,1 0 0 0 0,1 1 0 0 0,1-1 0 0 0,0 0 0 0 0,2 0 0 0 0,0 0 0 0 0,12 36 0 0 0,0-11-201 0 0,2 0 0 0 0,2-1 0 0 0,2-1 0 0 0,42 63 0 0 0,-39-69 146 0 0,1 0-1 0 0,2-2 0 0 0,1-1 0 0 0,2-1 0 0 0,41 34 0 0 0,-57-55-111 0 0,0 0 0 0 0,1-1 0 0 0,0 0 0 0 0,1-1 0 0 0,0-1 0 0 0,1 0 0 0 0,-1-1 0 0 0,1-1 0 0 0,1-1 0 0 0,-1 0 0 0 0,1-2 0 0 0,-1 1 0 0 0,1-2 0 0 0,0-1 0 0 0,28 0 0 0 0,-26-4-64 0 0,0 0 0 0 0,0 0-1 0 0,-1-2 1 0 0,1-1 0 0 0,-1 0 0 0 0,0-1 0 0 0,33-18 0 0 0,-27 10-21 0 0,0-2 1 0 0,-1 0-1 0 0,-1-1 1 0 0,38-39-1 0 0,-23 14-11 0 0,-2-1 0 0 0,-2-2 0 0 0,-2-2-1 0 0,-2-1 1 0 0,26-57 0 0 0,-26 42 4 0 0,-3-1 1 0 0,-2-2-1 0 0,-4 0 0 0 0,-2-2 0 0 0,13-93 0 0 0,-29 136-108 0 0,-1 0 0 0 0,-1-1 0 0 0,-1 1 0 0 0,-2-1 0 0 0,0 1 0 0 0,-2 0 0 0 0,-13-50 0 0 0,12 62 1 0 0,0 1 1 0 0,-1-1-1 0 0,-1 1 1 0 0,0 1-1 0 0,0-1 1 0 0,-1 1-1 0 0,-1 1 0 0 0,0-1 1 0 0,-1 2-1 0 0,0-1 1 0 0,0 1-1 0 0,-1 1 1 0 0,-1 0-1 0 0,1 0 1 0 0,-21-10-1 0 0,9 7-174 0 0,-1 2 0 0 0,0 0 0 0 0,-1 2 0 0 0,0 0 0 0 0,0 2-1 0 0,-1 1 1 0 0,0 1 0 0 0,-37-1 0 0 0,-9 4-1883 0 0,-133 16-1 0 0,-6 13-3192 0 0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3:01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485 462 2721 0 0,'-5'-8'1679'0'0,"3"4"-1118"0"0,-1 1-1 0 0,1-1 1 0 0,-1 1 0 0 0,0 0 0 0 0,1 0 0 0 0,-1 0 0 0 0,-6-4-1 0 0,7 6-470 0 0,1 0 1 0 0,-1 1-1 0 0,0-1 0 0 0,1 0 0 0 0,-1 1 0 0 0,0-1 0 0 0,0 1 0 0 0,0 0 0 0 0,0 0 0 0 0,1-1 0 0 0,-1 1 0 0 0,0 0 0 0 0,0 1 1 0 0,0-1-1 0 0,0 0 0 0 0,1 0 0 0 0,-1 1 0 0 0,0-1 0 0 0,0 1 0 0 0,1 0 0 0 0,-1-1 0 0 0,0 1 0 0 0,1 0 0 0 0,-3 2 0 0 0,-12 7-2 0 0,0 1 0 0 0,1 1 0 0 0,1 0-1 0 0,0 1 1 0 0,-12 15 0 0 0,5-3 136 0 0,-34 53-1 0 0,47-65-125 0 0,1 1 0 0 0,0 0 0 0 0,1 0 0 0 0,1 1 0 0 0,0-1-1 0 0,1 1 1 0 0,0 0 0 0 0,1 1 0 0 0,1-1 0 0 0,1 1 0 0 0,0-1 0 0 0,1 1 0 0 0,3 22-1 0 0,0-14-51 0 0,2 0-1 0 0,1-1 1 0 0,1 1-1 0 0,0-1 1 0 0,2-1-1 0 0,1 1 1 0 0,23 38-1 0 0,-21-43-24 0 0,-1 0 0 0 0,2-1 0 0 0,1 0 0 0 0,0-1 0 0 0,27 23-1 0 0,-31-31-1 0 0,0 0 0 0 0,1-1 0 0 0,-1-1 0 0 0,2 1 0 0 0,-1-2 0 0 0,1 1 0 0 0,0-2 0 0 0,0 0 0 0 0,0 0 0 0 0,24 3 0 0 0,-19-5 10 0 0,1-1 0 0 0,0-1-1 0 0,0-1 1 0 0,-1 0 0 0 0,1-1 0 0 0,0-1 0 0 0,-1-1 0 0 0,0-1 0 0 0,0 0 0 0 0,0-1-1 0 0,27-14 1 0 0,-5-2 21 0 0,-1 0 1 0 0,-2-3-1 0 0,59-51 0 0 0,-39 26 96 0 0,-2-3 1 0 0,90-116 0 0 0,-112 125 13 0 0,-1-2 0 0 0,-2-1 0 0 0,-3-2 0 0 0,36-91 0 0 0,-53 117-91 0 0,-2-1 0 0 0,-1-1-1 0 0,0 0 1 0 0,3-46 0 0 0,-9 61-60 0 0,0-1-1 0 0,0 0 1 0 0,-1 1 0 0 0,0-1 0 0 0,-1 1 0 0 0,0 0-1 0 0,-1-1 1 0 0,0 1 0 0 0,0 0 0 0 0,-1 1 0 0 0,-1-1 0 0 0,0 1-1 0 0,-10-16 1 0 0,7 15-17 0 0,0 1-1 0 0,-1 0 1 0 0,0 1-1 0 0,-1 0 1 0 0,0 0-1 0 0,0 1 1 0 0,-1 0-1 0 0,1 1 1 0 0,-2 0-1 0 0,-15-6 1 0 0,-5 0-12 0 0,-1 2 0 0 0,0 1-1 0 0,0 1 1 0 0,-50-4 0 0 0,12 6-16 0 0,-83 4-1 0 0,69 6 13 0 0,1 3-1 0 0,-87 19 0 0 0,122-15 24 0 0,0 2 0 0 0,1 2 0 0 0,1 2-1 0 0,-78 40 1 0 0,106-47-49 0 0,1 2-1 0 0,-1 0 0 0 0,2 1 1 0 0,-27 24-1 0 0,40-33-102 0 0,0 0-1 0 0,0 1 1 0 0,0-1-1 0 0,0 1 1 0 0,1 0-1 0 0,0 0 1 0 0,0 0 0 0 0,0 0-1 0 0,0 1 1 0 0,1-1-1 0 0,0 1 1 0 0,0-1 0 0 0,1 1-1 0 0,-1 0 1 0 0,1 6-1 0 0,1-1-754 0 0,2-1 0 0 0,-1 0 0 0 0,2 0 0 0 0,-1 0 0 0 0,1 0 0 0 0,1 0 0 0 0,7 15 0 0 0,-10-23 716 0 0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3:04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998 575 960 0 0,'-1'-3'116'0'0,"-1"1"0"0"0,1 0 0 0 0,-1-1 0 0 0,0 1-1 0 0,0 0 1 0 0,0 0 0 0 0,0 0 0 0 0,0 1-1 0 0,0-1 1 0 0,0 0 0 0 0,-1 1 0 0 0,1-1 0 0 0,0 1-1 0 0,-1 0 1 0 0,0 0 0 0 0,-4-1 0 0 0,2 0 33 0 0,-1 1 0 0 0,1 0 0 0 0,-1 0 0 0 0,0 1 0 0 0,1 0 1 0 0,-1 0-1 0 0,-8 1 0 0 0,10 0-24 0 0,-1 0 0 0 0,1 0 0 0 0,-1 1 0 0 0,1 0-1 0 0,0-1 1 0 0,0 1 0 0 0,0 1 0 0 0,0-1 0 0 0,0 1 0 0 0,-4 3 0 0 0,-14 11 722 0 0,0 0 1 0 0,1 2-1 0 0,-21 24 0 0 0,28-27-418 0 0,1 1 0 0 0,0 0 0 0 0,1 0 0 0 0,1 1 0 0 0,-16 36 0 0 0,18-29-360 0 0,1 0 1 0 0,1 1-1 0 0,2 0 0 0 0,0 0 1 0 0,0 36-1 0 0,3 2-190 0 0,8 67-1 0 0,-2-89 174 0 0,1 0 1 0 0,2-1-1 0 0,2 0 1 0 0,1-1-1 0 0,3 0 0 0 0,27 59 1 0 0,-31-79-16 0 0,2-2 1 0 0,0 0 0 0 0,1 0-1 0 0,1-1 1 0 0,0 0 0 0 0,21 18-1 0 0,-23-25-22 0 0,1 0-1 0 0,0-1 0 0 0,0-1 1 0 0,1 0-1 0 0,0-1 0 0 0,0 0 1 0 0,1-1-1 0 0,-1 0 0 0 0,29 7 1 0 0,-26-10-7 0 0,1 0 1 0 0,-1-2 0 0 0,1 0 0 0 0,0 0-1 0 0,-1-2 1 0 0,1 0 0 0 0,0-1 0 0 0,-1 0-1 0 0,0-1 1 0 0,1-1 0 0 0,-1-1 0 0 0,-1 0-1 0 0,1-1 1 0 0,19-11 0 0 0,0-3-4 0 0,-2-1-1 0 0,0-1 1 0 0,-2-2 0 0 0,0-1 0 0 0,30-32 0 0 0,-2-5-6 0 0,-3-2-1 0 0,-3-3 1 0 0,54-87 0 0 0,-55 67-20 0 0,-4-1 1 0 0,53-136-1 0 0,-79 165 17 0 0,-3-1-1 0 0,17-88 1 0 0,-31 116 4 0 0,-1 1 0 0 0,-1-1 0 0 0,-2-1 0 0 0,-1 1 0 0 0,-6-37 0 0 0,4 53 1 0 0,-1 1 1 0 0,0 0-1 0 0,-2 0 1 0 0,0 0-1 0 0,0 1 1 0 0,-1-1-1 0 0,-1 1 0 0 0,0 1 1 0 0,-16-23-1 0 0,14 25 4 0 0,0 1 0 0 0,-1 0 0 0 0,0 0-1 0 0,-1 1 1 0 0,0 1 0 0 0,0-1-1 0 0,-1 2 1 0 0,0 0 0 0 0,0 0 0 0 0,-23-8-1 0 0,8 6-8 0 0,0 1-1 0 0,0 2 1 0 0,0 1-1 0 0,-1 1 0 0 0,1 1 1 0 0,-1 2-1 0 0,0 0 1 0 0,0 2-1 0 0,1 1 0 0 0,-29 6 1 0 0,-6 4-104 0 0,1 3 1 0 0,0 2 0 0 0,-83 36-1 0 0,38-5-111 0 0,3 4 1 0 0,-103 69-1 0 0,-181 157-3420 0 0,217-148-150 0 0,-9-3 361 0 0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3:05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942 371 240 0 0,'82'54'2644'0'0,"-66"-43"-467"0"0,-55-34 277 0 0,17 11-1805 0 0,-1-2 155 0 0,-1 1 0 0 0,0 2 0 0 0,-36-13 1 0 0,54 22-760 0 0,0 0 1 0 0,0 1 0 0 0,0-1-1 0 0,-1 1 1 0 0,1 0-1 0 0,0 1 1 0 0,-1 0 0 0 0,1 0-1 0 0,0 0 1 0 0,-1 0 0 0 0,1 1-1 0 0,0 0 1 0 0,-1 1 0 0 0,1-1-1 0 0,0 1 1 0 0,0 0-1 0 0,0 1 1 0 0,1 0 0 0 0,-1-1-1 0 0,-8 7 1 0 0,10-5 125 0 0,0-1 1 0 0,0 1 0 0 0,1 1-1 0 0,0-1 1 0 0,-1 0-1 0 0,-2 7 1 0 0,-6 12 296 0 0,1-1 1 0 0,1 2 0 0 0,1-1 0 0 0,1 1 0 0 0,1 0 0 0 0,-6 40 0 0 0,-7 156 504 0 0,19-217-959 0 0,-3 263 1063 0 0,6-236-1002 0 0,1 1-1 0 0,1 0 1 0 0,1-1 0 0 0,2 0-1 0 0,1-1 1 0 0,16 38 0 0 0,-20-57-75 0 0,1-1 0 0 0,-1 0 0 0 0,1-1 1 0 0,1 1-1 0 0,0-1 0 0 0,0 0 0 0 0,0-1 0 0 0,1 1 1 0 0,0-1-1 0 0,1-1 0 0 0,0 1 0 0 0,0-1 0 0 0,0 0 0 0 0,1-1 1 0 0,-1 0-1 0 0,16 6 0 0 0,-11-7-5 0 0,0-1 1 0 0,1 0-1 0 0,-1 0 0 0 0,1-2 0 0 0,0 1 1 0 0,-1-2-1 0 0,1 0 0 0 0,0 0 1 0 0,0-2-1 0 0,-1 1 0 0 0,21-7 1 0 0,0-1-11 0 0,0-3 1 0 0,-2 0 0 0 0,1-2-1 0 0,-2-2 1 0 0,0-1 0 0 0,0-1 0 0 0,-2-1-1 0 0,49-44 1 0 0,-17 9-50 0 0,-4-4 0 0 0,86-109 0 0 0,-105 119-103 0 0,-3-2-1 0 0,-1-1 1 0 0,47-101-1 0 0,-71 129 7 0 0,-1-1 0 0 0,-2-1 0 0 0,0 1 0 0 0,6-51-1 0 0,-11 58 70 0 0,-2 0 0 0 0,0-1-1 0 0,0 1 1 0 0,-2-1-1 0 0,0 1 1 0 0,-1 0-1 0 0,-1 0 1 0 0,-7-20 0 0 0,2 16 91 0 0,0 0 1 0 0,-1 0-1 0 0,-1 1 1 0 0,-1 1-1 0 0,-1-1 1 0 0,-1 2 0 0 0,0 0-1 0 0,-1 1 1 0 0,-1 0-1 0 0,-1 1 1 0 0,0 1-1 0 0,-1 1 1 0 0,-1 0-1 0 0,-35-19 1 0 0,29 20 15 0 0,0 2 0 0 0,0 0 0 0 0,-1 2-1 0 0,0 1 1 0 0,-1 1 0 0 0,0 1 0 0 0,0 2 0 0 0,0 0 0 0 0,0 2 0 0 0,-1 1 0 0 0,1 1 0 0 0,-36 5-1 0 0,14 3-51 0 0,1 3-1 0 0,0 1 1 0 0,1 2-1 0 0,-71 33 1 0 0,-175 104-897 0 0,198-99 361 0 0,-129 61-3362 0 0,14-19-2788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3:05.5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1496 326 2801 0 0,'-62'13'1325'0'0,"1"2"0"0"0,1 3 0 0 0,-68 30 0 0 0,99-35-951 0 0,1 2-1 0 0,0 1 0 0 0,1 1 0 0 0,1 1 0 0 0,1 1 0 0 0,0 1 0 0 0,2 2 0 0 0,-26 28 0 0 0,32-29-185 0 0,0 1 0 0 0,1 1 0 0 0,2 0 0 0 0,0 1 0 0 0,2 0 0 0 0,0 1 0 0 0,2 0 0 0 0,1 1 0 0 0,-10 46 0 0 0,16-58-137 0 0,1 0 1 0 0,1-1-1 0 0,1 1 0 0 0,0 0 0 0 0,1 0 1 0 0,0 0-1 0 0,1 0 0 0 0,0-1 0 0 0,5 15 1 0 0,-3-17-28 0 0,0-1 0 0 0,1 1 0 0 0,0-1 1 0 0,0-1-1 0 0,1 1 0 0 0,1-1 0 0 0,-1 0 0 0 0,1 0 1 0 0,1-1-1 0 0,0 0 0 0 0,0 0 0 0 0,13 9 0 0 0,-9-9-6 0 0,-1-1-1 0 0,1 0 0 0 0,0 0 0 0 0,1-1 0 0 0,0-1 1 0 0,0 0-1 0 0,0-1 0 0 0,0 0 0 0 0,21 3 0 0 0,-15-5 2 0 0,1-1 0 0 0,-1 0 0 0 0,1-2 0 0 0,-1 0 0 0 0,1-1-1 0 0,20-5 1 0 0,1-4 13 0 0,-1-2 0 0 0,-1-1-1 0 0,0-2 1 0 0,-1-2-1 0 0,65-40 1 0 0,-41 18 13 0 0,-3-3 0 0 0,-1-2 0 0 0,-2-3 0 0 0,-3-2 0 0 0,-1-3 0 0 0,-4-1 0 0 0,81-116 0 0 0,-113 144-45 0 0,-1 0-1 0 0,-1-1 1 0 0,-2-1-1 0 0,0 0 1 0 0,-2 0-1 0 0,-1-1 1 0 0,5-30-1 0 0,-12 47-22 0 0,0-1 0 0 0,-1 1 0 0 0,0 0 0 0 0,-1 0-1 0 0,-1 0 1 0 0,0-1 0 0 0,0 1 0 0 0,-1 0 0 0 0,-1 0 0 0 0,0 1 0 0 0,0-1-1 0 0,-1 0 1 0 0,-1 1 0 0 0,0 0 0 0 0,0 0 0 0 0,-1 0 0 0 0,-1 1 0 0 0,0 0-1 0 0,-13-14 1 0 0,11 14-16 0 0,-1 1 0 0 0,0 1 0 0 0,0 0-1 0 0,-1 0 1 0 0,0 1 0 0 0,0 1 0 0 0,-1 0 0 0 0,0 0-1 0 0,0 1 1 0 0,0 1 0 0 0,-20-5 0 0 0,7 4-12 0 0,0 1 1 0 0,0 1-1 0 0,0 2 1 0 0,0 0-1 0 0,-33 4 1 0 0,8 3-34 0 0,2 1 0 0 0,-1 3 1 0 0,-60 21-1 0 0,-143 70-555 0 0,96-24-1023 0 0,-156 104 0 0 0,-129 126-3498 0 0,153-87 1798 0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3:07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60 109 3041 0 0,'-18'0'5447'0'0,"12"-1"-3302"0"0,8-2-2240 0 0,-5 4 434 0 0,-1 1 15 0 0,0 0-1 0 0,0-1 1 0 0,0 1 0 0 0,0-1-1 0 0,0 0 1 0 0,-7 1 0 0 0,16-3-890 0 0,-1-1-1 0 0,1 1 1 0 0,-1-1 0 0 0,1 1 0 0 0,-1-1-1 0 0,0 0 1 0 0,0-1 0 0 0,0 1 0 0 0,6-6-1 0 0,-9 7 398 0 0,0 0 1 0 0,-1 0-1 0 0,1 0 0 0 0,0 0 0 0 0,-1 0 0 0 0,1 0 0 0 0,-1 0 1 0 0,0 0-1 0 0,1-1 0 0 0,-1 1 0 0 0,0 0 0 0 0,0 0 0 0 0,0 0 0 0 0,0 0 1 0 0,0 0-1 0 0,0-1 0 0 0,0 1 0 0 0,0 0 0 0 0,0 0 0 0 0,0 0 0 0 0,-1-2 1 0 0,-19-63-4718 0 0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3:09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58 320 0 0,'-5'-20'1521'0'0,"3"6"-801"0"0,0 0-560 0 0,2 8-400 0 0,-3 2-320 0 0,-1 4-160 0 0,-4 4-81 0 0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3:10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439 31 1601 0 0,'14'-14'1841'0'0,"-11"4"-241"0"0,-3 4-319 0 0,-5 6-321 0 0,-4 0-79 0 0,-3 4-241 0 0,-43 48 240 0 0,-47 76 321 0 0,38-3-481 0 0,-4-15-320 0 0,4-12 1 0 0,14-12-81 0 0,26-12 0 0 0,22-12-1280 0 0,4-28-2242 0 0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3:10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8 800 0 0,'19'-8'10165'0'0,"-22"22"-4002"0"0,-4 0-5763 0 0,5 28-560 0 0,11 46 1441 0 0,17 24-401 0 0,-2-6-800 0 0,33-17-320 0 0,-7-17-160 0 0,-24-14-1521 0 0,-43-10-9124 0 0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3:10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50 208 1441 0 0,'-29'0'2161'0'0,"13"-2"400"0"0,11 2 0 0 0,26-6 320 0 0,205-32 5523 0 0,15-20-4082 0 0,-30 2-4322 0 0,-69 24-560 0 0,-35 18 240 0 0,-24 12-1681 0 0,-17 12-2881 0 0,-13 14-7524 0 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3:11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3 131 800 0 0,'-2'-82'1041'0'0,"7"34"-2642"0"0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3:11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53 3121 0 0,'-88'-26'1921'0'0,"22"10"320"0"0,26 8-800 0 0,16 6-641 0 0,14 4-399 0 0,1 2-241 0 0,7 0-160 0 0,-1 2 0 0 0,10 2-401 0 0,10 38-3040 0 0,-12 38-2722 0 0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3:11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0 3602 0 0,'-29'26'3041'0'0,"3"-18"-960"0"0,5-10-800 0 0,2 0-801 0 0,7 2-1441 0 0,10 10-960 0 0,4 18-1040 0 0,-9 12-881 0 0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3:12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14 800 0 0,'-35'-2'1841'0'0,"9"-10"-3121"0"0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3:21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308 3 1441 0 0,'4'-3'7156'0'0,"-25"30"-1173"0"0,-10 12-2888 0 0,-26 34 286 0 0,-55 89 1 0 0,109-157-3484 0 0,0 0-1 0 0,1 0 1 0 0,-1 1 0 0 0,1 0 0 0 0,0-1-1 0 0,0 1 1 0 0,1 0 0 0 0,0 0 0 0 0,0 0-1 0 0,0 0 1 0 0,1 0 0 0 0,0 0-1 0 0,0 0 1 0 0,1 0 0 0 0,-1 0 0 0 0,1 0-1 0 0,0 0 1 0 0,1 0 0 0 0,0-1 0 0 0,3 8-1 0 0,1 1 124 0 0,1-1 0 0 0,0-1 0 0 0,1 1 0 0 0,1-1 0 0 0,0-1 0 0 0,20 20 0 0 0,43 39 232 0 0,52 54 56 0 0,-104-101-302 0 0,-1 0-1 0 0,-1 2 0 0 0,27 47 0 0 0,-32-44-24 0 0,-1 1 0 0 0,-1 0 0 0 0,-2 0 0 0 0,-1 1 0 0 0,-1 0 0 0 0,-1 0 0 0 0,-2 0 0 0 0,-1 1 0 0 0,-2 0 0 0 0,-3 38 1 0 0,-2-22 26 0 0,-2-1 0 0 0,-2 0 0 0 0,-2-1 0 0 0,-2 0 0 0 0,-2 0 0 0 0,-22 45 0 0 0,22-58-7 0 0,-1-1-1 0 0,-33 48 0 0 0,39-66-278 0 0,-1 0-1 0 0,0-1 1 0 0,-1-1-1 0 0,0 0 0 0 0,-1 0 1 0 0,0-1-1 0 0,0-1 1 0 0,-17 10-1 0 0,25-17-89 0 0,-1 1 0 0 0,0 0 1 0 0,-1-1-1 0 0,1 0 0 0 0,0-1 0 0 0,0 1 0 0 0,-1-1 0 0 0,1 0 0 0 0,-1 0 1 0 0,0 0-1 0 0,1-1 0 0 0,-1 0 0 0 0,1 0 0 0 0,-1-1 0 0 0,1 1 1 0 0,-1-1-1 0 0,1 0 0 0 0,-1-1 0 0 0,1 1 0 0 0,-1-1 0 0 0,1 0 1 0 0,0-1-1 0 0,0 1 0 0 0,0-1 0 0 0,-6-4 0 0 0,-18-14-3781 0 0,-42-38-1 0 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3:22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17 248 4882 0 0,'-14'-70'4162'0'0,"12"62"-3121"0"0,14 18-801 0 0,28-12 320 0 0,36-16 2561 0 0,28 2 1602 0 0,34-2-3123 0 0,20 4-1760 0 0,-1 2-320 0 0,-20 0-160 0 0,1-6-2322 0 0,-1-10-5041 0 0,-9-14 639 0 0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3:22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434 55 5763 0 0,'-69'50'6828'0'0,"-99"92"1"0"0,140-113-5481 0 0,-44 58 0 0 0,55-62-1501 0 0,0 1 0 0 0,2 1-1 0 0,-13 29 1 0 0,25-48 162 0 0,-1 1-1 0 0,1 0 0 0 0,1-1 1 0 0,0 1-1 0 0,0 0 0 0 0,1 0 1 0 0,0 1-1 0 0,0-1 1 0 0,1 0-1 0 0,1 13 0 0 0,0-17 36 0 0,0 0 0 0 0,0 0 0 0 0,0-1 0 0 0,1 1 0 0 0,-1 0 0 0 0,1-1 0 0 0,1 0-1 0 0,-1 1 1 0 0,0-1 0 0 0,1 0 0 0 0,0 0 0 0 0,0 0 0 0 0,0 0 0 0 0,1-1 0 0 0,-1 0 0 0 0,1 1-1 0 0,0-1 1 0 0,0 0 0 0 0,0-1 0 0 0,7 5 0 0 0,-4-4 68 0 0,0 0-1 0 0,1 0 1 0 0,-1-1 0 0 0,1 0 0 0 0,-1 0 0 0 0,1-1-1 0 0,0 0 1 0 0,0-1 0 0 0,0 1 0 0 0,13-2-1 0 0,-5-1 220 0 0,1-1-1 0 0,-1 0 1 0 0,1-1-1 0 0,23-9 0 0 0,-8-1-6 0 0,0-1 0 0 0,-2-1-1 0 0,42-29 1 0 0,74-69-325 0 0,-80 54-429 0 0,-4-2 0 0 0,-2-3 0 0 0,84-118-1 0 0,-87 102-276 0 0,-55 79 680 0 0,23-28-548 0 0,-25 30 569 0 0,0 0 1 0 0,0 0-1 0 0,0 0 0 0 0,0 0 0 0 0,1 0 0 0 0,-1 1 0 0 0,0-1 0 0 0,0 0 1 0 0,0 0-1 0 0,0 0 0 0 0,0 0 0 0 0,1 0 0 0 0,-1 0 0 0 0,0 0 0 0 0,0 0 0 0 0,0 0 1 0 0,0 0-1 0 0,0 1 0 0 0,0-1 0 0 0,1 0 0 0 0,-1 0 0 0 0,0 0 0 0 0,0 0 0 0 0,0 0 1 0 0,0 1-1 0 0,0-1 0 0 0,0 0 0 0 0,0 0 0 0 0,0 0 0 0 0,0 0 0 0 0,0 0 0 0 0,0 1 1 0 0,0-1-1 0 0,0 0 0 0 0,0 0 0 0 0,0 0 0 0 0,0 0 0 0 0,0 1 0 0 0,0-1 1 0 0,0 0-1 0 0,0 0 0 0 0,0 0 0 0 0,0 0 0 0 0,0 0 0 0 0,0 1 0 0 0,0-1 0 0 0,0 0 1 0 0,-1 0-1 0 0,1 0 0 0 0,0 0 0 0 0,0 0 0 0 0,0 1 0 0 0,-7 26-308 0 0,-21 74 283 0 0,6 0 0 0 0,-14 133 0 0 0,32-193 65 0 0,1 0-1 0 0,3 0 1 0 0,1 0 0 0 0,12 75 0 0 0,-10-96-107 0 0,2-1 0 0 0,0 0 0 0 0,1 0 0 0 0,1 0 0 0 0,1-1 0 0 0,0 0 0 0 0,1-1 0 0 0,1 0 0 0 0,1 0 0 0 0,1-1 0 0 0,21 24 0 0 0,-28-35-446 0 0,0 0 0 0 0,0-1 0 0 0,0 0 0 0 0,1 0 0 0 0,-1 0 0 0 0,1-1 1 0 0,0 1-1 0 0,0-1 0 0 0,11 3 0 0 0,-9-4-1058 0 0,0-1-1 0 0,0 0 1 0 0,0-1 0 0 0,0 0-1 0 0,1 0 1 0 0,10-2 0 0 0,-19 2 1573 0 0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3:22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138 599 320 0 0,'2'0'1601'0'0,"15"42"3361"0"0,14 72 1921 0 0,-22-10-3361 0 0,-21-4-1281 0 0,3-4-1841 0 0,2-20-800 0 0,-5-26-961 0 0,7-28-720 0 0,12-36-3121 0 0,12-48-4963 0 0</inkml:trace>
  <inkml:trace contextRef="#ctx0" brushRef="#br0" timeOffset="1">112 24 6803 0 0,'-76'-24'12006'0'0,"43"24"-6404"0"0,30 2-5842 0 0,11 2-960 0 0,3 0 559 0 0,1 8 321 0 0,83 82-1601 0 0,21 16-10484 0 0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3:23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266 1 1681 0 0,'-163'68'4352'0'0,"110"-43"684"0"0,4-1 4678 0 0,50-20-6833 0 0,9 4-2545 0 0,19 9-1539 0 0,-24-14 1430 0 0,34 18-240 0 0,1-2 0 0 0,75 23 0 0 0,91 14-47 0 0,-108-31-135 0 0,-90-23 174 0 0,-1 0 0 0 0,1 0-1 0 0,0 1 1 0 0,-1 0-1 0 0,0 0 1 0 0,0 1-1 0 0,0 0 1 0 0,0 0 0 0 0,10 9-1 0 0,-16-12 13 0 0,1 1 0 0 0,0 0-1 0 0,-1 0 1 0 0,0 0 0 0 0,1 0-1 0 0,-1 0 1 0 0,0 0 0 0 0,0 1-1 0 0,0-1 1 0 0,0 0 0 0 0,-1 1-1 0 0,1-1 1 0 0,0 5 0 0 0,-1-3 0 0 0,0 0 0 0 0,0-1 0 0 0,-1 1-1 0 0,1 0 1 0 0,-1 0 0 0 0,0-1 0 0 0,0 1 0 0 0,0 0 0 0 0,-1-1 0 0 0,1 1 0 0 0,-3 3 0 0 0,-7 11 44 0 0,0 0-1 0 0,-2-1 1 0 0,0 0 0 0 0,-1-1-1 0 0,-1 0 1 0 0,0-1 0 0 0,-1-1-1 0 0,-34 24 1 0 0,5-10 39 0 0,0-1 0 0 0,-69 29-1 0 0,99-49-74 0 0,-32 14-52 0 0,-89 28 1 0 0,136-49 37 0 0,-4 1-35 0 0,1 0 1 0 0,-1 0-1 0 0,0-1 1 0 0,1 1-1 0 0,-1-1 0 0 0,0 0 1 0 0,-3 0-1 0 0,6 0-14 0 0,1 0 0 0 0,-1 0 1 0 0,1 0-1 0 0,-1-1 0 0 0,1 1 0 0 0,-1 0 0 0 0,1 0 0 0 0,-1-1 0 0 0,1 1 0 0 0,0 0 0 0 0,-1 0 0 0 0,1-1 0 0 0,-1 1 0 0 0,1 0 0 0 0,0-1 0 0 0,-1 1 0 0 0,1-1 0 0 0,0 1 0 0 0,0 0 0 0 0,-1-1 0 0 0,1 0 0 0 0,-1 0-239 0 0,1-1 0 0 0,0 1 0 0 0,0 0 0 0 0,0-1-1 0 0,0 1 1 0 0,0-1 0 0 0,0 1 0 0 0,0 0 0 0 0,0-1 0 0 0,0 1 0 0 0,1-3 0 0 0,20-52-9582 0 0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3:23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918 1 2161 0 0,'-63'12'2658'0'0,"1"3"0"0"0,0 3 0 0 0,-89 39 0 0 0,28 7 13101 0 0,118-61-14794 0 0,-11 7 1231 0 0,15-5-1821 0 0,10 0-790 0 0,71 17-4090 0 0,-15-4 4367 0 0,68 28 0 0 0,-87-26 135 0 0,-2 2-1 0 0,66 44 1 0 0,-88-51-30 0 0,0 2 0 0 0,-2 0 0 0 0,0 1 0 0 0,0 1 1 0 0,-2 1-1 0 0,20 28 0 0 0,-33-40 39 0 0,0 0 1 0 0,0 0-1 0 0,-1 0 0 0 0,-1 0 1 0 0,1 1-1 0 0,-1-1 0 0 0,-1 1 1 0 0,0 0-1 0 0,0 0 0 0 0,0 0 0 0 0,-1 0 1 0 0,-1 0-1 0 0,0 0 0 0 0,0 0 1 0 0,0 1-1 0 0,-1-1 0 0 0,-1 0 0 0 0,0 0 1 0 0,-5 16-1 0 0,-2-3 43 0 0,0 1-1 0 0,-2-1 1 0 0,-1-1 0 0 0,-1 0 0 0 0,0-1-1 0 0,-19 21 1 0 0,0-2 45 0 0,-1-2 0 0 0,-2-2-1 0 0,-51 41 1 0 0,56-53-6 0 0,-1-1 0 0 0,-1-2-1 0 0,-2-1 1 0 0,-68 29 0 0 0,79-39-86 0 0,0-2 0 0 0,-1 0 0 0 0,0-2 1 0 0,0-1-1 0 0,0-1 0 0 0,0 0 0 0 0,-1-2 1 0 0,1-1-1 0 0,-1-1 0 0 0,1-1 0 0 0,-32-7 0 0 0,36 4-1280 0 0,1-1 0 0 0,0-1 0 0 0,0-1 0 0 0,-26-14-1 0 0,0-1-4268 0 0,-62-21-9674 0 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3:23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1 480 4482 0 0,'4'4'595'0'0,"0"0"1"0"0,0 0-1 0 0,0-1 1 0 0,0 0-1 0 0,1 1 1 0 0,0-2-1 0 0,0 1 0 0 0,0 0 1 0 0,0-1-1 0 0,8 3 1 0 0,14 1 714 0 0,0-1 1 0 0,0-1 0 0 0,43 1-1 0 0,209-6 2358 0 0,131-26-1000 0 0,120-26-733 0 0,597-81 71 0 0,241-26-1104 0 0,-804 102-689 0 0,599-35 51 0 0,-9 83-3143 0 0,-562 66-3179 0 0,-487-37 2837 0 0,-1 4 0 0 0,-1 5 0 0 0,139 57 0 0 0,-124-29-2008 0 0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3:33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 2641 0 0,'-19'20'2001'0'0,"-5"-8"-640"0"0,5-4-641 0 0,2-4-720 0 0,8 0-480 0 0,16-6-2241 0 0,10-12 480 0 0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3:33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0 1121 0 0,'-26'0'960'0'0,"-15"4"-320"0"0,1 6-560 0 0,0 8-560 0 0,6 0-480 0 0,6 2-81 0 0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3:33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1 480 0 0,'-31'22'240'0'0,"5"2"-480"0"0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3:35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4836 1 2241 0 0,'-1'0'235'0'0,"-1"0"0"0"0,1 0-1 0 0,0 0 1 0 0,0 1 0 0 0,0-1 0 0 0,-1 0 0 0 0,1 1 0 0 0,0-1-1 0 0,0 1 1 0 0,0-1 0 0 0,0 1 0 0 0,0-1 0 0 0,0 1-1 0 0,0 0 1 0 0,0 0 0 0 0,0 0 0 0 0,0-1 0 0 0,0 1 0 0 0,0 0-1 0 0,1 0 1 0 0,-1 0 0 0 0,0 0 0 0 0,0 2 0 0 0,-13 36-194 0 0,9-24 45 0 0,-61 208-18 0 0,-30 99 731 0 0,-50 191 1202 0 0,-3 48-1735 0 0,-153 388 108 0 0,223-757-327 0 0,-116 203-1 0 0,23-26 99 0 0,22 13 142 0 0,86-215-172 0 0,-119 339-5 0 0,22-57-110 0 0,-28-8-16 0 0,-174 390 269 0 0,-12 218 436 0 0,234-648-511 0 0,-77 239 62 0 0,7-18 0 0 0,109-329-85 0 0,-306 805 264 0 0,11-190 435 0 0,71-117-187 0 0,189-405-387 0 0,126-354-421 0 0,-2 0 0 0 0,0-1 0 0 0,-3-1 0 0 0,0 0 0 0 0,-2-1 0 0 0,-37 47 0 0 0,47-71-501 0 0,4-7-1031 0 0,4-5-3242 0 0,-8 0 353 0 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3:37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1 237 1441 0 0,'1'1'223'0'0,"1"0"1"0"0,-1 0 0 0 0,1 0-1 0 0,0-1 1 0 0,-1 1-1 0 0,1-1 1 0 0,0 1 0 0 0,-1-1-1 0 0,1 0 1 0 0,0 1-1 0 0,0-1 1 0 0,2 0 0 0 0,22-12 1261 0 0,-14 6-1449 0 0,37-17 578 0 0,78-24 0 0 0,-105 39-474 0 0,1 2 1 0 0,0 0 0 0 0,1 1 0 0 0,-1 1 0 0 0,1 1-1 0 0,0 2 1 0 0,0 0 0 0 0,24 3 0 0 0,5 0-54 0 0,0-3 0 0 0,77-10 0 0 0,103-29 214 0 0,-90 14-116 0 0,7 4-23 0 0,0 7 0 0 0,1 6 0 0 0,0 7 0 0 0,0 7 0 0 0,0 6 0 0 0,206 42 0 0 0,190 64 100 0 0,220 42 503 0 0,360 107-512 0 0,-966-223-197 0 0,2-7-1 0 0,2-7 1 0 0,0-8 0 0 0,2-6-1 0 0,182-8 1 0 0,236-52 551 0 0,-198 11-587 0 0,840-1-435 0 0,-930 32 203 0 0,22-1-268 0 0,1227 41 146 0 0,-572-16 653 0 0,0-30-144 0 0,921-76 1357 0 0,-1771 78-1490 0 0,642-14 438 0 0,-404 32-185 0 0,181 10 744 0 0,-534-20-1059 0 0,151 8-824 0 0,-57 3-3628 0 0,-38 4-2158 0 0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3:39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4925 37 3362 0 0,'-2'-7'603'0'0,"-5"-12"538"0"0,7 18-1079 0 0,-1 1 1 0 0,1-1-1 0 0,0 0 0 0 0,-1 1 1 0 0,1-1-1 0 0,0 1 1 0 0,-1-1-1 0 0,1 1 0 0 0,-1-1 1 0 0,1 1-1 0 0,-1-1 1 0 0,1 1-1 0 0,-1-1 0 0 0,1 1 1 0 0,-1-1-1 0 0,1 1 0 0 0,-1 0 1 0 0,0-1-1 0 0,1 1 1 0 0,-1 0-1 0 0,0 0 0 0 0,1 0 1 0 0,-2-1-1 0 0,1 5 369 0 0,-4 7 605 0 0,-11 5-693 0 0,3-1-272 0 0,-56 71 56 0 0,-98 159-1 0 0,-230 456 1036 0 0,392-693-1136 0 0,-176 336 683 0 0,29 15-298 0 0,-47 297 737 0 0,165-534-789 0 0,-323 1214 855 0 0,208-795-933 0 0,58-219-81 0 0,-102 433 700 0 0,84-246-533 0 0,-155 736-47 0 0,109-723-511 0 0,-31-9-183 0 0,105-295 325 0 0,-341 1007 49 0 0,-87 366 435 0 0,225-704 144 0 0,-66 368-232 0 0,211-713-248 0 0,-91 260 42 0 0,187-675-88 0 0,11-35 34 0 0,-27 128 0 0 0,54-194-61 0 0,0 36 1 0 0,8-39-106 0 0,-3-23 51 0 0,0 1 0 0 0,0-1 0 0 0,0 0 0 0 0,0 1 0 0 0,0-1 0 0 0,0 0 0 0 0,0 0 0 0 0,1 1 0 0 0,-1-1 0 0 0,0 0 1 0 0,0 0-1 0 0,0 1 0 0 0,0-1 0 0 0,1 0 0 0 0,-1 0 0 0 0,0 0 0 0 0,0 1 0 0 0,1-1 0 0 0,-1 0 0 0 0,0 0 0 0 0,0 0 0 0 0,1 0 0 0 0,-1 1 0 0 0,0-1 0 0 0,0 0 0 0 0,1 0 0 0 0,-1 0 0 0 0,0 0 0 0 0,1 0 0 0 0,-1 0 0 0 0,0 0 0 0 0,0 0 0 0 0,1 0 0 0 0,-1 0 0 0 0,0 0 0 0 0,1 0 0 0 0,-1 0 0 0 0,0 0 0 0 0,1 0 1 0 0,-1 0-1 0 0,0 0 0 0 0,0 0 0 0 0,1-1 0 0 0,-1 1 0 0 0,0 0 0 0 0,0 0 0 0 0,1 0 0 0 0,-1 0 0 0 0,0-1 0 0 0,0 1 0 0 0,1 0 0 0 0,-1 0 0 0 0,0 0 0 0 0,0-1 0 0 0,0 1 0 0 0,1 0 0 0 0,-1 0 0 0 0,0-1 0 0 0,0 1 0 0 0,0 0 0 0 0,0-1 0 0 0,0 1 0 0 0,11-26-5628 0 0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3:40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4295 240 0 0,'-13'-5'158'0'0,"0"-1"-1"0"0,0 0 0 0 0,1-1 1 0 0,-20-15-1 0 0,27 19-127 0 0,0-1 0 0 0,0 1 0 0 0,0 0 0 0 0,-1 1 0 0 0,-6-3 0 0 0,11 4-28 0 0,0 0 0 0 0,-1 1-1 0 0,1-1 1 0 0,0 1 0 0 0,-1 0 0 0 0,1-1-1 0 0,0 1 1 0 0,-1 0 0 0 0,1 0 0 0 0,-1 0-1 0 0,1 0 1 0 0,-1 0 0 0 0,1 0 0 0 0,0 0 0 0 0,-1 0-1 0 0,1 1 1 0 0,0-1 0 0 0,-3 1 0 0 0,-10 1 198 0 0,9-2-139 0 0,-31 0 253 0 0,25-3 53 0 0,11 3-352 0 0,0 0 1 0 0,0-1-1 0 0,0 1 1 0 0,0 0-1 0 0,0 0 0 0 0,0 0 1 0 0,0-1-1 0 0,0 1 0 0 0,0 0 1 0 0,0 0-1 0 0,0 0 0 0 0,0-1 1 0 0,0 1-1 0 0,0 0 0 0 0,1 0 1 0 0,-1 0-1 0 0,0-1 0 0 0,0 1 1 0 0,0 0-1 0 0,0 0 1 0 0,1 0-1 0 0,-1 0 0 0 0,0 0 1 0 0,0-1-1 0 0,0 1 0 0 0,0 0 1 0 0,1 0-1 0 0,-1 0 0 0 0,0 0 1 0 0,0 0-1 0 0,0 0 0 0 0,1 0 1 0 0,-1 0-1 0 0,0 0 0 0 0,0 0 1 0 0,1 0-1 0 0,-1 0 1 0 0,0 0-1 0 0,0 0 0 0 0,0 0 1 0 0,1 0-1 0 0,20-2 759 0 0,169-8 1333 0 0,-25-6-226 0 0,-73-1-587 0 0,-18 4-915 0 0,227-47 483 0 0,139-46-362 0 0,202-65-227 0 0,-97 2 1111 0 0,-411 126-1127 0 0,518-200-204 0 0,-524 188 86 0 0,423-174 150 0 0,-412 180-387 0 0,2 5 0 0 0,153-25 0 0 0,158 14-86 0 0,73-15 395 0 0,-428 46 4 0 0,129-48 1 0 0,83-55 90 0 0,-183 74-190 0 0,461-167 271 0 0,303-104-430 0 0,-401 139 33 0 0,490-148 637 0 0,-760 265-524 0 0,144-43-39 0 0,8 28-138 0 0,-1 33 58 0 0,118-20 85 0 0,1148-284 572 0 0,-1316 283-1142 0 0,523-47 1 0 0,-814 115 387 0 0,905-87-1628 0 0,-679 52 1818 0 0,593-90-21 0 0,-196 55-269 0 0,741-32 1347 0 0,-618 48 2454 0 0,-466 53-1801 0 0,107-7-2066 0 0,-233-7-5377 0 0,-110 9-1574 0 0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3:43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5734 0 4082 0 0,'-3'1'392'0'0,"1"0"-1"0"0,-1 0 1 0 0,0 0 0 0 0,1 0-1 0 0,-1 1 1 0 0,1-1 0 0 0,0 1-1 0 0,-1-1 1 0 0,1 1 0 0 0,0 0-1 0 0,-3 3 1 0 0,-14 29 189 0 0,15-25-753 0 0,-82 198 1733 0 0,-77 174-203 0 0,20-48-1049 0 0,31-21 104 0 0,-68 163 41 0 0,-23-67 171 0 0,27-60 231 0 0,-30 74-673 0 0,112-231-86 0 0,-181 442 101 0 0,90-192-63 0 0,160-384-114 0 0,-95 196-162 0 0,52-125-79 0 0,-121 249-213 0 0,-7 127 631 0 0,48-114 124 0 0,-114 281 68 0 0,31 13 20 0 0,-172 508-170 0 0,220-743-7 0 0,-24 61 1 0 0,73-121-109 0 0,-74 189 4 0 0,169-486-123 0 0,-117 315 134 0 0,13 127 4 0 0,25 4 59 0 0,-40 161-56 0 0,145-647-145 0 0,-168 620 156 0 0,133-501-177 0 0,24-79-1 0 0,-4-2-1 0 0,-39 87 1 0 0,11-58 6 0 0,-88 202-52 0 0,103-216 89 0 0,-176 390 368 0 0,209-481-240 0 0,-1 0 0 0 0,-17 18 0 0 0,21-27 108 0 0,10-13-640 0 0,-1 3-1578 0 0,-14-2-909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3:47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1 240 0 0,'8'0'122'0'0,"0"0"0"0"0,1 0 0 0 0,-1 1 1 0 0,0 0-1 0 0,0 1 0 0 0,1 0 0 0 0,-1 0 0 0 0,0 0 0 0 0,-1 1 0 0 0,1 0 0 0 0,0 1 0 0 0,12 8 1 0 0,-32-16-406 0 0,0 2 0 0 0,-1 0 0 0 0,1 0 0 0 0,-23 0 1 0 0,23 2-52 0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3:49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41 240 0 0,'10'-6'275'0'0,"-1"0"-1"0"0,1 1 0 0 0,0 1 1 0 0,1 0-1 0 0,-1 0 1 0 0,1 1-1 0 0,0 0 0 0 0,-1 1 1 0 0,1 0-1 0 0,0 1 1 0 0,0 0-1 0 0,15 1 1 0 0,6 2 92 0 0,-1 2 0 0 0,61 15 0 0 0,-76-15-182 0 0,0 1 0 0 0,-1 1-1 0 0,0 1 1 0 0,26 15 0 0 0,52 41 381 0 0,-80-53-562 0 0,87 60 312 0 0,212 171 742 0 0,13 18-462 0 0,-206-169-405 0 0,-53-33 283 0 0,114 124 0 0 0,-17-13 192 0 0,-89-101-368 0 0,113 112 925 0 0,254 339-356 0 0,-331-384-547 0 0,135 124 0 0 0,-183-194 94 0 0,-2 3-1 0 0,-4 2 1 0 0,79 126-1 0 0,-34-23-90 0 0,-15-22-111 0 0,136 178 0 0 0,86 44 242 0 0,-52-65-121 0 0,183 194 161 0 0,26-18 437 0 0,-321-335-595 0 0,353 302 158 0 0,-368-340-441 0 0,-4 5 0 0 0,116 139 1 0 0,39 97-224 0 0,115 133-287 0 0,-154-230 396 0 0,94 105 28 0 0,-191-191 46 0 0,163 183 228 0 0,-24-34 301 0 0,92 96 90 0 0,-245-279-540 0 0,694 757 2 0 0,-795-857-98 0 0,208 236-8 0 0,-174-205 13 0 0,139 109 1 0 0,-132-122-42 0 0,156 121-574 0 0,226 188-515 0 0,-277-224 1325 0 0,-118-85 6 0 0,-45-40-107 0 0,1-1 0 0 0,-1 0 0 0 0,2 0 1 0 0,0-1-1 0 0,21 12 0 0 0,-27-19-87 0 0,-1 0 0 0 0,1 0 0 0 0,-1 1-1 0 0,0 0 1 0 0,-1 1 0 0 0,1 0 0 0 0,-1 0 0 0 0,0 0-1 0 0,0 0 1 0 0,0 1 0 0 0,5 8 0 0 0,-4-4-310 0 0,12 13-1717 0 0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3:50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41 5042 0 0,'19'-16'3442'0'0,"-12"2"-1121"0"0,-9 8-880 0 0,0 2-801 0 0,-10 14-1601 0 0,-3 4-1119 0 0,-6 6-562 0 0,-19 0-799 0 0,-12-2 479 0 0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3:50.4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57 480 0 0,'4'-8'2001'0'0,"-8"4"-160"0"0,-4-2-160 0 0,-8 2-321 0 0,2 0-319 0 0,-3 4-241 0 0,3 0-320 0 0,-7 8-1360 0 0,-6 46-5763 0 0</inkml:trace>
  <inkml:trace contextRef="#ctx0" brushRef="#br0" timeOffset="1">12 63 400 0 0,'3'-10'1601'0'0,"1"2"-160"0"0,-4 0-241 0 0,3 2-79 0 0,-3 2-241 0 0,2 4-320 0 0,-2-2-480 0 0,3 2-480 0 0,-1 0-320 0 0,-7-2-401 0 0,-19-20-1120 0 0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3:53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3485 62 1761 0 0,'-15'-10'965'0'0,"4"3"-432"0"0,1-1-1 0 0,-2 2 0 0 0,1-1 1 0 0,-21-7-1 0 0,23 11-544 0 0,0 1 0 0 0,0 1 0 0 0,0-1 0 0 0,0 2 0 0 0,0-1 0 0 0,0 1 0 0 0,0 0 0 0 0,1 1 0 0 0,-1 0 0 0 0,-12 3 0 0 0,-125 31-1084 0 0,-107 24 458 0 0,189-44 787 0 0,-104 39 1 0 0,-3 2-36 0 0,141-48-36 0 0,0 2 0 0 0,0 1 0 0 0,1 1-1 0 0,1 2 1 0 0,-52 33 0 0 0,7 0 115 0 0,-80 58 254 0 0,85-54-410 0 0,20-17-23 0 0,3 3 1 0 0,-43 43-1 0 0,-37 62 50 0 0,-42 42 32 0 0,135-156-68 0 0,-1-2-1 0 0,-1-1 1 0 0,-70 37-1 0 0,53-33 25 0 0,-50 38 0 0 0,66-38-25 0 0,1 1 0 0 0,1 2 0 0 0,-48 61 0 0 0,-69 118 122 0 0,145-205-139 0 0,-80 128 309 0 0,-115 248 0 0 0,-17 163-157 0 0,121-296-168 0 0,-26 85-215 0 0,106-272 313 0 0,2 1 0 0 0,-5 67-1 0 0,15-98-59 0 0,-9 91 220 0 0,4 1 1 0 0,17 246-1 0 0,3-266-141 0 0,4-1 0 0 0,5-1 0 0 0,64 193 0 0 0,-62-235-93 0 0,3-2 0 0 0,62 106 0 0 0,-67-133 64 0 0,1-1 0 0 0,2-1 0 0 0,1 0-1 0 0,1-2 1 0 0,2-1 0 0 0,43 34 0 0 0,-23-26-56 0 0,0-2 1 0 0,2-3 0 0 0,2-1-1 0 0,0-3 1 0 0,84 29 0 0 0,-30-25-263 0 0,1-4 0 0 0,182 18 1 0 0,74 3 148 0 0,-34-4 110 0 0,3-21 41 0 0,-37-23-38 0 0,0-13 1 0 0,527-95 0 0 0,-296 11-41 0 0,-44-4-69 0 0,-363 68 51 0 0,227-101 1 0 0,317-238 111 0 0,-377 176-79 0 0,-225 148-24 0 0,-2-2 1 0 0,74-87-1 0 0,-69 59 65 0 0,-3-2 0 0 0,-3-3 0 0 0,-5-2 0 0 0,-3-3 0 0 0,-4-2-1 0 0,49-144 1 0 0,-67 145 41 0 0,-4-2-1 0 0,-3 0 0 0 0,-5-2 0 0 0,-4 0 1 0 0,-1-124-1 0 0,-10 138 13 0 0,-4 1 1 0 0,-3 1-1 0 0,-30-134 0 0 0,20 149 0 0 0,-2 1-1 0 0,-3 1 1 0 0,-3 1-1 0 0,-62-110 1 0 0,46 106 134 0 0,-2 2 0 0 0,-102-112 0 0 0,65 95-199 0 0,-118-94 0 0 0,-287-203 311 0 0,333 259-135 0 0,-81-51 45 0 0,183 138-166 0 0,-1 2 0 0 0,-104-42 1 0 0,80 45 99 0 0,-1 4 1 0 0,-99-16 0 0 0,-162-7 339 0 0,230 32-500 0 0,-55-5 47 0 0,-416-66 29 0 0,486 65-68 0 0,-129-9 1 0 0,-293-29-48 0 0,147 6-53 0 0,288 46 63 0 0,0 2 0 0 0,-136 15-1 0 0,110 2-34 0 0,1 5 0 0 0,-104 34 0 0 0,133-29 52 0 0,2 4 0 0 0,0 2-1 0 0,-96 58 1 0 0,59-21-62 0 0,3 5 0 0 0,-156 138 0 0 0,205-154-303 0 0,-57 71 0 0 0,11 5-4827 0 0,101-129 5007 0 0,-8 12-878 0 0,-1 0 0 0 0,-15 14 1 0 0,3-9-439 0 0,-29 19 1 0 0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4:03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2561 0 0,'11'13'3675'0'0,"-9"-9"-3270"0"0,-1 0 0 0 0,0 0 0 0 0,0 0 0 0 0,0 0 0 0 0,0 0 0 0 0,-1 7 0 0 0,5 150 2316 0 0,2-112-2409 0 0,2 0 1 0 0,2-1-1 0 0,29 75 0 0 0,7 27 1227 0 0,13 148-148 0 0,-23 8-1128 0 0,12 308-80 0 0,-22 11 203 0 0,-24-532-275 0 0,9 1114 1318 0 0,-42 3-978 0 0,8-418-276 0 0,21 256 56 0 0,75 521 191 0 0,66 655 205 0 0,-96-1114-384 0 0,-12 552 475 0 0,-31-1269-311 0 0,8 773 1027 0 0,15-459-714 0 0,-22-657-1071 0 0,-3 1-1 0 0,-9 65 1 0 0,9-109-70 0 0,0 1-1 0 0,-1-1 1 0 0,0 1-1 0 0,0-1 1 0 0,-7 13-1 0 0,8-18 188 0 0,0 0-1 0 0,-1 0 1 0 0,1 0-1 0 0,-1 0 1 0 0,1 0-1 0 0,-1-1 0 0 0,0 1 1 0 0,0 0-1 0 0,0-1 1 0 0,0 0-1 0 0,0 1 1 0 0,0-1-1 0 0,0 0 1 0 0,0 0-1 0 0,0 0 0 0 0,0 0 1 0 0,-1 0-1 0 0,1-1 1 0 0,0 1-1 0 0,-1-1 1 0 0,1 0-1 0 0,-3 1 0 0 0,-6-2-573 0 0,1 0 0 0 0,0 0 0 0 0,1-1 0 0 0,-1 0 0 0 0,0 0 1 0 0,-17-8-1 0 0,-123-56-4048 0 0,-46-42 974 0 0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4:04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1310 880 0 0,'5'-22'410'0'0,"1"1"0"0"0,1 1 0 0 0,1-1-1 0 0,1 1 1 0 0,1 1 0 0 0,1 0-1 0 0,0 0 1 0 0,1 1 0 0 0,1 0 0 0 0,1 1-1 0 0,1 1 1 0 0,0 0 0 0 0,31-24-1 0 0,-5 8 138 0 0,1 2 0 0 0,2 2 0 0 0,0 1 0 0 0,86-35 0 0 0,209-53 1267 0 0,-103 55-271 0 0,458-54-1 0 0,257 52 616 0 0,342 29 1820 0 0,445-19-1740 0 0,-721-18-1721 0 0,-3-22 373 0 0,62-5 120 0 0,6 26-293 0 0,159 32-333 0 0,0 24-210 0 0,-343 5-158 0 0,537-4-72 0 0,-4 31-61 0 0,-113 42-16 0 0,-23 58 199 0 0,-927-67 14 0 0,-52 6 0 0 0,-136-16-40 0 0,311 112 0 0 0,177 65-120 0 0,-221-129 70 0 0,-242-61-292 0 0,269 1 0 0 0,-409-28-593 0 0,91-13-1 0 0,-124 8-885 0 0,-1-1-1 0 0,0-1 1 0 0,0-2 0 0 0,51-23-1 0 0,-70 27 644 0 0,0-2 0 0 0,0 1-1 0 0,-1-1 1 0 0,0-1 0 0 0,12-11-1 0 0,-13 9-308 0 0,-1-1 0 0 0,1-1-1 0 0,10-17 1 0 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4:04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 1 1201 0 0,'-3'9'858'0'0,"1"-2"1906"0"0,12-7 163 0 0,-9 0-2849 0 0,0 0 1 0 0,1 0-1 0 0,-1 0 0 0 0,0 1 1 0 0,0-1-1 0 0,0 0 0 0 0,0 1 0 0 0,0-1 1 0 0,0 0-1 0 0,1 1 0 0 0,-1 0 0 0 0,0-1 1 0 0,0 1-1 0 0,1 0 0 0 0,132 89 2077 0 0,-62-38-1415 0 0,10 4 107 0 0,143 75 0 0 0,-111-80-528 0 0,-51-25 2 0 0,-2 3 0 0 0,62 40 1 0 0,-105-58-204 0 0,-1 2 1 0 0,-1-1 0 0 0,0 2 0 0 0,-1 0-1 0 0,-1 1 1 0 0,0 1 0 0 0,-1 0 0 0 0,0 0-1 0 0,-1 2 1 0 0,-1-1 0 0 0,9 23 0 0 0,-14-27-39 0 0,-1 1 0 0 0,0 0 1 0 0,-1 0-1 0 0,-1 1 0 0 0,0-1 1 0 0,-1 1-1 0 0,0-1 0 0 0,-1 1 1 0 0,-1 0-1 0 0,-3 22 0 0 0,0-17-14 0 0,-1 0-1 0 0,-1 0 0 0 0,0-1 1 0 0,-2 0-1 0 0,0 0 0 0 0,-1 0 1 0 0,-12 17-1 0 0,-2 0-54 0 0,-2-2 0 0 0,-1-1 0 0 0,-2-1 0 0 0,-1-1 0 0 0,-2-1 0 0 0,0-2 0 0 0,-38 27 0 0 0,32-29-313 0 0,-1-1 1 0 0,0-2-1 0 0,-2-2 1 0 0,-71 28-1 0 0,27-22-1534 0 0,-1-5 0 0 0,-114 17-1 0 0,-256 26-6540 0 0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4:06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 2961 0 0,'-16'1'7720'0'0,"9"-1"-6118"0"0,7 4-1390 0 0,27 31-141 0 0,139 160 1403 0 0,290 363 773 0 0,-145-71-450 0 0,-38 23-593 0 0,-204-377-1030 0 0,180 339 1590 0 0,73 142-19 0 0,-262-493-1365 0 0,-5 4 0 0 0,-6 1 0 0 0,50 202 0 0 0,-62-149 363 0 0,17 67 102 0 0,-51-236-803 0 0,-3-6-17 0 0,1 0 0 0 0,0 0 0 0 0,1 0 0 0 0,-1 0 0 0 0,1 0 0 0 0,0 0 0 0 0,0 0-1 0 0,4 5 1 0 0,1-17-692 0 0,-4 8 661 0 0,-1 0-1 0 0,0 1 0 0 0,0-1 0 0 0,0 0 0 0 0,0-1 1 0 0,0 1-1 0 0,0 0 0 0 0,1-1 0 0 0,-1 1 1 0 0,0-1-1 0 0,0 1 0 0 0,0-1 0 0 0,0 0 0 0 0,0 0 1 0 0,-1 0-1 0 0,1 0 0 0 0,3-3 0 0 0,1-1 69 0 0,0-1 0 0 0,0 0 0 0 0,7-11 0 0 0,0 1 53 0 0,121-126 138 0 0,-64 71-280 0 0,79-82-6 0 0,235-188 0 0 0,564-341-348 0 0,-479 352 455 0 0,566-363 486 0 0,-273 190-465 0 0,-273 144-337 0 0,-225 175 140 0 0,-215 152 111 0 0,-15 5 55 0 0,-23 18-33 0 0,0 1 0 0 0,0 0-1 0 0,14-7 1 0 0,-17 10-46 0 0,-1 0 0 0 0,0 0 0 0 0,0-1 0 0 0,-1 0 0 0 0,0 0 0 0 0,9-12 1 0 0,-8 10-3 0 0,0 0 1 0 0,1 0-1 0 0,-1 1 0 0 0,11-7 1 0 0,9-6 8 0 0,-21 15 57 0 0,0 0 0 0 0,1 1-1 0 0,-1 0 1 0 0,1 0 0 0 0,0 0 0 0 0,15-5-1 0 0,-16 8 96 0 0,0-1 0 0 0,-1 0 0 0 0,1 0 0 0 0,0 0 0 0 0,5-4 0 0 0,-10 5-122 0 0,1 0 0 0 0,-1 0 1 0 0,0 0-1 0 0,0 0 0 0 0,1 0 0 0 0,-1-1 0 0 0,0 1 0 0 0,0 0 1 0 0,0-1-1 0 0,-1 1 0 0 0,1 0 0 0 0,0-1 0 0 0,0 1 1 0 0,-1-1-1 0 0,1 1 0 0 0,-1-1 0 0 0,1 0 0 0 0,-1 1 1 0 0,0-1-1 0 0,0 0 0 0 0,1 1 0 0 0,-1-3 0 0 0,-1 4-50 0 0,1 0 0 0 0,0-1 0 0 0,0 1-1 0 0,0 0 1 0 0,0 0 0 0 0,0 0 0 0 0,0-1-1 0 0,0 1 1 0 0,0 0 0 0 0,0 0 0 0 0,-1 0 0 0 0,1 0-1 0 0,0-1 1 0 0,0 1 0 0 0,0 0 0 0 0,0 0-1 0 0,0 0 1 0 0,-1 0 0 0 0,1 0 0 0 0,0-1-1 0 0,0 1 1 0 0,0 0 0 0 0,-1 0 0 0 0,1 0-1 0 0,0 0 1 0 0,0 0 0 0 0,0 0 0 0 0,-1 0-1 0 0,1 0 1 0 0,0 0 0 0 0,0 0 0 0 0,-1 0-1 0 0,1 0 1 0 0,0 0 0 0 0,0 0 0 0 0,0 0 0 0 0,-1 0-1 0 0,1 0 1 0 0,0 0 0 0 0,-25 3-2431 0 0,4 0-262 0 0,-134 17-14687 0 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4:07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19 320 0 0,'-63'1'2899'0'0,"139"-5"2072"0"0,-52 3-4040 0 0,236-13 9330 0 0,-244 13-10370 0 0,1 1-1 0 0,0 1 0 0 0,0 0 1 0 0,20 5-1 0 0,69 20 794 0 0,-45-11-246 0 0,70 18 1385 0 0,238 47-885 0 0,291-28-32 0 0,-338-34-491 0 0,880 67 2026 0 0,-359-2-2374 0 0,90 7-374 0 0,-843-84 505 0 0,339 26 2457 0 0,-4 28-1373 0 0,-404-56-1301 0 0,84 17-345 0 0,141 11 0 0 0,-122-26 119 0 0,0-4 1 0 0,138-17-1 0 0,-240 12 322 0 0,-1 2 0 0 0,1 1-1 0 0,22 2 1 0 0,-2-2 83 0 0,-36 1-118 0 0,13 1 410 0 0,-14-2-275 0 0,-8 4 22 0 0,3-4-220 0 0,0 0-1 0 0,-1 0 1 0 0,1 0-1 0 0,0 0 1 0 0,0 0-1 0 0,0 0 1 0 0,0 0-1 0 0,-1 0 1 0 0,1 0-1 0 0,0 1 1 0 0,0-1-1 0 0,0 0 1 0 0,0 0 0 0 0,0 0-1 0 0,-1 0 1 0 0,1 0-1 0 0,0 0 1 0 0,0 1-1 0 0,0-1 1 0 0,0 0-1 0 0,0 0 1 0 0,0 0-1 0 0,0 0 1 0 0,0 0-1 0 0,0 1 1 0 0,0-1-1 0 0,0 0 1 0 0,-1 0-1 0 0,1 0 1 0 0,0 1-1 0 0,0-1 1 0 0,0 0 0 0 0,0 0-1 0 0,0 0 1 0 0,0 0-1 0 0,0 1 1 0 0,1-1-1 0 0,-1 0 1 0 0,0 0-1 0 0,0 0 1 0 0,0 0-1 0 0,0 1 1 0 0,-9-8-7265 0 0,6 5 6353 0 0,0 0-1 0 0,1 0 1 0 0,-1 0-1 0 0,0 1 1 0 0,0-1-1 0 0,0 1 1 0 0,-5-1-1 0 0,-75-28-8577 0 0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4:08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3041 0 0,'1'-8'1425'0'0,"0"4"-548"0"0,0 0 0 0 0,-1 0 0 0 0,0 0 0 0 0,0 0 0 0 0,0 0 0 0 0,-3-6 2109 0 0,2 23-1760 0 0,16 121 2332 0 0,-6-63-2474 0 0,207 1271 3224 0 0,-159-1051-2108 0 0,40 191-304 0 0,61 464-2296 0 0,-133-743 499 0 0,37 278 402 0 0,45 222-461 0 0,-41-336-147 0 0,-17-59-53 0 0,-48-297 83 0 0,-1-9 56 0 0,0-1 1 0 0,0 1 0 0 0,0-1 0 0 0,0 1 0 0 0,1 0 0 0 0,-1-1-1 0 0,0 1 1 0 0,1-1 0 0 0,-1 1 0 0 0,1-1 0 0 0,-1 1 0 0 0,1-1-1 0 0,0 1 1 0 0,0-1 0 0 0,1 2 0 0 0,-4-7 33 0 0,-29-40-11618 0 0,-18-14 2721 0 0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4:10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1573 1121 0 0,'-1'0'231'0'0,"1"0"0"0"0,0 1 1 0 0,-1-1-1 0 0,1 0 0 0 0,0 1 1 0 0,-1-1-1 0 0,1 0 0 0 0,0 1 1 0 0,-1-1-1 0 0,1 0 1 0 0,0 0-1 0 0,-1 1 0 0 0,1-1 1 0 0,-1 0-1 0 0,1 0 0 0 0,-1 0 1 0 0,1 0-1 0 0,-1 1 1 0 0,1-1-1 0 0,0 0 0 0 0,-1 0 1 0 0,1 0-1 0 0,-1 0 0 0 0,1 0 1 0 0,-1 0-1 0 0,1 0 1 0 0,-1 0-1 0 0,0-1 0 0 0,-43 0 3024 0 0,33-2-2851 0 0,10-1-423 0 0,11 1-259 0 0,88 9 1385 0 0,-18-9-325 0 0,0-3 0 0 0,120-26-1 0 0,166-57 768 0 0,-365 89-1548 0 0,1091-250 424 0 0,-882 205-330 0 0,785-151 587 0 0,-624 125 517 0 0,132 1-810 0 0,-2 31-577 0 0,-391 31 187 0 0,79-9-199 0 0,300-66 0 0 0,269-78 213 0 0,-536 108 77 0 0,-182 39 54 0 0,-1-1 0 0 0,0-2 1 0 0,53-31-1 0 0,56-49-148 0 0,93-54-72 0 0,-201 130 183 0 0,0 2 0 0 0,1 2 0 0 0,1 1-1 0 0,74-16 1 0 0,-98 31 136 0 0,-18 1-234 0 0,0 0 0 0 0,1 0 0 0 0,-1 0 0 0 0,0 0 0 0 0,0 0 0 0 0,1 0 0 0 0,-1 0 0 0 0,0 1 0 0 0,1-1 0 0 0,-1 0 0 0 0,0 0-1 0 0,0 0 1 0 0,1 0 0 0 0,-1 1 0 0 0,0-1 0 0 0,0 0 0 0 0,0 0 0 0 0,1 1 0 0 0,-1-1 0 0 0,0 0 0 0 0,0 0 0 0 0,0 1 0 0 0,0-1 0 0 0,0 0 0 0 0,1 0-1 0 0,-1 1 1 0 0,0-1 0 0 0,0 0 0 0 0,0 1 0 0 0,0-1 0 0 0,0 0 0 0 0,0 1 0 0 0,0-1 0 0 0,-3 1 64 0 0,0 0 1 0 0,0 0-1 0 0,0 0 0 0 0,0 0 1 0 0,0 1-1 0 0,0-1 0 0 0,0 1 1 0 0,0-1-1 0 0,-2 4 1 0 0,-76 50-3649 0 0,-17 22-7977 0 0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4:12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1 480 0 0,'9'6'14967'0'0,"0"-4"-14740"0"0,-3-1-262 0 0,1 1-1 0 0,-1 1 1 0 0,0-1 0 0 0,0 1 0 0 0,0 0-1 0 0,0 0 1 0 0,0 1 0 0 0,0 0 0 0 0,-1 0 0 0 0,0 0-1 0 0,7 8 1 0 0,6 7 325 0 0,26 35 0 0 0,-38-45-220 0 0,148 189 2945 0 0,69 94-2162 0 0,539 748 841 0 0,-378-533 894 0 0,-14 9-167 0 0,39-28-1600 0 0,-217-286-594 0 0,302 337-161 0 0,-466-504-145 0 0,52 62-315 0 0,127 120 0 0 0,-202-213 353 0 0,1 2-79 0 0,0-1-1 0 0,1 1 0 0 0,0-1 0 0 0,0-1 1 0 0,8 5-1 0 0,-14-9 37 0 0,0 1-1 0 0,0-1 1 0 0,0 1 0 0 0,0-1-1 0 0,0 0 1 0 0,0 1 0 0 0,1-1-1 0 0,-1 0 1 0 0,0 0-1 0 0,0 0 1 0 0,0 0 0 0 0,0 0-1 0 0,1 0 1 0 0,-1 0 0 0 0,0 0-1 0 0,0-1 1 0 0,0 1-1 0 0,2-1 1 0 0,-2 0-76 0 0,0 0-1 0 0,0 0 1 0 0,0 0 0 0 0,0 0-1 0 0,0 0 1 0 0,0 0-1 0 0,0-1 1 0 0,0 1-1 0 0,0 0 1 0 0,-1 0 0 0 0,1-1-1 0 0,0 1 1 0 0,-1 0-1 0 0,1-1 1 0 0,-1 1 0 0 0,0-1-1 0 0,1 1 1 0 0,-1-1-1 0 0,0-1 1 0 0,1-10-729 0 0,-1-1-1 0 0,0 0 1 0 0,-1 0 0 0 0,0 0 0 0 0,-4-15-1 0 0,-35-129-9154 0 0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4:13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2481 0 0,'14'14'9638'0'0,"-5"-5"-9412"0"0,0 1 0 0 0,-1 0 0 0 0,-1 0-1 0 0,1 1 1 0 0,-2 0 0 0 0,7 13 0 0 0,0 19 585 0 0,-2-1 0 0 0,6 58 0 0 0,2 88-738 0 0,-11-100 142 0 0,97 799 2927 0 0,-101-856-3176 0 0,30 581 1088 0 0,-34-589-988 0 0,-1 44 232 0 0,4-1 0 0 0,20 128 0 0 0,-20-183-221 0 0,35 142 793 0 0,-38-152-866 0 0,1 0 1 0 0,-1-1-1 0 0,1 1 0 0 0,-1 0 0 0 0,0 0 0 0 0,1-1 0 0 0,-1 1 1 0 0,0 0-1 0 0,0 0 0 0 0,0 0 0 0 0,1-1 0 0 0,-1 1 0 0 0,0 0 1 0 0,0 0-1 0 0,0 0 0 0 0,0-1 0 0 0,0 1 0 0 0,-1 0 0 0 0,1 0 1 0 0,0 0-1 0 0,0 0 0 0 0,0-1 0 0 0,-1 1 0 0 0,1 0 0 0 0,0 0 1 0 0,-1-1-1 0 0,1 1 0 0 0,-1 0 0 0 0,1-1 0 0 0,-1 1 1 0 0,0 1-1 0 0,1-3-192 0 0,8-6 423 0 0,-8 7-237 0 0,0 0 0 0 0,0-1-1 0 0,0 1 1 0 0,0 0 0 0 0,1 0-1 0 0,-1 0 1 0 0,0 0 0 0 0,0-1-1 0 0,0 1 1 0 0,0 0 0 0 0,0 0-1 0 0,0 0 1 0 0,0 0 0 0 0,0-1-1 0 0,0 1 1 0 0,0 0 0 0 0,0 0-1 0 0,0 0 1 0 0,0-1 0 0 0,0 1-1 0 0,0 0 1 0 0,0 0 0 0 0,0 0-1 0 0,0 0 1 0 0,0-1 0 0 0,0 1-1 0 0,0 0 1 0 0,0 0 0 0 0,0 0-1 0 0,-1-1 1 0 0,1 1 0 0 0,0 0-1 0 0,0 0 1 0 0,0 0 0 0 0,0 0-1 0 0,0 0 1 0 0,0-1 0 0 0,-1 1-1 0 0,1 0 1 0 0,0 0 0 0 0,0 0-1 0 0,0 0 1 0 0,0 0 0 0 0,-1 0-1 0 0,1 0 1 0 0,0 0 0 0 0,0 0-1 0 0,-1-1 1 0 0,-6-5-1233 0 0,5-16-1932 0 0,5-57-8505 0 0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4:14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1 444 1761 0 0,'18'0'4875'0'0,"11"0"-1041"0"0,-23 0-3643 0 0,1-1 0 0 0,-1 1 0 0 0,0-2 0 0 0,0 1 0 0 0,1-1-1 0 0,-1 0 1 0 0,0 0 0 0 0,0 0 0 0 0,6-4 0 0 0,35-17 303 0 0,78-25-1 0 0,-18 8-333 0 0,-33 5 50 0 0,88-55 0 0 0,-33 16 10 0 0,-82 50-141 0 0,-1 0 122 0 0,54-37 0 0 0,-87 54-2 0 0,-24 11 162 0 0,-8 2-113 0 0,13-4-185 0 0,1 0-1 0 0,-1 0 0 0 0,1-1 1 0 0,-10 1-1 0 0,-42 8-1968 0 0,41-6 372 0 0,-1-1-1 0 0,-18 1 1 0 0,-21-4-2868 0 0,-9-3 426 0 0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4:15.6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5116 936 2481 0 0,'-2'-3'298'0'0,"1"1"0"0"0,-1 0 0 0 0,1-1 0 0 0,-1 1 0 0 0,1-1 0 0 0,0 1 0 0 0,0-1 0 0 0,0 0 0 0 0,0 1 0 0 0,1-1 0 0 0,-1 0 0 0 0,1 0-1 0 0,-1 0 1 0 0,1 1 0 0 0,0-5 0 0 0,1 3-167 0 0,0 0-1 0 0,0 1 1 0 0,0-1-1 0 0,1 1 1 0 0,-1-1-1 0 0,1 1 1 0 0,0-1-1 0 0,0 1 1 0 0,0 0-1 0 0,4-5 1 0 0,-3 4 25 0 0,0 0 1 0 0,-1 0-1 0 0,1 0 0 0 0,-1-1 1 0 0,0 1-1 0 0,-1-1 0 0 0,1 1 1 0 0,-1-1-1 0 0,0 0 0 0 0,0 1 1 0 0,0-1-1 0 0,-1 0 0 0 0,0 0 1 0 0,1 0-1 0 0,-2 1 0 0 0,0-10 1 0 0,0-11 1787 0 0,-1 23-1740 0 0,1 1-1 0 0,-1-1 1 0 0,0 0-1 0 0,0 1 1 0 0,0 0-1 0 0,0-1 1 0 0,-1 1-1 0 0,1 0 1 0 0,0 0-1 0 0,0 0 1 0 0,-5-1-1 0 0,-2-1 76 0 0,-142-79 935 0 0,123 67-1138 0 0,-237-127 376 0 0,178 99-356 0 0,-125-42 1 0 0,23 27 312 0 0,-3 8 0 0 0,-279-36 0 0 0,-364 22-381 0 0,-15 41 451 0 0,-49 45 946 0 0,310-2 178 0 0,583-20-1599 0 0,-139-3-36 0 0,132 2 12 0 0,0-1-1 0 0,0 0 0 0 0,0-1 1 0 0,0 0-1 0 0,0-1 0 0 0,0-1 1 0 0,1 0-1 0 0,-13-8 0 0 0,22 12 23 0 0,0-1 0 0 0,1 0-1 0 0,-1 1 1 0 0,1-1-1 0 0,-1 0 1 0 0,1 0 0 0 0,0-1-1 0 0,-2-1 1 0 0,3 2-101 0 0,0 0-1 0 0,0 1 1 0 0,1-1 0 0 0,-1 1 0 0 0,1-1-1 0 0,0 0 1 0 0,-1 1 0 0 0,1-1-1 0 0,0 0 1 0 0,0 1 0 0 0,0-1-1 0 0,0 0 1 0 0,0 0 0 0 0,0 1 0 0 0,1-4-1 0 0,2-14-2193 0 0,-34 29-8406 0 0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4:16.5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585 530 4642 0 0,'-65'-25'1908'0'0,"-73"-19"-1"0"0,117 39-1698 0 0,0 1 0 0 0,0 1 1 0 0,0 1-1 0 0,-23 1 0 0 0,36 1-119 0 0,-1 1 1 0 0,0 0 0 0 0,1 0 0 0 0,-1 1-1 0 0,1 0 1 0 0,-1 1 0 0 0,1 0 0 0 0,0 0-1 0 0,0 0 1 0 0,0 1 0 0 0,-13 9 0 0 0,12-5 152 0 0,0 1 1 0 0,0 0 0 0 0,1 1 0 0 0,0-1 0 0 0,1 2 0 0 0,0-1 0 0 0,0 1 0 0 0,1 0 0 0 0,-6 16 0 0 0,8-20-216 0 0,-6 16-7 0 0,1 0 0 0 0,1 1 0 0 0,1 0-1 0 0,1 0 1 0 0,1 1 0 0 0,1-1 0 0 0,1 1-1 0 0,1 0 1 0 0,2 0 0 0 0,0 0 0 0 0,2 0-1 0 0,0 0 1 0 0,2 0 0 0 0,1 0 0 0 0,1-1-1 0 0,1 0 1 0 0,11 27 0 0 0,-15-44-13 0 0,0-1 1 0 0,1 1-1 0 0,-1-1 1 0 0,1 0-1 0 0,1 0 1 0 0,-1 0-1 0 0,1 0 1 0 0,0-1-1 0 0,0 0 1 0 0,1 0-1 0 0,11 8 0 0 0,-7-7 7 0 0,0-1-1 0 0,1 0 0 0 0,0-1 0 0 0,0 0 0 0 0,0-1 0 0 0,23 4 0 0 0,-4-2 18 0 0,1-2 1 0 0,-1-1-1 0 0,1-2 0 0 0,0 0 1 0 0,-1-2-1 0 0,1-2 1 0 0,-1-1-1 0 0,1-1 0 0 0,-2-1 1 0 0,1-2-1 0 0,-1-1 1 0 0,0-1-1 0 0,50-28 0 0 0,-41 15-2 0 0,-1-2-1 0 0,48-43 1 0 0,61-73 28 0 0,90-127-1 0 0,-201 222-50 0 0,-2-1 1 0 0,-2-1-1 0 0,-2-2 0 0 0,23-56 1 0 0,-46 92-8 0 0,0-1 0 0 0,-1 0 0 0 0,-1 0 0 0 0,0-1 0 0 0,3-28 0 0 0,-7 40 0 0 0,0-1 0 0 0,0 1 0 0 0,0 0 0 0 0,-1-1 0 0 0,0 1 0 0 0,0 0 0 0 0,0 0 0 0 0,0 0 0 0 0,-1 0 0 0 0,0 0 0 0 0,0 0 0 0 0,0 0 0 0 0,-1 0 0 0 0,1 1 0 0 0,-1-1 0 0 0,0 1 0 0 0,-1 0 0 0 0,1 0 0 0 0,-1 0 0 0 0,-7-6 0 0 0,4 5-1 0 0,0 1 0 0 0,-1 0-1 0 0,0 0 1 0 0,0 1 0 0 0,0 0 0 0 0,0 0 0 0 0,-1 1 0 0 0,1 0 0 0 0,-1 0 0 0 0,1 1 0 0 0,-1 0 0 0 0,-11 1 0 0 0,-15 0-12 0 0,1 2 0 0 0,-1 2-1 0 0,-59 13 1 0 0,21 1 26 0 0,2 4 1 0 0,1 2-1 0 0,1 4 0 0 0,-96 53 1 0 0,137-65 7 0 0,1 2 0 0 0,1 1 1 0 0,1 1-1 0 0,0 1 1 0 0,2 1-1 0 0,-36 44 0 0 0,46-49-74 0 0,1 1-1 0 0,1 0 0 0 0,0 1 1 0 0,1 0-1 0 0,1 0 1 0 0,1 1-1 0 0,1 1 0 0 0,1-1 1 0 0,0 1-1 0 0,-4 35 0 0 0,8-34-681 0 0,1 0 0 0 0,1-1 0 0 0,1 1 0 0 0,0 0 0 0 0,2 0 0 0 0,1-1 0 0 0,0 1 0 0 0,2-1 0 0 0,15 39 0 0 0,44 61-4120 0 0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4:17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520 589 2161 0 0,'-16'19'503'0'0,"1"0"-1"0"0,1 2 1 0 0,-14 27-1 0 0,24-40-411 0 0,1-1 0 0 0,0 1 0 0 0,1-1 0 0 0,0 1 0 0 0,0 0 0 0 0,1-1 0 0 0,-1 1 0 0 0,2 0 0 0 0,-1 0 0 0 0,1 0 0 0 0,1 0 0 0 0,-1 0 0 0 0,1 0 0 0 0,2 8 0 0 0,-1-8-28 0 0,1 0-1 0 0,0 0 1 0 0,0 0 0 0 0,1 0-1 0 0,-1-1 1 0 0,2 0 0 0 0,-1 1-1 0 0,1-1 1 0 0,0-1 0 0 0,1 1-1 0 0,-1-1 1 0 0,1 0 0 0 0,0 0-1 0 0,1-1 1 0 0,0 0 0 0 0,-1 0-1 0 0,2 0 1 0 0,-1-1 0 0 0,0 0-1 0 0,1-1 1 0 0,0 1 0 0 0,0-1-1 0 0,9 2 1 0 0,4 0 60 0 0,0-1 1 0 0,1-1-1 0 0,0 0 0 0 0,-1-2 1 0 0,1-1-1 0 0,0 0 1 0 0,0-2-1 0 0,22-4 0 0 0,-10 0-12 0 0,0-2-1 0 0,-1-2 1 0 0,0-1-1 0 0,0-1 1 0 0,-1-2-1 0 0,-1-2 1 0 0,0 0-1 0 0,-1-2 1 0 0,48-39-1 0 0,-52 36-49 0 0,-1-1 0 0 0,-1-2 0 0 0,-2 0 0 0 0,0-1-1 0 0,-1-2 1 0 0,-2 0 0 0 0,-1-1 0 0 0,-1-1 0 0 0,-1 0 0 0 0,16-45 0 0 0,-26 59-37 0 0,-2 1 0 0 0,0-1 0 0 0,0 0 0 0 0,-2 0 0 0 0,0 0 0 0 0,0 0 0 0 0,-1 0 0 0 0,-1-1 0 0 0,-1 1 0 0 0,0 0 0 0 0,-1 0 0 0 0,-7-29 0 0 0,4 32-19 0 0,0 0 1 0 0,0 0-1 0 0,-1 1 1 0 0,0-1-1 0 0,-1 1 1 0 0,0 1-1 0 0,-1-1 1 0 0,0 1-1 0 0,-1 0 1 0 0,0 1-1 0 0,0 0 1 0 0,-1 1-1 0 0,0 0 1 0 0,-1 0-1 0 0,-19-10 1 0 0,4 5-1 0 0,-1 1 1 0 0,-1 1-1 0 0,0 1 0 0 0,0 2 1 0 0,-1 1-1 0 0,0 1 1 0 0,0 1-1 0 0,-55-1 0 0 0,25 6 23 0 0,1 2 0 0 0,0 3 0 0 0,-90 20 0 0 0,78-9-45 0 0,1 3 0 0 0,0 3 1 0 0,-122 59-1 0 0,161-65-195 0 0,2 1-1 0 0,-40 30 1 0 0,57-38-135 0 0,0 0 0 0 0,0 1-1 0 0,1 1 1 0 0,1-1 0 0 0,-1 2 0 0 0,2-1-1 0 0,-11 20 1 0 0,14-21-271 0 0,1 0-1 0 0,0 0 0 0 0,1 1 1 0 0,1 0-1 0 0,-1-1 0 0 0,0 15 1 0 0,3-23 506 0 0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4:17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408 552 880 0 0,'-32'6'650'0'0,"-1"1"0"0"0,1 2 0 0 0,0 1 0 0 0,1 2 0 0 0,-34 17 0 0 0,52-22-124 0 0,1 0-1 0 0,0 1 1 0 0,1 0 0 0 0,0 1 0 0 0,0 0 0 0 0,1 1-1 0 0,1 0 1 0 0,-1 1 0 0 0,1 0 0 0 0,1 0 0 0 0,0 1-1 0 0,1 0 1 0 0,0 0 0 0 0,1 1 0 0 0,-5 14 0 0 0,4-7-442 0 0,1 1 1 0 0,2-1-1 0 0,0 1 0 0 0,1-1 1 0 0,1 1-1 0 0,0 0 1 0 0,2 0-1 0 0,5 41 0 0 0,-3-46-102 0 0,1-1 0 0 0,1 1-1 0 0,0-1 1 0 0,1 0-1 0 0,1-1 1 0 0,0 1-1 0 0,1-1 1 0 0,0 0 0 0 0,1-1-1 0 0,1 1 1 0 0,0-2-1 0 0,21 23 1 0 0,-17-23 37 0 0,1 0 0 0 0,0-1 1 0 0,1-1-1 0 0,0 0 0 0 0,1-1 1 0 0,0-1-1 0 0,0 0 0 0 0,1-1 0 0 0,0-1 1 0 0,0-1-1 0 0,0 0 0 0 0,1-1 0 0 0,-1-1 1 0 0,1-1-1 0 0,0 0 0 0 0,0-1 1 0 0,23-2-1 0 0,-1-3 15 0 0,0-1 0 0 0,-1-2 1 0 0,0-2-1 0 0,0-2 0 0 0,0-1 1 0 0,68-32-1 0 0,-30 5-15 0 0,-1-3 0 0 0,-2-3 0 0 0,74-61 0 0 0,-62 36 97 0 0,151-160-1 0 0,-196 184 5 0 0,-2-2 0 0 0,46-74 0 0 0,-70 98-58 0 0,-2-1 0 0 0,-1 0 1 0 0,-1 0-1 0 0,-1-2 0 0 0,10-43 0 0 0,-17 57-40 0 0,-1 0 0 0 0,0 0 0 0 0,-1 0 0 0 0,-1-1-1 0 0,0 1 1 0 0,-1 0 0 0 0,0 0 0 0 0,-1 0-1 0 0,-5-19 1 0 0,5 23-18 0 0,-2 1-1 0 0,1 0 0 0 0,-1 0 0 0 0,0 0 1 0 0,-1 0-1 0 0,0 1 0 0 0,0 0 0 0 0,0 0 1 0 0,-1 0-1 0 0,0 0 0 0 0,-1 1 0 0 0,1 0 1 0 0,-1 1-1 0 0,-13-9 0 0 0,7 6-6 0 0,-1 1 1 0 0,0 1-1 0 0,-1 0 0 0 0,0 1 1 0 0,0 1-1 0 0,0 0 0 0 0,0 1 1 0 0,0 1-1 0 0,-22-2 0 0 0,5 4-45 0 0,1 0-1 0 0,0 2 0 0 0,0 2 0 0 0,0 0 0 0 0,-51 16 0 0 0,32-4-281 0 0,1 2 0 0 0,1 2 0 0 0,-81 49-1 0 0,45-16-1369 0 0,-126 106-1 0 0,-96 117-3982 0 0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4:18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494 883 6563 0 0,'-37'1'1302'0'0,"-15"1"564"0"0,-72 10 0 0 0,105-8-1863 0 0,0 0 0 0 0,1 2-1 0 0,-1 0 1 0 0,1 1 0 0 0,0 0-1 0 0,1 2 1 0 0,-23 14 0 0 0,25-14-16 0 0,1 1 0 0 0,0 1 1 0 0,-15 15-1 0 0,24-21 64 0 0,1-1-1 0 0,1 1 1 0 0,-1-1-1 0 0,1 1 1 0 0,0 0-1 0 0,0 1 1 0 0,0-1-1 0 0,1 0 1 0 0,-1 1-1 0 0,1-1 1 0 0,1 1-1 0 0,-1 0 1 0 0,1 0-1 0 0,-1 6 1 0 0,2-1 23 0 0,0 0 0 0 0,1-1 1 0 0,0 1-1 0 0,1 0 1 0 0,0-1-1 0 0,1 1 1 0 0,0-1-1 0 0,1 0 0 0 0,0 0 1 0 0,0 0-1 0 0,1-1 1 0 0,0 1-1 0 0,1-1 0 0 0,8 11 1 0 0,4 1-29 0 0,0 0 0 0 0,1-1 0 0 0,1-1 1 0 0,29 21-1 0 0,-15-14-4 0 0,2-1 0 0 0,1-2 0 0 0,0-2 0 0 0,2-1 0 0 0,0-2 0 0 0,1-2 0 0 0,1-1-1 0 0,58 12 1 0 0,-67-21-13 0 0,1-1 0 0 0,-1-2-1 0 0,1-1 1 0 0,0-1-1 0 0,0-2 1 0 0,-1-1-1 0 0,1-2 1 0 0,-1-1 0 0 0,0-2-1 0 0,0-1 1 0 0,50-20-1 0 0,-46 13-2 0 0,-1-3 0 0 0,0-1 0 0 0,-2-1 0 0 0,62-48 0 0 0,-55 33 4 0 0,-2-2-1 0 0,-1-1 1 0 0,39-53-1 0 0,-31 29-1 0 0,-3-3 0 0 0,-3-1-1 0 0,-2-2 1 0 0,-4-1-1 0 0,27-83 1 0 0,-41 98 3 0 0,-4 0 0 0 0,15-87 0 0 0,-27 117-7 0 0,0 1-1 0 0,-2-1 1 0 0,0 1-1 0 0,-2-1 1 0 0,0 0-1 0 0,-2 1 1 0 0,-1 0-1 0 0,0 0 1 0 0,-9-25-1 0 0,8 37-3 0 0,1-1 0 0 0,-2 1 0 0 0,0 0 0 0 0,0 0 0 0 0,-1 0 0 0 0,-1 1 0 0 0,1 0 0 0 0,-2 1-1 0 0,1 0 1 0 0,-1 0 0 0 0,0 1 0 0 0,-1 0 0 0 0,0 0 0 0 0,-1 1 0 0 0,1 1 0 0 0,-1-1 0 0 0,0 2 0 0 0,-16-6 0 0 0,2 2 10 0 0,-1 2 0 0 0,1 1 0 0 0,-1 0 0 0 0,-1 2 0 0 0,1 1 0 0 0,-1 2-1 0 0,1 0 1 0 0,-50 6 0 0 0,39 0 8 0 0,0 2-1 0 0,1 1 0 0 0,0 2 1 0 0,0 1-1 0 0,-63 30 0 0 0,63-22-11 0 0,2 1 0 0 0,0 2 0 0 0,2 1 0 0 0,0 2 0 0 0,2 1-1 0 0,0 1 1 0 0,2 2 0 0 0,2 1 0 0 0,0 0 0 0 0,-23 39 0 0 0,34-44-84 0 0,0 1 1 0 0,2 0 0 0 0,1 0-1 0 0,1 1 1 0 0,1 1 0 0 0,-7 38-1 0 0,12-45-105 0 0,2 0 0 0 0,1 1 0 0 0,1 0 0 0 0,1-1 0 0 0,0 1 0 0 0,2 0 0 0 0,0-1 0 0 0,2 0 0 0 0,7 26 0 0 0,-3-22-365 0 0,1-1-1 0 0,1 0 1 0 0,1-1 0 0 0,1 0 0 0 0,23 33 0 0 0,-13-26-507 0 0,2-1-1 0 0,1-1 1 0 0,43 37 0 0 0,133 89-3834 0 0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4:18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0 654 4082 0 0,'94'146'3873'0'0,"-17"-22"-1128"0"0,103 124 0 0 0,-149-211-2321 0 0,2-2 0 0 0,1-1-1 0 0,2-1 1 0 0,1-2 0 0 0,1-2-1 0 0,1-2 1 0 0,60 32-1 0 0,-64-42-209 0 0,2-2-1 0 0,0-1 1 0 0,0-1-1 0 0,1-3 1 0 0,1-1-1 0 0,-1-1 1 0 0,49 2 0 0 0,-40-8-79 0 0,0-2 0 0 0,1-3 0 0 0,-1-1 0 0 0,-1-2 0 0 0,73-19 0 0 0,-58 6-102 0 0,0-2-1 0 0,-2-3 0 0 0,-1-2 0 0 0,0-3 0 0 0,-3-3 1 0 0,0-2-1 0 0,-2-2 0 0 0,-2-2 0 0 0,59-57 1 0 0,-54 40-57 0 0,-3-3 0 0 0,-2-1 1 0 0,-3-3-1 0 0,-2-2 0 0 0,-3-2 0 0 0,-3-1 1 0 0,-4-3-1 0 0,35-89 0 0 0,-61 134 27 0 0,-2-1-1 0 0,-1 0 1 0 0,-1 0 0 0 0,-1-1-1 0 0,-1 1 1 0 0,1-55-1 0 0,-6 70 4 0 0,0 1 1 0 0,0-1-1 0 0,0 1 0 0 0,-2 0 0 0 0,1-1 0 0 0,-1 1 0 0 0,-1 0 0 0 0,0 0 0 0 0,0 1 1 0 0,-1-1-1 0 0,0 1 0 0 0,-1 0 0 0 0,0 0 0 0 0,0 1 0 0 0,-1 0 0 0 0,0 0 0 0 0,0 0 1 0 0,-1 1-1 0 0,0 0 0 0 0,-12-8 0 0 0,5 6 6 0 0,0 1-1 0 0,-1 0 1 0 0,1 1-1 0 0,-2 1 1 0 0,1 0 0 0 0,-1 2-1 0 0,0-1 1 0 0,-21-1-1 0 0,4 2 20 0 0,1 2 0 0 0,-1 2-1 0 0,-53 5 1 0 0,21 5-2 0 0,1 2 1 0 0,0 4-1 0 0,0 2 1 0 0,2 3 0 0 0,1 3-1 0 0,0 3 1 0 0,-87 52-1 0 0,55-22-115 0 0,3 5 1 0 0,3 4-1 0 0,-142 137 0 0 0,88-52-1450 0 0,116-119-1153 0 0,1 2-1 0 0,-34 62 1 0 0,49-78-3034 0 0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4:18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27 1201 0 0,'-38'-2'1920'0'0,"5"-2"-399"0"0,5 2-400 0 0,4 2-241 0 0,3-2-240 0 0,6 2-239 0 0,4-2-161 0 0,3 0-160 0 0,4-4-240 0 0,4 4-401 0 0,4 0-399 0 0,4 0-161 0 0,-4 2-159 0 0,6 2-1 0 0,-8 2-159 0 0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4:19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4715 1 1281 0 0,'-146'13'2513'0'0,"96"-7"-2092"0"0,21-2-73 0 0,-50-2 0 0 0,65-3-75 0 0,0 0 0 0 0,0-1 0 0 0,-16-5 0 0 0,30 7-204 0 0,0 0 0 0 0,0 0 1 0 0,0 0-1 0 0,1 0 0 0 0,-1 0 1 0 0,0 0-1 0 0,0 0 0 0 0,0 0 0 0 0,0 1 1 0 0,0-1-1 0 0,0 0 0 0 0,1 0 1 0 0,-1 0-1 0 0,0 0 0 0 0,0 0 1 0 0,0 1-1 0 0,0-1 0 0 0,0 0 1 0 0,0 0-1 0 0,0 0 0 0 0,0 0 0 0 0,0 1 1 0 0,0-1-1 0 0,0 0 0 0 0,0 0 1 0 0,0 0-1 0 0,0 0 0 0 0,0 1 1 0 0,0-1-1 0 0,0 0 0 0 0,0 0 1 0 0,0 0-1 0 0,0 1 0 0 0,0-1 0 0 0,0 0 1 0 0,0 0-1 0 0,0 0 0 0 0,0 0 1 0 0,0 0-1 0 0,-1 1 0 0 0,1-1 1 0 0,0 0-1 0 0,0 0 0 0 0,0 0 0 0 0,0 0 1 0 0,-11 14 1392 0 0,-28 23-417 0 0,24-23-137 0 0,-19 17 350 0 0,2 1 0 0 0,-50 65 1 0 0,-40 94 742 0 0,118-186-1951 0 0,-223 347 1100 0 0,40-37 626 0 0,-155 271-257 0 0,68-129-1425 0 0,-233 328-415 0 0,378-580 257 0 0,-552 900 302 0 0,285-472 237 0 0,-45-37 144 0 0,441-595-619 0 0,-310 369 582 0 0,-12-17 1090 0 0,271-299-1434 0 0,32-32-157 0 0,-2 0-1 0 0,0-2 1 0 0,-35 27-1 0 0,56-47-73 0 0,-1 1 0 0 0,0 0 0 0 0,0-1 0 0 0,1 1 0 0 0,-1-1-1 0 0,0 1 1 0 0,0-1 0 0 0,0 0 0 0 0,0 1 0 0 0,0-1 0 0 0,0 0 0 0 0,0 0-1 0 0,0 1 1 0 0,0-1 0 0 0,1 0 0 0 0,-3 0 0 0 0,3 0-35 0 0,0-1 1 0 0,0 1 0 0 0,0 0-1 0 0,0-1 1 0 0,-1 1 0 0 0,1 0-1 0 0,0-1 1 0 0,0 1 0 0 0,0 0-1 0 0,0-1 1 0 0,0 1 0 0 0,0 0-1 0 0,1-1 1 0 0,-1 1 0 0 0,0 0-1 0 0,0-1 1 0 0,0 1 0 0 0,0 0-1 0 0,0-1 1 0 0,0 1 0 0 0,0 0-1 0 0,1-1 1 0 0,-1 1 0 0 0,0 0-1 0 0,0 0 1 0 0,0-1 0 0 0,1 1-1 0 0,-1 0 1 0 0,0 0 0 0 0,0-1-1 0 0,1 1 1 0 0,-1 0 0 0 0,0 0-1 0 0,1-1 1 0 0,1 0-332 0 0,-1-1 0 0 0,0 0 0 0 0,0 0 0 0 0,0-1 0 0 0,0 1 0 0 0,0 0 0 0 0,-1 0 0 0 0,1 0 0 0 0,0-1 0 0 0,-1-3 0 0 0,15-80-7364 0 0,5-36-3296 0 0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4:20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477 3 880 0 0,'-9'-1'651'0'0,"1"0"0"0"0,-1 0 0 0 0,1 1 0 0 0,-12 1 0 0 0,-10 4 556 0 0,0 1 1 0 0,0 1-1 0 0,0 1 0 0 0,1 2 0 0 0,0 1 1 0 0,1 1-1 0 0,-46 28 0 0 0,64-33-929 0 0,-1 0 1 0 0,1 1-1 0 0,1 0 1 0 0,-1 1-1 0 0,2 0 0 0 0,-1 1 1 0 0,1 0-1 0 0,0 0 0 0 0,1 1 1 0 0,1 0-1 0 0,0 0 1 0 0,0 0-1 0 0,1 1 0 0 0,0 0 1 0 0,-6 24-1 0 0,6-10-116 0 0,1 0 0 0 0,2 0 1 0 0,0 0-1 0 0,1 1 0 0 0,2-1 0 0 0,6 40 0 0 0,-5-46-145 0 0,2 0 0 0 0,1 0-1 0 0,0 0 1 0 0,1-1 0 0 0,1 0 0 0 0,1 0-1 0 0,1 0 1 0 0,0-1 0 0 0,2-1 0 0 0,0 1-1 0 0,25 29 1 0 0,-23-34 13 0 0,0 0-1 0 0,0-1 1 0 0,1-1-1 0 0,0 0 1 0 0,1-1-1 0 0,0-1 0 0 0,1 0 1 0 0,0-1-1 0 0,1-1 1 0 0,-1 0-1 0 0,1-1 1 0 0,1-1-1 0 0,29 5 1 0 0,-20-7 7 0 0,0-1 0 0 0,1-1 1 0 0,-1-2-1 0 0,0-1 0 0 0,0-1 0 0 0,0-1 1 0 0,0-1-1 0 0,-1-1 0 0 0,1-2 0 0 0,-2 0 1 0 0,1-2-1 0 0,46-25 0 0 0,-39 16 9 0 0,-1-2-1 0 0,0-1 1 0 0,-2-1-1 0 0,0-1 1 0 0,-2-2-1 0 0,-1-1 1 0 0,-1-1-1 0 0,35-49 1 0 0,-52 64-4 0 0,0 0 1 0 0,-1-1-1 0 0,0-1 1 0 0,8-21 0 0 0,-14 31-6 0 0,-1 0 0 0 0,1 0 0 0 0,-1 0 0 0 0,0 0 0 0 0,-1 0 0 0 0,1 0 0 0 0,-1 0 0 0 0,0 0 0 0 0,0 0 0 0 0,-1-1 0 0 0,0 1 1 0 0,0 0-1 0 0,0 0 0 0 0,0 0 0 0 0,-1 1 0 0 0,1-1 0 0 0,-5-8 0 0 0,1 6 16 0 0,-1-1 0 0 0,1 1 0 0 0,-1 0 0 0 0,0 1 1 0 0,-1-1-1 0 0,0 1 0 0 0,0 1 0 0 0,0-1 0 0 0,-1 1 0 0 0,1 0 0 0 0,-11-4 0 0 0,-2-1-22 0 0,-2 1 0 0 0,1 1 0 0 0,-35-8-1 0 0,22 9-37 0 0,-1 2-1 0 0,0 1 1 0 0,0 1-1 0 0,0 2 1 0 0,0 2-1 0 0,0 1 1 0 0,0 1-1 0 0,-45 11 1 0 0,51-7-333 0 0,0 1 1 0 0,1 1-1 0 0,0 1 1 0 0,1 2-1 0 0,0 1 1 0 0,0 1-1 0 0,1 1 1 0 0,1 1 0 0 0,1 1-1 0 0,-23 21 1 0 0,43-34 25 0 0,-1 0 0 0 0,1 0 0 0 0,-1 1 0 0 0,1-1 0 0 0,1 1 0 0 0,-1 0 0 0 0,0 0 0 0 0,1 0 0 0 0,0 1 0 0 0,1-1 0 0 0,-1 1 0 0 0,-2 8 0 0 0,5-8-414 0 0,0-1 0 0 0,1 0 0 0 0,0 1 1 0 0,0-1-1 0 0,0 0 0 0 0,0 0 0 0 0,1 0 0 0 0,0 0 1 0 0,0 0-1 0 0,0 0 0 0 0,0 0 0 0 0,4 4 1 0 0,-5-8 583 0 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4:21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290 176 2001 0 0,'-25'35'2823'0'0,"2"1"1"0"0,-33 71-1 0 0,45-78-1887 0 0,1-1-1 0 0,1 2 0 0 0,2-1 0 0 0,1 1 0 0 0,1 0 0 0 0,-2 53 0 0 0,7-57-718 0 0,2-1-1 0 0,0 0 1 0 0,1 0-1 0 0,2 0 1 0 0,0 0-1 0 0,2-1 1 0 0,1 0-1 0 0,0 0 1 0 0,16 27-1 0 0,-9-21-257 0 0,2-2 1 0 0,1 0-1 0 0,1-1 0 0 0,2-1 1 0 0,0 0-1 0 0,2-2 0 0 0,29 25 1 0 0,-38-38 11 0 0,1 0 0 0 0,0-1 0 0 0,1-1 0 0 0,0 0 1 0 0,0-1-1 0 0,23 8 0 0 0,-26-12 36 0 0,0-1 1 0 0,0 0-1 0 0,0-1 0 0 0,0 0 1 0 0,1-1-1 0 0,-1 0 1 0 0,0-1-1 0 0,1-1 0 0 0,18-3 1 0 0,-17 1 7 0 0,-1 0 1 0 0,1-2 0 0 0,-1 0 0 0 0,0 0 0 0 0,-1-1 0 0 0,1-1 0 0 0,-1 0-1 0 0,16-13 1 0 0,-9 5 8 0 0,-2 0 0 0 0,0-2-1 0 0,-1 0 1 0 0,25-32-1 0 0,-15 11 43 0 0,-2-1-1 0 0,-2-1 0 0 0,-2 0 0 0 0,32-86 1 0 0,-38 83 79 0 0,-2-2 0 0 0,8-55 0 0 0,-17 70 37 0 0,0 0 1 0 0,-3-1-1 0 0,0 1 0 0 0,-5-41 1 0 0,2 56-91 0 0,-1 0 0 0 0,0 1 0 0 0,-1-1 0 0 0,0 1 0 0 0,-1 0 0 0 0,-1 0 0 0 0,0 0 0 0 0,-1 1 0 0 0,0 0 0 0 0,-1 0 0 0 0,-1 1 0 0 0,0 0 0 0 0,0 1 0 0 0,-16-15 0 0 0,7 11-45 0 0,-1 0 0 0 0,-1 1-1 0 0,0 2 1 0 0,0 0 0 0 0,-1 1 0 0 0,-1 1-1 0 0,0 0 1 0 0,-28-6 0 0 0,12 4-43 0 0,-1 3 0 0 0,-1 1-1 0 0,0 2 1 0 0,0 1 0 0 0,0 2 0 0 0,-71 5 0 0 0,85 0 1 0 0,0 1-1 0 0,0 2 0 0 0,0 0 1 0 0,1 2-1 0 0,0 0 0 0 0,1 2 1 0 0,-1 1-1 0 0,2 1 1 0 0,-1 1-1 0 0,2 1 0 0 0,-33 24 1 0 0,43-28-201 0 0,1 1 0 0 0,1 1 0 0 0,0 0 0 0 0,0 0 0 0 0,1 1 0 0 0,0 0 0 0 0,1 1 1 0 0,1 0-1 0 0,0 0 0 0 0,1 0 0 0 0,0 1 0 0 0,1 0 0 0 0,0 0 0 0 0,1 0 0 0 0,1 1 1 0 0,1 0-1 0 0,0-1 0 0 0,0 23 0 0 0,2-16-1936 0 0,2 1 1 0 0,1 0-1 0 0,1-1 0 0 0,8 29 1 0 0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4:21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344 414 3442 0 0,'-32'27'3285'0'0,"9"-8"-1405"0"0,1 0 0 0 0,0 2 0 0 0,-20 25 0 0 0,38-40-1844 0 0,0 0 1 0 0,1 1 0 0 0,0-1 0 0 0,0 1 0 0 0,0-1 0 0 0,1 1 0 0 0,0 0 0 0 0,0 0 0 0 0,1 0 0 0 0,0 0 0 0 0,0 1 0 0 0,1-1 0 0 0,0 0 0 0 0,1 7 0 0 0,-2-8 35 0 0,1 38 136 0 0,2-1 0 0 0,2 0-1 0 0,1 0 1 0 0,2 0-1 0 0,3 0 1 0 0,27 76-1 0 0,-28-96-208 0 0,1-1 0 0 0,2 0-1 0 0,0-1 1 0 0,1 0 0 0 0,29 34-1 0 0,-30-42-22 0 0,1 0 0 0 0,0-1 0 0 0,1-1 0 0 0,0 0-1 0 0,0 0 1 0 0,1-2 0 0 0,1 0 0 0 0,29 13 0 0 0,-38-19 23 0 0,0 0 1 0 0,0-1-1 0 0,0 1 1 0 0,1-1-1 0 0,-1-1 1 0 0,1 0-1 0 0,-1 0 0 0 0,1 0 1 0 0,0-1-1 0 0,-1 0 1 0 0,1 0-1 0 0,0-1 1 0 0,-1 0-1 0 0,1 0 1 0 0,-1-1-1 0 0,1 0 1 0 0,-1 0-1 0 0,0-1 1 0 0,0 0-1 0 0,0 0 0 0 0,0-1 1 0 0,0 0-1 0 0,-1 0 1 0 0,10-8-1 0 0,2-4 46 0 0,-1 0 0 0 0,-1 0 0 0 0,0-2-1 0 0,-2 0 1 0 0,25-39 0 0 0,-17 18 25 0 0,-2 0 1 0 0,18-50 0 0 0,-28 62-18 0 0,0-1 0 0 0,-2 1 0 0 0,-1-2 0 0 0,7-55 1 0 0,-13 73-32 0 0,-1 1 0 0 0,0-1 0 0 0,-1 0 0 0 0,0 1 0 0 0,-1 0 0 0 0,0-1 0 0 0,0 1 0 0 0,-1 0 0 0 0,-1 0 0 0 0,1 0 0 0 0,-2 0 0 0 0,1 1 0 0 0,-1-1 0 0 0,-1 1 0 0 0,0 0 0 0 0,-13-15 0 0 0,-3 3 31 0 0,-2 0 0 0 0,0 2 0 0 0,-51-32-1 0 0,62 42-50 0 0,-158-99-492 0 0,-194-132-4556 0 0,188 109-2597 0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4:22.0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1 1441 0 0,'-11'5'751'0'0,"1"1"0"0"0,-1 0-1 0 0,1 1 1 0 0,0 0 0 0 0,1 0 0 0 0,0 1 0 0 0,0 1 0 0 0,0-1 0 0 0,1 1 0 0 0,1 1 0 0 0,0-1 0 0 0,0 1 0 0 0,0 1 0 0 0,2-1 0 0 0,-1 1 0 0 0,-5 15 0 0 0,4-2 343 0 0,0 0 1 0 0,2 1-1 0 0,1-1 1 0 0,-3 41-1 0 0,6-26-770 0 0,2 1-1 0 0,5 39 0 0 0,-4-60-357 0 0,1-1-1 0 0,1 1 0 0 0,1-1 1 0 0,1 0-1 0 0,0-1 0 0 0,1 1 1 0 0,1-2-1 0 0,0 1 0 0 0,20 28 1 0 0,-14-28-5 0 0,-1-1 1 0 0,2-1-1 0 0,0 0 0 0 0,1-1 1 0 0,1-1-1 0 0,0 0 1 0 0,0-1-1 0 0,24 12 1 0 0,-9-9 103 0 0,0 0 0 0 0,1-3 0 0 0,0 0 0 0 0,1-2 1 0 0,0-2-1 0 0,0-1 0 0 0,1-1 0 0 0,0-2 0 0 0,0-2 0 0 0,0-1 0 0 0,1-2 0 0 0,-1-1 1 0 0,0-2-1 0 0,34-8 0 0 0,-39 6 5 0 0,0-2 1 0 0,0-1-1 0 0,-1-1 1 0 0,-1-2-1 0 0,0-1 0 0 0,0-1 1 0 0,-1-1-1 0 0,-1-2 1 0 0,-1 0-1 0 0,0-2 1 0 0,-1 0-1 0 0,-1-2 0 0 0,-1-1 1 0 0,-1-1-1 0 0,-1 0 1 0 0,20-32-1 0 0,-26 32-23 0 0,0-1 1 0 0,-2-1-1 0 0,-1 0 0 0 0,0 0 1 0 0,-2-1-1 0 0,-1 0 0 0 0,-2-1 1 0 0,0 1-1 0 0,2-32 0 0 0,-7 45-35 0 0,-1 0-1 0 0,-1 0 0 0 0,1 0 0 0 0,-2 0 1 0 0,0 1-1 0 0,-1-1 0 0 0,0 0 0 0 0,-1 1 1 0 0,-6-16-1 0 0,5 18-6 0 0,0 1 0 0 0,0 0 0 0 0,-1 1 1 0 0,0-1-1 0 0,-1 1 0 0 0,0 1 0 0 0,0-1 1 0 0,-1 1-1 0 0,0 0 0 0 0,0 1 0 0 0,0-1 1 0 0,-19-8-1 0 0,9 6-20 0 0,-1 1 0 0 0,0 1 0 0 0,0 1 0 0 0,-1 0 0 0 0,1 2 0 0 0,-1 0 0 0 0,-28-1 0 0 0,6 3-52 0 0,0 1 1 0 0,-60 8-1 0 0,37 2 48 0 0,0 3 0 0 0,-81 27 0 0 0,-106 52-178 0 0,214-75-370 0 0,1 1 0 0 0,-36 23 0 0 0,57-30-924 0 0,0 2 1 0 0,0 0-1 0 0,1 0 0 0 0,0 2 1 0 0,-20 24-1 0 0,19-16-3611 0 0,-17 29 0 0 0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4:25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1 8724 0 0,'-47'28'4002'0'0,"-17"58"-4002"0"0,12 25-160 0 0,14 7 720 0 0,10-20 240 0 0,23-28-159 0 0,12-22-161 0 0,19-16-1280 0 0,5-16-2082 0 0,-5-46-2960 0 0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4:25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1 5442 0 0,'5'8'14247'0'0,"2"2"-11846"0"0,21 40-3762 0 0,39 61-2400 0 0,-22-21 2800 0 0,-10-22 1121 0 0,-23 10-560 0 0,-28 2-1120 0 0,-34-6-7365 0 0</inkml:trace>
  <inkml:trace contextRef="#ctx0" brushRef="#br0" timeOffset="1">0 598 2001 0 0,'7'-2'2801'0'0,"8"4"-720"0"0,101 44 0 0 0,35 10-1601 0 0,-13-8-1040 0 0,-50-10-2081 0 0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4:26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1 3522 0 0,'-85'140'5202'0'0,"9"50"-2961"0"0,45-39-1681 0 0,19-41-160 0 0,0-28 81 0 0,7-6 159 0 0,1-14 160 0 0,16-18-1520 0 0,9-56-6403 0 0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4:27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5362 0 0,'7'-2'12006'0'0,"0"16"-8404"0"0,5 2-4563 0 0,19 24 161 0 0,16 36 1200 0 0,15 34 400 0 0,4 4-79 0 0,1-4-241 0 0,-6-23-80 0 0,8 5-240 0 0,-10 14-320 0 0,-28 0-4402 0 0,-33 2-5683 0 0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4:27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3 230 1121 0 0,'-2'-6'3281'0'0,"2"2"81"0"0,19-6 319 0 0,163-56 5363 0 0,17-16-3761 0 0,-40 42-3923 0 0,-36 24-2320 0 0,-87 10-7124 0 0,11 24-8243 0 0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4:28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114 158 2161 0 0,'-11'3'2717'0'0,"-1"-2"1"0"0,0 1-1 0 0,-23-2 1 0 0,24 0-889 0 0,40-2 682 0 0,47-14-4475 0 0,-66 14 1752 0 0,23-7-133 0 0,-31 8 327 0 0,-1 1-1 0 0,1-1 1 0 0,-1 0-1 0 0,1 1 0 0 0,-1-1 1 0 0,1 0-1 0 0,-1 0 1 0 0,1 0-1 0 0,-1 0 1 0 0,0 0-1 0 0,0 0 1 0 0,1 0-1 0 0,-1 0 0 0 0,0-1 1 0 0,1-1-1 0 0,-2 2-32 0 0,0 0 0 0 0,-1 0-1 0 0,1 0 1 0 0,0 0-1 0 0,-1 0 1 0 0,1 0 0 0 0,0 0-1 0 0,-1 0 1 0 0,1 1 0 0 0,-1-1-1 0 0,0 0 1 0 0,1 0-1 0 0,-1 0 1 0 0,0 1 0 0 0,1-1-1 0 0,-1 0 1 0 0,0 1 0 0 0,0-1-1 0 0,1 0 1 0 0,-3 0-1 0 0,-21-16-1174 0 0,20 15 890 0 0,-20-13-3193 0 0,-43-18 0 0 0,53 27 2730 0 0,-43-20-2296 0 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4:28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19 320 0 0,'-29'-8'2801'0'0,"-2"2"-399"0"0,3 4-402 0 0,-1 0-399 0 0,1 6-240 0 0,4-2-401 0 0,1 4-159 0 0,1-2-321 0 0,8 2-80 0 0,0-2-80 0 0,7 2-160 0 0,19 34-1600 0 0,18 37-3923 0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4:31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1697 229 1121 0 0,'-39'-13'3157'0'0,"32"12"-3182"0"0,0-1 0 0 0,1-1 0 0 0,-1 1 0 0 0,0-1 0 0 0,1 0 0 0 0,-1-1 0 0 0,1 1 0 0 0,0-1 0 0 0,-7-6 1 0 0,9 6 26 0 0,0 0 0 0 0,-1 0 0 0 0,1 1 0 0 0,-1-1 1 0 0,1 1-1 0 0,-1 0 0 0 0,0 0 0 0 0,0 1 1 0 0,-1 0-1 0 0,1 0 0 0 0,0 0 0 0 0,-1 0 0 0 0,1 1 1 0 0,-1 0-1 0 0,1 0 0 0 0,-1 1 0 0 0,-10-1 1 0 0,-1 3-68 0 0,0 0 0 0 0,0 1 1 0 0,0 1-1 0 0,1 0 1 0 0,-25 11-1 0 0,2 2-8 0 0,-38 23 0 0 0,40-22 117 0 0,-2-1 0 0 0,-41 12 0 0 0,-16 7-43 0 0,-134 67 13 0 0,193-84 66 0 0,1 1 0 0 0,-60 43 0 0 0,79-48-83 0 0,-1 1 0 0 0,2 1 0 0 0,0 0 0 0 0,1 1 0 0 0,1 1 0 0 0,-16 28 0 0 0,-59 130-47 0 0,40-73 14 0 0,-6 13-83 0 0,-22 43 345 0 0,59-120-190 0 0,2 1 1 0 0,1 0 0 0 0,-16 78 0 0 0,16-45-48 0 0,3 1 0 0 0,3-1 1 0 0,3 2-1 0 0,7 122 0 0 0,5-145 33 0 0,3 1 1 0 0,20 69-1 0 0,9 10-22 0 0,17 72 0 0 0,-33-113 0 0 0,3 0 0 0 0,5-2 0 0 0,62 133 0 0 0,91 118 0 0 0,-148-286 0 0 0,3-2 0 0 0,1-2 0 0 0,91 91 0 0 0,-40-58 0 0 0,192 188 0 0 0,-49-36 0 0 0,-178-187 0 0 0,2-2 0 0 0,94 59 0 0 0,-94-74 8 0 0,1-2 0 0 0,2-3 0 0 0,0-2 0 0 0,92 23 0 0 0,258 39 67 0 0,34 10-30 0 0,-44 33-113 0 0,101 28-91 0 0,-434-142 167 0 0,1-3 0 0 0,0-3 0 0 0,1-3 0 0 0,0-3 0 0 0,105-7 0 0 0,-86-6-6 0 0,-1-3-1 0 0,0-4 0 0 0,161-52 1 0 0,-157 38-3 0 0,-3-5 0 0 0,131-70 0 0 0,-185 85-5 0 0,-1-1-1 0 0,-1-2 1 0 0,0 0-1 0 0,-2-3 1 0 0,-2 0-1 0 0,0-2 1 0 0,-1-1 0 0 0,-2-1-1 0 0,23-37 1 0 0,-18 16 22 0 0,-2-2-1 0 0,-3-1 1 0 0,29-85 0 0 0,35-179 63 0 0,-80 283-61 0 0,14-61 208 0 0,18-173 0 0 0,-36 197-116 0 0,-4-1 1 0 0,-2 1-1 0 0,-12-79 1 0 0,-56-255 195 0 0,48 322-261 0 0,-4 1-1 0 0,-36-81 0 0 0,-83-154 287 0 0,136 301-301 0 0,-340-607 984 0 0,13 99-841 0 0,271 421-174 0 0,-124-154-1 0 0,161 226 4 0 0,-1 1 0 0 0,-2 2-1 0 0,-1 1 1 0 0,-1 2 0 0 0,-1 1 0 0 0,-2 1 0 0 0,0 2 0 0 0,-62-29 0 0 0,-1 14 100 0 0,0 3 0 0 0,-164-31 0 0 0,-458-97-35 0 0,687 153-102 0 0,0 1 0 0 0,0 2 0 0 0,-1 1 0 0 0,1 1 0 0 0,-1 3 0 0 0,0 0 0 0 0,-37 5 0 0 0,-215 11-58 0 0,200-20-61 0 0,-92-17 1 0 0,133 15-12 0 0,1 2 0 0 0,-49 1 0 0 0,75 5 63 0 0,-1 0 1 0 0,1 1-1 0 0,-1 0 1 0 0,1 2-1 0 0,0 0 1 0 0,0 1-1 0 0,-31 14 0 0 0,8-3 102 0 0,-1-1 0 0 0,0-2 0 0 0,-1-2 0 0 0,-55 6 0 0 0,32-8 37 0 0,-91-1 0 0 0,0-1-271 0 0,138-5 111 0 0,-271 13-154 0 0,87-34 906 0 0,169 15-604 0 0,5 1 22 0 0,0 0-1 0 0,0 2 1 0 0,-1 1 0 0 0,1 2-1 0 0,-1 1 1 0 0,1 1 0 0 0,0 1-1 0 0,1 1 1 0 0,-1 2 0 0 0,1 1-1 0 0,1 1 1 0 0,0 2 0 0 0,0 0 0 0 0,1 2-1 0 0,1 1 1 0 0,0 1 0 0 0,-43 36-1 0 0,56-39-196 0 0,-1 0-1 0 0,2 1 1 0 0,-16 23-1 0 0,23-32 33 0 0,-38 51-1616 0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4:34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191 103 1121 0 0,'-24'-20'2080'0'0,"-2"20"-639"0"0,-10-18-240 0 0,24 18-801 0 0,-2-8-400 0 0,-10-2 80 0 0,1-18 0 0 0,9 10 0 0 0,42 52 0 0 0,-35-44 0 0 0,0 2 0 0 0,2 0-80 0 0,3 2-320 0 0,-22 54-2401 0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4:35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411 0 800 0 0,'0'98'2321'0'0,"-176"118"-640"0"0,129-132-640 0 0,33 38-721 0 0,-10-28-720 0 0,-14-1-401 0 0,38 27-239 0 0,-24-16-1 0 0,-37-2 81 0 0,35 20 79 0 0,80-316-79 0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4:35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9 960 0 0,'-33'-4'1761'0'0,"47"0"-3842"0"0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5:19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242 22 480 0 0,'82'-11'3362'0'0,"-72"7"-938"0"0,-16 1-335 0 0,-13 0 694 0 0,17 3-2610 0 0,0 0-1 0 0,0 1 0 0 0,0-1 0 0 0,0 1 0 0 0,0-1 1 0 0,1 1-1 0 0,-1 0 0 0 0,0 0 0 0 0,0 0 0 0 0,1 0 0 0 0,-1 0 1 0 0,0 0-1 0 0,1 1 0 0 0,-1-1 0 0 0,1 0 0 0 0,-1 1 1 0 0,1-1-1 0 0,0 1 0 0 0,-2 2 0 0 0,-2 4-50 0 0,1 1 0 0 0,0-1-1 0 0,-3 12 1 0 0,0-2 176 0 0,-102 237 1943 0 0,94-215-1516 0 0,1 0-1 0 0,-14 65 1 0 0,-4 88-481 0 0,24-142 139 0 0,-7 73 111 0 0,6-90-156 0 0,3-18-209 0 0,5-15-300 0 0,1 0 0 0 0,-1 0 0 0 0,1 0 0 0 0,-1 0 0 0 0,1-1 0 0 0,-1 1 0 0 0,0 0 0 0 0,1 0 0 0 0,-1 0 1 0 0,0-1-1 0 0,0 1 0 0 0,0 0 0 0 0,-1 0 0 0 0,5-11-5520 0 0,11-17 1543 0 0,3-37-1869 0 0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5:19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12 4962 0 0,'-10'-3'1348'0'0,"-1"0"-1"0"0,0 1 0 0 0,0 0 0 0 0,0 1 1 0 0,1 1-1 0 0,-1-1 0 0 0,0 2 1 0 0,-12 1-1 0 0,18-1 336 0 0,7 1-730 0 0,17 13 26 0 0,-1 3-591 0 0,-2 2 0 0 0,1 1 1 0 0,-2 0-1 0 0,-1 1 0 0 0,-1 0 1 0 0,-1 1-1 0 0,-1 0 0 0 0,15 43 1 0 0,-11 4-127 0 0,-2 0 0 0 0,4 87 1 0 0,-13-26 430 0 0,-4-125-722 0 0,-1 1-1 0 0,0-1 0 0 0,0 0 1 0 0,0 1-1 0 0,-1-1 0 0 0,0 0 0 0 0,0 0 1 0 0,0 0-1 0 0,-1 0 0 0 0,-5 8 1 0 0,3-6-1117 0 0,-1 0 1 0 0,1-1-1 0 0,-12 12 1 0 0,16-18 434 0 0,0 0 1 0 0,-1-1 0 0 0,1 1 0 0 0,0 0 0 0 0,-1 0 0 0 0,1 0 0 0 0,-1-1 0 0 0,1 1 0 0 0,-1-1 0 0 0,1 1 0 0 0,-1-1 0 0 0,-1 1 0 0 0,-36 3-10749 0 0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5:19.7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95 1681 0 0,'-78'10'6436'0'0,"26"-2"717"0"0,36-5-4228 0 0,43-3 437 0 0,319-21 1840 0 0,-339 20-5225 0 0,294-44 4861 0 0,-226 32-4984 0 0,-85 11-143 0 0,-42-10-10201 0 0,0-9 2647 0 0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5:21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8 3362 0 0,'-16'-8'4722'0'0,"-1"8"7123"0"0,17 2-10564 0 0,7 2-401 0 0,41 12-1920 0 0,20-16-2802 0 0,-56 20-8404 0 0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5:23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176 152 2161 0 0,'-1'-1'471'0'0,"0"0"-1"0"0,1 0 1 0 0,-1 0 0 0 0,0 0-1 0 0,0 0 1 0 0,1 0-1 0 0,-1 0 1 0 0,0 1 0 0 0,0-1-1 0 0,0 0 1 0 0,0 0 0 0 0,0 1-1 0 0,0-1 1 0 0,0 1 0 0 0,0-1-1 0 0,-1 1 1 0 0,1-1-1 0 0,0 1 1 0 0,0 0 0 0 0,0-1-1 0 0,0 1 1 0 0,-1 0 0 0 0,1 0-1 0 0,-2 0 1 0 0,0 0-90 0 0,-1 1 0 0 0,1 0 0 0 0,0 0 0 0 0,0 0 0 0 0,0 0 0 0 0,0 0 1 0 0,0 0-1 0 0,0 1 0 0 0,-3 2 0 0 0,-4 3-156 0 0,0 1-1 0 0,1-1 1 0 0,0 2 0 0 0,-11 12 0 0 0,16-16-189 0 0,0 0 0 0 0,1 0 1 0 0,-1 0-1 0 0,1 1 0 0 0,0-1 0 0 0,1 1 0 0 0,-1 0 1 0 0,1 0-1 0 0,0 0 0 0 0,0 0 0 0 0,1 0 0 0 0,0 0 1 0 0,-1 9-1 0 0,1 0-13 0 0,1 1 0 0 0,0-1-1 0 0,1 1 1 0 0,1-1 0 0 0,0 0 0 0 0,9 29 0 0 0,-6-31 64 0 0,0 0 1 0 0,1 0-1 0 0,1-1 1 0 0,0 0-1 0 0,1 0 1 0 0,0 0-1 0 0,1-1 1 0 0,17 18-1 0 0,23 3 313 0 0,-43-31-372 0 0,0 1 0 0 0,1-2 1 0 0,-1 1-1 0 0,0-1 0 0 0,1 0 0 0 0,-1 0 0 0 0,0 0 0 0 0,8-2 1 0 0,-10 1-8 0 0,0 0 1 0 0,-1 0 0 0 0,1 0 0 0 0,-1 0 0 0 0,1-1 0 0 0,-1 1-1 0 0,7-5 1 0 0,-6 4 5 0 0,0-1-1 0 0,0 1 1 0 0,1 0-1 0 0,0 0 1 0 0,5-1-1 0 0,-2 1-4 0 0,-1-1-1 0 0,1 0 1 0 0,-1 0 0 0 0,1-1-1 0 0,-1 0 1 0 0,11-8 0 0 0,40-34 117 0 0,-40 30-43 0 0,-8 8-22 0 0,-1-1 0 0 0,0 1 1 0 0,0-2-1 0 0,-1 1 0 0 0,0-1 0 0 0,-1 0 0 0 0,0-1 1 0 0,-1 0-1 0 0,0 0 0 0 0,0 0 0 0 0,-2-1 0 0 0,1 1 1 0 0,-1-1-1 0 0,-1 0 0 0 0,3-15 0 0 0,-6 22-64 0 0,0 0 0 0 0,-1 0 0 0 0,1-1 0 0 0,-1 1 0 0 0,0 0 0 0 0,0 0 0 0 0,0 0 0 0 0,-1 0 0 0 0,-3-7 0 0 0,-25-43 156 0 0,27 49-152 0 0,-11-17 140 0 0,-1 0-1 0 0,-20-22 1 0 0,27 36-75 0 0,0 0 0 0 0,-1 0 0 0 0,-1 1 0 0 0,1 0 0 0 0,-1 1 0 0 0,-21-12 0 0 0,29 18-69 0 0,0 0-1 0 0,0 1 1 0 0,1-1-1 0 0,-1 1 1 0 0,0-1-1 0 0,0 1 1 0 0,0 0-1 0 0,1 0 1 0 0,-1 0-1 0 0,0 0 1 0 0,0 0-1 0 0,0 0 1 0 0,0 0-1 0 0,1 1 1 0 0,-1-1 0 0 0,0 0-1 0 0,0 1 1 0 0,0 0-1 0 0,1-1 1 0 0,-4 3-1 0 0,-13 5-252 0 0,1 0-1 0 0,-1 2 1 0 0,2 0-1 0 0,-25 19 1 0 0,13-6-3384 0 0,-50 52 1 0 0,-14 35-10754 0 0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5:30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 7 400 0 0,'44'6'2880'0'0,"-40"-7"-904"0"0,-28-3 598 0 0,2 0-2635 0 0,-1 2 1 0 0,1 1-1 0 0,-1 1 0 0 0,1 1 0 0 0,0 0 1 0 0,-1 2-1 0 0,1 1 0 0 0,-34 10 0 0 0,53-13-42 0 0,1-1 1 0 0,0 1-1 0 0,-1 1 0 0 0,1-1 0 0 0,0 0 0 0 0,0 0 0 0 0,0 1 0 0 0,0-1 0 0 0,0 1 0 0 0,0 0 0 0 0,0 0 0 0 0,0-1 1 0 0,1 1-1 0 0,-1 0 0 0 0,1 0 0 0 0,-1 1 0 0 0,1-1 0 0 0,0 0 0 0 0,0 0 0 0 0,-1 4 0 0 0,-18 43-4779 0 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5:31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3362 0 0,'84'376'847'0'0,"64"348"-1041"0"0,-82-334 631 0 0,-29-185-234 0 0,-11-45-112 0 0,72 340 205 0 0,-67-378-290 0 0,47 189 38 0 0,-26 5-14 0 0,-29-46 57 0 0,55 436 320 0 0,-77-695-403 0 0,1 0 1 0 0,0 0-1 0 0,0 0 1 0 0,1-1-1 0 0,1 1 1 0 0,0-1-1 0 0,0 0 0 0 0,1 0 1 0 0,1-1-1 0 0,-1 1 1 0 0,1-1-1 0 0,1 0 1 0 0,0 0-1 0 0,15 14 1 0 0,-16-18-50 0 0,0 1 0 0 0,0-1 0 0 0,0-1 0 0 0,1 1-1 0 0,0-1 1 0 0,0 0 0 0 0,9 3 0 0 0,11-4-1435 0 0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5:32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2321 0 0,'5'5'77'0'0,"0"1"-1"0"0,0-1 1 0 0,1 0 0 0 0,0 0 0 0 0,0 0-1 0 0,0-1 1 0 0,0 0 0 0 0,1 0-1 0 0,-1-1 1 0 0,1 0 0 0 0,13 5-1 0 0,-10-6-87 0 0,1-1-1 0 0,-1 1 0 0 0,1-2 1 0 0,0 1-1 0 0,0-2 0 0 0,-1 1 1 0 0,20-5-1 0 0,12-1 43 0 0,0 2-1 0 0,0 1 1 0 0,0 2 0 0 0,0 2 0 0 0,-1 2-1 0 0,1 2 1 0 0,0 1 0 0 0,-1 2-1 0 0,77 27 1 0 0,-13 7 28 0 0,55 19 14 0 0,-121-48-72 0 0,0-2-1 0 0,50 7 0 0 0,162 5-63 0 0,-117-13 126 0 0,127 17-151 0 0,-81-5-1 0 0,202-4 0 0 0,-280-21-245 0 0,7-3-573 0 0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5:33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1921 0 0,'106'532'2280'0'0,"25"107"-2466"0"0,-20-145 238 0 0,-45-189-37 0 0,304 1610 332 0 0,-348-1771-180 0 0,62 308 199 0 0,-15-195-249 0 0,37 150-1581 0 0,-95-359-870 0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5:34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468 0 640 0 0,'-17'26'2081'0'0,"-70"172"-2001"0"0,27-48-160 0 0,15-16-80 0 0,0 18 80 0 0,-7 25 80 0 0,-5 13 0 0 0,3-22 0 0 0,4-28-1200 0 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5:34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533 1 3282 0 0,'-78'66'560'0'0,"12"26"-1040"0"0,2 43 159 0 0,0 19 161 0 0,9-20 160 0 0,-9 16-80 0 0,-7 24-160 0 0,0 21-1200 0 0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5:34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4 240 0 0,'-7'-4'1281'0'0,"21"38"480"0"0,10-22-1361 0 0,0-8-881 0 0,-1-2-79 0 0,1-6-560 0 0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5:35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79 640 0 0,'-2'8'2722'0'0,"7"-12"-2002"0"0,14 0-400 0 0,64-14-640 0 0,85-20-320 0 0,-24 16 399 0 0,-32 22 241 0 0,-20 22-960 0 0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5:35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72 3041 0 0,'31'-22'881'0'0,"42"-8"-1201"0"0,27 10-161 0 0,2 24-1119 0 0</inkml:trace>
  <inkml:trace contextRef="#ctx0" brushRef="#br0" timeOffset="1">1122 668 2721 0 0,'-2'-6'801'0'0,"6"0"-1122"0"0,3 4 81 0 0,8-2 80 0 0,4 2 0 0 0,82 2-480 0 0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5:45.5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48 4482 0 0,'-2'-24'3522'0'0,"-1"10"-1041"0"0,1 6-880 0 0,-3 6-721 0 0,3 4-880 0 0,2 6-880 0 0,-7 16-1281 0 0,-62 134-7604 0 0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5:45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37 960 0 0,'-47'-16'3202'0'0,"13"6"-401"0"0,11 4-640 0 0,9 2-640 0 0,4 8-641 0 0,17 54-3761 0 0,19 85-5283 0 0</inkml:trace>
  <inkml:trace contextRef="#ctx0" brushRef="#br0" timeOffset="1">232 900 4242 0 0,'-49'2'4722'0'0,"3"-1"-4162"0"0,20 13-1200 0 0,12 16 400 0 0,7 18 400 0 0,-5 20-80 0 0,10 20-2001 0 0,9 20-3841 0 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5:46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264 542 3922 0 0,'-41'-32'2481'0'0,"11"8"-1200"0"0,1 8-641 0 0,5 6-320 0 0,8 2-160 0 0,-1 6-480 0 0,1 2-480 0 0,1 0-401 0 0,-1 6-160 0 0,-3-6-159 0 0,0 0-81 0 0,-2-10-160 0 0</inkml:trace>
  <inkml:trace contextRef="#ctx0" brushRef="#br0" timeOffset="1">261 50 4402 0 0,'-64'-28'4802'0'0,"15"14"-2641"0"0,18 8-1200 0 0,7 4-641 0 0,7 10-560 0 0,8 74-5203 0 0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5:46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 88 1761 0 0,'-40'-48'6323'0'0,"-15"18"-2962"0"0,24 20-3201 0 0,17 22-640 0 0,2-2 160 0 0,0 2 80 0 0,1-2 80 0 0,-8 40-240 0 0,-5 50-721 0 0,24-26-2160 0 0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5:47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7 320 0 0,'62'-6'480'0'0,"-81"6"81"0"0,-5 8-1 0 0,7 14-560 0 0,3 7-640 0 0,2 1-321 0 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5:48.0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594 0 560 0 0,'-20'7'1327'0'0,"-30"5"-1"0"0,28-7-1324 0 0,15-3-40 0 0,0-1-1 0 0,1 0 1 0 0,-1 0 0 0 0,0 0 0 0 0,0-1-1 0 0,1 0 1 0 0,-1-1 0 0 0,0 1 0 0 0,0-1-1 0 0,1-1 1 0 0,-1 1 0 0 0,1-1 0 0 0,-1 0-1 0 0,-8-4 1 0 0,12 5 38 0 0,0 0-1 0 0,0 1 0 0 0,0-1 0 0 0,-1 1 1 0 0,1-1-1 0 0,0 1 0 0 0,-1 0 1 0 0,1 1-1 0 0,0-1 0 0 0,-1 0 1 0 0,1 1-1 0 0,0 0 0 0 0,0 0 0 0 0,0 0 1 0 0,0 0-1 0 0,0 0 0 0 0,0 1 1 0 0,0-1-1 0 0,0 1 0 0 0,0 0 1 0 0,-2 2-1 0 0,-7 5 0 0 0,0 1 1 0 0,1 0-1 0 0,-12 15 0 0 0,17-18 6 0 0,-8 9 37 0 0,1 1 0 0 0,0 1 0 0 0,2 0 0 0 0,0 1 0 0 0,1 0-1 0 0,1 0 1 0 0,-9 27 0 0 0,-34 150-166 0 0,46-168 86 0 0,-30 132 152 0 0,-20 214-1 0 0,49-288-104 0 0,5 0 0 0 0,9 86 0 0 0,110 522-1957 0 0,-88-568 1001 0 0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5:51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1371 20 720 0 0,'-97'-10'3202'0'0,"9"0"-961"0"0,-47 10-1921 0 0,-12 56-560 0 0,-3 140 240 0 0,-34 149 240 0 0,34 31-320 0 0,15 53-640 0 0,-38 29-1922 0 0,62-291 321 0 0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5:52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0 240 0 0,'11'56'240'0'0,"15"0"-80"0"0,-2 0-160 0 0,14 0 80 0 0,-26-18-80 0 0,0-20-80 0 0,-12-8-80 0 0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5:52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1638 0 1281 0 0,'-334'729'2961'0'0,"-112"354"-1360"0"0,29 29-2002 0 0,761-2040-879 0 0,-636 1409-81 0 0,31-171 81 0 0,29-155-1 0 0</inkml:trace>
  <inkml:trace contextRef="#ctx0" brushRef="#br0" timeOffset="1">484 406 1121 0 0,'163'56'2561'0'0,"-37"55"-1281"0"0,-10 75-2000 0 0,-2 98-721 0 0,-8 97 161 0 0,-4 25 239 0 0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5:52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934 434 3522 0 0,'-232'-126'4402'0'0,"68"14"-2722"0"0,32 12-1680 0 0,27 32-400 0 0,32 40 80 0 0,21 48 320 0 0,4 54 160 0 0,13 52-80 0 0,1 50-160 0 0,13 22-240 0 0,5 79-1121 0 0,-6 77-2480 0 0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3T13:55:53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1361 0 0,'379'841'2081'0'0,"-156"-449"-721"0"0,-12-1-1920 0 0,59 105-1041 0 0,-661-1234 81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9D6ED0-6EC4-410C-A451-BAE6741898FE}" type="datetimeFigureOut">
              <a:rPr lang="zh-CN" altLang="en-US" smtClean="0"/>
              <a:t>2025-05-13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39ECB3-70C1-4DD6-8FE3-495796D1D6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4429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39ECB3-70C1-4DD6-8FE3-495796D1D6BD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8847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57ADEC-6AB6-4082-9418-5D03330D2A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4D7A2EC-3988-470C-AF6F-0A544446A2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86B5C1-EB09-4CB4-BA07-8765F3AD0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BD2E-CFBF-40DF-9D87-06D6A09DEB43}" type="datetimeFigureOut">
              <a:rPr lang="zh-CN" altLang="en-US" smtClean="0"/>
              <a:t>2025-05-13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B10BC1-F543-437D-862B-9AB85F7F2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E7C7C5-68C1-4274-8F75-773EA7D37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B0701-4545-404C-B248-AE8434725B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1304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2B3F8D-74E3-4432-A571-195243C97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A39117-D72E-46F0-BDEC-5F29EF20A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623B9F-4B86-4C04-8CD4-08E39B54C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BD2E-CFBF-40DF-9D87-06D6A09DEB43}" type="datetimeFigureOut">
              <a:rPr lang="zh-CN" altLang="en-US" smtClean="0"/>
              <a:t>2025-05-13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95622C-555A-42C0-AF25-8456CBB44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B4CCFE-3241-48BF-B30E-A1F9F7A11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B0701-4545-404C-B248-AE8434725B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089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A7BBDE-CABA-4510-95F4-768A14B71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4346369-0996-4F1F-954C-A83F20E8D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EA2882-1E5D-4927-8E63-974DB6B6F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BD2E-CFBF-40DF-9D87-06D6A09DEB43}" type="datetimeFigureOut">
              <a:rPr lang="zh-CN" altLang="en-US" smtClean="0"/>
              <a:t>2025-05-13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6FFECB6-DDCD-4AF7-9C7E-4757BF9B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50793-3699-4437-A8D8-C956B80A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B0701-4545-404C-B248-AE8434725B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0016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58B9D8-4ABB-4797-9DFD-D0BFCAB8D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DD5DCA-CA52-45F9-BE1D-E50BDC7FEC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F2968D3-351C-47AF-AFCB-E6FD7DA5DE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AD7C04F-983F-4CD7-90E5-F0F97CA8D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BD2E-CFBF-40DF-9D87-06D6A09DEB43}" type="datetimeFigureOut">
              <a:rPr lang="zh-CN" altLang="en-US" smtClean="0"/>
              <a:t>2025-05-13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4ADBA0-D00A-4225-9266-50066DBA1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8B7B01-D17F-4D70-A107-C51C2CF21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B0701-4545-404C-B248-AE8434725B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51028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47C7AF-9FC8-424F-A323-65C00F1B7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2F5385-5D86-4BAA-8F72-0D58EF1244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C352C08-2ED5-4D20-9A58-AD25F38BF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623C3A6-D7E5-41BA-8A7E-4A12234399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C6CA6A0-57CD-4361-9AC4-8A41EAF339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AB8A4E9-BA1D-4839-A1F5-EF631B119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BD2E-CFBF-40DF-9D87-06D6A09DEB43}" type="datetimeFigureOut">
              <a:rPr lang="zh-CN" altLang="en-US" smtClean="0"/>
              <a:t>2025-05-13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43134E9-DFB2-4D9B-B0E5-5039C9E5B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B877F97-1DBF-4144-BCAB-DE60F066A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B0701-4545-404C-B248-AE8434725B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9316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C88651-9691-434C-AD7E-35EE36E14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AC059E6-E124-42F6-BA13-7B409396E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BD2E-CFBF-40DF-9D87-06D6A09DEB43}" type="datetimeFigureOut">
              <a:rPr lang="zh-CN" altLang="en-US" smtClean="0"/>
              <a:t>2025-05-13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6376294-1447-45E9-A544-24A33382E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6B7F2B1-C432-4819-8689-6605E87EE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B0701-4545-404C-B248-AE8434725B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880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39C7045-5DC5-44E1-9277-DDD24DA77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BD2E-CFBF-40DF-9D87-06D6A09DEB43}" type="datetimeFigureOut">
              <a:rPr lang="zh-CN" altLang="en-US" smtClean="0"/>
              <a:t>2025-05-13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54B85F3-A28E-4861-B806-EC9B0EB5C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875412-F51D-4375-BDEA-D8787B8FE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B0701-4545-404C-B248-AE8434725B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2944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55E2B1-A51A-45CD-81DB-52FD3F25C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23E389-75B6-45FC-AD3A-B1D8AD247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86C58AD-E1CF-407F-A479-4AA586570A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EF559F-837A-4FFF-958F-6065C1EE5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BD2E-CFBF-40DF-9D87-06D6A09DEB43}" type="datetimeFigureOut">
              <a:rPr lang="zh-CN" altLang="en-US" smtClean="0"/>
              <a:t>2025-05-13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B37D9D-C42A-4A6E-9120-F178D6500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9210B7-E38F-422B-AE8A-71EDA5C0A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B0701-4545-404C-B248-AE8434725B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3413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309ED3-9135-41E8-BD57-9EDB88AF7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9429960-65E4-450F-878C-273191821F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C8E005E-E6C1-4891-9D84-DF3B9B6B17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FCA3D5-CE7E-4FC4-B024-A435EA87A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BD2E-CFBF-40DF-9D87-06D6A09DEB43}" type="datetimeFigureOut">
              <a:rPr lang="zh-CN" altLang="en-US" smtClean="0"/>
              <a:t>2025-05-13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9FBB13D-C214-403A-8C54-647607CBC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3A2F0A-26C4-4FC2-BA50-2AEDDC856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B0701-4545-404C-B248-AE8434725B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803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5EA265-8848-43B4-B402-4E08105C3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9E9C65D-0C11-4C0E-BC1C-890D0A3F0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3D1B50-1B8B-4D5B-A110-054464FC8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BD2E-CFBF-40DF-9D87-06D6A09DEB43}" type="datetimeFigureOut">
              <a:rPr lang="zh-CN" altLang="en-US" smtClean="0"/>
              <a:t>2025-05-13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D920CF-4909-49D8-8E4D-117852D91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90676E-A2CC-4FA4-96D4-D5D0F79F8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B0701-4545-404C-B248-AE8434725B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9220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A098F8A-0476-48BC-8BE4-0B096F908A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CE1055F-0E7D-4656-ADBC-6D42AACD4B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8371F4-F46D-4C6D-89D0-6EA58213E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7BD2E-CFBF-40DF-9D87-06D6A09DEB43}" type="datetimeFigureOut">
              <a:rPr lang="zh-CN" altLang="en-US" smtClean="0"/>
              <a:t>2025-05-13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21E071-1B04-464A-967F-D8E2E7E87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97FEC3-3F20-4ED3-B969-775E84AC1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DB0701-4545-404C-B248-AE8434725B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8544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EDA5FB2-2EF4-44FF-9283-88ECE5E81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D1C31A-E646-47A5-A651-3B17BB2D15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FA9213-C8EA-41C9-A504-A1F9715005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77BD2E-CFBF-40DF-9D87-06D6A09DEB43}" type="datetimeFigureOut">
              <a:rPr lang="zh-CN" altLang="en-US" smtClean="0"/>
              <a:t>2025-05-13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99AD1A-28E9-4890-9D44-F441D1B2FA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C65F66-DD5B-43F5-A101-F332D31088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DB0701-4545-404C-B248-AE8434725B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8255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63" Type="http://schemas.openxmlformats.org/officeDocument/2006/relationships/image" Target="../media/image31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59" Type="http://schemas.openxmlformats.org/officeDocument/2006/relationships/image" Target="../media/image79.png"/><Relationship Id="rId170" Type="http://schemas.openxmlformats.org/officeDocument/2006/relationships/customXml" Target="../ink/ink85.xml"/><Relationship Id="rId191" Type="http://schemas.openxmlformats.org/officeDocument/2006/relationships/image" Target="../media/image95.png"/><Relationship Id="rId205" Type="http://schemas.openxmlformats.org/officeDocument/2006/relationships/image" Target="../media/image102.png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149" Type="http://schemas.openxmlformats.org/officeDocument/2006/relationships/image" Target="../media/image74.png"/><Relationship Id="rId5" Type="http://schemas.openxmlformats.org/officeDocument/2006/relationships/image" Target="../media/image2.png"/><Relationship Id="rId95" Type="http://schemas.openxmlformats.org/officeDocument/2006/relationships/image" Target="../media/image47.png"/><Relationship Id="rId160" Type="http://schemas.openxmlformats.org/officeDocument/2006/relationships/customXml" Target="../ink/ink80.xml"/><Relationship Id="rId181" Type="http://schemas.openxmlformats.org/officeDocument/2006/relationships/image" Target="../media/image90.png"/><Relationship Id="rId22" Type="http://schemas.openxmlformats.org/officeDocument/2006/relationships/customXml" Target="../ink/ink11.xml"/><Relationship Id="rId43" Type="http://schemas.openxmlformats.org/officeDocument/2006/relationships/image" Target="../media/image21.png"/><Relationship Id="rId64" Type="http://schemas.openxmlformats.org/officeDocument/2006/relationships/customXml" Target="../ink/ink32.xml"/><Relationship Id="rId118" Type="http://schemas.openxmlformats.org/officeDocument/2006/relationships/customXml" Target="../ink/ink59.xml"/><Relationship Id="rId139" Type="http://schemas.openxmlformats.org/officeDocument/2006/relationships/image" Target="../media/image69.png"/><Relationship Id="rId85" Type="http://schemas.openxmlformats.org/officeDocument/2006/relationships/image" Target="../media/image42.png"/><Relationship Id="rId150" Type="http://schemas.openxmlformats.org/officeDocument/2006/relationships/customXml" Target="../ink/ink75.xml"/><Relationship Id="rId171" Type="http://schemas.openxmlformats.org/officeDocument/2006/relationships/image" Target="../media/image85.png"/><Relationship Id="rId192" Type="http://schemas.openxmlformats.org/officeDocument/2006/relationships/customXml" Target="../ink/ink96.xml"/><Relationship Id="rId206" Type="http://schemas.openxmlformats.org/officeDocument/2006/relationships/customXml" Target="../ink/ink103.xml"/><Relationship Id="rId12" Type="http://schemas.openxmlformats.org/officeDocument/2006/relationships/customXml" Target="../ink/ink6.xml"/><Relationship Id="rId33" Type="http://schemas.openxmlformats.org/officeDocument/2006/relationships/image" Target="../media/image16.png"/><Relationship Id="rId108" Type="http://schemas.openxmlformats.org/officeDocument/2006/relationships/customXml" Target="../ink/ink54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5" Type="http://schemas.openxmlformats.org/officeDocument/2006/relationships/image" Target="../media/image37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61" Type="http://schemas.openxmlformats.org/officeDocument/2006/relationships/image" Target="../media/image80.png"/><Relationship Id="rId182" Type="http://schemas.openxmlformats.org/officeDocument/2006/relationships/customXml" Target="../ink/ink91.xml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119" Type="http://schemas.openxmlformats.org/officeDocument/2006/relationships/image" Target="../media/image59.png"/><Relationship Id="rId44" Type="http://schemas.openxmlformats.org/officeDocument/2006/relationships/customXml" Target="../ink/ink22.xml"/><Relationship Id="rId65" Type="http://schemas.openxmlformats.org/officeDocument/2006/relationships/image" Target="../media/image32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51" Type="http://schemas.openxmlformats.org/officeDocument/2006/relationships/image" Target="../media/image75.png"/><Relationship Id="rId172" Type="http://schemas.openxmlformats.org/officeDocument/2006/relationships/customXml" Target="../ink/ink86.xml"/><Relationship Id="rId193" Type="http://schemas.openxmlformats.org/officeDocument/2006/relationships/image" Target="../media/image96.png"/><Relationship Id="rId207" Type="http://schemas.openxmlformats.org/officeDocument/2006/relationships/image" Target="../media/image103.png"/><Relationship Id="rId13" Type="http://schemas.openxmlformats.org/officeDocument/2006/relationships/image" Target="../media/image6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20" Type="http://schemas.openxmlformats.org/officeDocument/2006/relationships/customXml" Target="../ink/ink60.xml"/><Relationship Id="rId141" Type="http://schemas.openxmlformats.org/officeDocument/2006/relationships/image" Target="../media/image70.png"/><Relationship Id="rId7" Type="http://schemas.openxmlformats.org/officeDocument/2006/relationships/image" Target="../media/image3.png"/><Relationship Id="rId162" Type="http://schemas.openxmlformats.org/officeDocument/2006/relationships/customXml" Target="../ink/ink81.xml"/><Relationship Id="rId183" Type="http://schemas.openxmlformats.org/officeDocument/2006/relationships/image" Target="../media/image91.png"/><Relationship Id="rId24" Type="http://schemas.openxmlformats.org/officeDocument/2006/relationships/customXml" Target="../ink/ink12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31" Type="http://schemas.openxmlformats.org/officeDocument/2006/relationships/image" Target="../media/image65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52" Type="http://schemas.openxmlformats.org/officeDocument/2006/relationships/customXml" Target="../ink/ink76.xml"/><Relationship Id="rId173" Type="http://schemas.openxmlformats.org/officeDocument/2006/relationships/image" Target="../media/image86.png"/><Relationship Id="rId194" Type="http://schemas.openxmlformats.org/officeDocument/2006/relationships/customXml" Target="../ink/ink97.xml"/><Relationship Id="rId199" Type="http://schemas.openxmlformats.org/officeDocument/2006/relationships/image" Target="../media/image99.png"/><Relationship Id="rId203" Type="http://schemas.openxmlformats.org/officeDocument/2006/relationships/image" Target="../media/image101.png"/><Relationship Id="rId208" Type="http://schemas.openxmlformats.org/officeDocument/2006/relationships/customXml" Target="../ink/ink104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147" Type="http://schemas.openxmlformats.org/officeDocument/2006/relationships/image" Target="../media/image73.png"/><Relationship Id="rId168" Type="http://schemas.openxmlformats.org/officeDocument/2006/relationships/customXml" Target="../ink/ink84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163" Type="http://schemas.openxmlformats.org/officeDocument/2006/relationships/image" Target="../media/image81.png"/><Relationship Id="rId184" Type="http://schemas.openxmlformats.org/officeDocument/2006/relationships/customXml" Target="../ink/ink92.xml"/><Relationship Id="rId189" Type="http://schemas.openxmlformats.org/officeDocument/2006/relationships/image" Target="../media/image94.png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158" Type="http://schemas.openxmlformats.org/officeDocument/2006/relationships/customXml" Target="../ink/ink79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3" Type="http://schemas.openxmlformats.org/officeDocument/2006/relationships/image" Target="../media/image76.png"/><Relationship Id="rId174" Type="http://schemas.openxmlformats.org/officeDocument/2006/relationships/customXml" Target="../ink/ink87.xml"/><Relationship Id="rId179" Type="http://schemas.openxmlformats.org/officeDocument/2006/relationships/image" Target="../media/image89.png"/><Relationship Id="rId195" Type="http://schemas.openxmlformats.org/officeDocument/2006/relationships/image" Target="../media/image97.png"/><Relationship Id="rId209" Type="http://schemas.openxmlformats.org/officeDocument/2006/relationships/image" Target="../media/image104.png"/><Relationship Id="rId190" Type="http://schemas.openxmlformats.org/officeDocument/2006/relationships/customXml" Target="../ink/ink95.xml"/><Relationship Id="rId204" Type="http://schemas.openxmlformats.org/officeDocument/2006/relationships/customXml" Target="../ink/ink102.xml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148" Type="http://schemas.openxmlformats.org/officeDocument/2006/relationships/customXml" Target="../ink/ink74.xml"/><Relationship Id="rId164" Type="http://schemas.openxmlformats.org/officeDocument/2006/relationships/customXml" Target="../ink/ink82.xml"/><Relationship Id="rId169" Type="http://schemas.openxmlformats.org/officeDocument/2006/relationships/image" Target="../media/image84.png"/><Relationship Id="rId185" Type="http://schemas.openxmlformats.org/officeDocument/2006/relationships/image" Target="../media/image92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80" Type="http://schemas.openxmlformats.org/officeDocument/2006/relationships/customXml" Target="../ink/ink90.xml"/><Relationship Id="rId26" Type="http://schemas.openxmlformats.org/officeDocument/2006/relationships/customXml" Target="../ink/ink13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54" Type="http://schemas.openxmlformats.org/officeDocument/2006/relationships/customXml" Target="../ink/ink77.xml"/><Relationship Id="rId175" Type="http://schemas.openxmlformats.org/officeDocument/2006/relationships/image" Target="../media/image87.png"/><Relationship Id="rId196" Type="http://schemas.openxmlformats.org/officeDocument/2006/relationships/customXml" Target="../ink/ink98.xml"/><Relationship Id="rId200" Type="http://schemas.openxmlformats.org/officeDocument/2006/relationships/customXml" Target="../ink/ink100.xml"/><Relationship Id="rId16" Type="http://schemas.openxmlformats.org/officeDocument/2006/relationships/customXml" Target="../ink/ink8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Relationship Id="rId90" Type="http://schemas.openxmlformats.org/officeDocument/2006/relationships/customXml" Target="../ink/ink45.xml"/><Relationship Id="rId165" Type="http://schemas.openxmlformats.org/officeDocument/2006/relationships/image" Target="../media/image82.png"/><Relationship Id="rId186" Type="http://schemas.openxmlformats.org/officeDocument/2006/relationships/customXml" Target="../ink/ink93.xml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34" Type="http://schemas.openxmlformats.org/officeDocument/2006/relationships/customXml" Target="../ink/ink67.xml"/><Relationship Id="rId80" Type="http://schemas.openxmlformats.org/officeDocument/2006/relationships/customXml" Target="../ink/ink40.xml"/><Relationship Id="rId155" Type="http://schemas.openxmlformats.org/officeDocument/2006/relationships/image" Target="../media/image77.png"/><Relationship Id="rId176" Type="http://schemas.openxmlformats.org/officeDocument/2006/relationships/customXml" Target="../ink/ink88.xml"/><Relationship Id="rId197" Type="http://schemas.openxmlformats.org/officeDocument/2006/relationships/image" Target="../media/image98.png"/><Relationship Id="rId201" Type="http://schemas.openxmlformats.org/officeDocument/2006/relationships/image" Target="../media/image100.png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24" Type="http://schemas.openxmlformats.org/officeDocument/2006/relationships/customXml" Target="../ink/ink62.xml"/><Relationship Id="rId70" Type="http://schemas.openxmlformats.org/officeDocument/2006/relationships/customXml" Target="../ink/ink35.xml"/><Relationship Id="rId91" Type="http://schemas.openxmlformats.org/officeDocument/2006/relationships/image" Target="../media/image45.png"/><Relationship Id="rId145" Type="http://schemas.openxmlformats.org/officeDocument/2006/relationships/image" Target="../media/image72.png"/><Relationship Id="rId166" Type="http://schemas.openxmlformats.org/officeDocument/2006/relationships/customXml" Target="../ink/ink83.xml"/><Relationship Id="rId187" Type="http://schemas.openxmlformats.org/officeDocument/2006/relationships/image" Target="../media/image93.png"/><Relationship Id="rId1" Type="http://schemas.openxmlformats.org/officeDocument/2006/relationships/slideLayout" Target="../slideLayouts/slideLayout1.xml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60" Type="http://schemas.openxmlformats.org/officeDocument/2006/relationships/customXml" Target="../ink/ink30.xml"/><Relationship Id="rId81" Type="http://schemas.openxmlformats.org/officeDocument/2006/relationships/image" Target="../media/image40.png"/><Relationship Id="rId135" Type="http://schemas.openxmlformats.org/officeDocument/2006/relationships/image" Target="../media/image67.png"/><Relationship Id="rId156" Type="http://schemas.openxmlformats.org/officeDocument/2006/relationships/customXml" Target="../ink/ink78.xml"/><Relationship Id="rId177" Type="http://schemas.openxmlformats.org/officeDocument/2006/relationships/image" Target="../media/image88.png"/><Relationship Id="rId198" Type="http://schemas.openxmlformats.org/officeDocument/2006/relationships/customXml" Target="../ink/ink99.xml"/><Relationship Id="rId202" Type="http://schemas.openxmlformats.org/officeDocument/2006/relationships/customXml" Target="../ink/ink101.xml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50" Type="http://schemas.openxmlformats.org/officeDocument/2006/relationships/customXml" Target="../ink/ink25.xml"/><Relationship Id="rId104" Type="http://schemas.openxmlformats.org/officeDocument/2006/relationships/customXml" Target="../ink/ink52.xml"/><Relationship Id="rId125" Type="http://schemas.openxmlformats.org/officeDocument/2006/relationships/image" Target="../media/image62.png"/><Relationship Id="rId146" Type="http://schemas.openxmlformats.org/officeDocument/2006/relationships/customXml" Target="../ink/ink73.xml"/><Relationship Id="rId167" Type="http://schemas.openxmlformats.org/officeDocument/2006/relationships/image" Target="../media/image83.png"/><Relationship Id="rId188" Type="http://schemas.openxmlformats.org/officeDocument/2006/relationships/customXml" Target="../ink/ink94.xml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40" Type="http://schemas.openxmlformats.org/officeDocument/2006/relationships/customXml" Target="../ink/ink20.xml"/><Relationship Id="rId115" Type="http://schemas.openxmlformats.org/officeDocument/2006/relationships/image" Target="../media/image57.png"/><Relationship Id="rId136" Type="http://schemas.openxmlformats.org/officeDocument/2006/relationships/customXml" Target="../ink/ink68.xml"/><Relationship Id="rId157" Type="http://schemas.openxmlformats.org/officeDocument/2006/relationships/image" Target="../media/image78.png"/><Relationship Id="rId178" Type="http://schemas.openxmlformats.org/officeDocument/2006/relationships/customXml" Target="../ink/ink8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8.xml"/><Relationship Id="rId13" Type="http://schemas.openxmlformats.org/officeDocument/2006/relationships/image" Target="../media/image7100.png"/><Relationship Id="rId3" Type="http://schemas.openxmlformats.org/officeDocument/2006/relationships/image" Target="../media/image2100.png"/><Relationship Id="rId7" Type="http://schemas.openxmlformats.org/officeDocument/2006/relationships/image" Target="../media/image4100.png"/><Relationship Id="rId12" Type="http://schemas.openxmlformats.org/officeDocument/2006/relationships/customXml" Target="../ink/ink110.xml"/><Relationship Id="rId17" Type="http://schemas.openxmlformats.org/officeDocument/2006/relationships/image" Target="../media/image9100.png"/><Relationship Id="rId2" Type="http://schemas.openxmlformats.org/officeDocument/2006/relationships/customXml" Target="../ink/ink105.xml"/><Relationship Id="rId16" Type="http://schemas.openxmlformats.org/officeDocument/2006/relationships/customXml" Target="../ink/ink112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07.xml"/><Relationship Id="rId11" Type="http://schemas.openxmlformats.org/officeDocument/2006/relationships/image" Target="../media/image6100.png"/><Relationship Id="rId5" Type="http://schemas.openxmlformats.org/officeDocument/2006/relationships/image" Target="../media/image3100.png"/><Relationship Id="rId15" Type="http://schemas.openxmlformats.org/officeDocument/2006/relationships/image" Target="../media/image8100.png"/><Relationship Id="rId10" Type="http://schemas.openxmlformats.org/officeDocument/2006/relationships/customXml" Target="../ink/ink109.xml"/><Relationship Id="rId4" Type="http://schemas.openxmlformats.org/officeDocument/2006/relationships/customXml" Target="../ink/ink106.xml"/><Relationship Id="rId9" Type="http://schemas.openxmlformats.org/officeDocument/2006/relationships/image" Target="../media/image5100.png"/><Relationship Id="rId14" Type="http://schemas.openxmlformats.org/officeDocument/2006/relationships/customXml" Target="../ink/ink1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210.png"/><Relationship Id="rId21" Type="http://schemas.openxmlformats.org/officeDocument/2006/relationships/customXml" Target="../ink/ink122.xml"/><Relationship Id="rId42" Type="http://schemas.openxmlformats.org/officeDocument/2006/relationships/image" Target="../media/image3010.png"/><Relationship Id="rId47" Type="http://schemas.openxmlformats.org/officeDocument/2006/relationships/customXml" Target="../ink/ink135.xml"/><Relationship Id="rId63" Type="http://schemas.openxmlformats.org/officeDocument/2006/relationships/customXml" Target="../ink/ink143.xml"/><Relationship Id="rId68" Type="http://schemas.openxmlformats.org/officeDocument/2006/relationships/image" Target="../media/image4310.png"/><Relationship Id="rId16" Type="http://schemas.openxmlformats.org/officeDocument/2006/relationships/image" Target="../media/image1710.png"/><Relationship Id="rId11" Type="http://schemas.openxmlformats.org/officeDocument/2006/relationships/customXml" Target="../ink/ink117.xml"/><Relationship Id="rId24" Type="http://schemas.openxmlformats.org/officeDocument/2006/relationships/image" Target="../media/image2110.png"/><Relationship Id="rId32" Type="http://schemas.openxmlformats.org/officeDocument/2006/relationships/image" Target="../media/image2510.png"/><Relationship Id="rId37" Type="http://schemas.openxmlformats.org/officeDocument/2006/relationships/customXml" Target="../ink/ink130.xml"/><Relationship Id="rId40" Type="http://schemas.openxmlformats.org/officeDocument/2006/relationships/image" Target="../media/image2910.png"/><Relationship Id="rId45" Type="http://schemas.openxmlformats.org/officeDocument/2006/relationships/customXml" Target="../ink/ink134.xml"/><Relationship Id="rId53" Type="http://schemas.openxmlformats.org/officeDocument/2006/relationships/customXml" Target="../ink/ink138.xml"/><Relationship Id="rId58" Type="http://schemas.openxmlformats.org/officeDocument/2006/relationships/image" Target="../media/image3810.png"/><Relationship Id="rId66" Type="http://schemas.openxmlformats.org/officeDocument/2006/relationships/image" Target="../media/image4210.png"/><Relationship Id="rId74" Type="http://schemas.openxmlformats.org/officeDocument/2006/relationships/image" Target="../media/image4610.png"/><Relationship Id="rId5" Type="http://schemas.openxmlformats.org/officeDocument/2006/relationships/customXml" Target="../ink/ink114.xml"/><Relationship Id="rId61" Type="http://schemas.openxmlformats.org/officeDocument/2006/relationships/customXml" Target="../ink/ink142.xml"/><Relationship Id="rId19" Type="http://schemas.openxmlformats.org/officeDocument/2006/relationships/customXml" Target="../ink/ink121.xml"/><Relationship Id="rId14" Type="http://schemas.openxmlformats.org/officeDocument/2006/relationships/image" Target="../media/image1610.png"/><Relationship Id="rId22" Type="http://schemas.openxmlformats.org/officeDocument/2006/relationships/image" Target="../media/image2010.png"/><Relationship Id="rId27" Type="http://schemas.openxmlformats.org/officeDocument/2006/relationships/customXml" Target="../ink/ink125.xml"/><Relationship Id="rId30" Type="http://schemas.openxmlformats.org/officeDocument/2006/relationships/image" Target="../media/image2410.png"/><Relationship Id="rId35" Type="http://schemas.openxmlformats.org/officeDocument/2006/relationships/customXml" Target="../ink/ink129.xml"/><Relationship Id="rId43" Type="http://schemas.openxmlformats.org/officeDocument/2006/relationships/customXml" Target="../ink/ink133.xml"/><Relationship Id="rId48" Type="http://schemas.openxmlformats.org/officeDocument/2006/relationships/image" Target="../media/image3310.png"/><Relationship Id="rId56" Type="http://schemas.openxmlformats.org/officeDocument/2006/relationships/image" Target="../media/image3710.png"/><Relationship Id="rId64" Type="http://schemas.openxmlformats.org/officeDocument/2006/relationships/image" Target="../media/image4110.png"/><Relationship Id="rId69" Type="http://schemas.openxmlformats.org/officeDocument/2006/relationships/customXml" Target="../ink/ink146.xml"/><Relationship Id="rId77" Type="http://schemas.openxmlformats.org/officeDocument/2006/relationships/customXml" Target="../ink/ink150.xml"/><Relationship Id="rId8" Type="http://schemas.openxmlformats.org/officeDocument/2006/relationships/image" Target="../media/image13100.png"/><Relationship Id="rId51" Type="http://schemas.openxmlformats.org/officeDocument/2006/relationships/customXml" Target="../ink/ink137.xml"/><Relationship Id="rId72" Type="http://schemas.openxmlformats.org/officeDocument/2006/relationships/image" Target="../media/image4510.png"/><Relationship Id="rId3" Type="http://schemas.openxmlformats.org/officeDocument/2006/relationships/customXml" Target="../ink/ink113.xml"/><Relationship Id="rId12" Type="http://schemas.openxmlformats.org/officeDocument/2006/relationships/image" Target="../media/image1512.png"/><Relationship Id="rId17" Type="http://schemas.openxmlformats.org/officeDocument/2006/relationships/customXml" Target="../ink/ink120.xml"/><Relationship Id="rId25" Type="http://schemas.openxmlformats.org/officeDocument/2006/relationships/customXml" Target="../ink/ink124.xml"/><Relationship Id="rId33" Type="http://schemas.openxmlformats.org/officeDocument/2006/relationships/customXml" Target="../ink/ink128.xml"/><Relationship Id="rId38" Type="http://schemas.openxmlformats.org/officeDocument/2006/relationships/image" Target="../media/image2810.png"/><Relationship Id="rId46" Type="http://schemas.openxmlformats.org/officeDocument/2006/relationships/image" Target="../media/image3210.png"/><Relationship Id="rId59" Type="http://schemas.openxmlformats.org/officeDocument/2006/relationships/customXml" Target="../ink/ink141.xml"/><Relationship Id="rId67" Type="http://schemas.openxmlformats.org/officeDocument/2006/relationships/customXml" Target="../ink/ink145.xml"/><Relationship Id="rId20" Type="http://schemas.openxmlformats.org/officeDocument/2006/relationships/image" Target="../media/image1910.png"/><Relationship Id="rId41" Type="http://schemas.openxmlformats.org/officeDocument/2006/relationships/customXml" Target="../ink/ink132.xml"/><Relationship Id="rId54" Type="http://schemas.openxmlformats.org/officeDocument/2006/relationships/image" Target="../media/image3610.png"/><Relationship Id="rId62" Type="http://schemas.openxmlformats.org/officeDocument/2006/relationships/image" Target="../media/image4010.png"/><Relationship Id="rId70" Type="http://schemas.openxmlformats.org/officeDocument/2006/relationships/image" Target="../media/image4410.png"/><Relationship Id="rId75" Type="http://schemas.openxmlformats.org/officeDocument/2006/relationships/customXml" Target="../ink/ink1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00.png"/><Relationship Id="rId15" Type="http://schemas.openxmlformats.org/officeDocument/2006/relationships/customXml" Target="../ink/ink119.xml"/><Relationship Id="rId23" Type="http://schemas.openxmlformats.org/officeDocument/2006/relationships/customXml" Target="../ink/ink123.xml"/><Relationship Id="rId28" Type="http://schemas.openxmlformats.org/officeDocument/2006/relationships/image" Target="../media/image2310.png"/><Relationship Id="rId36" Type="http://schemas.openxmlformats.org/officeDocument/2006/relationships/image" Target="../media/image2710.png"/><Relationship Id="rId49" Type="http://schemas.openxmlformats.org/officeDocument/2006/relationships/customXml" Target="../ink/ink136.xml"/><Relationship Id="rId57" Type="http://schemas.openxmlformats.org/officeDocument/2006/relationships/customXml" Target="../ink/ink140.xml"/><Relationship Id="rId10" Type="http://schemas.openxmlformats.org/officeDocument/2006/relationships/image" Target="../media/image14100.png"/><Relationship Id="rId31" Type="http://schemas.openxmlformats.org/officeDocument/2006/relationships/customXml" Target="../ink/ink127.xml"/><Relationship Id="rId44" Type="http://schemas.openxmlformats.org/officeDocument/2006/relationships/image" Target="../media/image3110.png"/><Relationship Id="rId52" Type="http://schemas.openxmlformats.org/officeDocument/2006/relationships/image" Target="../media/image3510.png"/><Relationship Id="rId60" Type="http://schemas.openxmlformats.org/officeDocument/2006/relationships/image" Target="../media/image3910.png"/><Relationship Id="rId65" Type="http://schemas.openxmlformats.org/officeDocument/2006/relationships/customXml" Target="../ink/ink144.xml"/><Relationship Id="rId73" Type="http://schemas.openxmlformats.org/officeDocument/2006/relationships/customXml" Target="../ink/ink148.xml"/><Relationship Id="rId78" Type="http://schemas.openxmlformats.org/officeDocument/2006/relationships/image" Target="../media/image4810.png"/><Relationship Id="rId4" Type="http://schemas.openxmlformats.org/officeDocument/2006/relationships/image" Target="../media/image11100.png"/><Relationship Id="rId9" Type="http://schemas.openxmlformats.org/officeDocument/2006/relationships/customXml" Target="../ink/ink116.xml"/><Relationship Id="rId13" Type="http://schemas.openxmlformats.org/officeDocument/2006/relationships/customXml" Target="../ink/ink118.xml"/><Relationship Id="rId18" Type="http://schemas.openxmlformats.org/officeDocument/2006/relationships/image" Target="../media/image1810.png"/><Relationship Id="rId39" Type="http://schemas.openxmlformats.org/officeDocument/2006/relationships/customXml" Target="../ink/ink131.xml"/><Relationship Id="rId34" Type="http://schemas.openxmlformats.org/officeDocument/2006/relationships/image" Target="../media/image2610.png"/><Relationship Id="rId50" Type="http://schemas.openxmlformats.org/officeDocument/2006/relationships/image" Target="../media/image3410.png"/><Relationship Id="rId55" Type="http://schemas.openxmlformats.org/officeDocument/2006/relationships/customXml" Target="../ink/ink139.xml"/><Relationship Id="rId76" Type="http://schemas.openxmlformats.org/officeDocument/2006/relationships/image" Target="../media/image4710.png"/><Relationship Id="rId7" Type="http://schemas.openxmlformats.org/officeDocument/2006/relationships/customXml" Target="../ink/ink115.xml"/><Relationship Id="rId71" Type="http://schemas.openxmlformats.org/officeDocument/2006/relationships/customXml" Target="../ink/ink147.xml"/><Relationship Id="rId2" Type="http://schemas.openxmlformats.org/officeDocument/2006/relationships/image" Target="../media/image105.png"/><Relationship Id="rId29" Type="http://schemas.openxmlformats.org/officeDocument/2006/relationships/customXml" Target="../ink/ink126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63.xml"/><Relationship Id="rId21" Type="http://schemas.openxmlformats.org/officeDocument/2006/relationships/image" Target="../media/image5810.png"/><Relationship Id="rId42" Type="http://schemas.openxmlformats.org/officeDocument/2006/relationships/customXml" Target="../ink/ink171.xml"/><Relationship Id="rId47" Type="http://schemas.openxmlformats.org/officeDocument/2006/relationships/image" Target="../media/image7110.png"/><Relationship Id="rId63" Type="http://schemas.openxmlformats.org/officeDocument/2006/relationships/image" Target="../media/image7910.png"/><Relationship Id="rId68" Type="http://schemas.openxmlformats.org/officeDocument/2006/relationships/customXml" Target="../ink/ink184.xml"/><Relationship Id="rId16" Type="http://schemas.openxmlformats.org/officeDocument/2006/relationships/customXml" Target="../ink/ink158.xml"/><Relationship Id="rId11" Type="http://schemas.openxmlformats.org/officeDocument/2006/relationships/image" Target="../media/image5310.png"/><Relationship Id="rId24" Type="http://schemas.openxmlformats.org/officeDocument/2006/relationships/customXml" Target="../ink/ink162.xml"/><Relationship Id="rId32" Type="http://schemas.openxmlformats.org/officeDocument/2006/relationships/customXml" Target="../ink/ink166.xml"/><Relationship Id="rId37" Type="http://schemas.openxmlformats.org/officeDocument/2006/relationships/image" Target="../media/image6610.png"/><Relationship Id="rId40" Type="http://schemas.openxmlformats.org/officeDocument/2006/relationships/customXml" Target="../ink/ink170.xml"/><Relationship Id="rId45" Type="http://schemas.openxmlformats.org/officeDocument/2006/relationships/image" Target="../media/image7010.png"/><Relationship Id="rId53" Type="http://schemas.openxmlformats.org/officeDocument/2006/relationships/image" Target="../media/image7410.png"/><Relationship Id="rId58" Type="http://schemas.openxmlformats.org/officeDocument/2006/relationships/customXml" Target="../ink/ink179.xml"/><Relationship Id="rId66" Type="http://schemas.openxmlformats.org/officeDocument/2006/relationships/customXml" Target="../ink/ink183.xml"/><Relationship Id="rId74" Type="http://schemas.openxmlformats.org/officeDocument/2006/relationships/customXml" Target="../ink/ink187.xml"/><Relationship Id="rId79" Type="http://schemas.openxmlformats.org/officeDocument/2006/relationships/image" Target="../media/image8710.png"/><Relationship Id="rId5" Type="http://schemas.openxmlformats.org/officeDocument/2006/relationships/image" Target="../media/image5010.png"/><Relationship Id="rId61" Type="http://schemas.openxmlformats.org/officeDocument/2006/relationships/image" Target="../media/image7810.png"/><Relationship Id="rId19" Type="http://schemas.openxmlformats.org/officeDocument/2006/relationships/image" Target="../media/image5710.png"/><Relationship Id="rId14" Type="http://schemas.openxmlformats.org/officeDocument/2006/relationships/customXml" Target="../ink/ink157.xml"/><Relationship Id="rId22" Type="http://schemas.openxmlformats.org/officeDocument/2006/relationships/customXml" Target="../ink/ink161.xml"/><Relationship Id="rId27" Type="http://schemas.openxmlformats.org/officeDocument/2006/relationships/image" Target="../media/image6110.png"/><Relationship Id="rId30" Type="http://schemas.openxmlformats.org/officeDocument/2006/relationships/customXml" Target="../ink/ink165.xml"/><Relationship Id="rId35" Type="http://schemas.openxmlformats.org/officeDocument/2006/relationships/image" Target="../media/image6510.png"/><Relationship Id="rId43" Type="http://schemas.openxmlformats.org/officeDocument/2006/relationships/image" Target="../media/image6910.png"/><Relationship Id="rId48" Type="http://schemas.openxmlformats.org/officeDocument/2006/relationships/customXml" Target="../ink/ink174.xml"/><Relationship Id="rId56" Type="http://schemas.openxmlformats.org/officeDocument/2006/relationships/customXml" Target="../ink/ink178.xml"/><Relationship Id="rId64" Type="http://schemas.openxmlformats.org/officeDocument/2006/relationships/customXml" Target="../ink/ink182.xml"/><Relationship Id="rId69" Type="http://schemas.openxmlformats.org/officeDocument/2006/relationships/image" Target="../media/image8210.png"/><Relationship Id="rId77" Type="http://schemas.openxmlformats.org/officeDocument/2006/relationships/image" Target="../media/image8610.png"/><Relationship Id="rId8" Type="http://schemas.openxmlformats.org/officeDocument/2006/relationships/customXml" Target="../ink/ink154.xml"/><Relationship Id="rId51" Type="http://schemas.openxmlformats.org/officeDocument/2006/relationships/image" Target="../media/image7310.png"/><Relationship Id="rId72" Type="http://schemas.openxmlformats.org/officeDocument/2006/relationships/customXml" Target="../ink/ink186.xml"/><Relationship Id="rId3" Type="http://schemas.openxmlformats.org/officeDocument/2006/relationships/image" Target="../media/image4910.png"/><Relationship Id="rId12" Type="http://schemas.openxmlformats.org/officeDocument/2006/relationships/customXml" Target="../ink/ink156.xml"/><Relationship Id="rId17" Type="http://schemas.openxmlformats.org/officeDocument/2006/relationships/image" Target="../media/image5610.png"/><Relationship Id="rId25" Type="http://schemas.openxmlformats.org/officeDocument/2006/relationships/image" Target="../media/image6010.png"/><Relationship Id="rId33" Type="http://schemas.openxmlformats.org/officeDocument/2006/relationships/image" Target="../media/image6410.png"/><Relationship Id="rId38" Type="http://schemas.openxmlformats.org/officeDocument/2006/relationships/customXml" Target="../ink/ink169.xml"/><Relationship Id="rId46" Type="http://schemas.openxmlformats.org/officeDocument/2006/relationships/customXml" Target="../ink/ink173.xml"/><Relationship Id="rId59" Type="http://schemas.openxmlformats.org/officeDocument/2006/relationships/image" Target="../media/image7710.png"/><Relationship Id="rId67" Type="http://schemas.openxmlformats.org/officeDocument/2006/relationships/image" Target="../media/image8110.png"/><Relationship Id="rId20" Type="http://schemas.openxmlformats.org/officeDocument/2006/relationships/customXml" Target="../ink/ink160.xml"/><Relationship Id="rId41" Type="http://schemas.openxmlformats.org/officeDocument/2006/relationships/image" Target="../media/image6810.png"/><Relationship Id="rId54" Type="http://schemas.openxmlformats.org/officeDocument/2006/relationships/customXml" Target="../ink/ink177.xml"/><Relationship Id="rId62" Type="http://schemas.openxmlformats.org/officeDocument/2006/relationships/customXml" Target="../ink/ink181.xml"/><Relationship Id="rId70" Type="http://schemas.openxmlformats.org/officeDocument/2006/relationships/customXml" Target="../ink/ink185.xml"/><Relationship Id="rId75" Type="http://schemas.openxmlformats.org/officeDocument/2006/relationships/image" Target="../media/image851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3.xml"/><Relationship Id="rId15" Type="http://schemas.openxmlformats.org/officeDocument/2006/relationships/image" Target="../media/image5510.png"/><Relationship Id="rId23" Type="http://schemas.openxmlformats.org/officeDocument/2006/relationships/image" Target="../media/image5910.png"/><Relationship Id="rId28" Type="http://schemas.openxmlformats.org/officeDocument/2006/relationships/customXml" Target="../ink/ink164.xml"/><Relationship Id="rId36" Type="http://schemas.openxmlformats.org/officeDocument/2006/relationships/customXml" Target="../ink/ink168.xml"/><Relationship Id="rId49" Type="http://schemas.openxmlformats.org/officeDocument/2006/relationships/image" Target="../media/image7210.png"/><Relationship Id="rId57" Type="http://schemas.openxmlformats.org/officeDocument/2006/relationships/image" Target="../media/image7610.png"/><Relationship Id="rId10" Type="http://schemas.openxmlformats.org/officeDocument/2006/relationships/customXml" Target="../ink/ink155.xml"/><Relationship Id="rId31" Type="http://schemas.openxmlformats.org/officeDocument/2006/relationships/image" Target="../media/image6310.png"/><Relationship Id="rId44" Type="http://schemas.openxmlformats.org/officeDocument/2006/relationships/customXml" Target="../ink/ink172.xml"/><Relationship Id="rId52" Type="http://schemas.openxmlformats.org/officeDocument/2006/relationships/customXml" Target="../ink/ink176.xml"/><Relationship Id="rId60" Type="http://schemas.openxmlformats.org/officeDocument/2006/relationships/customXml" Target="../ink/ink180.xml"/><Relationship Id="rId65" Type="http://schemas.openxmlformats.org/officeDocument/2006/relationships/image" Target="../media/image8010.png"/><Relationship Id="rId73" Type="http://schemas.openxmlformats.org/officeDocument/2006/relationships/image" Target="../media/image8410.png"/><Relationship Id="rId78" Type="http://schemas.openxmlformats.org/officeDocument/2006/relationships/customXml" Target="../ink/ink189.xml"/><Relationship Id="rId4" Type="http://schemas.openxmlformats.org/officeDocument/2006/relationships/customXml" Target="../ink/ink152.xml"/><Relationship Id="rId9" Type="http://schemas.openxmlformats.org/officeDocument/2006/relationships/image" Target="../media/image5210.png"/><Relationship Id="rId13" Type="http://schemas.openxmlformats.org/officeDocument/2006/relationships/image" Target="../media/image5410.png"/><Relationship Id="rId18" Type="http://schemas.openxmlformats.org/officeDocument/2006/relationships/customXml" Target="../ink/ink159.xml"/><Relationship Id="rId39" Type="http://schemas.openxmlformats.org/officeDocument/2006/relationships/image" Target="../media/image6710.png"/><Relationship Id="rId34" Type="http://schemas.openxmlformats.org/officeDocument/2006/relationships/customXml" Target="../ink/ink167.xml"/><Relationship Id="rId50" Type="http://schemas.openxmlformats.org/officeDocument/2006/relationships/customXml" Target="../ink/ink175.xml"/><Relationship Id="rId55" Type="http://schemas.openxmlformats.org/officeDocument/2006/relationships/image" Target="../media/image7510.png"/><Relationship Id="rId76" Type="http://schemas.openxmlformats.org/officeDocument/2006/relationships/customXml" Target="../ink/ink188.xml"/><Relationship Id="rId7" Type="http://schemas.openxmlformats.org/officeDocument/2006/relationships/image" Target="../media/image5110.png"/><Relationship Id="rId71" Type="http://schemas.openxmlformats.org/officeDocument/2006/relationships/image" Target="../media/image8310.png"/><Relationship Id="rId2" Type="http://schemas.openxmlformats.org/officeDocument/2006/relationships/customXml" Target="../ink/ink151.xml"/><Relationship Id="rId29" Type="http://schemas.openxmlformats.org/officeDocument/2006/relationships/image" Target="../media/image62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02.xml"/><Relationship Id="rId21" Type="http://schemas.openxmlformats.org/officeDocument/2006/relationships/image" Target="../media/image9910.png"/><Relationship Id="rId42" Type="http://schemas.openxmlformats.org/officeDocument/2006/relationships/customXml" Target="../ink/ink210.xml"/><Relationship Id="rId47" Type="http://schemas.openxmlformats.org/officeDocument/2006/relationships/image" Target="../media/image112.png"/><Relationship Id="rId63" Type="http://schemas.openxmlformats.org/officeDocument/2006/relationships/image" Target="../media/image120.png"/><Relationship Id="rId68" Type="http://schemas.openxmlformats.org/officeDocument/2006/relationships/customXml" Target="../ink/ink223.xml"/><Relationship Id="rId84" Type="http://schemas.openxmlformats.org/officeDocument/2006/relationships/customXml" Target="../ink/ink231.xml"/><Relationship Id="rId89" Type="http://schemas.openxmlformats.org/officeDocument/2006/relationships/image" Target="../media/image133.png"/><Relationship Id="rId16" Type="http://schemas.openxmlformats.org/officeDocument/2006/relationships/customXml" Target="../ink/ink197.xml"/><Relationship Id="rId11" Type="http://schemas.openxmlformats.org/officeDocument/2006/relationships/image" Target="../media/image9410.png"/><Relationship Id="rId32" Type="http://schemas.openxmlformats.org/officeDocument/2006/relationships/customXml" Target="../ink/ink205.xml"/><Relationship Id="rId37" Type="http://schemas.openxmlformats.org/officeDocument/2006/relationships/image" Target="../media/image10710.png"/><Relationship Id="rId53" Type="http://schemas.openxmlformats.org/officeDocument/2006/relationships/image" Target="../media/image115.png"/><Relationship Id="rId58" Type="http://schemas.openxmlformats.org/officeDocument/2006/relationships/customXml" Target="../ink/ink218.xml"/><Relationship Id="rId74" Type="http://schemas.openxmlformats.org/officeDocument/2006/relationships/customXml" Target="../ink/ink226.xml"/><Relationship Id="rId79" Type="http://schemas.openxmlformats.org/officeDocument/2006/relationships/image" Target="../media/image128.png"/><Relationship Id="rId5" Type="http://schemas.openxmlformats.org/officeDocument/2006/relationships/image" Target="../media/image9110.png"/><Relationship Id="rId90" Type="http://schemas.openxmlformats.org/officeDocument/2006/relationships/customXml" Target="../ink/ink234.xml"/><Relationship Id="rId95" Type="http://schemas.openxmlformats.org/officeDocument/2006/relationships/image" Target="../media/image136.png"/><Relationship Id="rId22" Type="http://schemas.openxmlformats.org/officeDocument/2006/relationships/customXml" Target="../ink/ink200.xml"/><Relationship Id="rId27" Type="http://schemas.openxmlformats.org/officeDocument/2006/relationships/image" Target="../media/image10210.png"/><Relationship Id="rId43" Type="http://schemas.openxmlformats.org/officeDocument/2006/relationships/image" Target="../media/image110.png"/><Relationship Id="rId48" Type="http://schemas.openxmlformats.org/officeDocument/2006/relationships/customXml" Target="../ink/ink213.xml"/><Relationship Id="rId64" Type="http://schemas.openxmlformats.org/officeDocument/2006/relationships/customXml" Target="../ink/ink221.xml"/><Relationship Id="rId69" Type="http://schemas.openxmlformats.org/officeDocument/2006/relationships/image" Target="../media/image123.png"/><Relationship Id="rId80" Type="http://schemas.openxmlformats.org/officeDocument/2006/relationships/customXml" Target="../ink/ink229.xml"/><Relationship Id="rId85" Type="http://schemas.openxmlformats.org/officeDocument/2006/relationships/image" Target="../media/image131.png"/><Relationship Id="rId3" Type="http://schemas.openxmlformats.org/officeDocument/2006/relationships/image" Target="../media/image9010.png"/><Relationship Id="rId12" Type="http://schemas.openxmlformats.org/officeDocument/2006/relationships/customXml" Target="../ink/ink195.xml"/><Relationship Id="rId17" Type="http://schemas.openxmlformats.org/officeDocument/2006/relationships/image" Target="../media/image9710.png"/><Relationship Id="rId25" Type="http://schemas.openxmlformats.org/officeDocument/2006/relationships/image" Target="../media/image10110.png"/><Relationship Id="rId33" Type="http://schemas.openxmlformats.org/officeDocument/2006/relationships/image" Target="../media/image10510.png"/><Relationship Id="rId38" Type="http://schemas.openxmlformats.org/officeDocument/2006/relationships/customXml" Target="../ink/ink208.xml"/><Relationship Id="rId46" Type="http://schemas.openxmlformats.org/officeDocument/2006/relationships/customXml" Target="../ink/ink212.xml"/><Relationship Id="rId59" Type="http://schemas.openxmlformats.org/officeDocument/2006/relationships/image" Target="../media/image118.png"/><Relationship Id="rId67" Type="http://schemas.openxmlformats.org/officeDocument/2006/relationships/image" Target="../media/image122.png"/><Relationship Id="rId20" Type="http://schemas.openxmlformats.org/officeDocument/2006/relationships/customXml" Target="../ink/ink199.xml"/><Relationship Id="rId41" Type="http://schemas.openxmlformats.org/officeDocument/2006/relationships/image" Target="../media/image109.png"/><Relationship Id="rId54" Type="http://schemas.openxmlformats.org/officeDocument/2006/relationships/customXml" Target="../ink/ink216.xml"/><Relationship Id="rId62" Type="http://schemas.openxmlformats.org/officeDocument/2006/relationships/customXml" Target="../ink/ink220.xml"/><Relationship Id="rId70" Type="http://schemas.openxmlformats.org/officeDocument/2006/relationships/customXml" Target="../ink/ink224.xml"/><Relationship Id="rId75" Type="http://schemas.openxmlformats.org/officeDocument/2006/relationships/image" Target="../media/image126.png"/><Relationship Id="rId83" Type="http://schemas.openxmlformats.org/officeDocument/2006/relationships/image" Target="../media/image130.png"/><Relationship Id="rId88" Type="http://schemas.openxmlformats.org/officeDocument/2006/relationships/customXml" Target="../ink/ink233.xml"/><Relationship Id="rId91" Type="http://schemas.openxmlformats.org/officeDocument/2006/relationships/image" Target="../media/image134.png"/><Relationship Id="rId96" Type="http://schemas.openxmlformats.org/officeDocument/2006/relationships/customXml" Target="../ink/ink23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2.xml"/><Relationship Id="rId15" Type="http://schemas.openxmlformats.org/officeDocument/2006/relationships/image" Target="../media/image9610.png"/><Relationship Id="rId23" Type="http://schemas.openxmlformats.org/officeDocument/2006/relationships/image" Target="../media/image10010.png"/><Relationship Id="rId28" Type="http://schemas.openxmlformats.org/officeDocument/2006/relationships/customXml" Target="../ink/ink203.xml"/><Relationship Id="rId36" Type="http://schemas.openxmlformats.org/officeDocument/2006/relationships/customXml" Target="../ink/ink207.xml"/><Relationship Id="rId49" Type="http://schemas.openxmlformats.org/officeDocument/2006/relationships/image" Target="../media/image113.png"/><Relationship Id="rId57" Type="http://schemas.openxmlformats.org/officeDocument/2006/relationships/image" Target="../media/image117.png"/><Relationship Id="rId10" Type="http://schemas.openxmlformats.org/officeDocument/2006/relationships/customXml" Target="../ink/ink194.xml"/><Relationship Id="rId31" Type="http://schemas.openxmlformats.org/officeDocument/2006/relationships/image" Target="../media/image10410.png"/><Relationship Id="rId44" Type="http://schemas.openxmlformats.org/officeDocument/2006/relationships/customXml" Target="../ink/ink211.xml"/><Relationship Id="rId52" Type="http://schemas.openxmlformats.org/officeDocument/2006/relationships/customXml" Target="../ink/ink215.xml"/><Relationship Id="rId60" Type="http://schemas.openxmlformats.org/officeDocument/2006/relationships/customXml" Target="../ink/ink219.xml"/><Relationship Id="rId65" Type="http://schemas.openxmlformats.org/officeDocument/2006/relationships/image" Target="../media/image121.png"/><Relationship Id="rId73" Type="http://schemas.openxmlformats.org/officeDocument/2006/relationships/image" Target="../media/image125.png"/><Relationship Id="rId78" Type="http://schemas.openxmlformats.org/officeDocument/2006/relationships/customXml" Target="../ink/ink228.xml"/><Relationship Id="rId81" Type="http://schemas.openxmlformats.org/officeDocument/2006/relationships/image" Target="../media/image129.png"/><Relationship Id="rId86" Type="http://schemas.openxmlformats.org/officeDocument/2006/relationships/customXml" Target="../ink/ink232.xml"/><Relationship Id="rId94" Type="http://schemas.openxmlformats.org/officeDocument/2006/relationships/customXml" Target="../ink/ink236.xml"/><Relationship Id="rId99" Type="http://schemas.openxmlformats.org/officeDocument/2006/relationships/image" Target="../media/image138.png"/><Relationship Id="rId4" Type="http://schemas.openxmlformats.org/officeDocument/2006/relationships/customXml" Target="../ink/ink191.xml"/><Relationship Id="rId9" Type="http://schemas.openxmlformats.org/officeDocument/2006/relationships/image" Target="../media/image9310.png"/><Relationship Id="rId13" Type="http://schemas.openxmlformats.org/officeDocument/2006/relationships/image" Target="../media/image9510.png"/><Relationship Id="rId18" Type="http://schemas.openxmlformats.org/officeDocument/2006/relationships/customXml" Target="../ink/ink198.xml"/><Relationship Id="rId39" Type="http://schemas.openxmlformats.org/officeDocument/2006/relationships/image" Target="../media/image108.png"/><Relationship Id="rId34" Type="http://schemas.openxmlformats.org/officeDocument/2006/relationships/customXml" Target="../ink/ink206.xml"/><Relationship Id="rId50" Type="http://schemas.openxmlformats.org/officeDocument/2006/relationships/customXml" Target="../ink/ink214.xml"/><Relationship Id="rId55" Type="http://schemas.openxmlformats.org/officeDocument/2006/relationships/image" Target="../media/image116.png"/><Relationship Id="rId76" Type="http://schemas.openxmlformats.org/officeDocument/2006/relationships/customXml" Target="../ink/ink227.xml"/><Relationship Id="rId97" Type="http://schemas.openxmlformats.org/officeDocument/2006/relationships/image" Target="../media/image137.png"/><Relationship Id="rId7" Type="http://schemas.openxmlformats.org/officeDocument/2006/relationships/image" Target="../media/image9210.png"/><Relationship Id="rId71" Type="http://schemas.openxmlformats.org/officeDocument/2006/relationships/image" Target="../media/image124.png"/><Relationship Id="rId92" Type="http://schemas.openxmlformats.org/officeDocument/2006/relationships/customXml" Target="../ink/ink235.xml"/><Relationship Id="rId2" Type="http://schemas.openxmlformats.org/officeDocument/2006/relationships/customXml" Target="../ink/ink190.xml"/><Relationship Id="rId29" Type="http://schemas.openxmlformats.org/officeDocument/2006/relationships/image" Target="../media/image10310.png"/><Relationship Id="rId24" Type="http://schemas.openxmlformats.org/officeDocument/2006/relationships/customXml" Target="../ink/ink201.xml"/><Relationship Id="rId40" Type="http://schemas.openxmlformats.org/officeDocument/2006/relationships/customXml" Target="../ink/ink209.xml"/><Relationship Id="rId45" Type="http://schemas.openxmlformats.org/officeDocument/2006/relationships/image" Target="../media/image111.png"/><Relationship Id="rId66" Type="http://schemas.openxmlformats.org/officeDocument/2006/relationships/customXml" Target="../ink/ink222.xml"/><Relationship Id="rId87" Type="http://schemas.openxmlformats.org/officeDocument/2006/relationships/image" Target="../media/image132.png"/><Relationship Id="rId61" Type="http://schemas.openxmlformats.org/officeDocument/2006/relationships/image" Target="../media/image119.png"/><Relationship Id="rId82" Type="http://schemas.openxmlformats.org/officeDocument/2006/relationships/customXml" Target="../ink/ink230.xml"/><Relationship Id="rId19" Type="http://schemas.openxmlformats.org/officeDocument/2006/relationships/image" Target="../media/image9810.png"/><Relationship Id="rId14" Type="http://schemas.openxmlformats.org/officeDocument/2006/relationships/customXml" Target="../ink/ink196.xml"/><Relationship Id="rId30" Type="http://schemas.openxmlformats.org/officeDocument/2006/relationships/customXml" Target="../ink/ink204.xml"/><Relationship Id="rId35" Type="http://schemas.openxmlformats.org/officeDocument/2006/relationships/image" Target="../media/image10610.png"/><Relationship Id="rId56" Type="http://schemas.openxmlformats.org/officeDocument/2006/relationships/customXml" Target="../ink/ink217.xml"/><Relationship Id="rId77" Type="http://schemas.openxmlformats.org/officeDocument/2006/relationships/image" Target="../media/image127.png"/><Relationship Id="rId8" Type="http://schemas.openxmlformats.org/officeDocument/2006/relationships/customXml" Target="../ink/ink193.xml"/><Relationship Id="rId51" Type="http://schemas.openxmlformats.org/officeDocument/2006/relationships/image" Target="../media/image114.png"/><Relationship Id="rId72" Type="http://schemas.openxmlformats.org/officeDocument/2006/relationships/customXml" Target="../ink/ink225.xml"/><Relationship Id="rId93" Type="http://schemas.openxmlformats.org/officeDocument/2006/relationships/image" Target="../media/image135.png"/><Relationship Id="rId98" Type="http://schemas.openxmlformats.org/officeDocument/2006/relationships/customXml" Target="../ink/ink23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1.png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99.png"/><Relationship Id="rId21" Type="http://schemas.openxmlformats.org/officeDocument/2006/relationships/image" Target="../media/image151.png"/><Relationship Id="rId42" Type="http://schemas.openxmlformats.org/officeDocument/2006/relationships/customXml" Target="../ink/ink259.xml"/><Relationship Id="rId63" Type="http://schemas.openxmlformats.org/officeDocument/2006/relationships/image" Target="../media/image172.png"/><Relationship Id="rId84" Type="http://schemas.openxmlformats.org/officeDocument/2006/relationships/customXml" Target="../ink/ink280.xml"/><Relationship Id="rId138" Type="http://schemas.openxmlformats.org/officeDocument/2006/relationships/customXml" Target="../ink/ink307.xml"/><Relationship Id="rId159" Type="http://schemas.openxmlformats.org/officeDocument/2006/relationships/image" Target="../media/image220.png"/><Relationship Id="rId170" Type="http://schemas.openxmlformats.org/officeDocument/2006/relationships/customXml" Target="../ink/ink323.xml"/><Relationship Id="rId191" Type="http://schemas.openxmlformats.org/officeDocument/2006/relationships/image" Target="../media/image236.png"/><Relationship Id="rId107" Type="http://schemas.openxmlformats.org/officeDocument/2006/relationships/image" Target="../media/image194.png"/><Relationship Id="rId11" Type="http://schemas.openxmlformats.org/officeDocument/2006/relationships/image" Target="../media/image146.png"/><Relationship Id="rId32" Type="http://schemas.openxmlformats.org/officeDocument/2006/relationships/customXml" Target="../ink/ink254.xml"/><Relationship Id="rId53" Type="http://schemas.openxmlformats.org/officeDocument/2006/relationships/image" Target="../media/image167.png"/><Relationship Id="rId74" Type="http://schemas.openxmlformats.org/officeDocument/2006/relationships/customXml" Target="../ink/ink275.xml"/><Relationship Id="rId128" Type="http://schemas.openxmlformats.org/officeDocument/2006/relationships/customXml" Target="../ink/ink302.xml"/><Relationship Id="rId149" Type="http://schemas.openxmlformats.org/officeDocument/2006/relationships/image" Target="../media/image215.png"/><Relationship Id="rId5" Type="http://schemas.openxmlformats.org/officeDocument/2006/relationships/image" Target="../media/image143.png"/><Relationship Id="rId95" Type="http://schemas.openxmlformats.org/officeDocument/2006/relationships/image" Target="../media/image188.png"/><Relationship Id="rId160" Type="http://schemas.openxmlformats.org/officeDocument/2006/relationships/customXml" Target="../ink/ink318.xml"/><Relationship Id="rId181" Type="http://schemas.openxmlformats.org/officeDocument/2006/relationships/image" Target="../media/image231.png"/><Relationship Id="rId22" Type="http://schemas.openxmlformats.org/officeDocument/2006/relationships/customXml" Target="../ink/ink249.xml"/><Relationship Id="rId43" Type="http://schemas.openxmlformats.org/officeDocument/2006/relationships/image" Target="../media/image162.png"/><Relationship Id="rId64" Type="http://schemas.openxmlformats.org/officeDocument/2006/relationships/customXml" Target="../ink/ink270.xml"/><Relationship Id="rId118" Type="http://schemas.openxmlformats.org/officeDocument/2006/relationships/customXml" Target="../ink/ink297.xml"/><Relationship Id="rId139" Type="http://schemas.openxmlformats.org/officeDocument/2006/relationships/image" Target="../media/image210.png"/><Relationship Id="rId85" Type="http://schemas.openxmlformats.org/officeDocument/2006/relationships/image" Target="../media/image183.png"/><Relationship Id="rId150" Type="http://schemas.openxmlformats.org/officeDocument/2006/relationships/customXml" Target="../ink/ink313.xml"/><Relationship Id="rId171" Type="http://schemas.openxmlformats.org/officeDocument/2006/relationships/image" Target="../media/image226.png"/><Relationship Id="rId192" Type="http://schemas.openxmlformats.org/officeDocument/2006/relationships/customXml" Target="../ink/ink334.xml"/><Relationship Id="rId12" Type="http://schemas.openxmlformats.org/officeDocument/2006/relationships/customXml" Target="../ink/ink244.xml"/><Relationship Id="rId33" Type="http://schemas.openxmlformats.org/officeDocument/2006/relationships/image" Target="../media/image157.png"/><Relationship Id="rId108" Type="http://schemas.openxmlformats.org/officeDocument/2006/relationships/customXml" Target="../ink/ink292.xml"/><Relationship Id="rId129" Type="http://schemas.openxmlformats.org/officeDocument/2006/relationships/image" Target="../media/image205.png"/><Relationship Id="rId54" Type="http://schemas.openxmlformats.org/officeDocument/2006/relationships/customXml" Target="../ink/ink265.xml"/><Relationship Id="rId75" Type="http://schemas.openxmlformats.org/officeDocument/2006/relationships/image" Target="../media/image178.png"/><Relationship Id="rId96" Type="http://schemas.openxmlformats.org/officeDocument/2006/relationships/customXml" Target="../ink/ink286.xml"/><Relationship Id="rId140" Type="http://schemas.openxmlformats.org/officeDocument/2006/relationships/customXml" Target="../ink/ink308.xml"/><Relationship Id="rId161" Type="http://schemas.openxmlformats.org/officeDocument/2006/relationships/image" Target="../media/image221.png"/><Relationship Id="rId182" Type="http://schemas.openxmlformats.org/officeDocument/2006/relationships/customXml" Target="../ink/ink329.xml"/><Relationship Id="rId6" Type="http://schemas.openxmlformats.org/officeDocument/2006/relationships/customXml" Target="../ink/ink241.xml"/><Relationship Id="rId23" Type="http://schemas.openxmlformats.org/officeDocument/2006/relationships/image" Target="../media/image152.png"/><Relationship Id="rId119" Type="http://schemas.openxmlformats.org/officeDocument/2006/relationships/image" Target="../media/image200.png"/><Relationship Id="rId44" Type="http://schemas.openxmlformats.org/officeDocument/2006/relationships/customXml" Target="../ink/ink260.xml"/><Relationship Id="rId65" Type="http://schemas.openxmlformats.org/officeDocument/2006/relationships/image" Target="../media/image173.png"/><Relationship Id="rId86" Type="http://schemas.openxmlformats.org/officeDocument/2006/relationships/customXml" Target="../ink/ink281.xml"/><Relationship Id="rId130" Type="http://schemas.openxmlformats.org/officeDocument/2006/relationships/customXml" Target="../ink/ink303.xml"/><Relationship Id="rId151" Type="http://schemas.openxmlformats.org/officeDocument/2006/relationships/image" Target="../media/image216.png"/><Relationship Id="rId172" Type="http://schemas.openxmlformats.org/officeDocument/2006/relationships/customXml" Target="../ink/ink324.xml"/><Relationship Id="rId193" Type="http://schemas.openxmlformats.org/officeDocument/2006/relationships/image" Target="../media/image237.png"/><Relationship Id="rId13" Type="http://schemas.openxmlformats.org/officeDocument/2006/relationships/image" Target="../media/image147.png"/><Relationship Id="rId109" Type="http://schemas.openxmlformats.org/officeDocument/2006/relationships/image" Target="../media/image195.png"/><Relationship Id="rId34" Type="http://schemas.openxmlformats.org/officeDocument/2006/relationships/customXml" Target="../ink/ink255.xml"/><Relationship Id="rId55" Type="http://schemas.openxmlformats.org/officeDocument/2006/relationships/image" Target="../media/image168.png"/><Relationship Id="rId76" Type="http://schemas.openxmlformats.org/officeDocument/2006/relationships/customXml" Target="../ink/ink276.xml"/><Relationship Id="rId97" Type="http://schemas.openxmlformats.org/officeDocument/2006/relationships/image" Target="../media/image189.png"/><Relationship Id="rId120" Type="http://schemas.openxmlformats.org/officeDocument/2006/relationships/customXml" Target="../ink/ink298.xml"/><Relationship Id="rId141" Type="http://schemas.openxmlformats.org/officeDocument/2006/relationships/image" Target="../media/image211.png"/><Relationship Id="rId7" Type="http://schemas.openxmlformats.org/officeDocument/2006/relationships/image" Target="../media/image144.png"/><Relationship Id="rId71" Type="http://schemas.openxmlformats.org/officeDocument/2006/relationships/image" Target="../media/image176.png"/><Relationship Id="rId92" Type="http://schemas.openxmlformats.org/officeDocument/2006/relationships/customXml" Target="../ink/ink284.xml"/><Relationship Id="rId162" Type="http://schemas.openxmlformats.org/officeDocument/2006/relationships/customXml" Target="../ink/ink319.xml"/><Relationship Id="rId183" Type="http://schemas.openxmlformats.org/officeDocument/2006/relationships/image" Target="../media/image232.png"/><Relationship Id="rId2" Type="http://schemas.openxmlformats.org/officeDocument/2006/relationships/customXml" Target="../ink/ink239.xml"/><Relationship Id="rId29" Type="http://schemas.openxmlformats.org/officeDocument/2006/relationships/image" Target="../media/image155.png"/><Relationship Id="rId24" Type="http://schemas.openxmlformats.org/officeDocument/2006/relationships/customXml" Target="../ink/ink250.xml"/><Relationship Id="rId40" Type="http://schemas.openxmlformats.org/officeDocument/2006/relationships/customXml" Target="../ink/ink258.xml"/><Relationship Id="rId45" Type="http://schemas.openxmlformats.org/officeDocument/2006/relationships/image" Target="../media/image163.png"/><Relationship Id="rId66" Type="http://schemas.openxmlformats.org/officeDocument/2006/relationships/customXml" Target="../ink/ink271.xml"/><Relationship Id="rId87" Type="http://schemas.openxmlformats.org/officeDocument/2006/relationships/image" Target="../media/image184.png"/><Relationship Id="rId110" Type="http://schemas.openxmlformats.org/officeDocument/2006/relationships/customXml" Target="../ink/ink293.xml"/><Relationship Id="rId115" Type="http://schemas.openxmlformats.org/officeDocument/2006/relationships/image" Target="../media/image198.png"/><Relationship Id="rId131" Type="http://schemas.openxmlformats.org/officeDocument/2006/relationships/image" Target="../media/image206.png"/><Relationship Id="rId136" Type="http://schemas.openxmlformats.org/officeDocument/2006/relationships/customXml" Target="../ink/ink306.xml"/><Relationship Id="rId157" Type="http://schemas.openxmlformats.org/officeDocument/2006/relationships/image" Target="../media/image219.png"/><Relationship Id="rId178" Type="http://schemas.openxmlformats.org/officeDocument/2006/relationships/customXml" Target="../ink/ink327.xml"/><Relationship Id="rId61" Type="http://schemas.openxmlformats.org/officeDocument/2006/relationships/image" Target="../media/image171.png"/><Relationship Id="rId82" Type="http://schemas.openxmlformats.org/officeDocument/2006/relationships/customXml" Target="../ink/ink279.xml"/><Relationship Id="rId152" Type="http://schemas.openxmlformats.org/officeDocument/2006/relationships/customXml" Target="../ink/ink314.xml"/><Relationship Id="rId173" Type="http://schemas.openxmlformats.org/officeDocument/2006/relationships/image" Target="../media/image227.png"/><Relationship Id="rId194" Type="http://schemas.openxmlformats.org/officeDocument/2006/relationships/customXml" Target="../ink/ink335.xml"/><Relationship Id="rId199" Type="http://schemas.openxmlformats.org/officeDocument/2006/relationships/image" Target="../media/image240.png"/><Relationship Id="rId19" Type="http://schemas.openxmlformats.org/officeDocument/2006/relationships/image" Target="../media/image150.png"/><Relationship Id="rId14" Type="http://schemas.openxmlformats.org/officeDocument/2006/relationships/customXml" Target="../ink/ink245.xml"/><Relationship Id="rId30" Type="http://schemas.openxmlformats.org/officeDocument/2006/relationships/customXml" Target="../ink/ink253.xml"/><Relationship Id="rId35" Type="http://schemas.openxmlformats.org/officeDocument/2006/relationships/image" Target="../media/image158.png"/><Relationship Id="rId56" Type="http://schemas.openxmlformats.org/officeDocument/2006/relationships/customXml" Target="../ink/ink266.xml"/><Relationship Id="rId77" Type="http://schemas.openxmlformats.org/officeDocument/2006/relationships/image" Target="../media/image179.png"/><Relationship Id="rId100" Type="http://schemas.openxmlformats.org/officeDocument/2006/relationships/customXml" Target="../ink/ink288.xml"/><Relationship Id="rId105" Type="http://schemas.openxmlformats.org/officeDocument/2006/relationships/image" Target="../media/image193.png"/><Relationship Id="rId126" Type="http://schemas.openxmlformats.org/officeDocument/2006/relationships/customXml" Target="../ink/ink301.xml"/><Relationship Id="rId147" Type="http://schemas.openxmlformats.org/officeDocument/2006/relationships/image" Target="../media/image214.png"/><Relationship Id="rId168" Type="http://schemas.openxmlformats.org/officeDocument/2006/relationships/customXml" Target="../ink/ink322.xml"/><Relationship Id="rId8" Type="http://schemas.openxmlformats.org/officeDocument/2006/relationships/customXml" Target="../ink/ink242.xml"/><Relationship Id="rId51" Type="http://schemas.openxmlformats.org/officeDocument/2006/relationships/image" Target="../media/image166.png"/><Relationship Id="rId72" Type="http://schemas.openxmlformats.org/officeDocument/2006/relationships/customXml" Target="../ink/ink274.xml"/><Relationship Id="rId93" Type="http://schemas.openxmlformats.org/officeDocument/2006/relationships/image" Target="../media/image187.png"/><Relationship Id="rId98" Type="http://schemas.openxmlformats.org/officeDocument/2006/relationships/customXml" Target="../ink/ink287.xml"/><Relationship Id="rId121" Type="http://schemas.openxmlformats.org/officeDocument/2006/relationships/image" Target="../media/image201.png"/><Relationship Id="rId142" Type="http://schemas.openxmlformats.org/officeDocument/2006/relationships/customXml" Target="../ink/ink309.xml"/><Relationship Id="rId163" Type="http://schemas.openxmlformats.org/officeDocument/2006/relationships/image" Target="../media/image222.png"/><Relationship Id="rId184" Type="http://schemas.openxmlformats.org/officeDocument/2006/relationships/customXml" Target="../ink/ink330.xml"/><Relationship Id="rId189" Type="http://schemas.openxmlformats.org/officeDocument/2006/relationships/image" Target="../media/image235.png"/><Relationship Id="rId3" Type="http://schemas.openxmlformats.org/officeDocument/2006/relationships/image" Target="../media/image142.png"/><Relationship Id="rId25" Type="http://schemas.openxmlformats.org/officeDocument/2006/relationships/image" Target="../media/image153.png"/><Relationship Id="rId46" Type="http://schemas.openxmlformats.org/officeDocument/2006/relationships/customXml" Target="../ink/ink261.xml"/><Relationship Id="rId67" Type="http://schemas.openxmlformats.org/officeDocument/2006/relationships/image" Target="../media/image174.png"/><Relationship Id="rId116" Type="http://schemas.openxmlformats.org/officeDocument/2006/relationships/customXml" Target="../ink/ink296.xml"/><Relationship Id="rId137" Type="http://schemas.openxmlformats.org/officeDocument/2006/relationships/image" Target="../media/image209.png"/><Relationship Id="rId158" Type="http://schemas.openxmlformats.org/officeDocument/2006/relationships/customXml" Target="../ink/ink317.xml"/><Relationship Id="rId20" Type="http://schemas.openxmlformats.org/officeDocument/2006/relationships/customXml" Target="../ink/ink248.xml"/><Relationship Id="rId41" Type="http://schemas.openxmlformats.org/officeDocument/2006/relationships/image" Target="../media/image161.png"/><Relationship Id="rId62" Type="http://schemas.openxmlformats.org/officeDocument/2006/relationships/customXml" Target="../ink/ink269.xml"/><Relationship Id="rId83" Type="http://schemas.openxmlformats.org/officeDocument/2006/relationships/image" Target="../media/image182.png"/><Relationship Id="rId88" Type="http://schemas.openxmlformats.org/officeDocument/2006/relationships/customXml" Target="../ink/ink282.xml"/><Relationship Id="rId111" Type="http://schemas.openxmlformats.org/officeDocument/2006/relationships/image" Target="../media/image196.png"/><Relationship Id="rId132" Type="http://schemas.openxmlformats.org/officeDocument/2006/relationships/customXml" Target="../ink/ink304.xml"/><Relationship Id="rId153" Type="http://schemas.openxmlformats.org/officeDocument/2006/relationships/image" Target="../media/image217.png"/><Relationship Id="rId174" Type="http://schemas.openxmlformats.org/officeDocument/2006/relationships/customXml" Target="../ink/ink325.xml"/><Relationship Id="rId179" Type="http://schemas.openxmlformats.org/officeDocument/2006/relationships/image" Target="../media/image230.png"/><Relationship Id="rId195" Type="http://schemas.openxmlformats.org/officeDocument/2006/relationships/image" Target="../media/image238.png"/><Relationship Id="rId190" Type="http://schemas.openxmlformats.org/officeDocument/2006/relationships/customXml" Target="../ink/ink333.xml"/><Relationship Id="rId15" Type="http://schemas.openxmlformats.org/officeDocument/2006/relationships/image" Target="../media/image148.png"/><Relationship Id="rId36" Type="http://schemas.openxmlformats.org/officeDocument/2006/relationships/customXml" Target="../ink/ink256.xml"/><Relationship Id="rId57" Type="http://schemas.openxmlformats.org/officeDocument/2006/relationships/image" Target="../media/image169.png"/><Relationship Id="rId106" Type="http://schemas.openxmlformats.org/officeDocument/2006/relationships/customXml" Target="../ink/ink291.xml"/><Relationship Id="rId127" Type="http://schemas.openxmlformats.org/officeDocument/2006/relationships/image" Target="../media/image204.png"/><Relationship Id="rId10" Type="http://schemas.openxmlformats.org/officeDocument/2006/relationships/customXml" Target="../ink/ink243.xml"/><Relationship Id="rId31" Type="http://schemas.openxmlformats.org/officeDocument/2006/relationships/image" Target="../media/image156.png"/><Relationship Id="rId52" Type="http://schemas.openxmlformats.org/officeDocument/2006/relationships/customXml" Target="../ink/ink264.xml"/><Relationship Id="rId73" Type="http://schemas.openxmlformats.org/officeDocument/2006/relationships/image" Target="../media/image177.png"/><Relationship Id="rId78" Type="http://schemas.openxmlformats.org/officeDocument/2006/relationships/customXml" Target="../ink/ink277.xml"/><Relationship Id="rId94" Type="http://schemas.openxmlformats.org/officeDocument/2006/relationships/customXml" Target="../ink/ink285.xml"/><Relationship Id="rId99" Type="http://schemas.openxmlformats.org/officeDocument/2006/relationships/image" Target="../media/image190.png"/><Relationship Id="rId101" Type="http://schemas.openxmlformats.org/officeDocument/2006/relationships/image" Target="../media/image191.png"/><Relationship Id="rId122" Type="http://schemas.openxmlformats.org/officeDocument/2006/relationships/customXml" Target="../ink/ink299.xml"/><Relationship Id="rId143" Type="http://schemas.openxmlformats.org/officeDocument/2006/relationships/image" Target="../media/image212.png"/><Relationship Id="rId148" Type="http://schemas.openxmlformats.org/officeDocument/2006/relationships/customXml" Target="../ink/ink312.xml"/><Relationship Id="rId164" Type="http://schemas.openxmlformats.org/officeDocument/2006/relationships/customXml" Target="../ink/ink320.xml"/><Relationship Id="rId169" Type="http://schemas.openxmlformats.org/officeDocument/2006/relationships/image" Target="../media/image225.png"/><Relationship Id="rId185" Type="http://schemas.openxmlformats.org/officeDocument/2006/relationships/image" Target="../media/image233.png"/><Relationship Id="rId4" Type="http://schemas.openxmlformats.org/officeDocument/2006/relationships/customXml" Target="../ink/ink240.xml"/><Relationship Id="rId9" Type="http://schemas.openxmlformats.org/officeDocument/2006/relationships/image" Target="../media/image145.png"/><Relationship Id="rId180" Type="http://schemas.openxmlformats.org/officeDocument/2006/relationships/customXml" Target="../ink/ink328.xml"/><Relationship Id="rId26" Type="http://schemas.openxmlformats.org/officeDocument/2006/relationships/customXml" Target="../ink/ink251.xml"/><Relationship Id="rId47" Type="http://schemas.openxmlformats.org/officeDocument/2006/relationships/image" Target="../media/image164.png"/><Relationship Id="rId68" Type="http://schemas.openxmlformats.org/officeDocument/2006/relationships/customXml" Target="../ink/ink272.xml"/><Relationship Id="rId89" Type="http://schemas.openxmlformats.org/officeDocument/2006/relationships/image" Target="../media/image185.png"/><Relationship Id="rId112" Type="http://schemas.openxmlformats.org/officeDocument/2006/relationships/customXml" Target="../ink/ink294.xml"/><Relationship Id="rId133" Type="http://schemas.openxmlformats.org/officeDocument/2006/relationships/image" Target="../media/image207.png"/><Relationship Id="rId154" Type="http://schemas.openxmlformats.org/officeDocument/2006/relationships/customXml" Target="../ink/ink315.xml"/><Relationship Id="rId175" Type="http://schemas.openxmlformats.org/officeDocument/2006/relationships/image" Target="../media/image228.png"/><Relationship Id="rId196" Type="http://schemas.openxmlformats.org/officeDocument/2006/relationships/customXml" Target="../ink/ink336.xml"/><Relationship Id="rId16" Type="http://schemas.openxmlformats.org/officeDocument/2006/relationships/customXml" Target="../ink/ink246.xml"/><Relationship Id="rId37" Type="http://schemas.openxmlformats.org/officeDocument/2006/relationships/image" Target="../media/image159.png"/><Relationship Id="rId58" Type="http://schemas.openxmlformats.org/officeDocument/2006/relationships/customXml" Target="../ink/ink267.xml"/><Relationship Id="rId79" Type="http://schemas.openxmlformats.org/officeDocument/2006/relationships/image" Target="../media/image180.png"/><Relationship Id="rId102" Type="http://schemas.openxmlformats.org/officeDocument/2006/relationships/customXml" Target="../ink/ink289.xml"/><Relationship Id="rId123" Type="http://schemas.openxmlformats.org/officeDocument/2006/relationships/image" Target="../media/image202.png"/><Relationship Id="rId144" Type="http://schemas.openxmlformats.org/officeDocument/2006/relationships/customXml" Target="../ink/ink310.xml"/><Relationship Id="rId90" Type="http://schemas.openxmlformats.org/officeDocument/2006/relationships/customXml" Target="../ink/ink283.xml"/><Relationship Id="rId165" Type="http://schemas.openxmlformats.org/officeDocument/2006/relationships/image" Target="../media/image223.png"/><Relationship Id="rId186" Type="http://schemas.openxmlformats.org/officeDocument/2006/relationships/customXml" Target="../ink/ink331.xml"/><Relationship Id="rId27" Type="http://schemas.openxmlformats.org/officeDocument/2006/relationships/image" Target="../media/image154.png"/><Relationship Id="rId48" Type="http://schemas.openxmlformats.org/officeDocument/2006/relationships/customXml" Target="../ink/ink262.xml"/><Relationship Id="rId69" Type="http://schemas.openxmlformats.org/officeDocument/2006/relationships/image" Target="../media/image175.png"/><Relationship Id="rId113" Type="http://schemas.openxmlformats.org/officeDocument/2006/relationships/image" Target="../media/image197.png"/><Relationship Id="rId134" Type="http://schemas.openxmlformats.org/officeDocument/2006/relationships/customXml" Target="../ink/ink305.xml"/><Relationship Id="rId80" Type="http://schemas.openxmlformats.org/officeDocument/2006/relationships/customXml" Target="../ink/ink278.xml"/><Relationship Id="rId155" Type="http://schemas.openxmlformats.org/officeDocument/2006/relationships/image" Target="../media/image218.png"/><Relationship Id="rId176" Type="http://schemas.openxmlformats.org/officeDocument/2006/relationships/customXml" Target="../ink/ink326.xml"/><Relationship Id="rId197" Type="http://schemas.openxmlformats.org/officeDocument/2006/relationships/image" Target="../media/image239.png"/><Relationship Id="rId17" Type="http://schemas.openxmlformats.org/officeDocument/2006/relationships/image" Target="../media/image149.png"/><Relationship Id="rId38" Type="http://schemas.openxmlformats.org/officeDocument/2006/relationships/customXml" Target="../ink/ink257.xml"/><Relationship Id="rId59" Type="http://schemas.openxmlformats.org/officeDocument/2006/relationships/image" Target="../media/image170.png"/><Relationship Id="rId103" Type="http://schemas.openxmlformats.org/officeDocument/2006/relationships/image" Target="../media/image192.png"/><Relationship Id="rId124" Type="http://schemas.openxmlformats.org/officeDocument/2006/relationships/customXml" Target="../ink/ink300.xml"/><Relationship Id="rId70" Type="http://schemas.openxmlformats.org/officeDocument/2006/relationships/customXml" Target="../ink/ink273.xml"/><Relationship Id="rId91" Type="http://schemas.openxmlformats.org/officeDocument/2006/relationships/image" Target="../media/image186.png"/><Relationship Id="rId145" Type="http://schemas.openxmlformats.org/officeDocument/2006/relationships/image" Target="../media/image213.png"/><Relationship Id="rId166" Type="http://schemas.openxmlformats.org/officeDocument/2006/relationships/customXml" Target="../ink/ink321.xml"/><Relationship Id="rId187" Type="http://schemas.openxmlformats.org/officeDocument/2006/relationships/image" Target="../media/image234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252.xml"/><Relationship Id="rId49" Type="http://schemas.openxmlformats.org/officeDocument/2006/relationships/image" Target="../media/image165.png"/><Relationship Id="rId114" Type="http://schemas.openxmlformats.org/officeDocument/2006/relationships/customXml" Target="../ink/ink295.xml"/><Relationship Id="rId60" Type="http://schemas.openxmlformats.org/officeDocument/2006/relationships/customXml" Target="../ink/ink268.xml"/><Relationship Id="rId81" Type="http://schemas.openxmlformats.org/officeDocument/2006/relationships/image" Target="../media/image181.png"/><Relationship Id="rId135" Type="http://schemas.openxmlformats.org/officeDocument/2006/relationships/image" Target="../media/image208.png"/><Relationship Id="rId156" Type="http://schemas.openxmlformats.org/officeDocument/2006/relationships/customXml" Target="../ink/ink316.xml"/><Relationship Id="rId177" Type="http://schemas.openxmlformats.org/officeDocument/2006/relationships/image" Target="../media/image229.png"/><Relationship Id="rId198" Type="http://schemas.openxmlformats.org/officeDocument/2006/relationships/customXml" Target="../ink/ink337.xml"/><Relationship Id="rId18" Type="http://schemas.openxmlformats.org/officeDocument/2006/relationships/customXml" Target="../ink/ink247.xml"/><Relationship Id="rId39" Type="http://schemas.openxmlformats.org/officeDocument/2006/relationships/image" Target="../media/image160.png"/><Relationship Id="rId50" Type="http://schemas.openxmlformats.org/officeDocument/2006/relationships/customXml" Target="../ink/ink263.xml"/><Relationship Id="rId104" Type="http://schemas.openxmlformats.org/officeDocument/2006/relationships/customXml" Target="../ink/ink290.xml"/><Relationship Id="rId125" Type="http://schemas.openxmlformats.org/officeDocument/2006/relationships/image" Target="../media/image203.png"/><Relationship Id="rId146" Type="http://schemas.openxmlformats.org/officeDocument/2006/relationships/customXml" Target="../ink/ink311.xml"/><Relationship Id="rId167" Type="http://schemas.openxmlformats.org/officeDocument/2006/relationships/image" Target="../media/image224.png"/><Relationship Id="rId188" Type="http://schemas.openxmlformats.org/officeDocument/2006/relationships/customXml" Target="../ink/ink33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50.xml"/><Relationship Id="rId21" Type="http://schemas.openxmlformats.org/officeDocument/2006/relationships/image" Target="../media/image250.png"/><Relationship Id="rId34" Type="http://schemas.openxmlformats.org/officeDocument/2006/relationships/customXml" Target="../ink/ink354.xml"/><Relationship Id="rId42" Type="http://schemas.openxmlformats.org/officeDocument/2006/relationships/customXml" Target="../ink/ink358.xml"/><Relationship Id="rId47" Type="http://schemas.openxmlformats.org/officeDocument/2006/relationships/image" Target="../media/image263.png"/><Relationship Id="rId50" Type="http://schemas.openxmlformats.org/officeDocument/2006/relationships/customXml" Target="../ink/ink362.xml"/><Relationship Id="rId55" Type="http://schemas.openxmlformats.org/officeDocument/2006/relationships/image" Target="../media/image267.png"/><Relationship Id="rId63" Type="http://schemas.openxmlformats.org/officeDocument/2006/relationships/image" Target="../media/image271.png"/><Relationship Id="rId7" Type="http://schemas.openxmlformats.org/officeDocument/2006/relationships/image" Target="../media/image243.png"/><Relationship Id="rId2" Type="http://schemas.openxmlformats.org/officeDocument/2006/relationships/customXml" Target="../ink/ink338.xml"/><Relationship Id="rId16" Type="http://schemas.openxmlformats.org/officeDocument/2006/relationships/customXml" Target="../ink/ink345.xml"/><Relationship Id="rId29" Type="http://schemas.openxmlformats.org/officeDocument/2006/relationships/image" Target="../media/image254.png"/><Relationship Id="rId11" Type="http://schemas.openxmlformats.org/officeDocument/2006/relationships/image" Target="../media/image245.png"/><Relationship Id="rId24" Type="http://schemas.openxmlformats.org/officeDocument/2006/relationships/customXml" Target="../ink/ink349.xml"/><Relationship Id="rId32" Type="http://schemas.openxmlformats.org/officeDocument/2006/relationships/customXml" Target="../ink/ink353.xml"/><Relationship Id="rId37" Type="http://schemas.openxmlformats.org/officeDocument/2006/relationships/image" Target="../media/image258.png"/><Relationship Id="rId40" Type="http://schemas.openxmlformats.org/officeDocument/2006/relationships/customXml" Target="../ink/ink357.xml"/><Relationship Id="rId45" Type="http://schemas.openxmlformats.org/officeDocument/2006/relationships/image" Target="../media/image262.png"/><Relationship Id="rId53" Type="http://schemas.openxmlformats.org/officeDocument/2006/relationships/image" Target="../media/image266.png"/><Relationship Id="rId58" Type="http://schemas.openxmlformats.org/officeDocument/2006/relationships/customXml" Target="../ink/ink366.xml"/><Relationship Id="rId5" Type="http://schemas.openxmlformats.org/officeDocument/2006/relationships/image" Target="../media/image242.png"/><Relationship Id="rId61" Type="http://schemas.openxmlformats.org/officeDocument/2006/relationships/image" Target="../media/image270.png"/><Relationship Id="rId19" Type="http://schemas.openxmlformats.org/officeDocument/2006/relationships/image" Target="../media/image249.png"/><Relationship Id="rId14" Type="http://schemas.openxmlformats.org/officeDocument/2006/relationships/customXml" Target="../ink/ink344.xml"/><Relationship Id="rId22" Type="http://schemas.openxmlformats.org/officeDocument/2006/relationships/customXml" Target="../ink/ink348.xml"/><Relationship Id="rId27" Type="http://schemas.openxmlformats.org/officeDocument/2006/relationships/image" Target="../media/image253.png"/><Relationship Id="rId30" Type="http://schemas.openxmlformats.org/officeDocument/2006/relationships/customXml" Target="../ink/ink352.xml"/><Relationship Id="rId35" Type="http://schemas.openxmlformats.org/officeDocument/2006/relationships/image" Target="../media/image257.png"/><Relationship Id="rId43" Type="http://schemas.openxmlformats.org/officeDocument/2006/relationships/image" Target="../media/image261.png"/><Relationship Id="rId48" Type="http://schemas.openxmlformats.org/officeDocument/2006/relationships/customXml" Target="../ink/ink361.xml"/><Relationship Id="rId56" Type="http://schemas.openxmlformats.org/officeDocument/2006/relationships/customXml" Target="../ink/ink365.xml"/><Relationship Id="rId64" Type="http://schemas.openxmlformats.org/officeDocument/2006/relationships/customXml" Target="../ink/ink369.xml"/><Relationship Id="rId8" Type="http://schemas.openxmlformats.org/officeDocument/2006/relationships/customXml" Target="../ink/ink341.xml"/><Relationship Id="rId51" Type="http://schemas.openxmlformats.org/officeDocument/2006/relationships/image" Target="../media/image265.png"/><Relationship Id="rId3" Type="http://schemas.openxmlformats.org/officeDocument/2006/relationships/image" Target="../media/image241.png"/><Relationship Id="rId12" Type="http://schemas.openxmlformats.org/officeDocument/2006/relationships/customXml" Target="../ink/ink343.xml"/><Relationship Id="rId17" Type="http://schemas.openxmlformats.org/officeDocument/2006/relationships/image" Target="../media/image248.png"/><Relationship Id="rId25" Type="http://schemas.openxmlformats.org/officeDocument/2006/relationships/image" Target="../media/image252.png"/><Relationship Id="rId33" Type="http://schemas.openxmlformats.org/officeDocument/2006/relationships/image" Target="../media/image256.png"/><Relationship Id="rId38" Type="http://schemas.openxmlformats.org/officeDocument/2006/relationships/customXml" Target="../ink/ink356.xml"/><Relationship Id="rId46" Type="http://schemas.openxmlformats.org/officeDocument/2006/relationships/customXml" Target="../ink/ink360.xml"/><Relationship Id="rId59" Type="http://schemas.openxmlformats.org/officeDocument/2006/relationships/image" Target="../media/image269.png"/><Relationship Id="rId20" Type="http://schemas.openxmlformats.org/officeDocument/2006/relationships/customXml" Target="../ink/ink347.xml"/><Relationship Id="rId41" Type="http://schemas.openxmlformats.org/officeDocument/2006/relationships/image" Target="../media/image260.png"/><Relationship Id="rId54" Type="http://schemas.openxmlformats.org/officeDocument/2006/relationships/customXml" Target="../ink/ink364.xml"/><Relationship Id="rId62" Type="http://schemas.openxmlformats.org/officeDocument/2006/relationships/customXml" Target="../ink/ink36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40.xml"/><Relationship Id="rId15" Type="http://schemas.openxmlformats.org/officeDocument/2006/relationships/image" Target="../media/image247.png"/><Relationship Id="rId23" Type="http://schemas.openxmlformats.org/officeDocument/2006/relationships/image" Target="../media/image251.png"/><Relationship Id="rId28" Type="http://schemas.openxmlformats.org/officeDocument/2006/relationships/customXml" Target="../ink/ink351.xml"/><Relationship Id="rId36" Type="http://schemas.openxmlformats.org/officeDocument/2006/relationships/customXml" Target="../ink/ink355.xml"/><Relationship Id="rId49" Type="http://schemas.openxmlformats.org/officeDocument/2006/relationships/image" Target="../media/image264.png"/><Relationship Id="rId57" Type="http://schemas.openxmlformats.org/officeDocument/2006/relationships/image" Target="../media/image268.png"/><Relationship Id="rId10" Type="http://schemas.openxmlformats.org/officeDocument/2006/relationships/customXml" Target="../ink/ink342.xml"/><Relationship Id="rId31" Type="http://schemas.openxmlformats.org/officeDocument/2006/relationships/image" Target="../media/image255.png"/><Relationship Id="rId44" Type="http://schemas.openxmlformats.org/officeDocument/2006/relationships/customXml" Target="../ink/ink359.xml"/><Relationship Id="rId52" Type="http://schemas.openxmlformats.org/officeDocument/2006/relationships/customXml" Target="../ink/ink363.xml"/><Relationship Id="rId60" Type="http://schemas.openxmlformats.org/officeDocument/2006/relationships/customXml" Target="../ink/ink367.xml"/><Relationship Id="rId65" Type="http://schemas.openxmlformats.org/officeDocument/2006/relationships/image" Target="../media/image272.png"/><Relationship Id="rId4" Type="http://schemas.openxmlformats.org/officeDocument/2006/relationships/customXml" Target="../ink/ink339.xml"/><Relationship Id="rId9" Type="http://schemas.openxmlformats.org/officeDocument/2006/relationships/image" Target="../media/image244.png"/><Relationship Id="rId13" Type="http://schemas.openxmlformats.org/officeDocument/2006/relationships/image" Target="../media/image246.png"/><Relationship Id="rId18" Type="http://schemas.openxmlformats.org/officeDocument/2006/relationships/customXml" Target="../ink/ink346.xml"/><Relationship Id="rId39" Type="http://schemas.openxmlformats.org/officeDocument/2006/relationships/image" Target="../media/image25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5.png"/><Relationship Id="rId2" Type="http://schemas.openxmlformats.org/officeDocument/2006/relationships/image" Target="../media/image27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odelscope.cn/home" TargetMode="External"/><Relationship Id="rId2" Type="http://schemas.openxmlformats.org/officeDocument/2006/relationships/image" Target="../media/image27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7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38.png"/><Relationship Id="rId21" Type="http://schemas.openxmlformats.org/officeDocument/2006/relationships/image" Target="../media/image290.png"/><Relationship Id="rId42" Type="http://schemas.openxmlformats.org/officeDocument/2006/relationships/customXml" Target="../ink/ink390.xml"/><Relationship Id="rId63" Type="http://schemas.openxmlformats.org/officeDocument/2006/relationships/image" Target="../media/image311.png"/><Relationship Id="rId84" Type="http://schemas.openxmlformats.org/officeDocument/2006/relationships/customXml" Target="../ink/ink411.xml"/><Relationship Id="rId138" Type="http://schemas.openxmlformats.org/officeDocument/2006/relationships/customXml" Target="../ink/ink438.xml"/><Relationship Id="rId159" Type="http://schemas.openxmlformats.org/officeDocument/2006/relationships/image" Target="../media/image359.png"/><Relationship Id="rId107" Type="http://schemas.openxmlformats.org/officeDocument/2006/relationships/image" Target="../media/image333.png"/><Relationship Id="rId11" Type="http://schemas.openxmlformats.org/officeDocument/2006/relationships/image" Target="../media/image285.png"/><Relationship Id="rId32" Type="http://schemas.openxmlformats.org/officeDocument/2006/relationships/customXml" Target="../ink/ink385.xml"/><Relationship Id="rId53" Type="http://schemas.openxmlformats.org/officeDocument/2006/relationships/image" Target="../media/image306.png"/><Relationship Id="rId74" Type="http://schemas.openxmlformats.org/officeDocument/2006/relationships/customXml" Target="../ink/ink406.xml"/><Relationship Id="rId128" Type="http://schemas.openxmlformats.org/officeDocument/2006/relationships/customXml" Target="../ink/ink433.xml"/><Relationship Id="rId149" Type="http://schemas.openxmlformats.org/officeDocument/2006/relationships/image" Target="../media/image354.png"/><Relationship Id="rId5" Type="http://schemas.openxmlformats.org/officeDocument/2006/relationships/image" Target="../media/image282.png"/><Relationship Id="rId95" Type="http://schemas.openxmlformats.org/officeDocument/2006/relationships/image" Target="../media/image327.png"/><Relationship Id="rId22" Type="http://schemas.openxmlformats.org/officeDocument/2006/relationships/customXml" Target="../ink/ink380.xml"/><Relationship Id="rId43" Type="http://schemas.openxmlformats.org/officeDocument/2006/relationships/image" Target="../media/image301.png"/><Relationship Id="rId64" Type="http://schemas.openxmlformats.org/officeDocument/2006/relationships/customXml" Target="../ink/ink401.xml"/><Relationship Id="rId118" Type="http://schemas.openxmlformats.org/officeDocument/2006/relationships/customXml" Target="../ink/ink428.xml"/><Relationship Id="rId139" Type="http://schemas.openxmlformats.org/officeDocument/2006/relationships/image" Target="../media/image349.png"/><Relationship Id="rId80" Type="http://schemas.openxmlformats.org/officeDocument/2006/relationships/customXml" Target="../ink/ink409.xml"/><Relationship Id="rId85" Type="http://schemas.openxmlformats.org/officeDocument/2006/relationships/image" Target="../media/image322.png"/><Relationship Id="rId150" Type="http://schemas.openxmlformats.org/officeDocument/2006/relationships/customXml" Target="../ink/ink444.xml"/><Relationship Id="rId155" Type="http://schemas.openxmlformats.org/officeDocument/2006/relationships/image" Target="../media/image357.png"/><Relationship Id="rId12" Type="http://schemas.openxmlformats.org/officeDocument/2006/relationships/customXml" Target="../ink/ink375.xml"/><Relationship Id="rId17" Type="http://schemas.openxmlformats.org/officeDocument/2006/relationships/image" Target="../media/image288.png"/><Relationship Id="rId33" Type="http://schemas.openxmlformats.org/officeDocument/2006/relationships/image" Target="../media/image296.png"/><Relationship Id="rId38" Type="http://schemas.openxmlformats.org/officeDocument/2006/relationships/customXml" Target="../ink/ink388.xml"/><Relationship Id="rId59" Type="http://schemas.openxmlformats.org/officeDocument/2006/relationships/image" Target="../media/image309.png"/><Relationship Id="rId103" Type="http://schemas.openxmlformats.org/officeDocument/2006/relationships/image" Target="../media/image331.png"/><Relationship Id="rId108" Type="http://schemas.openxmlformats.org/officeDocument/2006/relationships/customXml" Target="../ink/ink423.xml"/><Relationship Id="rId124" Type="http://schemas.openxmlformats.org/officeDocument/2006/relationships/customXml" Target="../ink/ink431.xml"/><Relationship Id="rId129" Type="http://schemas.openxmlformats.org/officeDocument/2006/relationships/image" Target="../media/image344.png"/><Relationship Id="rId54" Type="http://schemas.openxmlformats.org/officeDocument/2006/relationships/customXml" Target="../ink/ink396.xml"/><Relationship Id="rId70" Type="http://schemas.openxmlformats.org/officeDocument/2006/relationships/customXml" Target="../ink/ink404.xml"/><Relationship Id="rId75" Type="http://schemas.openxmlformats.org/officeDocument/2006/relationships/image" Target="../media/image317.png"/><Relationship Id="rId91" Type="http://schemas.openxmlformats.org/officeDocument/2006/relationships/image" Target="../media/image325.png"/><Relationship Id="rId96" Type="http://schemas.openxmlformats.org/officeDocument/2006/relationships/customXml" Target="../ink/ink417.xml"/><Relationship Id="rId140" Type="http://schemas.openxmlformats.org/officeDocument/2006/relationships/customXml" Target="../ink/ink439.xml"/><Relationship Id="rId145" Type="http://schemas.openxmlformats.org/officeDocument/2006/relationships/image" Target="../media/image352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72.xml"/><Relationship Id="rId23" Type="http://schemas.openxmlformats.org/officeDocument/2006/relationships/image" Target="../media/image291.png"/><Relationship Id="rId28" Type="http://schemas.openxmlformats.org/officeDocument/2006/relationships/customXml" Target="../ink/ink383.xml"/><Relationship Id="rId49" Type="http://schemas.openxmlformats.org/officeDocument/2006/relationships/image" Target="../media/image304.png"/><Relationship Id="rId114" Type="http://schemas.openxmlformats.org/officeDocument/2006/relationships/customXml" Target="../ink/ink426.xml"/><Relationship Id="rId119" Type="http://schemas.openxmlformats.org/officeDocument/2006/relationships/image" Target="../media/image339.png"/><Relationship Id="rId44" Type="http://schemas.openxmlformats.org/officeDocument/2006/relationships/customXml" Target="../ink/ink391.xml"/><Relationship Id="rId60" Type="http://schemas.openxmlformats.org/officeDocument/2006/relationships/customXml" Target="../ink/ink399.xml"/><Relationship Id="rId65" Type="http://schemas.openxmlformats.org/officeDocument/2006/relationships/image" Target="../media/image312.png"/><Relationship Id="rId81" Type="http://schemas.openxmlformats.org/officeDocument/2006/relationships/image" Target="../media/image320.png"/><Relationship Id="rId86" Type="http://schemas.openxmlformats.org/officeDocument/2006/relationships/customXml" Target="../ink/ink412.xml"/><Relationship Id="rId130" Type="http://schemas.openxmlformats.org/officeDocument/2006/relationships/customXml" Target="../ink/ink434.xml"/><Relationship Id="rId135" Type="http://schemas.openxmlformats.org/officeDocument/2006/relationships/image" Target="../media/image347.png"/><Relationship Id="rId151" Type="http://schemas.openxmlformats.org/officeDocument/2006/relationships/image" Target="../media/image355.png"/><Relationship Id="rId156" Type="http://schemas.openxmlformats.org/officeDocument/2006/relationships/customXml" Target="../ink/ink447.xml"/><Relationship Id="rId13" Type="http://schemas.openxmlformats.org/officeDocument/2006/relationships/image" Target="../media/image286.png"/><Relationship Id="rId18" Type="http://schemas.openxmlformats.org/officeDocument/2006/relationships/customXml" Target="../ink/ink378.xml"/><Relationship Id="rId39" Type="http://schemas.openxmlformats.org/officeDocument/2006/relationships/image" Target="../media/image299.png"/><Relationship Id="rId109" Type="http://schemas.openxmlformats.org/officeDocument/2006/relationships/image" Target="../media/image334.png"/><Relationship Id="rId34" Type="http://schemas.openxmlformats.org/officeDocument/2006/relationships/customXml" Target="../ink/ink386.xml"/><Relationship Id="rId50" Type="http://schemas.openxmlformats.org/officeDocument/2006/relationships/customXml" Target="../ink/ink394.xml"/><Relationship Id="rId55" Type="http://schemas.openxmlformats.org/officeDocument/2006/relationships/image" Target="../media/image307.png"/><Relationship Id="rId76" Type="http://schemas.openxmlformats.org/officeDocument/2006/relationships/customXml" Target="../ink/ink407.xml"/><Relationship Id="rId97" Type="http://schemas.openxmlformats.org/officeDocument/2006/relationships/image" Target="../media/image328.png"/><Relationship Id="rId104" Type="http://schemas.openxmlformats.org/officeDocument/2006/relationships/customXml" Target="../ink/ink421.xml"/><Relationship Id="rId120" Type="http://schemas.openxmlformats.org/officeDocument/2006/relationships/customXml" Target="../ink/ink429.xml"/><Relationship Id="rId125" Type="http://schemas.openxmlformats.org/officeDocument/2006/relationships/image" Target="../media/image342.png"/><Relationship Id="rId141" Type="http://schemas.openxmlformats.org/officeDocument/2006/relationships/image" Target="../media/image350.png"/><Relationship Id="rId146" Type="http://schemas.openxmlformats.org/officeDocument/2006/relationships/customXml" Target="../ink/ink442.xml"/><Relationship Id="rId7" Type="http://schemas.openxmlformats.org/officeDocument/2006/relationships/image" Target="../media/image283.png"/><Relationship Id="rId71" Type="http://schemas.openxmlformats.org/officeDocument/2006/relationships/image" Target="../media/image315.png"/><Relationship Id="rId92" Type="http://schemas.openxmlformats.org/officeDocument/2006/relationships/customXml" Target="../ink/ink415.xml"/><Relationship Id="rId2" Type="http://schemas.openxmlformats.org/officeDocument/2006/relationships/customXml" Target="../ink/ink370.xml"/><Relationship Id="rId29" Type="http://schemas.openxmlformats.org/officeDocument/2006/relationships/image" Target="../media/image294.png"/><Relationship Id="rId24" Type="http://schemas.openxmlformats.org/officeDocument/2006/relationships/customXml" Target="../ink/ink381.xml"/><Relationship Id="rId40" Type="http://schemas.openxmlformats.org/officeDocument/2006/relationships/customXml" Target="../ink/ink389.xml"/><Relationship Id="rId45" Type="http://schemas.openxmlformats.org/officeDocument/2006/relationships/image" Target="../media/image302.png"/><Relationship Id="rId66" Type="http://schemas.openxmlformats.org/officeDocument/2006/relationships/customXml" Target="../ink/ink402.xml"/><Relationship Id="rId87" Type="http://schemas.openxmlformats.org/officeDocument/2006/relationships/image" Target="../media/image323.png"/><Relationship Id="rId110" Type="http://schemas.openxmlformats.org/officeDocument/2006/relationships/customXml" Target="../ink/ink424.xml"/><Relationship Id="rId115" Type="http://schemas.openxmlformats.org/officeDocument/2006/relationships/image" Target="../media/image337.png"/><Relationship Id="rId131" Type="http://schemas.openxmlformats.org/officeDocument/2006/relationships/image" Target="../media/image345.png"/><Relationship Id="rId136" Type="http://schemas.openxmlformats.org/officeDocument/2006/relationships/customXml" Target="../ink/ink437.xml"/><Relationship Id="rId157" Type="http://schemas.openxmlformats.org/officeDocument/2006/relationships/image" Target="../media/image358.png"/><Relationship Id="rId61" Type="http://schemas.openxmlformats.org/officeDocument/2006/relationships/image" Target="../media/image310.png"/><Relationship Id="rId82" Type="http://schemas.openxmlformats.org/officeDocument/2006/relationships/customXml" Target="../ink/ink410.xml"/><Relationship Id="rId152" Type="http://schemas.openxmlformats.org/officeDocument/2006/relationships/customXml" Target="../ink/ink445.xml"/><Relationship Id="rId19" Type="http://schemas.openxmlformats.org/officeDocument/2006/relationships/image" Target="../media/image289.png"/><Relationship Id="rId14" Type="http://schemas.openxmlformats.org/officeDocument/2006/relationships/customXml" Target="../ink/ink376.xml"/><Relationship Id="rId30" Type="http://schemas.openxmlformats.org/officeDocument/2006/relationships/customXml" Target="../ink/ink384.xml"/><Relationship Id="rId35" Type="http://schemas.openxmlformats.org/officeDocument/2006/relationships/image" Target="../media/image297.png"/><Relationship Id="rId56" Type="http://schemas.openxmlformats.org/officeDocument/2006/relationships/customXml" Target="../ink/ink397.xml"/><Relationship Id="rId77" Type="http://schemas.openxmlformats.org/officeDocument/2006/relationships/image" Target="../media/image318.png"/><Relationship Id="rId100" Type="http://schemas.openxmlformats.org/officeDocument/2006/relationships/customXml" Target="../ink/ink419.xml"/><Relationship Id="rId105" Type="http://schemas.openxmlformats.org/officeDocument/2006/relationships/image" Target="../media/image332.png"/><Relationship Id="rId126" Type="http://schemas.openxmlformats.org/officeDocument/2006/relationships/customXml" Target="../ink/ink432.xml"/><Relationship Id="rId147" Type="http://schemas.openxmlformats.org/officeDocument/2006/relationships/image" Target="../media/image353.png"/><Relationship Id="rId8" Type="http://schemas.openxmlformats.org/officeDocument/2006/relationships/customXml" Target="../ink/ink373.xml"/><Relationship Id="rId51" Type="http://schemas.openxmlformats.org/officeDocument/2006/relationships/image" Target="../media/image305.png"/><Relationship Id="rId72" Type="http://schemas.openxmlformats.org/officeDocument/2006/relationships/customXml" Target="../ink/ink405.xml"/><Relationship Id="rId93" Type="http://schemas.openxmlformats.org/officeDocument/2006/relationships/image" Target="../media/image326.png"/><Relationship Id="rId98" Type="http://schemas.openxmlformats.org/officeDocument/2006/relationships/customXml" Target="../ink/ink418.xml"/><Relationship Id="rId121" Type="http://schemas.openxmlformats.org/officeDocument/2006/relationships/image" Target="../media/image340.png"/><Relationship Id="rId142" Type="http://schemas.openxmlformats.org/officeDocument/2006/relationships/customXml" Target="../ink/ink440.xml"/><Relationship Id="rId3" Type="http://schemas.openxmlformats.org/officeDocument/2006/relationships/image" Target="../media/image281.png"/><Relationship Id="rId25" Type="http://schemas.openxmlformats.org/officeDocument/2006/relationships/image" Target="../media/image292.png"/><Relationship Id="rId46" Type="http://schemas.openxmlformats.org/officeDocument/2006/relationships/customXml" Target="../ink/ink392.xml"/><Relationship Id="rId67" Type="http://schemas.openxmlformats.org/officeDocument/2006/relationships/image" Target="../media/image313.png"/><Relationship Id="rId116" Type="http://schemas.openxmlformats.org/officeDocument/2006/relationships/customXml" Target="../ink/ink427.xml"/><Relationship Id="rId137" Type="http://schemas.openxmlformats.org/officeDocument/2006/relationships/image" Target="../media/image348.png"/><Relationship Id="rId158" Type="http://schemas.openxmlformats.org/officeDocument/2006/relationships/customXml" Target="../ink/ink448.xml"/><Relationship Id="rId20" Type="http://schemas.openxmlformats.org/officeDocument/2006/relationships/customXml" Target="../ink/ink379.xml"/><Relationship Id="rId41" Type="http://schemas.openxmlformats.org/officeDocument/2006/relationships/image" Target="../media/image300.png"/><Relationship Id="rId62" Type="http://schemas.openxmlformats.org/officeDocument/2006/relationships/customXml" Target="../ink/ink400.xml"/><Relationship Id="rId83" Type="http://schemas.openxmlformats.org/officeDocument/2006/relationships/image" Target="../media/image321.png"/><Relationship Id="rId88" Type="http://schemas.openxmlformats.org/officeDocument/2006/relationships/customXml" Target="../ink/ink413.xml"/><Relationship Id="rId111" Type="http://schemas.openxmlformats.org/officeDocument/2006/relationships/image" Target="../media/image335.png"/><Relationship Id="rId132" Type="http://schemas.openxmlformats.org/officeDocument/2006/relationships/customXml" Target="../ink/ink435.xml"/><Relationship Id="rId153" Type="http://schemas.openxmlformats.org/officeDocument/2006/relationships/image" Target="../media/image356.png"/><Relationship Id="rId15" Type="http://schemas.openxmlformats.org/officeDocument/2006/relationships/image" Target="../media/image287.png"/><Relationship Id="rId36" Type="http://schemas.openxmlformats.org/officeDocument/2006/relationships/customXml" Target="../ink/ink387.xml"/><Relationship Id="rId57" Type="http://schemas.openxmlformats.org/officeDocument/2006/relationships/image" Target="../media/image308.png"/><Relationship Id="rId106" Type="http://schemas.openxmlformats.org/officeDocument/2006/relationships/customXml" Target="../ink/ink422.xml"/><Relationship Id="rId127" Type="http://schemas.openxmlformats.org/officeDocument/2006/relationships/image" Target="../media/image343.png"/><Relationship Id="rId10" Type="http://schemas.openxmlformats.org/officeDocument/2006/relationships/customXml" Target="../ink/ink374.xml"/><Relationship Id="rId31" Type="http://schemas.openxmlformats.org/officeDocument/2006/relationships/image" Target="../media/image295.png"/><Relationship Id="rId52" Type="http://schemas.openxmlformats.org/officeDocument/2006/relationships/customXml" Target="../ink/ink395.xml"/><Relationship Id="rId73" Type="http://schemas.openxmlformats.org/officeDocument/2006/relationships/image" Target="../media/image316.png"/><Relationship Id="rId78" Type="http://schemas.openxmlformats.org/officeDocument/2006/relationships/customXml" Target="../ink/ink408.xml"/><Relationship Id="rId94" Type="http://schemas.openxmlformats.org/officeDocument/2006/relationships/customXml" Target="../ink/ink416.xml"/><Relationship Id="rId99" Type="http://schemas.openxmlformats.org/officeDocument/2006/relationships/image" Target="../media/image329.png"/><Relationship Id="rId101" Type="http://schemas.openxmlformats.org/officeDocument/2006/relationships/image" Target="../media/image330.png"/><Relationship Id="rId122" Type="http://schemas.openxmlformats.org/officeDocument/2006/relationships/customXml" Target="../ink/ink430.xml"/><Relationship Id="rId143" Type="http://schemas.openxmlformats.org/officeDocument/2006/relationships/image" Target="../media/image351.png"/><Relationship Id="rId148" Type="http://schemas.openxmlformats.org/officeDocument/2006/relationships/customXml" Target="../ink/ink443.xml"/><Relationship Id="rId4" Type="http://schemas.openxmlformats.org/officeDocument/2006/relationships/customXml" Target="../ink/ink371.xml"/><Relationship Id="rId9" Type="http://schemas.openxmlformats.org/officeDocument/2006/relationships/image" Target="../media/image284.png"/><Relationship Id="rId26" Type="http://schemas.openxmlformats.org/officeDocument/2006/relationships/customXml" Target="../ink/ink382.xml"/><Relationship Id="rId47" Type="http://schemas.openxmlformats.org/officeDocument/2006/relationships/image" Target="../media/image303.png"/><Relationship Id="rId68" Type="http://schemas.openxmlformats.org/officeDocument/2006/relationships/customXml" Target="../ink/ink403.xml"/><Relationship Id="rId89" Type="http://schemas.openxmlformats.org/officeDocument/2006/relationships/image" Target="../media/image324.png"/><Relationship Id="rId112" Type="http://schemas.openxmlformats.org/officeDocument/2006/relationships/customXml" Target="../ink/ink425.xml"/><Relationship Id="rId133" Type="http://schemas.openxmlformats.org/officeDocument/2006/relationships/image" Target="../media/image346.png"/><Relationship Id="rId154" Type="http://schemas.openxmlformats.org/officeDocument/2006/relationships/customXml" Target="../ink/ink446.xml"/><Relationship Id="rId16" Type="http://schemas.openxmlformats.org/officeDocument/2006/relationships/customXml" Target="../ink/ink377.xml"/><Relationship Id="rId37" Type="http://schemas.openxmlformats.org/officeDocument/2006/relationships/image" Target="../media/image298.png"/><Relationship Id="rId58" Type="http://schemas.openxmlformats.org/officeDocument/2006/relationships/customXml" Target="../ink/ink398.xml"/><Relationship Id="rId79" Type="http://schemas.openxmlformats.org/officeDocument/2006/relationships/image" Target="../media/image319.png"/><Relationship Id="rId102" Type="http://schemas.openxmlformats.org/officeDocument/2006/relationships/customXml" Target="../ink/ink420.xml"/><Relationship Id="rId123" Type="http://schemas.openxmlformats.org/officeDocument/2006/relationships/image" Target="../media/image341.png"/><Relationship Id="rId144" Type="http://schemas.openxmlformats.org/officeDocument/2006/relationships/customXml" Target="../ink/ink441.xml"/><Relationship Id="rId90" Type="http://schemas.openxmlformats.org/officeDocument/2006/relationships/customXml" Target="../ink/ink414.xml"/><Relationship Id="rId27" Type="http://schemas.openxmlformats.org/officeDocument/2006/relationships/image" Target="../media/image293.png"/><Relationship Id="rId48" Type="http://schemas.openxmlformats.org/officeDocument/2006/relationships/customXml" Target="../ink/ink393.xml"/><Relationship Id="rId69" Type="http://schemas.openxmlformats.org/officeDocument/2006/relationships/image" Target="../media/image314.png"/><Relationship Id="rId113" Type="http://schemas.openxmlformats.org/officeDocument/2006/relationships/image" Target="../media/image336.png"/><Relationship Id="rId134" Type="http://schemas.openxmlformats.org/officeDocument/2006/relationships/customXml" Target="../ink/ink43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0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06.xml"/><Relationship Id="rId299" Type="http://schemas.openxmlformats.org/officeDocument/2006/relationships/customXml" Target="../ink/ink597.xml"/><Relationship Id="rId21" Type="http://schemas.openxmlformats.org/officeDocument/2006/relationships/customXml" Target="../ink/ink458.xml"/><Relationship Id="rId63" Type="http://schemas.openxmlformats.org/officeDocument/2006/relationships/customXml" Target="../ink/ink479.xml"/><Relationship Id="rId159" Type="http://schemas.openxmlformats.org/officeDocument/2006/relationships/customXml" Target="../ink/ink527.xml"/><Relationship Id="rId324" Type="http://schemas.openxmlformats.org/officeDocument/2006/relationships/image" Target="../media/image523.png"/><Relationship Id="rId366" Type="http://schemas.openxmlformats.org/officeDocument/2006/relationships/image" Target="../media/image544.png"/><Relationship Id="rId170" Type="http://schemas.openxmlformats.org/officeDocument/2006/relationships/image" Target="../media/image446.png"/><Relationship Id="rId226" Type="http://schemas.openxmlformats.org/officeDocument/2006/relationships/image" Target="../media/image474.png"/><Relationship Id="rId268" Type="http://schemas.openxmlformats.org/officeDocument/2006/relationships/image" Target="../media/image495.png"/><Relationship Id="rId32" Type="http://schemas.openxmlformats.org/officeDocument/2006/relationships/image" Target="../media/image377.png"/><Relationship Id="rId74" Type="http://schemas.openxmlformats.org/officeDocument/2006/relationships/image" Target="../media/image398.png"/><Relationship Id="rId128" Type="http://schemas.openxmlformats.org/officeDocument/2006/relationships/image" Target="../media/image425.png"/><Relationship Id="rId335" Type="http://schemas.openxmlformats.org/officeDocument/2006/relationships/customXml" Target="../ink/ink615.xml"/><Relationship Id="rId377" Type="http://schemas.openxmlformats.org/officeDocument/2006/relationships/customXml" Target="../ink/ink636.xml"/><Relationship Id="rId5" Type="http://schemas.openxmlformats.org/officeDocument/2006/relationships/customXml" Target="../ink/ink450.xml"/><Relationship Id="rId181" Type="http://schemas.openxmlformats.org/officeDocument/2006/relationships/customXml" Target="../ink/ink538.xml"/><Relationship Id="rId237" Type="http://schemas.openxmlformats.org/officeDocument/2006/relationships/customXml" Target="../ink/ink566.xml"/><Relationship Id="rId402" Type="http://schemas.openxmlformats.org/officeDocument/2006/relationships/image" Target="../media/image562.png"/><Relationship Id="rId279" Type="http://schemas.openxmlformats.org/officeDocument/2006/relationships/customXml" Target="../ink/ink587.xml"/><Relationship Id="rId43" Type="http://schemas.openxmlformats.org/officeDocument/2006/relationships/customXml" Target="../ink/ink469.xml"/><Relationship Id="rId139" Type="http://schemas.openxmlformats.org/officeDocument/2006/relationships/customXml" Target="../ink/ink517.xml"/><Relationship Id="rId290" Type="http://schemas.openxmlformats.org/officeDocument/2006/relationships/image" Target="../media/image506.png"/><Relationship Id="rId304" Type="http://schemas.openxmlformats.org/officeDocument/2006/relationships/image" Target="../media/image513.png"/><Relationship Id="rId346" Type="http://schemas.openxmlformats.org/officeDocument/2006/relationships/image" Target="../media/image534.png"/><Relationship Id="rId388" Type="http://schemas.openxmlformats.org/officeDocument/2006/relationships/image" Target="../media/image555.png"/><Relationship Id="rId85" Type="http://schemas.openxmlformats.org/officeDocument/2006/relationships/customXml" Target="../ink/ink490.xml"/><Relationship Id="rId150" Type="http://schemas.openxmlformats.org/officeDocument/2006/relationships/image" Target="../media/image436.png"/><Relationship Id="rId192" Type="http://schemas.openxmlformats.org/officeDocument/2006/relationships/image" Target="../media/image457.png"/><Relationship Id="rId206" Type="http://schemas.openxmlformats.org/officeDocument/2006/relationships/image" Target="../media/image464.png"/><Relationship Id="rId248" Type="http://schemas.openxmlformats.org/officeDocument/2006/relationships/image" Target="../media/image485.png"/><Relationship Id="rId12" Type="http://schemas.openxmlformats.org/officeDocument/2006/relationships/image" Target="../media/image367.png"/><Relationship Id="rId108" Type="http://schemas.openxmlformats.org/officeDocument/2006/relationships/image" Target="../media/image415.png"/><Relationship Id="rId315" Type="http://schemas.openxmlformats.org/officeDocument/2006/relationships/customXml" Target="../ink/ink605.xml"/><Relationship Id="rId357" Type="http://schemas.openxmlformats.org/officeDocument/2006/relationships/customXml" Target="../ink/ink626.xml"/><Relationship Id="rId54" Type="http://schemas.openxmlformats.org/officeDocument/2006/relationships/image" Target="../media/image388.png"/><Relationship Id="rId96" Type="http://schemas.openxmlformats.org/officeDocument/2006/relationships/image" Target="../media/image409.png"/><Relationship Id="rId161" Type="http://schemas.openxmlformats.org/officeDocument/2006/relationships/customXml" Target="../ink/ink528.xml"/><Relationship Id="rId217" Type="http://schemas.openxmlformats.org/officeDocument/2006/relationships/customXml" Target="../ink/ink556.xml"/><Relationship Id="rId399" Type="http://schemas.openxmlformats.org/officeDocument/2006/relationships/customXml" Target="../ink/ink647.xml"/><Relationship Id="rId259" Type="http://schemas.openxmlformats.org/officeDocument/2006/relationships/customXml" Target="../ink/ink577.xml"/><Relationship Id="rId23" Type="http://schemas.openxmlformats.org/officeDocument/2006/relationships/customXml" Target="../ink/ink459.xml"/><Relationship Id="rId119" Type="http://schemas.openxmlformats.org/officeDocument/2006/relationships/customXml" Target="../ink/ink507.xml"/><Relationship Id="rId270" Type="http://schemas.openxmlformats.org/officeDocument/2006/relationships/image" Target="../media/image496.png"/><Relationship Id="rId326" Type="http://schemas.openxmlformats.org/officeDocument/2006/relationships/image" Target="../media/image524.png"/><Relationship Id="rId65" Type="http://schemas.openxmlformats.org/officeDocument/2006/relationships/customXml" Target="../ink/ink480.xml"/><Relationship Id="rId130" Type="http://schemas.openxmlformats.org/officeDocument/2006/relationships/image" Target="../media/image426.png"/><Relationship Id="rId368" Type="http://schemas.openxmlformats.org/officeDocument/2006/relationships/image" Target="../media/image545.png"/><Relationship Id="rId172" Type="http://schemas.openxmlformats.org/officeDocument/2006/relationships/image" Target="../media/image447.png"/><Relationship Id="rId228" Type="http://schemas.openxmlformats.org/officeDocument/2006/relationships/image" Target="../media/image475.png"/><Relationship Id="rId281" Type="http://schemas.openxmlformats.org/officeDocument/2006/relationships/customXml" Target="../ink/ink588.xml"/><Relationship Id="rId337" Type="http://schemas.openxmlformats.org/officeDocument/2006/relationships/customXml" Target="../ink/ink616.xml"/><Relationship Id="rId34" Type="http://schemas.openxmlformats.org/officeDocument/2006/relationships/image" Target="../media/image378.png"/><Relationship Id="rId76" Type="http://schemas.openxmlformats.org/officeDocument/2006/relationships/image" Target="../media/image399.png"/><Relationship Id="rId141" Type="http://schemas.openxmlformats.org/officeDocument/2006/relationships/customXml" Target="../ink/ink518.xml"/><Relationship Id="rId379" Type="http://schemas.openxmlformats.org/officeDocument/2006/relationships/customXml" Target="../ink/ink637.xml"/><Relationship Id="rId7" Type="http://schemas.openxmlformats.org/officeDocument/2006/relationships/customXml" Target="../ink/ink451.xml"/><Relationship Id="rId183" Type="http://schemas.openxmlformats.org/officeDocument/2006/relationships/customXml" Target="../ink/ink539.xml"/><Relationship Id="rId239" Type="http://schemas.openxmlformats.org/officeDocument/2006/relationships/customXml" Target="../ink/ink567.xml"/><Relationship Id="rId390" Type="http://schemas.openxmlformats.org/officeDocument/2006/relationships/image" Target="../media/image556.png"/><Relationship Id="rId250" Type="http://schemas.openxmlformats.org/officeDocument/2006/relationships/image" Target="../media/image486.png"/><Relationship Id="rId292" Type="http://schemas.openxmlformats.org/officeDocument/2006/relationships/image" Target="../media/image507.png"/><Relationship Id="rId306" Type="http://schemas.openxmlformats.org/officeDocument/2006/relationships/image" Target="../media/image514.png"/><Relationship Id="rId45" Type="http://schemas.openxmlformats.org/officeDocument/2006/relationships/customXml" Target="../ink/ink470.xml"/><Relationship Id="rId87" Type="http://schemas.openxmlformats.org/officeDocument/2006/relationships/customXml" Target="../ink/ink491.xml"/><Relationship Id="rId110" Type="http://schemas.openxmlformats.org/officeDocument/2006/relationships/image" Target="../media/image416.png"/><Relationship Id="rId348" Type="http://schemas.openxmlformats.org/officeDocument/2006/relationships/image" Target="../media/image535.png"/><Relationship Id="rId152" Type="http://schemas.openxmlformats.org/officeDocument/2006/relationships/image" Target="../media/image437.png"/><Relationship Id="rId194" Type="http://schemas.openxmlformats.org/officeDocument/2006/relationships/image" Target="../media/image458.png"/><Relationship Id="rId208" Type="http://schemas.openxmlformats.org/officeDocument/2006/relationships/image" Target="../media/image465.png"/><Relationship Id="rId261" Type="http://schemas.openxmlformats.org/officeDocument/2006/relationships/customXml" Target="../ink/ink578.xml"/><Relationship Id="rId14" Type="http://schemas.openxmlformats.org/officeDocument/2006/relationships/image" Target="../media/image368.png"/><Relationship Id="rId56" Type="http://schemas.openxmlformats.org/officeDocument/2006/relationships/image" Target="../media/image389.png"/><Relationship Id="rId317" Type="http://schemas.openxmlformats.org/officeDocument/2006/relationships/customXml" Target="../ink/ink606.xml"/><Relationship Id="rId359" Type="http://schemas.openxmlformats.org/officeDocument/2006/relationships/customXml" Target="../ink/ink627.xml"/><Relationship Id="rId98" Type="http://schemas.openxmlformats.org/officeDocument/2006/relationships/image" Target="../media/image410.png"/><Relationship Id="rId121" Type="http://schemas.openxmlformats.org/officeDocument/2006/relationships/customXml" Target="../ink/ink508.xml"/><Relationship Id="rId163" Type="http://schemas.openxmlformats.org/officeDocument/2006/relationships/customXml" Target="../ink/ink529.xml"/><Relationship Id="rId219" Type="http://schemas.openxmlformats.org/officeDocument/2006/relationships/customXml" Target="../ink/ink557.xml"/><Relationship Id="rId370" Type="http://schemas.openxmlformats.org/officeDocument/2006/relationships/image" Target="../media/image546.png"/><Relationship Id="rId230" Type="http://schemas.openxmlformats.org/officeDocument/2006/relationships/image" Target="../media/image476.png"/><Relationship Id="rId25" Type="http://schemas.openxmlformats.org/officeDocument/2006/relationships/customXml" Target="../ink/ink460.xml"/><Relationship Id="rId67" Type="http://schemas.openxmlformats.org/officeDocument/2006/relationships/customXml" Target="../ink/ink481.xml"/><Relationship Id="rId272" Type="http://schemas.openxmlformats.org/officeDocument/2006/relationships/image" Target="../media/image497.png"/><Relationship Id="rId328" Type="http://schemas.openxmlformats.org/officeDocument/2006/relationships/image" Target="../media/image525.png"/><Relationship Id="rId132" Type="http://schemas.openxmlformats.org/officeDocument/2006/relationships/image" Target="../media/image427.png"/><Relationship Id="rId174" Type="http://schemas.openxmlformats.org/officeDocument/2006/relationships/image" Target="../media/image448.png"/><Relationship Id="rId381" Type="http://schemas.openxmlformats.org/officeDocument/2006/relationships/customXml" Target="../ink/ink638.xml"/><Relationship Id="rId241" Type="http://schemas.openxmlformats.org/officeDocument/2006/relationships/customXml" Target="../ink/ink568.xml"/><Relationship Id="rId36" Type="http://schemas.openxmlformats.org/officeDocument/2006/relationships/image" Target="../media/image379.png"/><Relationship Id="rId283" Type="http://schemas.openxmlformats.org/officeDocument/2006/relationships/customXml" Target="../ink/ink589.xml"/><Relationship Id="rId339" Type="http://schemas.openxmlformats.org/officeDocument/2006/relationships/customXml" Target="../ink/ink617.xml"/><Relationship Id="rId78" Type="http://schemas.openxmlformats.org/officeDocument/2006/relationships/image" Target="../media/image400.png"/><Relationship Id="rId101" Type="http://schemas.openxmlformats.org/officeDocument/2006/relationships/customXml" Target="../ink/ink498.xml"/><Relationship Id="rId143" Type="http://schemas.openxmlformats.org/officeDocument/2006/relationships/customXml" Target="../ink/ink519.xml"/><Relationship Id="rId185" Type="http://schemas.openxmlformats.org/officeDocument/2006/relationships/customXml" Target="../ink/ink540.xml"/><Relationship Id="rId350" Type="http://schemas.openxmlformats.org/officeDocument/2006/relationships/image" Target="../media/image536.png"/><Relationship Id="rId9" Type="http://schemas.openxmlformats.org/officeDocument/2006/relationships/customXml" Target="../ink/ink452.xml"/><Relationship Id="rId210" Type="http://schemas.openxmlformats.org/officeDocument/2006/relationships/image" Target="../media/image466.png"/><Relationship Id="rId392" Type="http://schemas.openxmlformats.org/officeDocument/2006/relationships/image" Target="../media/image557.png"/><Relationship Id="rId252" Type="http://schemas.openxmlformats.org/officeDocument/2006/relationships/image" Target="../media/image487.png"/><Relationship Id="rId294" Type="http://schemas.openxmlformats.org/officeDocument/2006/relationships/image" Target="../media/image508.png"/><Relationship Id="rId308" Type="http://schemas.openxmlformats.org/officeDocument/2006/relationships/image" Target="../media/image515.png"/><Relationship Id="rId47" Type="http://schemas.openxmlformats.org/officeDocument/2006/relationships/customXml" Target="../ink/ink471.xml"/><Relationship Id="rId89" Type="http://schemas.openxmlformats.org/officeDocument/2006/relationships/customXml" Target="../ink/ink492.xml"/><Relationship Id="rId112" Type="http://schemas.openxmlformats.org/officeDocument/2006/relationships/image" Target="../media/image417.png"/><Relationship Id="rId154" Type="http://schemas.openxmlformats.org/officeDocument/2006/relationships/image" Target="../media/image438.png"/><Relationship Id="rId361" Type="http://schemas.openxmlformats.org/officeDocument/2006/relationships/customXml" Target="../ink/ink628.xml"/><Relationship Id="rId196" Type="http://schemas.openxmlformats.org/officeDocument/2006/relationships/image" Target="../media/image459.png"/><Relationship Id="rId16" Type="http://schemas.openxmlformats.org/officeDocument/2006/relationships/image" Target="../media/image369.png"/><Relationship Id="rId221" Type="http://schemas.openxmlformats.org/officeDocument/2006/relationships/customXml" Target="../ink/ink558.xml"/><Relationship Id="rId263" Type="http://schemas.openxmlformats.org/officeDocument/2006/relationships/customXml" Target="../ink/ink579.xml"/><Relationship Id="rId319" Type="http://schemas.openxmlformats.org/officeDocument/2006/relationships/customXml" Target="../ink/ink607.xml"/><Relationship Id="rId58" Type="http://schemas.openxmlformats.org/officeDocument/2006/relationships/image" Target="../media/image390.png"/><Relationship Id="rId123" Type="http://schemas.openxmlformats.org/officeDocument/2006/relationships/customXml" Target="../ink/ink509.xml"/><Relationship Id="rId330" Type="http://schemas.openxmlformats.org/officeDocument/2006/relationships/image" Target="../media/image526.png"/><Relationship Id="rId90" Type="http://schemas.openxmlformats.org/officeDocument/2006/relationships/image" Target="../media/image406.png"/><Relationship Id="rId165" Type="http://schemas.openxmlformats.org/officeDocument/2006/relationships/customXml" Target="../ink/ink530.xml"/><Relationship Id="rId186" Type="http://schemas.openxmlformats.org/officeDocument/2006/relationships/image" Target="../media/image454.png"/><Relationship Id="rId351" Type="http://schemas.openxmlformats.org/officeDocument/2006/relationships/customXml" Target="../ink/ink623.xml"/><Relationship Id="rId372" Type="http://schemas.openxmlformats.org/officeDocument/2006/relationships/image" Target="../media/image547.png"/><Relationship Id="rId393" Type="http://schemas.openxmlformats.org/officeDocument/2006/relationships/customXml" Target="../ink/ink644.xml"/><Relationship Id="rId211" Type="http://schemas.openxmlformats.org/officeDocument/2006/relationships/customXml" Target="../ink/ink553.xml"/><Relationship Id="rId232" Type="http://schemas.openxmlformats.org/officeDocument/2006/relationships/image" Target="../media/image477.png"/><Relationship Id="rId253" Type="http://schemas.openxmlformats.org/officeDocument/2006/relationships/customXml" Target="../ink/ink574.xml"/><Relationship Id="rId274" Type="http://schemas.openxmlformats.org/officeDocument/2006/relationships/image" Target="../media/image498.png"/><Relationship Id="rId295" Type="http://schemas.openxmlformats.org/officeDocument/2006/relationships/customXml" Target="../ink/ink595.xml"/><Relationship Id="rId309" Type="http://schemas.openxmlformats.org/officeDocument/2006/relationships/customXml" Target="../ink/ink602.xml"/><Relationship Id="rId27" Type="http://schemas.openxmlformats.org/officeDocument/2006/relationships/customXml" Target="../ink/ink461.xml"/><Relationship Id="rId48" Type="http://schemas.openxmlformats.org/officeDocument/2006/relationships/image" Target="../media/image385.png"/><Relationship Id="rId69" Type="http://schemas.openxmlformats.org/officeDocument/2006/relationships/customXml" Target="../ink/ink482.xml"/><Relationship Id="rId113" Type="http://schemas.openxmlformats.org/officeDocument/2006/relationships/customXml" Target="../ink/ink504.xml"/><Relationship Id="rId134" Type="http://schemas.openxmlformats.org/officeDocument/2006/relationships/image" Target="../media/image428.png"/><Relationship Id="rId320" Type="http://schemas.openxmlformats.org/officeDocument/2006/relationships/image" Target="../media/image521.png"/><Relationship Id="rId80" Type="http://schemas.openxmlformats.org/officeDocument/2006/relationships/image" Target="../media/image401.png"/><Relationship Id="rId155" Type="http://schemas.openxmlformats.org/officeDocument/2006/relationships/customXml" Target="../ink/ink525.xml"/><Relationship Id="rId176" Type="http://schemas.openxmlformats.org/officeDocument/2006/relationships/image" Target="../media/image449.png"/><Relationship Id="rId197" Type="http://schemas.openxmlformats.org/officeDocument/2006/relationships/customXml" Target="../ink/ink546.xml"/><Relationship Id="rId341" Type="http://schemas.openxmlformats.org/officeDocument/2006/relationships/customXml" Target="../ink/ink618.xml"/><Relationship Id="rId362" Type="http://schemas.openxmlformats.org/officeDocument/2006/relationships/image" Target="../media/image542.png"/><Relationship Id="rId383" Type="http://schemas.openxmlformats.org/officeDocument/2006/relationships/customXml" Target="../ink/ink639.xml"/><Relationship Id="rId201" Type="http://schemas.openxmlformats.org/officeDocument/2006/relationships/customXml" Target="../ink/ink548.xml"/><Relationship Id="rId222" Type="http://schemas.openxmlformats.org/officeDocument/2006/relationships/image" Target="../media/image472.png"/><Relationship Id="rId243" Type="http://schemas.openxmlformats.org/officeDocument/2006/relationships/customXml" Target="../ink/ink569.xml"/><Relationship Id="rId264" Type="http://schemas.openxmlformats.org/officeDocument/2006/relationships/image" Target="../media/image493.png"/><Relationship Id="rId285" Type="http://schemas.openxmlformats.org/officeDocument/2006/relationships/customXml" Target="../ink/ink590.xml"/><Relationship Id="rId17" Type="http://schemas.openxmlformats.org/officeDocument/2006/relationships/customXml" Target="../ink/ink456.xml"/><Relationship Id="rId38" Type="http://schemas.openxmlformats.org/officeDocument/2006/relationships/image" Target="../media/image380.png"/><Relationship Id="rId59" Type="http://schemas.openxmlformats.org/officeDocument/2006/relationships/customXml" Target="../ink/ink477.xml"/><Relationship Id="rId103" Type="http://schemas.openxmlformats.org/officeDocument/2006/relationships/customXml" Target="../ink/ink499.xml"/><Relationship Id="rId124" Type="http://schemas.openxmlformats.org/officeDocument/2006/relationships/image" Target="../media/image423.png"/><Relationship Id="rId310" Type="http://schemas.openxmlformats.org/officeDocument/2006/relationships/image" Target="../media/image516.png"/><Relationship Id="rId70" Type="http://schemas.openxmlformats.org/officeDocument/2006/relationships/image" Target="../media/image396.png"/><Relationship Id="rId91" Type="http://schemas.openxmlformats.org/officeDocument/2006/relationships/customXml" Target="../ink/ink493.xml"/><Relationship Id="rId145" Type="http://schemas.openxmlformats.org/officeDocument/2006/relationships/customXml" Target="../ink/ink520.xml"/><Relationship Id="rId166" Type="http://schemas.openxmlformats.org/officeDocument/2006/relationships/image" Target="../media/image444.png"/><Relationship Id="rId187" Type="http://schemas.openxmlformats.org/officeDocument/2006/relationships/customXml" Target="../ink/ink541.xml"/><Relationship Id="rId331" Type="http://schemas.openxmlformats.org/officeDocument/2006/relationships/customXml" Target="../ink/ink613.xml"/><Relationship Id="rId352" Type="http://schemas.openxmlformats.org/officeDocument/2006/relationships/image" Target="../media/image537.png"/><Relationship Id="rId373" Type="http://schemas.openxmlformats.org/officeDocument/2006/relationships/customXml" Target="../ink/ink634.xml"/><Relationship Id="rId394" Type="http://schemas.openxmlformats.org/officeDocument/2006/relationships/image" Target="../media/image558.png"/><Relationship Id="rId1" Type="http://schemas.openxmlformats.org/officeDocument/2006/relationships/slideLayout" Target="../slideLayouts/slideLayout1.xml"/><Relationship Id="rId212" Type="http://schemas.openxmlformats.org/officeDocument/2006/relationships/image" Target="../media/image467.png"/><Relationship Id="rId233" Type="http://schemas.openxmlformats.org/officeDocument/2006/relationships/customXml" Target="../ink/ink564.xml"/><Relationship Id="rId254" Type="http://schemas.openxmlformats.org/officeDocument/2006/relationships/image" Target="../media/image488.png"/><Relationship Id="rId28" Type="http://schemas.openxmlformats.org/officeDocument/2006/relationships/image" Target="../media/image375.png"/><Relationship Id="rId49" Type="http://schemas.openxmlformats.org/officeDocument/2006/relationships/customXml" Target="../ink/ink472.xml"/><Relationship Id="rId114" Type="http://schemas.openxmlformats.org/officeDocument/2006/relationships/image" Target="../media/image418.png"/><Relationship Id="rId275" Type="http://schemas.openxmlformats.org/officeDocument/2006/relationships/customXml" Target="../ink/ink585.xml"/><Relationship Id="rId296" Type="http://schemas.openxmlformats.org/officeDocument/2006/relationships/image" Target="../media/image509.png"/><Relationship Id="rId300" Type="http://schemas.openxmlformats.org/officeDocument/2006/relationships/image" Target="../media/image511.png"/><Relationship Id="rId60" Type="http://schemas.openxmlformats.org/officeDocument/2006/relationships/image" Target="../media/image391.png"/><Relationship Id="rId81" Type="http://schemas.openxmlformats.org/officeDocument/2006/relationships/customXml" Target="../ink/ink488.xml"/><Relationship Id="rId135" Type="http://schemas.openxmlformats.org/officeDocument/2006/relationships/customXml" Target="../ink/ink515.xml"/><Relationship Id="rId156" Type="http://schemas.openxmlformats.org/officeDocument/2006/relationships/image" Target="../media/image439.png"/><Relationship Id="rId177" Type="http://schemas.openxmlformats.org/officeDocument/2006/relationships/customXml" Target="../ink/ink536.xml"/><Relationship Id="rId198" Type="http://schemas.openxmlformats.org/officeDocument/2006/relationships/image" Target="../media/image460.png"/><Relationship Id="rId321" Type="http://schemas.openxmlformats.org/officeDocument/2006/relationships/customXml" Target="../ink/ink608.xml"/><Relationship Id="rId342" Type="http://schemas.openxmlformats.org/officeDocument/2006/relationships/image" Target="../media/image532.png"/><Relationship Id="rId363" Type="http://schemas.openxmlformats.org/officeDocument/2006/relationships/customXml" Target="../ink/ink629.xml"/><Relationship Id="rId384" Type="http://schemas.openxmlformats.org/officeDocument/2006/relationships/image" Target="../media/image553.png"/><Relationship Id="rId202" Type="http://schemas.openxmlformats.org/officeDocument/2006/relationships/image" Target="../media/image462.png"/><Relationship Id="rId223" Type="http://schemas.openxmlformats.org/officeDocument/2006/relationships/customXml" Target="../ink/ink559.xml"/><Relationship Id="rId244" Type="http://schemas.openxmlformats.org/officeDocument/2006/relationships/image" Target="../media/image483.png"/><Relationship Id="rId18" Type="http://schemas.openxmlformats.org/officeDocument/2006/relationships/image" Target="../media/image370.png"/><Relationship Id="rId39" Type="http://schemas.openxmlformats.org/officeDocument/2006/relationships/customXml" Target="../ink/ink467.xml"/><Relationship Id="rId265" Type="http://schemas.openxmlformats.org/officeDocument/2006/relationships/customXml" Target="../ink/ink580.xml"/><Relationship Id="rId286" Type="http://schemas.openxmlformats.org/officeDocument/2006/relationships/image" Target="../media/image504.png"/><Relationship Id="rId50" Type="http://schemas.openxmlformats.org/officeDocument/2006/relationships/image" Target="../media/image386.png"/><Relationship Id="rId104" Type="http://schemas.openxmlformats.org/officeDocument/2006/relationships/image" Target="../media/image413.png"/><Relationship Id="rId125" Type="http://schemas.openxmlformats.org/officeDocument/2006/relationships/customXml" Target="../ink/ink510.xml"/><Relationship Id="rId146" Type="http://schemas.openxmlformats.org/officeDocument/2006/relationships/image" Target="../media/image434.png"/><Relationship Id="rId167" Type="http://schemas.openxmlformats.org/officeDocument/2006/relationships/customXml" Target="../ink/ink531.xml"/><Relationship Id="rId188" Type="http://schemas.openxmlformats.org/officeDocument/2006/relationships/image" Target="../media/image455.png"/><Relationship Id="rId311" Type="http://schemas.openxmlformats.org/officeDocument/2006/relationships/customXml" Target="../ink/ink603.xml"/><Relationship Id="rId332" Type="http://schemas.openxmlformats.org/officeDocument/2006/relationships/image" Target="../media/image527.png"/><Relationship Id="rId353" Type="http://schemas.openxmlformats.org/officeDocument/2006/relationships/customXml" Target="../ink/ink624.xml"/><Relationship Id="rId374" Type="http://schemas.openxmlformats.org/officeDocument/2006/relationships/image" Target="../media/image548.png"/><Relationship Id="rId395" Type="http://schemas.openxmlformats.org/officeDocument/2006/relationships/customXml" Target="../ink/ink645.xml"/><Relationship Id="rId71" Type="http://schemas.openxmlformats.org/officeDocument/2006/relationships/customXml" Target="../ink/ink483.xml"/><Relationship Id="rId92" Type="http://schemas.openxmlformats.org/officeDocument/2006/relationships/image" Target="../media/image407.png"/><Relationship Id="rId213" Type="http://schemas.openxmlformats.org/officeDocument/2006/relationships/customXml" Target="../ink/ink554.xml"/><Relationship Id="rId234" Type="http://schemas.openxmlformats.org/officeDocument/2006/relationships/image" Target="../media/image478.png"/><Relationship Id="rId2" Type="http://schemas.openxmlformats.org/officeDocument/2006/relationships/image" Target="../media/image362.png"/><Relationship Id="rId29" Type="http://schemas.openxmlformats.org/officeDocument/2006/relationships/customXml" Target="../ink/ink462.xml"/><Relationship Id="rId255" Type="http://schemas.openxmlformats.org/officeDocument/2006/relationships/customXml" Target="../ink/ink575.xml"/><Relationship Id="rId276" Type="http://schemas.openxmlformats.org/officeDocument/2006/relationships/image" Target="../media/image499.png"/><Relationship Id="rId297" Type="http://schemas.openxmlformats.org/officeDocument/2006/relationships/customXml" Target="../ink/ink596.xml"/><Relationship Id="rId40" Type="http://schemas.openxmlformats.org/officeDocument/2006/relationships/image" Target="../media/image381.png"/><Relationship Id="rId115" Type="http://schemas.openxmlformats.org/officeDocument/2006/relationships/customXml" Target="../ink/ink505.xml"/><Relationship Id="rId136" Type="http://schemas.openxmlformats.org/officeDocument/2006/relationships/image" Target="../media/image429.png"/><Relationship Id="rId157" Type="http://schemas.openxmlformats.org/officeDocument/2006/relationships/customXml" Target="../ink/ink526.xml"/><Relationship Id="rId178" Type="http://schemas.openxmlformats.org/officeDocument/2006/relationships/image" Target="../media/image450.png"/><Relationship Id="rId301" Type="http://schemas.openxmlformats.org/officeDocument/2006/relationships/customXml" Target="../ink/ink598.xml"/><Relationship Id="rId322" Type="http://schemas.openxmlformats.org/officeDocument/2006/relationships/image" Target="../media/image522.png"/><Relationship Id="rId343" Type="http://schemas.openxmlformats.org/officeDocument/2006/relationships/customXml" Target="../ink/ink619.xml"/><Relationship Id="rId364" Type="http://schemas.openxmlformats.org/officeDocument/2006/relationships/image" Target="../media/image543.png"/><Relationship Id="rId61" Type="http://schemas.openxmlformats.org/officeDocument/2006/relationships/customXml" Target="../ink/ink478.xml"/><Relationship Id="rId82" Type="http://schemas.openxmlformats.org/officeDocument/2006/relationships/image" Target="../media/image402.png"/><Relationship Id="rId199" Type="http://schemas.openxmlformats.org/officeDocument/2006/relationships/customXml" Target="../ink/ink547.xml"/><Relationship Id="rId203" Type="http://schemas.openxmlformats.org/officeDocument/2006/relationships/customXml" Target="../ink/ink549.xml"/><Relationship Id="rId385" Type="http://schemas.openxmlformats.org/officeDocument/2006/relationships/customXml" Target="../ink/ink640.xml"/><Relationship Id="rId19" Type="http://schemas.openxmlformats.org/officeDocument/2006/relationships/customXml" Target="../ink/ink457.xml"/><Relationship Id="rId224" Type="http://schemas.openxmlformats.org/officeDocument/2006/relationships/image" Target="../media/image473.png"/><Relationship Id="rId245" Type="http://schemas.openxmlformats.org/officeDocument/2006/relationships/customXml" Target="../ink/ink570.xml"/><Relationship Id="rId266" Type="http://schemas.openxmlformats.org/officeDocument/2006/relationships/image" Target="../media/image494.png"/><Relationship Id="rId287" Type="http://schemas.openxmlformats.org/officeDocument/2006/relationships/customXml" Target="../ink/ink591.xml"/><Relationship Id="rId30" Type="http://schemas.openxmlformats.org/officeDocument/2006/relationships/image" Target="../media/image376.png"/><Relationship Id="rId105" Type="http://schemas.openxmlformats.org/officeDocument/2006/relationships/customXml" Target="../ink/ink500.xml"/><Relationship Id="rId126" Type="http://schemas.openxmlformats.org/officeDocument/2006/relationships/image" Target="../media/image424.png"/><Relationship Id="rId147" Type="http://schemas.openxmlformats.org/officeDocument/2006/relationships/customXml" Target="../ink/ink521.xml"/><Relationship Id="rId168" Type="http://schemas.openxmlformats.org/officeDocument/2006/relationships/image" Target="../media/image445.png"/><Relationship Id="rId312" Type="http://schemas.openxmlformats.org/officeDocument/2006/relationships/image" Target="../media/image517.png"/><Relationship Id="rId333" Type="http://schemas.openxmlformats.org/officeDocument/2006/relationships/customXml" Target="../ink/ink614.xml"/><Relationship Id="rId354" Type="http://schemas.openxmlformats.org/officeDocument/2006/relationships/image" Target="../media/image538.png"/><Relationship Id="rId51" Type="http://schemas.openxmlformats.org/officeDocument/2006/relationships/customXml" Target="../ink/ink473.xml"/><Relationship Id="rId72" Type="http://schemas.openxmlformats.org/officeDocument/2006/relationships/image" Target="../media/image397.png"/><Relationship Id="rId93" Type="http://schemas.openxmlformats.org/officeDocument/2006/relationships/customXml" Target="../ink/ink494.xml"/><Relationship Id="rId189" Type="http://schemas.openxmlformats.org/officeDocument/2006/relationships/customXml" Target="../ink/ink542.xml"/><Relationship Id="rId375" Type="http://schemas.openxmlformats.org/officeDocument/2006/relationships/customXml" Target="../ink/ink635.xml"/><Relationship Id="rId396" Type="http://schemas.openxmlformats.org/officeDocument/2006/relationships/image" Target="../media/image559.png"/><Relationship Id="rId3" Type="http://schemas.openxmlformats.org/officeDocument/2006/relationships/customXml" Target="../ink/ink449.xml"/><Relationship Id="rId214" Type="http://schemas.openxmlformats.org/officeDocument/2006/relationships/image" Target="../media/image468.png"/><Relationship Id="rId235" Type="http://schemas.openxmlformats.org/officeDocument/2006/relationships/customXml" Target="../ink/ink565.xml"/><Relationship Id="rId256" Type="http://schemas.openxmlformats.org/officeDocument/2006/relationships/image" Target="../media/image489.png"/><Relationship Id="rId277" Type="http://schemas.openxmlformats.org/officeDocument/2006/relationships/customXml" Target="../ink/ink586.xml"/><Relationship Id="rId298" Type="http://schemas.openxmlformats.org/officeDocument/2006/relationships/image" Target="../media/image510.png"/><Relationship Id="rId400" Type="http://schemas.openxmlformats.org/officeDocument/2006/relationships/image" Target="../media/image561.png"/><Relationship Id="rId116" Type="http://schemas.openxmlformats.org/officeDocument/2006/relationships/image" Target="../media/image419.png"/><Relationship Id="rId137" Type="http://schemas.openxmlformats.org/officeDocument/2006/relationships/customXml" Target="../ink/ink516.xml"/><Relationship Id="rId158" Type="http://schemas.openxmlformats.org/officeDocument/2006/relationships/image" Target="../media/image440.png"/><Relationship Id="rId302" Type="http://schemas.openxmlformats.org/officeDocument/2006/relationships/image" Target="../media/image512.png"/><Relationship Id="rId323" Type="http://schemas.openxmlformats.org/officeDocument/2006/relationships/customXml" Target="../ink/ink609.xml"/><Relationship Id="rId344" Type="http://schemas.openxmlformats.org/officeDocument/2006/relationships/image" Target="../media/image533.png"/><Relationship Id="rId20" Type="http://schemas.openxmlformats.org/officeDocument/2006/relationships/image" Target="../media/image371.png"/><Relationship Id="rId41" Type="http://schemas.openxmlformats.org/officeDocument/2006/relationships/customXml" Target="../ink/ink468.xml"/><Relationship Id="rId62" Type="http://schemas.openxmlformats.org/officeDocument/2006/relationships/image" Target="../media/image392.png"/><Relationship Id="rId83" Type="http://schemas.openxmlformats.org/officeDocument/2006/relationships/customXml" Target="../ink/ink489.xml"/><Relationship Id="rId179" Type="http://schemas.openxmlformats.org/officeDocument/2006/relationships/customXml" Target="../ink/ink537.xml"/><Relationship Id="rId365" Type="http://schemas.openxmlformats.org/officeDocument/2006/relationships/customXml" Target="../ink/ink630.xml"/><Relationship Id="rId386" Type="http://schemas.openxmlformats.org/officeDocument/2006/relationships/image" Target="../media/image554.png"/><Relationship Id="rId190" Type="http://schemas.openxmlformats.org/officeDocument/2006/relationships/image" Target="../media/image456.png"/><Relationship Id="rId204" Type="http://schemas.openxmlformats.org/officeDocument/2006/relationships/image" Target="../media/image463.png"/><Relationship Id="rId225" Type="http://schemas.openxmlformats.org/officeDocument/2006/relationships/customXml" Target="../ink/ink560.xml"/><Relationship Id="rId246" Type="http://schemas.openxmlformats.org/officeDocument/2006/relationships/image" Target="../media/image484.png"/><Relationship Id="rId267" Type="http://schemas.openxmlformats.org/officeDocument/2006/relationships/customXml" Target="../ink/ink581.xml"/><Relationship Id="rId288" Type="http://schemas.openxmlformats.org/officeDocument/2006/relationships/image" Target="../media/image505.png"/><Relationship Id="rId106" Type="http://schemas.openxmlformats.org/officeDocument/2006/relationships/image" Target="../media/image414.png"/><Relationship Id="rId127" Type="http://schemas.openxmlformats.org/officeDocument/2006/relationships/customXml" Target="../ink/ink511.xml"/><Relationship Id="rId313" Type="http://schemas.openxmlformats.org/officeDocument/2006/relationships/customXml" Target="../ink/ink604.xml"/><Relationship Id="rId10" Type="http://schemas.openxmlformats.org/officeDocument/2006/relationships/image" Target="../media/image366.png"/><Relationship Id="rId31" Type="http://schemas.openxmlformats.org/officeDocument/2006/relationships/customXml" Target="../ink/ink463.xml"/><Relationship Id="rId52" Type="http://schemas.openxmlformats.org/officeDocument/2006/relationships/image" Target="../media/image387.png"/><Relationship Id="rId73" Type="http://schemas.openxmlformats.org/officeDocument/2006/relationships/customXml" Target="../ink/ink484.xml"/><Relationship Id="rId94" Type="http://schemas.openxmlformats.org/officeDocument/2006/relationships/image" Target="../media/image408.png"/><Relationship Id="rId148" Type="http://schemas.openxmlformats.org/officeDocument/2006/relationships/image" Target="../media/image435.png"/><Relationship Id="rId169" Type="http://schemas.openxmlformats.org/officeDocument/2006/relationships/customXml" Target="../ink/ink532.xml"/><Relationship Id="rId334" Type="http://schemas.openxmlformats.org/officeDocument/2006/relationships/image" Target="../media/image528.png"/><Relationship Id="rId355" Type="http://schemas.openxmlformats.org/officeDocument/2006/relationships/customXml" Target="../ink/ink625.xml"/><Relationship Id="rId376" Type="http://schemas.openxmlformats.org/officeDocument/2006/relationships/image" Target="../media/image549.png"/><Relationship Id="rId397" Type="http://schemas.openxmlformats.org/officeDocument/2006/relationships/customXml" Target="../ink/ink646.xml"/><Relationship Id="rId4" Type="http://schemas.openxmlformats.org/officeDocument/2006/relationships/image" Target="../media/image363.png"/><Relationship Id="rId180" Type="http://schemas.openxmlformats.org/officeDocument/2006/relationships/image" Target="../media/image451.png"/><Relationship Id="rId215" Type="http://schemas.openxmlformats.org/officeDocument/2006/relationships/customXml" Target="../ink/ink555.xml"/><Relationship Id="rId236" Type="http://schemas.openxmlformats.org/officeDocument/2006/relationships/image" Target="../media/image479.png"/><Relationship Id="rId257" Type="http://schemas.openxmlformats.org/officeDocument/2006/relationships/customXml" Target="../ink/ink576.xml"/><Relationship Id="rId278" Type="http://schemas.openxmlformats.org/officeDocument/2006/relationships/image" Target="../media/image500.png"/><Relationship Id="rId401" Type="http://schemas.openxmlformats.org/officeDocument/2006/relationships/customXml" Target="../ink/ink648.xml"/><Relationship Id="rId303" Type="http://schemas.openxmlformats.org/officeDocument/2006/relationships/customXml" Target="../ink/ink599.xml"/><Relationship Id="rId42" Type="http://schemas.openxmlformats.org/officeDocument/2006/relationships/image" Target="../media/image382.png"/><Relationship Id="rId84" Type="http://schemas.openxmlformats.org/officeDocument/2006/relationships/image" Target="../media/image403.png"/><Relationship Id="rId138" Type="http://schemas.openxmlformats.org/officeDocument/2006/relationships/image" Target="../media/image430.png"/><Relationship Id="rId345" Type="http://schemas.openxmlformats.org/officeDocument/2006/relationships/customXml" Target="../ink/ink620.xml"/><Relationship Id="rId387" Type="http://schemas.openxmlformats.org/officeDocument/2006/relationships/customXml" Target="../ink/ink641.xml"/><Relationship Id="rId191" Type="http://schemas.openxmlformats.org/officeDocument/2006/relationships/customXml" Target="../ink/ink543.xml"/><Relationship Id="rId205" Type="http://schemas.openxmlformats.org/officeDocument/2006/relationships/customXml" Target="../ink/ink550.xml"/><Relationship Id="rId247" Type="http://schemas.openxmlformats.org/officeDocument/2006/relationships/customXml" Target="../ink/ink571.xml"/><Relationship Id="rId107" Type="http://schemas.openxmlformats.org/officeDocument/2006/relationships/customXml" Target="../ink/ink501.xml"/><Relationship Id="rId289" Type="http://schemas.openxmlformats.org/officeDocument/2006/relationships/customXml" Target="../ink/ink592.xml"/><Relationship Id="rId11" Type="http://schemas.openxmlformats.org/officeDocument/2006/relationships/customXml" Target="../ink/ink453.xml"/><Relationship Id="rId53" Type="http://schemas.openxmlformats.org/officeDocument/2006/relationships/customXml" Target="../ink/ink474.xml"/><Relationship Id="rId149" Type="http://schemas.openxmlformats.org/officeDocument/2006/relationships/customXml" Target="../ink/ink522.xml"/><Relationship Id="rId314" Type="http://schemas.openxmlformats.org/officeDocument/2006/relationships/image" Target="../media/image518.png"/><Relationship Id="rId356" Type="http://schemas.openxmlformats.org/officeDocument/2006/relationships/image" Target="../media/image539.png"/><Relationship Id="rId398" Type="http://schemas.openxmlformats.org/officeDocument/2006/relationships/image" Target="../media/image560.png"/><Relationship Id="rId95" Type="http://schemas.openxmlformats.org/officeDocument/2006/relationships/customXml" Target="../ink/ink495.xml"/><Relationship Id="rId160" Type="http://schemas.openxmlformats.org/officeDocument/2006/relationships/image" Target="../media/image441.png"/><Relationship Id="rId216" Type="http://schemas.openxmlformats.org/officeDocument/2006/relationships/image" Target="../media/image469.png"/><Relationship Id="rId258" Type="http://schemas.openxmlformats.org/officeDocument/2006/relationships/image" Target="../media/image490.png"/><Relationship Id="rId22" Type="http://schemas.openxmlformats.org/officeDocument/2006/relationships/image" Target="../media/image372.png"/><Relationship Id="rId64" Type="http://schemas.openxmlformats.org/officeDocument/2006/relationships/image" Target="../media/image393.png"/><Relationship Id="rId118" Type="http://schemas.openxmlformats.org/officeDocument/2006/relationships/image" Target="../media/image420.png"/><Relationship Id="rId325" Type="http://schemas.openxmlformats.org/officeDocument/2006/relationships/customXml" Target="../ink/ink610.xml"/><Relationship Id="rId367" Type="http://schemas.openxmlformats.org/officeDocument/2006/relationships/customXml" Target="../ink/ink631.xml"/><Relationship Id="rId171" Type="http://schemas.openxmlformats.org/officeDocument/2006/relationships/customXml" Target="../ink/ink533.xml"/><Relationship Id="rId227" Type="http://schemas.openxmlformats.org/officeDocument/2006/relationships/customXml" Target="../ink/ink561.xml"/><Relationship Id="rId269" Type="http://schemas.openxmlformats.org/officeDocument/2006/relationships/customXml" Target="../ink/ink582.xml"/><Relationship Id="rId33" Type="http://schemas.openxmlformats.org/officeDocument/2006/relationships/customXml" Target="../ink/ink464.xml"/><Relationship Id="rId129" Type="http://schemas.openxmlformats.org/officeDocument/2006/relationships/customXml" Target="../ink/ink512.xml"/><Relationship Id="rId280" Type="http://schemas.openxmlformats.org/officeDocument/2006/relationships/image" Target="../media/image501.png"/><Relationship Id="rId336" Type="http://schemas.openxmlformats.org/officeDocument/2006/relationships/image" Target="../media/image529.png"/><Relationship Id="rId75" Type="http://schemas.openxmlformats.org/officeDocument/2006/relationships/customXml" Target="../ink/ink485.xml"/><Relationship Id="rId140" Type="http://schemas.openxmlformats.org/officeDocument/2006/relationships/image" Target="../media/image431.png"/><Relationship Id="rId182" Type="http://schemas.openxmlformats.org/officeDocument/2006/relationships/image" Target="../media/image452.png"/><Relationship Id="rId378" Type="http://schemas.openxmlformats.org/officeDocument/2006/relationships/image" Target="../media/image550.png"/><Relationship Id="rId6" Type="http://schemas.openxmlformats.org/officeDocument/2006/relationships/image" Target="../media/image364.png"/><Relationship Id="rId238" Type="http://schemas.openxmlformats.org/officeDocument/2006/relationships/image" Target="../media/image480.png"/><Relationship Id="rId291" Type="http://schemas.openxmlformats.org/officeDocument/2006/relationships/customXml" Target="../ink/ink593.xml"/><Relationship Id="rId305" Type="http://schemas.openxmlformats.org/officeDocument/2006/relationships/customXml" Target="../ink/ink600.xml"/><Relationship Id="rId347" Type="http://schemas.openxmlformats.org/officeDocument/2006/relationships/customXml" Target="../ink/ink621.xml"/><Relationship Id="rId44" Type="http://schemas.openxmlformats.org/officeDocument/2006/relationships/image" Target="../media/image383.png"/><Relationship Id="rId86" Type="http://schemas.openxmlformats.org/officeDocument/2006/relationships/image" Target="../media/image404.png"/><Relationship Id="rId151" Type="http://schemas.openxmlformats.org/officeDocument/2006/relationships/customXml" Target="../ink/ink523.xml"/><Relationship Id="rId389" Type="http://schemas.openxmlformats.org/officeDocument/2006/relationships/customXml" Target="../ink/ink642.xml"/><Relationship Id="rId193" Type="http://schemas.openxmlformats.org/officeDocument/2006/relationships/customXml" Target="../ink/ink544.xml"/><Relationship Id="rId207" Type="http://schemas.openxmlformats.org/officeDocument/2006/relationships/customXml" Target="../ink/ink551.xml"/><Relationship Id="rId249" Type="http://schemas.openxmlformats.org/officeDocument/2006/relationships/customXml" Target="../ink/ink572.xml"/><Relationship Id="rId13" Type="http://schemas.openxmlformats.org/officeDocument/2006/relationships/customXml" Target="../ink/ink454.xml"/><Relationship Id="rId109" Type="http://schemas.openxmlformats.org/officeDocument/2006/relationships/customXml" Target="../ink/ink502.xml"/><Relationship Id="rId260" Type="http://schemas.openxmlformats.org/officeDocument/2006/relationships/image" Target="../media/image491.png"/><Relationship Id="rId316" Type="http://schemas.openxmlformats.org/officeDocument/2006/relationships/image" Target="../media/image519.png"/><Relationship Id="rId55" Type="http://schemas.openxmlformats.org/officeDocument/2006/relationships/customXml" Target="../ink/ink475.xml"/><Relationship Id="rId97" Type="http://schemas.openxmlformats.org/officeDocument/2006/relationships/customXml" Target="../ink/ink496.xml"/><Relationship Id="rId120" Type="http://schemas.openxmlformats.org/officeDocument/2006/relationships/image" Target="../media/image421.png"/><Relationship Id="rId358" Type="http://schemas.openxmlformats.org/officeDocument/2006/relationships/image" Target="../media/image540.png"/><Relationship Id="rId162" Type="http://schemas.openxmlformats.org/officeDocument/2006/relationships/image" Target="../media/image442.png"/><Relationship Id="rId218" Type="http://schemas.openxmlformats.org/officeDocument/2006/relationships/image" Target="../media/image470.png"/><Relationship Id="rId271" Type="http://schemas.openxmlformats.org/officeDocument/2006/relationships/customXml" Target="../ink/ink583.xml"/><Relationship Id="rId24" Type="http://schemas.openxmlformats.org/officeDocument/2006/relationships/image" Target="../media/image373.png"/><Relationship Id="rId66" Type="http://schemas.openxmlformats.org/officeDocument/2006/relationships/image" Target="../media/image394.png"/><Relationship Id="rId131" Type="http://schemas.openxmlformats.org/officeDocument/2006/relationships/customXml" Target="../ink/ink513.xml"/><Relationship Id="rId327" Type="http://schemas.openxmlformats.org/officeDocument/2006/relationships/customXml" Target="../ink/ink611.xml"/><Relationship Id="rId369" Type="http://schemas.openxmlformats.org/officeDocument/2006/relationships/customXml" Target="../ink/ink632.xml"/><Relationship Id="rId173" Type="http://schemas.openxmlformats.org/officeDocument/2006/relationships/customXml" Target="../ink/ink534.xml"/><Relationship Id="rId229" Type="http://schemas.openxmlformats.org/officeDocument/2006/relationships/customXml" Target="../ink/ink562.xml"/><Relationship Id="rId380" Type="http://schemas.openxmlformats.org/officeDocument/2006/relationships/image" Target="../media/image551.png"/><Relationship Id="rId240" Type="http://schemas.openxmlformats.org/officeDocument/2006/relationships/image" Target="../media/image481.png"/><Relationship Id="rId35" Type="http://schemas.openxmlformats.org/officeDocument/2006/relationships/customXml" Target="../ink/ink465.xml"/><Relationship Id="rId77" Type="http://schemas.openxmlformats.org/officeDocument/2006/relationships/customXml" Target="../ink/ink486.xml"/><Relationship Id="rId100" Type="http://schemas.openxmlformats.org/officeDocument/2006/relationships/image" Target="../media/image411.png"/><Relationship Id="rId282" Type="http://schemas.openxmlformats.org/officeDocument/2006/relationships/image" Target="../media/image502.png"/><Relationship Id="rId338" Type="http://schemas.openxmlformats.org/officeDocument/2006/relationships/image" Target="../media/image530.png"/><Relationship Id="rId8" Type="http://schemas.openxmlformats.org/officeDocument/2006/relationships/image" Target="../media/image365.png"/><Relationship Id="rId142" Type="http://schemas.openxmlformats.org/officeDocument/2006/relationships/image" Target="../media/image432.png"/><Relationship Id="rId184" Type="http://schemas.openxmlformats.org/officeDocument/2006/relationships/image" Target="../media/image453.png"/><Relationship Id="rId391" Type="http://schemas.openxmlformats.org/officeDocument/2006/relationships/customXml" Target="../ink/ink643.xml"/><Relationship Id="rId251" Type="http://schemas.openxmlformats.org/officeDocument/2006/relationships/customXml" Target="../ink/ink573.xml"/><Relationship Id="rId46" Type="http://schemas.openxmlformats.org/officeDocument/2006/relationships/image" Target="../media/image384.png"/><Relationship Id="rId293" Type="http://schemas.openxmlformats.org/officeDocument/2006/relationships/customXml" Target="../ink/ink594.xml"/><Relationship Id="rId307" Type="http://schemas.openxmlformats.org/officeDocument/2006/relationships/customXml" Target="../ink/ink601.xml"/><Relationship Id="rId349" Type="http://schemas.openxmlformats.org/officeDocument/2006/relationships/customXml" Target="../ink/ink622.xml"/><Relationship Id="rId88" Type="http://schemas.openxmlformats.org/officeDocument/2006/relationships/image" Target="../media/image405.png"/><Relationship Id="rId111" Type="http://schemas.openxmlformats.org/officeDocument/2006/relationships/customXml" Target="../ink/ink503.xml"/><Relationship Id="rId153" Type="http://schemas.openxmlformats.org/officeDocument/2006/relationships/customXml" Target="../ink/ink524.xml"/><Relationship Id="rId195" Type="http://schemas.openxmlformats.org/officeDocument/2006/relationships/customXml" Target="../ink/ink545.xml"/><Relationship Id="rId209" Type="http://schemas.openxmlformats.org/officeDocument/2006/relationships/customXml" Target="../ink/ink552.xml"/><Relationship Id="rId360" Type="http://schemas.openxmlformats.org/officeDocument/2006/relationships/image" Target="../media/image541.png"/><Relationship Id="rId220" Type="http://schemas.openxmlformats.org/officeDocument/2006/relationships/image" Target="../media/image471.png"/><Relationship Id="rId15" Type="http://schemas.openxmlformats.org/officeDocument/2006/relationships/customXml" Target="../ink/ink455.xml"/><Relationship Id="rId57" Type="http://schemas.openxmlformats.org/officeDocument/2006/relationships/customXml" Target="../ink/ink476.xml"/><Relationship Id="rId262" Type="http://schemas.openxmlformats.org/officeDocument/2006/relationships/image" Target="../media/image492.png"/><Relationship Id="rId318" Type="http://schemas.openxmlformats.org/officeDocument/2006/relationships/image" Target="../media/image520.png"/><Relationship Id="rId99" Type="http://schemas.openxmlformats.org/officeDocument/2006/relationships/customXml" Target="../ink/ink497.xml"/><Relationship Id="rId122" Type="http://schemas.openxmlformats.org/officeDocument/2006/relationships/image" Target="../media/image422.png"/><Relationship Id="rId164" Type="http://schemas.openxmlformats.org/officeDocument/2006/relationships/image" Target="../media/image443.png"/><Relationship Id="rId371" Type="http://schemas.openxmlformats.org/officeDocument/2006/relationships/customXml" Target="../ink/ink633.xml"/><Relationship Id="rId26" Type="http://schemas.openxmlformats.org/officeDocument/2006/relationships/image" Target="../media/image374.png"/><Relationship Id="rId231" Type="http://schemas.openxmlformats.org/officeDocument/2006/relationships/customXml" Target="../ink/ink563.xml"/><Relationship Id="rId273" Type="http://schemas.openxmlformats.org/officeDocument/2006/relationships/customXml" Target="../ink/ink584.xml"/><Relationship Id="rId329" Type="http://schemas.openxmlformats.org/officeDocument/2006/relationships/customXml" Target="../ink/ink612.xml"/><Relationship Id="rId68" Type="http://schemas.openxmlformats.org/officeDocument/2006/relationships/image" Target="../media/image395.png"/><Relationship Id="rId133" Type="http://schemas.openxmlformats.org/officeDocument/2006/relationships/customXml" Target="../ink/ink514.xml"/><Relationship Id="rId175" Type="http://schemas.openxmlformats.org/officeDocument/2006/relationships/customXml" Target="../ink/ink535.xml"/><Relationship Id="rId340" Type="http://schemas.openxmlformats.org/officeDocument/2006/relationships/image" Target="../media/image531.png"/><Relationship Id="rId200" Type="http://schemas.openxmlformats.org/officeDocument/2006/relationships/image" Target="../media/image461.png"/><Relationship Id="rId382" Type="http://schemas.openxmlformats.org/officeDocument/2006/relationships/image" Target="../media/image552.png"/><Relationship Id="rId242" Type="http://schemas.openxmlformats.org/officeDocument/2006/relationships/image" Target="../media/image482.png"/><Relationship Id="rId284" Type="http://schemas.openxmlformats.org/officeDocument/2006/relationships/image" Target="../media/image503.png"/><Relationship Id="rId37" Type="http://schemas.openxmlformats.org/officeDocument/2006/relationships/customXml" Target="../ink/ink466.xml"/><Relationship Id="rId79" Type="http://schemas.openxmlformats.org/officeDocument/2006/relationships/customXml" Target="../ink/ink487.xml"/><Relationship Id="rId102" Type="http://schemas.openxmlformats.org/officeDocument/2006/relationships/image" Target="../media/image412.png"/><Relationship Id="rId144" Type="http://schemas.openxmlformats.org/officeDocument/2006/relationships/image" Target="../media/image433.png"/></Relationships>
</file>

<file path=ppt/slides/_rels/slide2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74.png"/><Relationship Id="rId21" Type="http://schemas.openxmlformats.org/officeDocument/2006/relationships/customXml" Target="../ink/ink658.xml"/><Relationship Id="rId42" Type="http://schemas.openxmlformats.org/officeDocument/2006/relationships/image" Target="../media/image582.png"/><Relationship Id="rId47" Type="http://schemas.openxmlformats.org/officeDocument/2006/relationships/customXml" Target="../ink/ink671.xml"/><Relationship Id="rId63" Type="http://schemas.openxmlformats.org/officeDocument/2006/relationships/customXml" Target="../ink/ink679.xml"/><Relationship Id="rId68" Type="http://schemas.openxmlformats.org/officeDocument/2006/relationships/image" Target="../media/image595.png"/><Relationship Id="rId84" Type="http://schemas.openxmlformats.org/officeDocument/2006/relationships/image" Target="../media/image603.png"/><Relationship Id="rId89" Type="http://schemas.openxmlformats.org/officeDocument/2006/relationships/customXml" Target="../ink/ink692.xml"/><Relationship Id="rId16" Type="http://schemas.openxmlformats.org/officeDocument/2006/relationships/customXml" Target="../ink/ink656.xml"/><Relationship Id="rId11" Type="http://schemas.openxmlformats.org/officeDocument/2006/relationships/image" Target="../media/image567.png"/><Relationship Id="rId32" Type="http://schemas.openxmlformats.org/officeDocument/2006/relationships/image" Target="../media/image577.png"/><Relationship Id="rId37" Type="http://schemas.openxmlformats.org/officeDocument/2006/relationships/customXml" Target="../ink/ink666.xml"/><Relationship Id="rId53" Type="http://schemas.openxmlformats.org/officeDocument/2006/relationships/customXml" Target="../ink/ink674.xml"/><Relationship Id="rId58" Type="http://schemas.openxmlformats.org/officeDocument/2006/relationships/image" Target="../media/image590.png"/><Relationship Id="rId74" Type="http://schemas.openxmlformats.org/officeDocument/2006/relationships/image" Target="../media/image598.png"/><Relationship Id="rId79" Type="http://schemas.openxmlformats.org/officeDocument/2006/relationships/customXml" Target="../ink/ink687.xml"/><Relationship Id="rId102" Type="http://schemas.openxmlformats.org/officeDocument/2006/relationships/image" Target="../media/image612.png"/><Relationship Id="rId5" Type="http://schemas.openxmlformats.org/officeDocument/2006/relationships/image" Target="../media/image564.png"/><Relationship Id="rId90" Type="http://schemas.openxmlformats.org/officeDocument/2006/relationships/image" Target="../media/image606.png"/><Relationship Id="rId95" Type="http://schemas.openxmlformats.org/officeDocument/2006/relationships/customXml" Target="../ink/ink695.xml"/><Relationship Id="rId22" Type="http://schemas.openxmlformats.org/officeDocument/2006/relationships/image" Target="../media/image572.png"/><Relationship Id="rId27" Type="http://schemas.openxmlformats.org/officeDocument/2006/relationships/customXml" Target="../ink/ink661.xml"/><Relationship Id="rId43" Type="http://schemas.openxmlformats.org/officeDocument/2006/relationships/customXml" Target="../ink/ink669.xml"/><Relationship Id="rId48" Type="http://schemas.openxmlformats.org/officeDocument/2006/relationships/image" Target="../media/image585.png"/><Relationship Id="rId64" Type="http://schemas.openxmlformats.org/officeDocument/2006/relationships/image" Target="../media/image593.png"/><Relationship Id="rId69" Type="http://schemas.openxmlformats.org/officeDocument/2006/relationships/customXml" Target="../ink/ink682.xml"/><Relationship Id="rId80" Type="http://schemas.openxmlformats.org/officeDocument/2006/relationships/image" Target="../media/image601.png"/><Relationship Id="rId85" Type="http://schemas.openxmlformats.org/officeDocument/2006/relationships/customXml" Target="../ink/ink690.xml"/><Relationship Id="rId12" Type="http://schemas.openxmlformats.org/officeDocument/2006/relationships/customXml" Target="../ink/ink654.xml"/><Relationship Id="rId17" Type="http://schemas.openxmlformats.org/officeDocument/2006/relationships/image" Target="../media/image570.png"/><Relationship Id="rId33" Type="http://schemas.openxmlformats.org/officeDocument/2006/relationships/customXml" Target="../ink/ink664.xml"/><Relationship Id="rId38" Type="http://schemas.openxmlformats.org/officeDocument/2006/relationships/image" Target="../media/image580.png"/><Relationship Id="rId59" Type="http://schemas.openxmlformats.org/officeDocument/2006/relationships/customXml" Target="../ink/ink677.xml"/><Relationship Id="rId103" Type="http://schemas.openxmlformats.org/officeDocument/2006/relationships/customXml" Target="../ink/ink699.xml"/><Relationship Id="rId20" Type="http://schemas.openxmlformats.org/officeDocument/2006/relationships/image" Target="../media/image29.png"/><Relationship Id="rId41" Type="http://schemas.openxmlformats.org/officeDocument/2006/relationships/customXml" Target="../ink/ink668.xml"/><Relationship Id="rId54" Type="http://schemas.openxmlformats.org/officeDocument/2006/relationships/image" Target="../media/image588.png"/><Relationship Id="rId62" Type="http://schemas.openxmlformats.org/officeDocument/2006/relationships/image" Target="../media/image592.png"/><Relationship Id="rId70" Type="http://schemas.openxmlformats.org/officeDocument/2006/relationships/image" Target="../media/image596.png"/><Relationship Id="rId75" Type="http://schemas.openxmlformats.org/officeDocument/2006/relationships/customXml" Target="../ink/ink685.xml"/><Relationship Id="rId83" Type="http://schemas.openxmlformats.org/officeDocument/2006/relationships/customXml" Target="../ink/ink689.xml"/><Relationship Id="rId88" Type="http://schemas.openxmlformats.org/officeDocument/2006/relationships/image" Target="../media/image605.png"/><Relationship Id="rId91" Type="http://schemas.openxmlformats.org/officeDocument/2006/relationships/customXml" Target="../ink/ink693.xml"/><Relationship Id="rId96" Type="http://schemas.openxmlformats.org/officeDocument/2006/relationships/image" Target="../media/image609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651.xml"/><Relationship Id="rId15" Type="http://schemas.openxmlformats.org/officeDocument/2006/relationships/image" Target="../media/image569.png"/><Relationship Id="rId23" Type="http://schemas.openxmlformats.org/officeDocument/2006/relationships/customXml" Target="../ink/ink659.xml"/><Relationship Id="rId28" Type="http://schemas.openxmlformats.org/officeDocument/2006/relationships/image" Target="../media/image575.png"/><Relationship Id="rId36" Type="http://schemas.openxmlformats.org/officeDocument/2006/relationships/image" Target="../media/image579.png"/><Relationship Id="rId49" Type="http://schemas.openxmlformats.org/officeDocument/2006/relationships/customXml" Target="../ink/ink672.xml"/><Relationship Id="rId57" Type="http://schemas.openxmlformats.org/officeDocument/2006/relationships/customXml" Target="../ink/ink676.xml"/><Relationship Id="rId106" Type="http://schemas.openxmlformats.org/officeDocument/2006/relationships/image" Target="../media/image614.png"/><Relationship Id="rId10" Type="http://schemas.openxmlformats.org/officeDocument/2006/relationships/customXml" Target="../ink/ink653.xml"/><Relationship Id="rId31" Type="http://schemas.openxmlformats.org/officeDocument/2006/relationships/customXml" Target="../ink/ink663.xml"/><Relationship Id="rId44" Type="http://schemas.openxmlformats.org/officeDocument/2006/relationships/image" Target="../media/image583.png"/><Relationship Id="rId52" Type="http://schemas.openxmlformats.org/officeDocument/2006/relationships/image" Target="../media/image587.png"/><Relationship Id="rId60" Type="http://schemas.openxmlformats.org/officeDocument/2006/relationships/image" Target="../media/image591.png"/><Relationship Id="rId65" Type="http://schemas.openxmlformats.org/officeDocument/2006/relationships/customXml" Target="../ink/ink680.xml"/><Relationship Id="rId73" Type="http://schemas.openxmlformats.org/officeDocument/2006/relationships/customXml" Target="../ink/ink684.xml"/><Relationship Id="rId78" Type="http://schemas.openxmlformats.org/officeDocument/2006/relationships/image" Target="../media/image600.png"/><Relationship Id="rId81" Type="http://schemas.openxmlformats.org/officeDocument/2006/relationships/customXml" Target="../ink/ink688.xml"/><Relationship Id="rId86" Type="http://schemas.openxmlformats.org/officeDocument/2006/relationships/image" Target="../media/image604.png"/><Relationship Id="rId94" Type="http://schemas.openxmlformats.org/officeDocument/2006/relationships/image" Target="../media/image608.png"/><Relationship Id="rId99" Type="http://schemas.openxmlformats.org/officeDocument/2006/relationships/customXml" Target="../ink/ink697.xml"/><Relationship Id="rId101" Type="http://schemas.openxmlformats.org/officeDocument/2006/relationships/customXml" Target="../ink/ink698.xml"/><Relationship Id="rId4" Type="http://schemas.openxmlformats.org/officeDocument/2006/relationships/customXml" Target="../ink/ink650.xml"/><Relationship Id="rId9" Type="http://schemas.openxmlformats.org/officeDocument/2006/relationships/image" Target="../media/image566.png"/><Relationship Id="rId13" Type="http://schemas.openxmlformats.org/officeDocument/2006/relationships/image" Target="../media/image568.png"/><Relationship Id="rId18" Type="http://schemas.openxmlformats.org/officeDocument/2006/relationships/image" Target="../media/image571.png"/><Relationship Id="rId39" Type="http://schemas.openxmlformats.org/officeDocument/2006/relationships/customXml" Target="../ink/ink667.xml"/><Relationship Id="rId34" Type="http://schemas.openxmlformats.org/officeDocument/2006/relationships/image" Target="../media/image578.png"/><Relationship Id="rId50" Type="http://schemas.openxmlformats.org/officeDocument/2006/relationships/image" Target="../media/image586.png"/><Relationship Id="rId55" Type="http://schemas.openxmlformats.org/officeDocument/2006/relationships/customXml" Target="../ink/ink675.xml"/><Relationship Id="rId76" Type="http://schemas.openxmlformats.org/officeDocument/2006/relationships/image" Target="../media/image599.png"/><Relationship Id="rId97" Type="http://schemas.openxmlformats.org/officeDocument/2006/relationships/customXml" Target="../ink/ink696.xml"/><Relationship Id="rId104" Type="http://schemas.openxmlformats.org/officeDocument/2006/relationships/image" Target="../media/image613.png"/><Relationship Id="rId7" Type="http://schemas.openxmlformats.org/officeDocument/2006/relationships/image" Target="../media/image565.png"/><Relationship Id="rId71" Type="http://schemas.openxmlformats.org/officeDocument/2006/relationships/customXml" Target="../ink/ink683.xml"/><Relationship Id="rId92" Type="http://schemas.openxmlformats.org/officeDocument/2006/relationships/image" Target="../media/image607.png"/><Relationship Id="rId2" Type="http://schemas.openxmlformats.org/officeDocument/2006/relationships/customXml" Target="../ink/ink649.xml"/><Relationship Id="rId29" Type="http://schemas.openxmlformats.org/officeDocument/2006/relationships/customXml" Target="../ink/ink662.xml"/><Relationship Id="rId24" Type="http://schemas.openxmlformats.org/officeDocument/2006/relationships/image" Target="../media/image573.png"/><Relationship Id="rId40" Type="http://schemas.openxmlformats.org/officeDocument/2006/relationships/image" Target="../media/image581.png"/><Relationship Id="rId45" Type="http://schemas.openxmlformats.org/officeDocument/2006/relationships/customXml" Target="../ink/ink670.xml"/><Relationship Id="rId66" Type="http://schemas.openxmlformats.org/officeDocument/2006/relationships/image" Target="../media/image594.png"/><Relationship Id="rId87" Type="http://schemas.openxmlformats.org/officeDocument/2006/relationships/customXml" Target="../ink/ink691.xml"/><Relationship Id="rId61" Type="http://schemas.openxmlformats.org/officeDocument/2006/relationships/customXml" Target="../ink/ink678.xml"/><Relationship Id="rId82" Type="http://schemas.openxmlformats.org/officeDocument/2006/relationships/image" Target="../media/image602.png"/><Relationship Id="rId19" Type="http://schemas.openxmlformats.org/officeDocument/2006/relationships/customXml" Target="../ink/ink657.xml"/><Relationship Id="rId14" Type="http://schemas.openxmlformats.org/officeDocument/2006/relationships/customXml" Target="../ink/ink655.xml"/><Relationship Id="rId30" Type="http://schemas.openxmlformats.org/officeDocument/2006/relationships/image" Target="../media/image576.png"/><Relationship Id="rId35" Type="http://schemas.openxmlformats.org/officeDocument/2006/relationships/customXml" Target="../ink/ink665.xml"/><Relationship Id="rId56" Type="http://schemas.openxmlformats.org/officeDocument/2006/relationships/image" Target="../media/image589.png"/><Relationship Id="rId77" Type="http://schemas.openxmlformats.org/officeDocument/2006/relationships/customXml" Target="../ink/ink686.xml"/><Relationship Id="rId100" Type="http://schemas.openxmlformats.org/officeDocument/2006/relationships/image" Target="../media/image611.png"/><Relationship Id="rId105" Type="http://schemas.openxmlformats.org/officeDocument/2006/relationships/customXml" Target="../ink/ink700.xml"/><Relationship Id="rId8" Type="http://schemas.openxmlformats.org/officeDocument/2006/relationships/customXml" Target="../ink/ink652.xml"/><Relationship Id="rId51" Type="http://schemas.openxmlformats.org/officeDocument/2006/relationships/customXml" Target="../ink/ink673.xml"/><Relationship Id="rId72" Type="http://schemas.openxmlformats.org/officeDocument/2006/relationships/image" Target="../media/image597.png"/><Relationship Id="rId93" Type="http://schemas.openxmlformats.org/officeDocument/2006/relationships/customXml" Target="../ink/ink694.xml"/><Relationship Id="rId98" Type="http://schemas.openxmlformats.org/officeDocument/2006/relationships/image" Target="../media/image610.png"/><Relationship Id="rId3" Type="http://schemas.openxmlformats.org/officeDocument/2006/relationships/image" Target="../media/image563.png"/><Relationship Id="rId25" Type="http://schemas.openxmlformats.org/officeDocument/2006/relationships/customXml" Target="../ink/ink660.xml"/><Relationship Id="rId46" Type="http://schemas.openxmlformats.org/officeDocument/2006/relationships/image" Target="../media/image584.png"/><Relationship Id="rId67" Type="http://schemas.openxmlformats.org/officeDocument/2006/relationships/customXml" Target="../ink/ink681.xml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706.xml"/><Relationship Id="rId18" Type="http://schemas.openxmlformats.org/officeDocument/2006/relationships/image" Target="../media/image623.png"/><Relationship Id="rId26" Type="http://schemas.openxmlformats.org/officeDocument/2006/relationships/image" Target="../media/image627.png"/><Relationship Id="rId39" Type="http://schemas.openxmlformats.org/officeDocument/2006/relationships/customXml" Target="../ink/ink719.xml"/><Relationship Id="rId21" Type="http://schemas.openxmlformats.org/officeDocument/2006/relationships/customXml" Target="../ink/ink710.xml"/><Relationship Id="rId34" Type="http://schemas.openxmlformats.org/officeDocument/2006/relationships/image" Target="../media/image631.png"/><Relationship Id="rId42" Type="http://schemas.openxmlformats.org/officeDocument/2006/relationships/image" Target="../media/image635.png"/><Relationship Id="rId47" Type="http://schemas.openxmlformats.org/officeDocument/2006/relationships/customXml" Target="../ink/ink723.xml"/><Relationship Id="rId50" Type="http://schemas.openxmlformats.org/officeDocument/2006/relationships/image" Target="../media/image639.png"/><Relationship Id="rId55" Type="http://schemas.openxmlformats.org/officeDocument/2006/relationships/customXml" Target="../ink/ink727.xml"/><Relationship Id="rId7" Type="http://schemas.openxmlformats.org/officeDocument/2006/relationships/customXml" Target="../ink/ink703.xml"/><Relationship Id="rId2" Type="http://schemas.openxmlformats.org/officeDocument/2006/relationships/image" Target="../media/image615.png"/><Relationship Id="rId16" Type="http://schemas.openxmlformats.org/officeDocument/2006/relationships/image" Target="../media/image622.png"/><Relationship Id="rId29" Type="http://schemas.openxmlformats.org/officeDocument/2006/relationships/customXml" Target="../ink/ink714.xml"/><Relationship Id="rId11" Type="http://schemas.openxmlformats.org/officeDocument/2006/relationships/customXml" Target="../ink/ink705.xml"/><Relationship Id="rId24" Type="http://schemas.openxmlformats.org/officeDocument/2006/relationships/image" Target="../media/image626.png"/><Relationship Id="rId32" Type="http://schemas.openxmlformats.org/officeDocument/2006/relationships/image" Target="../media/image630.png"/><Relationship Id="rId37" Type="http://schemas.openxmlformats.org/officeDocument/2006/relationships/customXml" Target="../ink/ink718.xml"/><Relationship Id="rId40" Type="http://schemas.openxmlformats.org/officeDocument/2006/relationships/image" Target="../media/image634.png"/><Relationship Id="rId45" Type="http://schemas.openxmlformats.org/officeDocument/2006/relationships/customXml" Target="../ink/ink722.xml"/><Relationship Id="rId53" Type="http://schemas.openxmlformats.org/officeDocument/2006/relationships/customXml" Target="../ink/ink726.xml"/><Relationship Id="rId58" Type="http://schemas.openxmlformats.org/officeDocument/2006/relationships/image" Target="../media/image643.png"/><Relationship Id="rId5" Type="http://schemas.openxmlformats.org/officeDocument/2006/relationships/customXml" Target="../ink/ink702.xml"/><Relationship Id="rId19" Type="http://schemas.openxmlformats.org/officeDocument/2006/relationships/customXml" Target="../ink/ink709.xml"/><Relationship Id="rId4" Type="http://schemas.openxmlformats.org/officeDocument/2006/relationships/image" Target="../media/image616.png"/><Relationship Id="rId9" Type="http://schemas.openxmlformats.org/officeDocument/2006/relationships/customXml" Target="../ink/ink704.xml"/><Relationship Id="rId14" Type="http://schemas.openxmlformats.org/officeDocument/2006/relationships/image" Target="../media/image621.png"/><Relationship Id="rId22" Type="http://schemas.openxmlformats.org/officeDocument/2006/relationships/image" Target="../media/image625.png"/><Relationship Id="rId27" Type="http://schemas.openxmlformats.org/officeDocument/2006/relationships/customXml" Target="../ink/ink713.xml"/><Relationship Id="rId30" Type="http://schemas.openxmlformats.org/officeDocument/2006/relationships/image" Target="../media/image629.png"/><Relationship Id="rId35" Type="http://schemas.openxmlformats.org/officeDocument/2006/relationships/customXml" Target="../ink/ink717.xml"/><Relationship Id="rId43" Type="http://schemas.openxmlformats.org/officeDocument/2006/relationships/customXml" Target="../ink/ink721.xml"/><Relationship Id="rId48" Type="http://schemas.openxmlformats.org/officeDocument/2006/relationships/image" Target="../media/image638.png"/><Relationship Id="rId56" Type="http://schemas.openxmlformats.org/officeDocument/2006/relationships/image" Target="../media/image642.png"/><Relationship Id="rId8" Type="http://schemas.openxmlformats.org/officeDocument/2006/relationships/image" Target="../media/image618.png"/><Relationship Id="rId51" Type="http://schemas.openxmlformats.org/officeDocument/2006/relationships/customXml" Target="../ink/ink725.xml"/><Relationship Id="rId3" Type="http://schemas.openxmlformats.org/officeDocument/2006/relationships/customXml" Target="../ink/ink701.xml"/><Relationship Id="rId12" Type="http://schemas.openxmlformats.org/officeDocument/2006/relationships/image" Target="../media/image620.png"/><Relationship Id="rId17" Type="http://schemas.openxmlformats.org/officeDocument/2006/relationships/customXml" Target="../ink/ink708.xml"/><Relationship Id="rId25" Type="http://schemas.openxmlformats.org/officeDocument/2006/relationships/customXml" Target="../ink/ink712.xml"/><Relationship Id="rId33" Type="http://schemas.openxmlformats.org/officeDocument/2006/relationships/customXml" Target="../ink/ink716.xml"/><Relationship Id="rId38" Type="http://schemas.openxmlformats.org/officeDocument/2006/relationships/image" Target="../media/image633.png"/><Relationship Id="rId46" Type="http://schemas.openxmlformats.org/officeDocument/2006/relationships/image" Target="../media/image637.png"/><Relationship Id="rId20" Type="http://schemas.openxmlformats.org/officeDocument/2006/relationships/image" Target="../media/image624.png"/><Relationship Id="rId41" Type="http://schemas.openxmlformats.org/officeDocument/2006/relationships/customXml" Target="../ink/ink720.xml"/><Relationship Id="rId54" Type="http://schemas.openxmlformats.org/officeDocument/2006/relationships/image" Target="../media/image6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7.png"/><Relationship Id="rId15" Type="http://schemas.openxmlformats.org/officeDocument/2006/relationships/customXml" Target="../ink/ink707.xml"/><Relationship Id="rId23" Type="http://schemas.openxmlformats.org/officeDocument/2006/relationships/customXml" Target="../ink/ink711.xml"/><Relationship Id="rId28" Type="http://schemas.openxmlformats.org/officeDocument/2006/relationships/image" Target="../media/image628.png"/><Relationship Id="rId36" Type="http://schemas.openxmlformats.org/officeDocument/2006/relationships/image" Target="../media/image632.png"/><Relationship Id="rId49" Type="http://schemas.openxmlformats.org/officeDocument/2006/relationships/customXml" Target="../ink/ink724.xml"/><Relationship Id="rId57" Type="http://schemas.openxmlformats.org/officeDocument/2006/relationships/customXml" Target="../ink/ink728.xml"/><Relationship Id="rId10" Type="http://schemas.openxmlformats.org/officeDocument/2006/relationships/image" Target="../media/image619.png"/><Relationship Id="rId31" Type="http://schemas.openxmlformats.org/officeDocument/2006/relationships/customXml" Target="../ink/ink715.xml"/><Relationship Id="rId44" Type="http://schemas.openxmlformats.org/officeDocument/2006/relationships/image" Target="../media/image636.png"/><Relationship Id="rId52" Type="http://schemas.openxmlformats.org/officeDocument/2006/relationships/image" Target="../media/image64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50.png"/><Relationship Id="rId18" Type="http://schemas.openxmlformats.org/officeDocument/2006/relationships/customXml" Target="../ink/ink737.xml"/><Relationship Id="rId26" Type="http://schemas.openxmlformats.org/officeDocument/2006/relationships/customXml" Target="../ink/ink741.xml"/><Relationship Id="rId39" Type="http://schemas.openxmlformats.org/officeDocument/2006/relationships/image" Target="../media/image663.png"/><Relationship Id="rId21" Type="http://schemas.openxmlformats.org/officeDocument/2006/relationships/image" Target="../media/image654.png"/><Relationship Id="rId34" Type="http://schemas.openxmlformats.org/officeDocument/2006/relationships/customXml" Target="../ink/ink745.xml"/><Relationship Id="rId7" Type="http://schemas.openxmlformats.org/officeDocument/2006/relationships/image" Target="../media/image647.png"/><Relationship Id="rId2" Type="http://schemas.openxmlformats.org/officeDocument/2006/relationships/customXml" Target="../ink/ink729.xml"/><Relationship Id="rId16" Type="http://schemas.openxmlformats.org/officeDocument/2006/relationships/customXml" Target="../ink/ink736.xml"/><Relationship Id="rId20" Type="http://schemas.openxmlformats.org/officeDocument/2006/relationships/customXml" Target="../ink/ink738.xml"/><Relationship Id="rId29" Type="http://schemas.openxmlformats.org/officeDocument/2006/relationships/image" Target="../media/image658.png"/><Relationship Id="rId41" Type="http://schemas.openxmlformats.org/officeDocument/2006/relationships/image" Target="../media/image66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31.xml"/><Relationship Id="rId11" Type="http://schemas.openxmlformats.org/officeDocument/2006/relationships/image" Target="../media/image649.png"/><Relationship Id="rId24" Type="http://schemas.openxmlformats.org/officeDocument/2006/relationships/customXml" Target="../ink/ink740.xml"/><Relationship Id="rId32" Type="http://schemas.openxmlformats.org/officeDocument/2006/relationships/customXml" Target="../ink/ink744.xml"/><Relationship Id="rId37" Type="http://schemas.openxmlformats.org/officeDocument/2006/relationships/image" Target="../media/image662.png"/><Relationship Id="rId40" Type="http://schemas.openxmlformats.org/officeDocument/2006/relationships/customXml" Target="../ink/ink748.xml"/><Relationship Id="rId5" Type="http://schemas.openxmlformats.org/officeDocument/2006/relationships/image" Target="../media/image646.png"/><Relationship Id="rId15" Type="http://schemas.openxmlformats.org/officeDocument/2006/relationships/image" Target="../media/image651.png"/><Relationship Id="rId23" Type="http://schemas.openxmlformats.org/officeDocument/2006/relationships/image" Target="../media/image655.png"/><Relationship Id="rId28" Type="http://schemas.openxmlformats.org/officeDocument/2006/relationships/customXml" Target="../ink/ink742.xml"/><Relationship Id="rId36" Type="http://schemas.openxmlformats.org/officeDocument/2006/relationships/customXml" Target="../ink/ink746.xml"/><Relationship Id="rId10" Type="http://schemas.openxmlformats.org/officeDocument/2006/relationships/customXml" Target="../ink/ink733.xml"/><Relationship Id="rId19" Type="http://schemas.openxmlformats.org/officeDocument/2006/relationships/image" Target="../media/image653.png"/><Relationship Id="rId31" Type="http://schemas.openxmlformats.org/officeDocument/2006/relationships/image" Target="../media/image659.png"/><Relationship Id="rId4" Type="http://schemas.openxmlformats.org/officeDocument/2006/relationships/customXml" Target="../ink/ink730.xml"/><Relationship Id="rId9" Type="http://schemas.openxmlformats.org/officeDocument/2006/relationships/image" Target="../media/image648.png"/><Relationship Id="rId14" Type="http://schemas.openxmlformats.org/officeDocument/2006/relationships/customXml" Target="../ink/ink735.xml"/><Relationship Id="rId22" Type="http://schemas.openxmlformats.org/officeDocument/2006/relationships/customXml" Target="../ink/ink739.xml"/><Relationship Id="rId27" Type="http://schemas.openxmlformats.org/officeDocument/2006/relationships/image" Target="../media/image657.png"/><Relationship Id="rId30" Type="http://schemas.openxmlformats.org/officeDocument/2006/relationships/customXml" Target="../ink/ink743.xml"/><Relationship Id="rId35" Type="http://schemas.openxmlformats.org/officeDocument/2006/relationships/image" Target="../media/image661.png"/><Relationship Id="rId8" Type="http://schemas.openxmlformats.org/officeDocument/2006/relationships/customXml" Target="../ink/ink732.xml"/><Relationship Id="rId3" Type="http://schemas.openxmlformats.org/officeDocument/2006/relationships/image" Target="../media/image645.png"/><Relationship Id="rId12" Type="http://schemas.openxmlformats.org/officeDocument/2006/relationships/customXml" Target="../ink/ink734.xml"/><Relationship Id="rId17" Type="http://schemas.openxmlformats.org/officeDocument/2006/relationships/image" Target="../media/image652.png"/><Relationship Id="rId25" Type="http://schemas.openxmlformats.org/officeDocument/2006/relationships/image" Target="../media/image656.png"/><Relationship Id="rId33" Type="http://schemas.openxmlformats.org/officeDocument/2006/relationships/image" Target="../media/image660.png"/><Relationship Id="rId38" Type="http://schemas.openxmlformats.org/officeDocument/2006/relationships/customXml" Target="../ink/ink74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6.png"/><Relationship Id="rId2" Type="http://schemas.openxmlformats.org/officeDocument/2006/relationships/image" Target="../media/image6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7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61.xml"/><Relationship Id="rId21" Type="http://schemas.openxmlformats.org/officeDocument/2006/relationships/image" Target="../media/image678.png"/><Relationship Id="rId42" Type="http://schemas.openxmlformats.org/officeDocument/2006/relationships/customXml" Target="../ink/ink769.xml"/><Relationship Id="rId47" Type="http://schemas.openxmlformats.org/officeDocument/2006/relationships/image" Target="../media/image691.png"/><Relationship Id="rId63" Type="http://schemas.openxmlformats.org/officeDocument/2006/relationships/image" Target="../media/image699.png"/><Relationship Id="rId68" Type="http://schemas.openxmlformats.org/officeDocument/2006/relationships/customXml" Target="../ink/ink782.xml"/><Relationship Id="rId84" Type="http://schemas.openxmlformats.org/officeDocument/2006/relationships/customXml" Target="../ink/ink790.xml"/><Relationship Id="rId89" Type="http://schemas.openxmlformats.org/officeDocument/2006/relationships/image" Target="../media/image712.png"/><Relationship Id="rId112" Type="http://schemas.openxmlformats.org/officeDocument/2006/relationships/customXml" Target="../ink/ink804.xml"/><Relationship Id="rId16" Type="http://schemas.openxmlformats.org/officeDocument/2006/relationships/customXml" Target="../ink/ink756.xml"/><Relationship Id="rId107" Type="http://schemas.openxmlformats.org/officeDocument/2006/relationships/image" Target="../media/image721.png"/><Relationship Id="rId11" Type="http://schemas.openxmlformats.org/officeDocument/2006/relationships/image" Target="../media/image673.png"/><Relationship Id="rId32" Type="http://schemas.openxmlformats.org/officeDocument/2006/relationships/customXml" Target="../ink/ink764.xml"/><Relationship Id="rId37" Type="http://schemas.openxmlformats.org/officeDocument/2006/relationships/image" Target="../media/image686.png"/><Relationship Id="rId53" Type="http://schemas.openxmlformats.org/officeDocument/2006/relationships/image" Target="../media/image694.png"/><Relationship Id="rId58" Type="http://schemas.openxmlformats.org/officeDocument/2006/relationships/customXml" Target="../ink/ink777.xml"/><Relationship Id="rId74" Type="http://schemas.openxmlformats.org/officeDocument/2006/relationships/customXml" Target="../ink/ink785.xml"/><Relationship Id="rId79" Type="http://schemas.openxmlformats.org/officeDocument/2006/relationships/image" Target="../media/image707.png"/><Relationship Id="rId102" Type="http://schemas.openxmlformats.org/officeDocument/2006/relationships/customXml" Target="../ink/ink799.xml"/><Relationship Id="rId5" Type="http://schemas.openxmlformats.org/officeDocument/2006/relationships/image" Target="../media/image670.png"/><Relationship Id="rId90" Type="http://schemas.openxmlformats.org/officeDocument/2006/relationships/customXml" Target="../ink/ink793.xml"/><Relationship Id="rId95" Type="http://schemas.openxmlformats.org/officeDocument/2006/relationships/image" Target="../media/image715.png"/><Relationship Id="rId22" Type="http://schemas.openxmlformats.org/officeDocument/2006/relationships/customXml" Target="../ink/ink759.xml"/><Relationship Id="rId27" Type="http://schemas.openxmlformats.org/officeDocument/2006/relationships/image" Target="../media/image681.png"/><Relationship Id="rId43" Type="http://schemas.openxmlformats.org/officeDocument/2006/relationships/image" Target="../media/image689.png"/><Relationship Id="rId48" Type="http://schemas.openxmlformats.org/officeDocument/2006/relationships/customXml" Target="../ink/ink772.xml"/><Relationship Id="rId64" Type="http://schemas.openxmlformats.org/officeDocument/2006/relationships/customXml" Target="../ink/ink780.xml"/><Relationship Id="rId69" Type="http://schemas.openxmlformats.org/officeDocument/2006/relationships/image" Target="../media/image702.png"/><Relationship Id="rId113" Type="http://schemas.openxmlformats.org/officeDocument/2006/relationships/image" Target="../media/image724.png"/><Relationship Id="rId80" Type="http://schemas.openxmlformats.org/officeDocument/2006/relationships/customXml" Target="../ink/ink788.xml"/><Relationship Id="rId85" Type="http://schemas.openxmlformats.org/officeDocument/2006/relationships/image" Target="../media/image710.png"/><Relationship Id="rId12" Type="http://schemas.openxmlformats.org/officeDocument/2006/relationships/customXml" Target="../ink/ink754.xml"/><Relationship Id="rId17" Type="http://schemas.openxmlformats.org/officeDocument/2006/relationships/image" Target="../media/image676.png"/><Relationship Id="rId33" Type="http://schemas.openxmlformats.org/officeDocument/2006/relationships/image" Target="../media/image684.png"/><Relationship Id="rId38" Type="http://schemas.openxmlformats.org/officeDocument/2006/relationships/customXml" Target="../ink/ink767.xml"/><Relationship Id="rId59" Type="http://schemas.openxmlformats.org/officeDocument/2006/relationships/image" Target="../media/image697.png"/><Relationship Id="rId103" Type="http://schemas.openxmlformats.org/officeDocument/2006/relationships/image" Target="../media/image719.png"/><Relationship Id="rId108" Type="http://schemas.openxmlformats.org/officeDocument/2006/relationships/customXml" Target="../ink/ink802.xml"/><Relationship Id="rId54" Type="http://schemas.openxmlformats.org/officeDocument/2006/relationships/customXml" Target="../ink/ink775.xml"/><Relationship Id="rId70" Type="http://schemas.openxmlformats.org/officeDocument/2006/relationships/customXml" Target="../ink/ink783.xml"/><Relationship Id="rId75" Type="http://schemas.openxmlformats.org/officeDocument/2006/relationships/image" Target="../media/image705.png"/><Relationship Id="rId91" Type="http://schemas.openxmlformats.org/officeDocument/2006/relationships/image" Target="../media/image713.png"/><Relationship Id="rId96" Type="http://schemas.openxmlformats.org/officeDocument/2006/relationships/customXml" Target="../ink/ink79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51.xml"/><Relationship Id="rId15" Type="http://schemas.openxmlformats.org/officeDocument/2006/relationships/image" Target="../media/image675.png"/><Relationship Id="rId23" Type="http://schemas.openxmlformats.org/officeDocument/2006/relationships/image" Target="../media/image679.png"/><Relationship Id="rId28" Type="http://schemas.openxmlformats.org/officeDocument/2006/relationships/customXml" Target="../ink/ink762.xml"/><Relationship Id="rId36" Type="http://schemas.openxmlformats.org/officeDocument/2006/relationships/customXml" Target="../ink/ink766.xml"/><Relationship Id="rId49" Type="http://schemas.openxmlformats.org/officeDocument/2006/relationships/image" Target="../media/image692.png"/><Relationship Id="rId57" Type="http://schemas.openxmlformats.org/officeDocument/2006/relationships/image" Target="../media/image696.png"/><Relationship Id="rId106" Type="http://schemas.openxmlformats.org/officeDocument/2006/relationships/customXml" Target="../ink/ink801.xml"/><Relationship Id="rId114" Type="http://schemas.openxmlformats.org/officeDocument/2006/relationships/customXml" Target="../ink/ink805.xml"/><Relationship Id="rId10" Type="http://schemas.openxmlformats.org/officeDocument/2006/relationships/customXml" Target="../ink/ink753.xml"/><Relationship Id="rId31" Type="http://schemas.openxmlformats.org/officeDocument/2006/relationships/image" Target="../media/image683.png"/><Relationship Id="rId44" Type="http://schemas.openxmlformats.org/officeDocument/2006/relationships/customXml" Target="../ink/ink770.xml"/><Relationship Id="rId52" Type="http://schemas.openxmlformats.org/officeDocument/2006/relationships/customXml" Target="../ink/ink774.xml"/><Relationship Id="rId60" Type="http://schemas.openxmlformats.org/officeDocument/2006/relationships/customXml" Target="../ink/ink778.xml"/><Relationship Id="rId65" Type="http://schemas.openxmlformats.org/officeDocument/2006/relationships/image" Target="../media/image700.png"/><Relationship Id="rId73" Type="http://schemas.openxmlformats.org/officeDocument/2006/relationships/image" Target="../media/image704.png"/><Relationship Id="rId78" Type="http://schemas.openxmlformats.org/officeDocument/2006/relationships/customXml" Target="../ink/ink787.xml"/><Relationship Id="rId81" Type="http://schemas.openxmlformats.org/officeDocument/2006/relationships/image" Target="../media/image708.png"/><Relationship Id="rId86" Type="http://schemas.openxmlformats.org/officeDocument/2006/relationships/customXml" Target="../ink/ink791.xml"/><Relationship Id="rId94" Type="http://schemas.openxmlformats.org/officeDocument/2006/relationships/customXml" Target="../ink/ink795.xml"/><Relationship Id="rId99" Type="http://schemas.openxmlformats.org/officeDocument/2006/relationships/image" Target="../media/image717.png"/><Relationship Id="rId101" Type="http://schemas.openxmlformats.org/officeDocument/2006/relationships/image" Target="../media/image718.png"/><Relationship Id="rId4" Type="http://schemas.openxmlformats.org/officeDocument/2006/relationships/customXml" Target="../ink/ink750.xml"/><Relationship Id="rId9" Type="http://schemas.openxmlformats.org/officeDocument/2006/relationships/image" Target="../media/image672.png"/><Relationship Id="rId13" Type="http://schemas.openxmlformats.org/officeDocument/2006/relationships/image" Target="../media/image674.png"/><Relationship Id="rId18" Type="http://schemas.openxmlformats.org/officeDocument/2006/relationships/customXml" Target="../ink/ink757.xml"/><Relationship Id="rId39" Type="http://schemas.openxmlformats.org/officeDocument/2006/relationships/image" Target="../media/image687.png"/><Relationship Id="rId109" Type="http://schemas.openxmlformats.org/officeDocument/2006/relationships/image" Target="../media/image722.png"/><Relationship Id="rId34" Type="http://schemas.openxmlformats.org/officeDocument/2006/relationships/customXml" Target="../ink/ink765.xml"/><Relationship Id="rId50" Type="http://schemas.openxmlformats.org/officeDocument/2006/relationships/customXml" Target="../ink/ink773.xml"/><Relationship Id="rId55" Type="http://schemas.openxmlformats.org/officeDocument/2006/relationships/image" Target="../media/image695.png"/><Relationship Id="rId76" Type="http://schemas.openxmlformats.org/officeDocument/2006/relationships/customXml" Target="../ink/ink786.xml"/><Relationship Id="rId97" Type="http://schemas.openxmlformats.org/officeDocument/2006/relationships/image" Target="../media/image716.png"/><Relationship Id="rId104" Type="http://schemas.openxmlformats.org/officeDocument/2006/relationships/customXml" Target="../ink/ink800.xml"/><Relationship Id="rId7" Type="http://schemas.openxmlformats.org/officeDocument/2006/relationships/image" Target="../media/image671.png"/><Relationship Id="rId71" Type="http://schemas.openxmlformats.org/officeDocument/2006/relationships/image" Target="../media/image703.png"/><Relationship Id="rId92" Type="http://schemas.openxmlformats.org/officeDocument/2006/relationships/customXml" Target="../ink/ink794.xml"/><Relationship Id="rId2" Type="http://schemas.openxmlformats.org/officeDocument/2006/relationships/customXml" Target="../ink/ink749.xml"/><Relationship Id="rId29" Type="http://schemas.openxmlformats.org/officeDocument/2006/relationships/image" Target="../media/image682.png"/><Relationship Id="rId24" Type="http://schemas.openxmlformats.org/officeDocument/2006/relationships/customXml" Target="../ink/ink760.xml"/><Relationship Id="rId40" Type="http://schemas.openxmlformats.org/officeDocument/2006/relationships/customXml" Target="../ink/ink768.xml"/><Relationship Id="rId45" Type="http://schemas.openxmlformats.org/officeDocument/2006/relationships/image" Target="../media/image690.png"/><Relationship Id="rId66" Type="http://schemas.openxmlformats.org/officeDocument/2006/relationships/customXml" Target="../ink/ink781.xml"/><Relationship Id="rId87" Type="http://schemas.openxmlformats.org/officeDocument/2006/relationships/image" Target="../media/image711.png"/><Relationship Id="rId110" Type="http://schemas.openxmlformats.org/officeDocument/2006/relationships/customXml" Target="../ink/ink803.xml"/><Relationship Id="rId115" Type="http://schemas.openxmlformats.org/officeDocument/2006/relationships/image" Target="../media/image725.png"/><Relationship Id="rId61" Type="http://schemas.openxmlformats.org/officeDocument/2006/relationships/image" Target="../media/image698.png"/><Relationship Id="rId82" Type="http://schemas.openxmlformats.org/officeDocument/2006/relationships/customXml" Target="../ink/ink789.xml"/><Relationship Id="rId19" Type="http://schemas.openxmlformats.org/officeDocument/2006/relationships/image" Target="../media/image677.png"/><Relationship Id="rId14" Type="http://schemas.openxmlformats.org/officeDocument/2006/relationships/customXml" Target="../ink/ink755.xml"/><Relationship Id="rId30" Type="http://schemas.openxmlformats.org/officeDocument/2006/relationships/customXml" Target="../ink/ink763.xml"/><Relationship Id="rId35" Type="http://schemas.openxmlformats.org/officeDocument/2006/relationships/image" Target="../media/image685.png"/><Relationship Id="rId56" Type="http://schemas.openxmlformats.org/officeDocument/2006/relationships/customXml" Target="../ink/ink776.xml"/><Relationship Id="rId77" Type="http://schemas.openxmlformats.org/officeDocument/2006/relationships/image" Target="../media/image706.png"/><Relationship Id="rId100" Type="http://schemas.openxmlformats.org/officeDocument/2006/relationships/customXml" Target="../ink/ink798.xml"/><Relationship Id="rId105" Type="http://schemas.openxmlformats.org/officeDocument/2006/relationships/image" Target="../media/image720.png"/><Relationship Id="rId8" Type="http://schemas.openxmlformats.org/officeDocument/2006/relationships/customXml" Target="../ink/ink752.xml"/><Relationship Id="rId51" Type="http://schemas.openxmlformats.org/officeDocument/2006/relationships/image" Target="../media/image693.png"/><Relationship Id="rId72" Type="http://schemas.openxmlformats.org/officeDocument/2006/relationships/customXml" Target="../ink/ink784.xml"/><Relationship Id="rId93" Type="http://schemas.openxmlformats.org/officeDocument/2006/relationships/image" Target="../media/image714.png"/><Relationship Id="rId98" Type="http://schemas.openxmlformats.org/officeDocument/2006/relationships/customXml" Target="../ink/ink797.xml"/><Relationship Id="rId3" Type="http://schemas.openxmlformats.org/officeDocument/2006/relationships/image" Target="../media/image669.png"/><Relationship Id="rId25" Type="http://schemas.openxmlformats.org/officeDocument/2006/relationships/image" Target="../media/image680.png"/><Relationship Id="rId46" Type="http://schemas.openxmlformats.org/officeDocument/2006/relationships/customXml" Target="../ink/ink771.xml"/><Relationship Id="rId67" Type="http://schemas.openxmlformats.org/officeDocument/2006/relationships/image" Target="../media/image701.png"/><Relationship Id="rId20" Type="http://schemas.openxmlformats.org/officeDocument/2006/relationships/customXml" Target="../ink/ink758.xml"/><Relationship Id="rId41" Type="http://schemas.openxmlformats.org/officeDocument/2006/relationships/image" Target="../media/image688.png"/><Relationship Id="rId62" Type="http://schemas.openxmlformats.org/officeDocument/2006/relationships/customXml" Target="../ink/ink779.xml"/><Relationship Id="rId83" Type="http://schemas.openxmlformats.org/officeDocument/2006/relationships/image" Target="../media/image709.png"/><Relationship Id="rId88" Type="http://schemas.openxmlformats.org/officeDocument/2006/relationships/customXml" Target="../ink/ink792.xml"/><Relationship Id="rId111" Type="http://schemas.openxmlformats.org/officeDocument/2006/relationships/image" Target="../media/image723.png"/></Relationships>
</file>

<file path=ppt/slides/_rels/slide3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82.png"/><Relationship Id="rId21" Type="http://schemas.openxmlformats.org/officeDocument/2006/relationships/image" Target="../media/image735.png"/><Relationship Id="rId42" Type="http://schemas.openxmlformats.org/officeDocument/2006/relationships/customXml" Target="../ink/ink826.xml"/><Relationship Id="rId63" Type="http://schemas.openxmlformats.org/officeDocument/2006/relationships/image" Target="../media/image756.png"/><Relationship Id="rId84" Type="http://schemas.openxmlformats.org/officeDocument/2006/relationships/customXml" Target="../ink/ink847.xml"/><Relationship Id="rId138" Type="http://schemas.openxmlformats.org/officeDocument/2006/relationships/customXml" Target="../ink/ink874.xml"/><Relationship Id="rId159" Type="http://schemas.openxmlformats.org/officeDocument/2006/relationships/image" Target="../media/image803.png"/><Relationship Id="rId170" Type="http://schemas.openxmlformats.org/officeDocument/2006/relationships/customXml" Target="../ink/ink890.xml"/><Relationship Id="rId107" Type="http://schemas.openxmlformats.org/officeDocument/2006/relationships/image" Target="../media/image777.png"/><Relationship Id="rId11" Type="http://schemas.openxmlformats.org/officeDocument/2006/relationships/image" Target="../media/image730.png"/><Relationship Id="rId32" Type="http://schemas.openxmlformats.org/officeDocument/2006/relationships/customXml" Target="../ink/ink821.xml"/><Relationship Id="rId53" Type="http://schemas.openxmlformats.org/officeDocument/2006/relationships/image" Target="../media/image751.png"/><Relationship Id="rId74" Type="http://schemas.openxmlformats.org/officeDocument/2006/relationships/customXml" Target="../ink/ink842.xml"/><Relationship Id="rId128" Type="http://schemas.openxmlformats.org/officeDocument/2006/relationships/customXml" Target="../ink/ink869.xml"/><Relationship Id="rId149" Type="http://schemas.openxmlformats.org/officeDocument/2006/relationships/image" Target="../media/image798.png"/><Relationship Id="rId5" Type="http://schemas.openxmlformats.org/officeDocument/2006/relationships/image" Target="../media/image727.png"/><Relationship Id="rId95" Type="http://schemas.openxmlformats.org/officeDocument/2006/relationships/image" Target="../media/image771.png"/><Relationship Id="rId160" Type="http://schemas.openxmlformats.org/officeDocument/2006/relationships/customXml" Target="../ink/ink885.xml"/><Relationship Id="rId22" Type="http://schemas.openxmlformats.org/officeDocument/2006/relationships/customXml" Target="../ink/ink816.xml"/><Relationship Id="rId43" Type="http://schemas.openxmlformats.org/officeDocument/2006/relationships/image" Target="../media/image746.png"/><Relationship Id="rId64" Type="http://schemas.openxmlformats.org/officeDocument/2006/relationships/customXml" Target="../ink/ink837.xml"/><Relationship Id="rId118" Type="http://schemas.openxmlformats.org/officeDocument/2006/relationships/customXml" Target="../ink/ink864.xml"/><Relationship Id="rId139" Type="http://schemas.openxmlformats.org/officeDocument/2006/relationships/image" Target="../media/image793.png"/><Relationship Id="rId85" Type="http://schemas.openxmlformats.org/officeDocument/2006/relationships/image" Target="../media/image766.png"/><Relationship Id="rId150" Type="http://schemas.openxmlformats.org/officeDocument/2006/relationships/customXml" Target="../ink/ink880.xml"/><Relationship Id="rId171" Type="http://schemas.openxmlformats.org/officeDocument/2006/relationships/image" Target="../media/image809.png"/><Relationship Id="rId12" Type="http://schemas.openxmlformats.org/officeDocument/2006/relationships/customXml" Target="../ink/ink811.xml"/><Relationship Id="rId33" Type="http://schemas.openxmlformats.org/officeDocument/2006/relationships/image" Target="../media/image741.png"/><Relationship Id="rId108" Type="http://schemas.openxmlformats.org/officeDocument/2006/relationships/customXml" Target="../ink/ink859.xml"/><Relationship Id="rId129" Type="http://schemas.openxmlformats.org/officeDocument/2006/relationships/image" Target="../media/image788.png"/><Relationship Id="rId54" Type="http://schemas.openxmlformats.org/officeDocument/2006/relationships/customXml" Target="../ink/ink832.xml"/><Relationship Id="rId75" Type="http://schemas.openxmlformats.org/officeDocument/2006/relationships/image" Target="../media/image761.png"/><Relationship Id="rId96" Type="http://schemas.openxmlformats.org/officeDocument/2006/relationships/customXml" Target="../ink/ink853.xml"/><Relationship Id="rId140" Type="http://schemas.openxmlformats.org/officeDocument/2006/relationships/customXml" Target="../ink/ink875.xml"/><Relationship Id="rId161" Type="http://schemas.openxmlformats.org/officeDocument/2006/relationships/image" Target="../media/image804.png"/><Relationship Id="rId6" Type="http://schemas.openxmlformats.org/officeDocument/2006/relationships/customXml" Target="../ink/ink808.xml"/><Relationship Id="rId23" Type="http://schemas.openxmlformats.org/officeDocument/2006/relationships/image" Target="../media/image736.png"/><Relationship Id="rId28" Type="http://schemas.openxmlformats.org/officeDocument/2006/relationships/customXml" Target="../ink/ink819.xml"/><Relationship Id="rId49" Type="http://schemas.openxmlformats.org/officeDocument/2006/relationships/image" Target="../media/image749.png"/><Relationship Id="rId114" Type="http://schemas.openxmlformats.org/officeDocument/2006/relationships/customXml" Target="../ink/ink862.xml"/><Relationship Id="rId119" Type="http://schemas.openxmlformats.org/officeDocument/2006/relationships/image" Target="../media/image783.png"/><Relationship Id="rId44" Type="http://schemas.openxmlformats.org/officeDocument/2006/relationships/customXml" Target="../ink/ink827.xml"/><Relationship Id="rId60" Type="http://schemas.openxmlformats.org/officeDocument/2006/relationships/customXml" Target="../ink/ink835.xml"/><Relationship Id="rId65" Type="http://schemas.openxmlformats.org/officeDocument/2006/relationships/image" Target="../media/image757.png"/><Relationship Id="rId81" Type="http://schemas.openxmlformats.org/officeDocument/2006/relationships/image" Target="../media/image764.png"/><Relationship Id="rId86" Type="http://schemas.openxmlformats.org/officeDocument/2006/relationships/customXml" Target="../ink/ink848.xml"/><Relationship Id="rId130" Type="http://schemas.openxmlformats.org/officeDocument/2006/relationships/customXml" Target="../ink/ink870.xml"/><Relationship Id="rId135" Type="http://schemas.openxmlformats.org/officeDocument/2006/relationships/image" Target="../media/image791.png"/><Relationship Id="rId151" Type="http://schemas.openxmlformats.org/officeDocument/2006/relationships/image" Target="../media/image799.png"/><Relationship Id="rId156" Type="http://schemas.openxmlformats.org/officeDocument/2006/relationships/customXml" Target="../ink/ink883.xml"/><Relationship Id="rId177" Type="http://schemas.openxmlformats.org/officeDocument/2006/relationships/image" Target="../media/image812.png"/><Relationship Id="rId172" Type="http://schemas.openxmlformats.org/officeDocument/2006/relationships/customXml" Target="../ink/ink891.xml"/><Relationship Id="rId13" Type="http://schemas.openxmlformats.org/officeDocument/2006/relationships/image" Target="../media/image731.png"/><Relationship Id="rId18" Type="http://schemas.openxmlformats.org/officeDocument/2006/relationships/customXml" Target="../ink/ink814.xml"/><Relationship Id="rId39" Type="http://schemas.openxmlformats.org/officeDocument/2006/relationships/image" Target="../media/image744.png"/><Relationship Id="rId109" Type="http://schemas.openxmlformats.org/officeDocument/2006/relationships/image" Target="../media/image778.png"/><Relationship Id="rId34" Type="http://schemas.openxmlformats.org/officeDocument/2006/relationships/customXml" Target="../ink/ink822.xml"/><Relationship Id="rId50" Type="http://schemas.openxmlformats.org/officeDocument/2006/relationships/customXml" Target="../ink/ink830.xml"/><Relationship Id="rId55" Type="http://schemas.openxmlformats.org/officeDocument/2006/relationships/image" Target="../media/image752.png"/><Relationship Id="rId76" Type="http://schemas.openxmlformats.org/officeDocument/2006/relationships/customXml" Target="../ink/ink843.xml"/><Relationship Id="rId97" Type="http://schemas.openxmlformats.org/officeDocument/2006/relationships/image" Target="../media/image772.png"/><Relationship Id="rId104" Type="http://schemas.openxmlformats.org/officeDocument/2006/relationships/customXml" Target="../ink/ink857.xml"/><Relationship Id="rId120" Type="http://schemas.openxmlformats.org/officeDocument/2006/relationships/customXml" Target="../ink/ink865.xml"/><Relationship Id="rId125" Type="http://schemas.openxmlformats.org/officeDocument/2006/relationships/image" Target="../media/image786.png"/><Relationship Id="rId141" Type="http://schemas.openxmlformats.org/officeDocument/2006/relationships/image" Target="../media/image794.png"/><Relationship Id="rId146" Type="http://schemas.openxmlformats.org/officeDocument/2006/relationships/customXml" Target="../ink/ink878.xml"/><Relationship Id="rId167" Type="http://schemas.openxmlformats.org/officeDocument/2006/relationships/image" Target="../media/image807.png"/><Relationship Id="rId7" Type="http://schemas.openxmlformats.org/officeDocument/2006/relationships/image" Target="../media/image728.png"/><Relationship Id="rId71" Type="http://schemas.openxmlformats.org/officeDocument/2006/relationships/image" Target="../media/image760.png"/><Relationship Id="rId92" Type="http://schemas.openxmlformats.org/officeDocument/2006/relationships/customXml" Target="../ink/ink851.xml"/><Relationship Id="rId162" Type="http://schemas.openxmlformats.org/officeDocument/2006/relationships/customXml" Target="../ink/ink886.xml"/><Relationship Id="rId2" Type="http://schemas.openxmlformats.org/officeDocument/2006/relationships/customXml" Target="../ink/ink806.xml"/><Relationship Id="rId29" Type="http://schemas.openxmlformats.org/officeDocument/2006/relationships/image" Target="../media/image739.png"/><Relationship Id="rId24" Type="http://schemas.openxmlformats.org/officeDocument/2006/relationships/customXml" Target="../ink/ink817.xml"/><Relationship Id="rId40" Type="http://schemas.openxmlformats.org/officeDocument/2006/relationships/customXml" Target="../ink/ink825.xml"/><Relationship Id="rId45" Type="http://schemas.openxmlformats.org/officeDocument/2006/relationships/image" Target="../media/image747.png"/><Relationship Id="rId66" Type="http://schemas.openxmlformats.org/officeDocument/2006/relationships/customXml" Target="../ink/ink838.xml"/><Relationship Id="rId87" Type="http://schemas.openxmlformats.org/officeDocument/2006/relationships/image" Target="../media/image767.png"/><Relationship Id="rId110" Type="http://schemas.openxmlformats.org/officeDocument/2006/relationships/customXml" Target="../ink/ink860.xml"/><Relationship Id="rId115" Type="http://schemas.openxmlformats.org/officeDocument/2006/relationships/image" Target="../media/image781.png"/><Relationship Id="rId131" Type="http://schemas.openxmlformats.org/officeDocument/2006/relationships/image" Target="../media/image789.png"/><Relationship Id="rId136" Type="http://schemas.openxmlformats.org/officeDocument/2006/relationships/customXml" Target="../ink/ink873.xml"/><Relationship Id="rId157" Type="http://schemas.openxmlformats.org/officeDocument/2006/relationships/image" Target="../media/image802.png"/><Relationship Id="rId178" Type="http://schemas.openxmlformats.org/officeDocument/2006/relationships/customXml" Target="../ink/ink894.xml"/><Relationship Id="rId61" Type="http://schemas.openxmlformats.org/officeDocument/2006/relationships/image" Target="../media/image755.png"/><Relationship Id="rId82" Type="http://schemas.openxmlformats.org/officeDocument/2006/relationships/customXml" Target="../ink/ink846.xml"/><Relationship Id="rId152" Type="http://schemas.openxmlformats.org/officeDocument/2006/relationships/customXml" Target="../ink/ink881.xml"/><Relationship Id="rId173" Type="http://schemas.openxmlformats.org/officeDocument/2006/relationships/image" Target="../media/image810.png"/><Relationship Id="rId19" Type="http://schemas.openxmlformats.org/officeDocument/2006/relationships/image" Target="../media/image734.png"/><Relationship Id="rId14" Type="http://schemas.openxmlformats.org/officeDocument/2006/relationships/customXml" Target="../ink/ink812.xml"/><Relationship Id="rId30" Type="http://schemas.openxmlformats.org/officeDocument/2006/relationships/customXml" Target="../ink/ink820.xml"/><Relationship Id="rId35" Type="http://schemas.openxmlformats.org/officeDocument/2006/relationships/image" Target="../media/image742.png"/><Relationship Id="rId56" Type="http://schemas.openxmlformats.org/officeDocument/2006/relationships/customXml" Target="../ink/ink833.xml"/><Relationship Id="rId77" Type="http://schemas.openxmlformats.org/officeDocument/2006/relationships/image" Target="../media/image762.png"/><Relationship Id="rId100" Type="http://schemas.openxmlformats.org/officeDocument/2006/relationships/customXml" Target="../ink/ink855.xml"/><Relationship Id="rId105" Type="http://schemas.openxmlformats.org/officeDocument/2006/relationships/image" Target="../media/image776.png"/><Relationship Id="rId126" Type="http://schemas.openxmlformats.org/officeDocument/2006/relationships/customXml" Target="../ink/ink868.xml"/><Relationship Id="rId147" Type="http://schemas.openxmlformats.org/officeDocument/2006/relationships/image" Target="../media/image797.png"/><Relationship Id="rId168" Type="http://schemas.openxmlformats.org/officeDocument/2006/relationships/customXml" Target="../ink/ink889.xml"/><Relationship Id="rId8" Type="http://schemas.openxmlformats.org/officeDocument/2006/relationships/customXml" Target="../ink/ink809.xml"/><Relationship Id="rId51" Type="http://schemas.openxmlformats.org/officeDocument/2006/relationships/image" Target="../media/image750.png"/><Relationship Id="rId72" Type="http://schemas.openxmlformats.org/officeDocument/2006/relationships/customXml" Target="../ink/ink841.xml"/><Relationship Id="rId93" Type="http://schemas.openxmlformats.org/officeDocument/2006/relationships/image" Target="../media/image770.png"/><Relationship Id="rId98" Type="http://schemas.openxmlformats.org/officeDocument/2006/relationships/customXml" Target="../ink/ink854.xml"/><Relationship Id="rId121" Type="http://schemas.openxmlformats.org/officeDocument/2006/relationships/image" Target="../media/image784.png"/><Relationship Id="rId142" Type="http://schemas.openxmlformats.org/officeDocument/2006/relationships/customXml" Target="../ink/ink876.xml"/><Relationship Id="rId163" Type="http://schemas.openxmlformats.org/officeDocument/2006/relationships/image" Target="../media/image805.png"/><Relationship Id="rId3" Type="http://schemas.openxmlformats.org/officeDocument/2006/relationships/image" Target="../media/image726.png"/><Relationship Id="rId25" Type="http://schemas.openxmlformats.org/officeDocument/2006/relationships/image" Target="../media/image737.png"/><Relationship Id="rId46" Type="http://schemas.openxmlformats.org/officeDocument/2006/relationships/customXml" Target="../ink/ink828.xml"/><Relationship Id="rId67" Type="http://schemas.openxmlformats.org/officeDocument/2006/relationships/image" Target="../media/image758.png"/><Relationship Id="rId116" Type="http://schemas.openxmlformats.org/officeDocument/2006/relationships/customXml" Target="../ink/ink863.xml"/><Relationship Id="rId137" Type="http://schemas.openxmlformats.org/officeDocument/2006/relationships/image" Target="../media/image792.png"/><Relationship Id="rId158" Type="http://schemas.openxmlformats.org/officeDocument/2006/relationships/customXml" Target="../ink/ink884.xml"/><Relationship Id="rId20" Type="http://schemas.openxmlformats.org/officeDocument/2006/relationships/customXml" Target="../ink/ink815.xml"/><Relationship Id="rId41" Type="http://schemas.openxmlformats.org/officeDocument/2006/relationships/image" Target="../media/image745.png"/><Relationship Id="rId62" Type="http://schemas.openxmlformats.org/officeDocument/2006/relationships/customXml" Target="../ink/ink836.xml"/><Relationship Id="rId83" Type="http://schemas.openxmlformats.org/officeDocument/2006/relationships/image" Target="../media/image765.png"/><Relationship Id="rId88" Type="http://schemas.openxmlformats.org/officeDocument/2006/relationships/customXml" Target="../ink/ink849.xml"/><Relationship Id="rId111" Type="http://schemas.openxmlformats.org/officeDocument/2006/relationships/image" Target="../media/image779.png"/><Relationship Id="rId132" Type="http://schemas.openxmlformats.org/officeDocument/2006/relationships/customXml" Target="../ink/ink871.xml"/><Relationship Id="rId153" Type="http://schemas.openxmlformats.org/officeDocument/2006/relationships/image" Target="../media/image800.png"/><Relationship Id="rId174" Type="http://schemas.openxmlformats.org/officeDocument/2006/relationships/customXml" Target="../ink/ink892.xml"/><Relationship Id="rId179" Type="http://schemas.openxmlformats.org/officeDocument/2006/relationships/image" Target="../media/image813.png"/><Relationship Id="rId15" Type="http://schemas.openxmlformats.org/officeDocument/2006/relationships/image" Target="../media/image732.png"/><Relationship Id="rId36" Type="http://schemas.openxmlformats.org/officeDocument/2006/relationships/customXml" Target="../ink/ink823.xml"/><Relationship Id="rId57" Type="http://schemas.openxmlformats.org/officeDocument/2006/relationships/image" Target="../media/image753.png"/><Relationship Id="rId106" Type="http://schemas.openxmlformats.org/officeDocument/2006/relationships/customXml" Target="../ink/ink858.xml"/><Relationship Id="rId127" Type="http://schemas.openxmlformats.org/officeDocument/2006/relationships/image" Target="../media/image787.png"/><Relationship Id="rId10" Type="http://schemas.openxmlformats.org/officeDocument/2006/relationships/customXml" Target="../ink/ink810.xml"/><Relationship Id="rId31" Type="http://schemas.openxmlformats.org/officeDocument/2006/relationships/image" Target="../media/image740.png"/><Relationship Id="rId52" Type="http://schemas.openxmlformats.org/officeDocument/2006/relationships/customXml" Target="../ink/ink831.xml"/><Relationship Id="rId73" Type="http://schemas.openxmlformats.org/officeDocument/2006/relationships/image" Target="../media/image29.png"/><Relationship Id="rId78" Type="http://schemas.openxmlformats.org/officeDocument/2006/relationships/customXml" Target="../ink/ink844.xml"/><Relationship Id="rId94" Type="http://schemas.openxmlformats.org/officeDocument/2006/relationships/customXml" Target="../ink/ink852.xml"/><Relationship Id="rId99" Type="http://schemas.openxmlformats.org/officeDocument/2006/relationships/image" Target="../media/image773.png"/><Relationship Id="rId101" Type="http://schemas.openxmlformats.org/officeDocument/2006/relationships/image" Target="../media/image774.png"/><Relationship Id="rId122" Type="http://schemas.openxmlformats.org/officeDocument/2006/relationships/customXml" Target="../ink/ink866.xml"/><Relationship Id="rId143" Type="http://schemas.openxmlformats.org/officeDocument/2006/relationships/image" Target="../media/image795.png"/><Relationship Id="rId148" Type="http://schemas.openxmlformats.org/officeDocument/2006/relationships/customXml" Target="../ink/ink879.xml"/><Relationship Id="rId164" Type="http://schemas.openxmlformats.org/officeDocument/2006/relationships/customXml" Target="../ink/ink887.xml"/><Relationship Id="rId169" Type="http://schemas.openxmlformats.org/officeDocument/2006/relationships/image" Target="../media/image808.png"/><Relationship Id="rId4" Type="http://schemas.openxmlformats.org/officeDocument/2006/relationships/customXml" Target="../ink/ink807.xml"/><Relationship Id="rId9" Type="http://schemas.openxmlformats.org/officeDocument/2006/relationships/image" Target="../media/image729.png"/><Relationship Id="rId26" Type="http://schemas.openxmlformats.org/officeDocument/2006/relationships/customXml" Target="../ink/ink818.xml"/><Relationship Id="rId47" Type="http://schemas.openxmlformats.org/officeDocument/2006/relationships/image" Target="../media/image748.png"/><Relationship Id="rId68" Type="http://schemas.openxmlformats.org/officeDocument/2006/relationships/customXml" Target="../ink/ink839.xml"/><Relationship Id="rId89" Type="http://schemas.openxmlformats.org/officeDocument/2006/relationships/image" Target="../media/image768.png"/><Relationship Id="rId112" Type="http://schemas.openxmlformats.org/officeDocument/2006/relationships/customXml" Target="../ink/ink861.xml"/><Relationship Id="rId133" Type="http://schemas.openxmlformats.org/officeDocument/2006/relationships/image" Target="../media/image790.png"/><Relationship Id="rId154" Type="http://schemas.openxmlformats.org/officeDocument/2006/relationships/customXml" Target="../ink/ink882.xml"/><Relationship Id="rId175" Type="http://schemas.openxmlformats.org/officeDocument/2006/relationships/image" Target="../media/image811.png"/><Relationship Id="rId16" Type="http://schemas.openxmlformats.org/officeDocument/2006/relationships/customXml" Target="../ink/ink813.xml"/><Relationship Id="rId37" Type="http://schemas.openxmlformats.org/officeDocument/2006/relationships/image" Target="../media/image743.png"/><Relationship Id="rId58" Type="http://schemas.openxmlformats.org/officeDocument/2006/relationships/customXml" Target="../ink/ink834.xml"/><Relationship Id="rId79" Type="http://schemas.openxmlformats.org/officeDocument/2006/relationships/image" Target="../media/image763.png"/><Relationship Id="rId102" Type="http://schemas.openxmlformats.org/officeDocument/2006/relationships/customXml" Target="../ink/ink856.xml"/><Relationship Id="rId123" Type="http://schemas.openxmlformats.org/officeDocument/2006/relationships/image" Target="../media/image785.png"/><Relationship Id="rId144" Type="http://schemas.openxmlformats.org/officeDocument/2006/relationships/customXml" Target="../ink/ink877.xml"/><Relationship Id="rId90" Type="http://schemas.openxmlformats.org/officeDocument/2006/relationships/customXml" Target="../ink/ink850.xml"/><Relationship Id="rId165" Type="http://schemas.openxmlformats.org/officeDocument/2006/relationships/image" Target="../media/image806.png"/><Relationship Id="rId27" Type="http://schemas.openxmlformats.org/officeDocument/2006/relationships/image" Target="../media/image738.png"/><Relationship Id="rId48" Type="http://schemas.openxmlformats.org/officeDocument/2006/relationships/customXml" Target="../ink/ink829.xml"/><Relationship Id="rId69" Type="http://schemas.openxmlformats.org/officeDocument/2006/relationships/image" Target="../media/image759.png"/><Relationship Id="rId113" Type="http://schemas.openxmlformats.org/officeDocument/2006/relationships/image" Target="../media/image780.png"/><Relationship Id="rId134" Type="http://schemas.openxmlformats.org/officeDocument/2006/relationships/customXml" Target="../ink/ink872.xml"/><Relationship Id="rId80" Type="http://schemas.openxmlformats.org/officeDocument/2006/relationships/customXml" Target="../ink/ink845.xml"/><Relationship Id="rId155" Type="http://schemas.openxmlformats.org/officeDocument/2006/relationships/image" Target="../media/image801.png"/><Relationship Id="rId176" Type="http://schemas.openxmlformats.org/officeDocument/2006/relationships/customXml" Target="../ink/ink893.xml"/><Relationship Id="rId17" Type="http://schemas.openxmlformats.org/officeDocument/2006/relationships/image" Target="../media/image733.png"/><Relationship Id="rId38" Type="http://schemas.openxmlformats.org/officeDocument/2006/relationships/customXml" Target="../ink/ink824.xml"/><Relationship Id="rId59" Type="http://schemas.openxmlformats.org/officeDocument/2006/relationships/image" Target="../media/image754.png"/><Relationship Id="rId103" Type="http://schemas.openxmlformats.org/officeDocument/2006/relationships/image" Target="../media/image775.png"/><Relationship Id="rId124" Type="http://schemas.openxmlformats.org/officeDocument/2006/relationships/customXml" Target="../ink/ink867.xml"/><Relationship Id="rId70" Type="http://schemas.openxmlformats.org/officeDocument/2006/relationships/customXml" Target="../ink/ink840.xml"/><Relationship Id="rId91" Type="http://schemas.openxmlformats.org/officeDocument/2006/relationships/image" Target="../media/image769.png"/><Relationship Id="rId145" Type="http://schemas.openxmlformats.org/officeDocument/2006/relationships/image" Target="../media/image796.png"/><Relationship Id="rId166" Type="http://schemas.openxmlformats.org/officeDocument/2006/relationships/customXml" Target="../ink/ink88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71.png"/><Relationship Id="rId21" Type="http://schemas.openxmlformats.org/officeDocument/2006/relationships/image" Target="../media/image823.png"/><Relationship Id="rId42" Type="http://schemas.openxmlformats.org/officeDocument/2006/relationships/customXml" Target="../ink/ink915.xml"/><Relationship Id="rId63" Type="http://schemas.openxmlformats.org/officeDocument/2006/relationships/image" Target="../media/image844.png"/><Relationship Id="rId84" Type="http://schemas.openxmlformats.org/officeDocument/2006/relationships/customXml" Target="../ink/ink936.xml"/><Relationship Id="rId138" Type="http://schemas.openxmlformats.org/officeDocument/2006/relationships/customXml" Target="../ink/ink963.xml"/><Relationship Id="rId159" Type="http://schemas.openxmlformats.org/officeDocument/2006/relationships/image" Target="../media/image892.png"/><Relationship Id="rId170" Type="http://schemas.openxmlformats.org/officeDocument/2006/relationships/customXml" Target="../ink/ink979.xml"/><Relationship Id="rId191" Type="http://schemas.openxmlformats.org/officeDocument/2006/relationships/image" Target="../media/image908.png"/><Relationship Id="rId107" Type="http://schemas.openxmlformats.org/officeDocument/2006/relationships/image" Target="../media/image866.png"/><Relationship Id="rId11" Type="http://schemas.openxmlformats.org/officeDocument/2006/relationships/image" Target="../media/image818.png"/><Relationship Id="rId32" Type="http://schemas.openxmlformats.org/officeDocument/2006/relationships/customXml" Target="../ink/ink910.xml"/><Relationship Id="rId53" Type="http://schemas.openxmlformats.org/officeDocument/2006/relationships/image" Target="../media/image839.png"/><Relationship Id="rId74" Type="http://schemas.openxmlformats.org/officeDocument/2006/relationships/customXml" Target="../ink/ink931.xml"/><Relationship Id="rId128" Type="http://schemas.openxmlformats.org/officeDocument/2006/relationships/customXml" Target="../ink/ink958.xml"/><Relationship Id="rId149" Type="http://schemas.openxmlformats.org/officeDocument/2006/relationships/image" Target="../media/image887.png"/><Relationship Id="rId5" Type="http://schemas.openxmlformats.org/officeDocument/2006/relationships/image" Target="../media/image815.png"/><Relationship Id="rId95" Type="http://schemas.openxmlformats.org/officeDocument/2006/relationships/image" Target="../media/image860.png"/><Relationship Id="rId160" Type="http://schemas.openxmlformats.org/officeDocument/2006/relationships/customXml" Target="../ink/ink974.xml"/><Relationship Id="rId181" Type="http://schemas.openxmlformats.org/officeDocument/2006/relationships/image" Target="../media/image903.png"/><Relationship Id="rId22" Type="http://schemas.openxmlformats.org/officeDocument/2006/relationships/customXml" Target="../ink/ink905.xml"/><Relationship Id="rId43" Type="http://schemas.openxmlformats.org/officeDocument/2006/relationships/image" Target="../media/image834.png"/><Relationship Id="rId64" Type="http://schemas.openxmlformats.org/officeDocument/2006/relationships/customXml" Target="../ink/ink926.xml"/><Relationship Id="rId118" Type="http://schemas.openxmlformats.org/officeDocument/2006/relationships/customXml" Target="../ink/ink953.xml"/><Relationship Id="rId139" Type="http://schemas.openxmlformats.org/officeDocument/2006/relationships/image" Target="../media/image882.png"/><Relationship Id="rId85" Type="http://schemas.openxmlformats.org/officeDocument/2006/relationships/image" Target="../media/image855.png"/><Relationship Id="rId150" Type="http://schemas.openxmlformats.org/officeDocument/2006/relationships/customXml" Target="../ink/ink969.xml"/><Relationship Id="rId171" Type="http://schemas.openxmlformats.org/officeDocument/2006/relationships/image" Target="../media/image898.png"/><Relationship Id="rId192" Type="http://schemas.openxmlformats.org/officeDocument/2006/relationships/customXml" Target="../ink/ink990.xml"/><Relationship Id="rId12" Type="http://schemas.openxmlformats.org/officeDocument/2006/relationships/customXml" Target="../ink/ink900.xml"/><Relationship Id="rId33" Type="http://schemas.openxmlformats.org/officeDocument/2006/relationships/image" Target="../media/image829.png"/><Relationship Id="rId108" Type="http://schemas.openxmlformats.org/officeDocument/2006/relationships/customXml" Target="../ink/ink948.xml"/><Relationship Id="rId129" Type="http://schemas.openxmlformats.org/officeDocument/2006/relationships/image" Target="../media/image877.png"/><Relationship Id="rId54" Type="http://schemas.openxmlformats.org/officeDocument/2006/relationships/customXml" Target="../ink/ink921.xml"/><Relationship Id="rId75" Type="http://schemas.openxmlformats.org/officeDocument/2006/relationships/image" Target="../media/image850.png"/><Relationship Id="rId96" Type="http://schemas.openxmlformats.org/officeDocument/2006/relationships/customXml" Target="../ink/ink942.xml"/><Relationship Id="rId140" Type="http://schemas.openxmlformats.org/officeDocument/2006/relationships/customXml" Target="../ink/ink964.xml"/><Relationship Id="rId161" Type="http://schemas.openxmlformats.org/officeDocument/2006/relationships/image" Target="../media/image893.png"/><Relationship Id="rId182" Type="http://schemas.openxmlformats.org/officeDocument/2006/relationships/customXml" Target="../ink/ink985.xml"/><Relationship Id="rId6" Type="http://schemas.openxmlformats.org/officeDocument/2006/relationships/customXml" Target="../ink/ink897.xml"/><Relationship Id="rId23" Type="http://schemas.openxmlformats.org/officeDocument/2006/relationships/image" Target="../media/image824.png"/><Relationship Id="rId119" Type="http://schemas.openxmlformats.org/officeDocument/2006/relationships/image" Target="../media/image872.png"/><Relationship Id="rId44" Type="http://schemas.openxmlformats.org/officeDocument/2006/relationships/customXml" Target="../ink/ink916.xml"/><Relationship Id="rId65" Type="http://schemas.openxmlformats.org/officeDocument/2006/relationships/image" Target="../media/image845.png"/><Relationship Id="rId86" Type="http://schemas.openxmlformats.org/officeDocument/2006/relationships/customXml" Target="../ink/ink937.xml"/><Relationship Id="rId130" Type="http://schemas.openxmlformats.org/officeDocument/2006/relationships/customXml" Target="../ink/ink959.xml"/><Relationship Id="rId151" Type="http://schemas.openxmlformats.org/officeDocument/2006/relationships/image" Target="../media/image888.png"/><Relationship Id="rId172" Type="http://schemas.openxmlformats.org/officeDocument/2006/relationships/customXml" Target="../ink/ink980.xml"/><Relationship Id="rId193" Type="http://schemas.openxmlformats.org/officeDocument/2006/relationships/image" Target="../media/image909.png"/><Relationship Id="rId13" Type="http://schemas.openxmlformats.org/officeDocument/2006/relationships/image" Target="../media/image819.png"/><Relationship Id="rId109" Type="http://schemas.openxmlformats.org/officeDocument/2006/relationships/image" Target="../media/image867.png"/><Relationship Id="rId34" Type="http://schemas.openxmlformats.org/officeDocument/2006/relationships/customXml" Target="../ink/ink911.xml"/><Relationship Id="rId50" Type="http://schemas.openxmlformats.org/officeDocument/2006/relationships/customXml" Target="../ink/ink919.xml"/><Relationship Id="rId55" Type="http://schemas.openxmlformats.org/officeDocument/2006/relationships/image" Target="../media/image840.png"/><Relationship Id="rId76" Type="http://schemas.openxmlformats.org/officeDocument/2006/relationships/customXml" Target="../ink/ink932.xml"/><Relationship Id="rId97" Type="http://schemas.openxmlformats.org/officeDocument/2006/relationships/image" Target="../media/image861.png"/><Relationship Id="rId104" Type="http://schemas.openxmlformats.org/officeDocument/2006/relationships/customXml" Target="../ink/ink946.xml"/><Relationship Id="rId120" Type="http://schemas.openxmlformats.org/officeDocument/2006/relationships/customXml" Target="../ink/ink954.xml"/><Relationship Id="rId125" Type="http://schemas.openxmlformats.org/officeDocument/2006/relationships/image" Target="../media/image875.png"/><Relationship Id="rId141" Type="http://schemas.openxmlformats.org/officeDocument/2006/relationships/image" Target="../media/image883.png"/><Relationship Id="rId146" Type="http://schemas.openxmlformats.org/officeDocument/2006/relationships/customXml" Target="../ink/ink967.xml"/><Relationship Id="rId167" Type="http://schemas.openxmlformats.org/officeDocument/2006/relationships/image" Target="../media/image896.png"/><Relationship Id="rId188" Type="http://schemas.openxmlformats.org/officeDocument/2006/relationships/customXml" Target="../ink/ink988.xml"/><Relationship Id="rId7" Type="http://schemas.openxmlformats.org/officeDocument/2006/relationships/image" Target="../media/image816.png"/><Relationship Id="rId71" Type="http://schemas.openxmlformats.org/officeDocument/2006/relationships/image" Target="../media/image848.png"/><Relationship Id="rId92" Type="http://schemas.openxmlformats.org/officeDocument/2006/relationships/customXml" Target="../ink/ink940.xml"/><Relationship Id="rId162" Type="http://schemas.openxmlformats.org/officeDocument/2006/relationships/customXml" Target="../ink/ink975.xml"/><Relationship Id="rId183" Type="http://schemas.openxmlformats.org/officeDocument/2006/relationships/image" Target="../media/image904.png"/><Relationship Id="rId2" Type="http://schemas.openxmlformats.org/officeDocument/2006/relationships/customXml" Target="../ink/ink895.xml"/><Relationship Id="rId29" Type="http://schemas.openxmlformats.org/officeDocument/2006/relationships/image" Target="../media/image827.png"/><Relationship Id="rId24" Type="http://schemas.openxmlformats.org/officeDocument/2006/relationships/customXml" Target="../ink/ink906.xml"/><Relationship Id="rId40" Type="http://schemas.openxmlformats.org/officeDocument/2006/relationships/customXml" Target="../ink/ink914.xml"/><Relationship Id="rId45" Type="http://schemas.openxmlformats.org/officeDocument/2006/relationships/image" Target="../media/image835.png"/><Relationship Id="rId66" Type="http://schemas.openxmlformats.org/officeDocument/2006/relationships/customXml" Target="../ink/ink927.xml"/><Relationship Id="rId87" Type="http://schemas.openxmlformats.org/officeDocument/2006/relationships/image" Target="../media/image856.png"/><Relationship Id="rId110" Type="http://schemas.openxmlformats.org/officeDocument/2006/relationships/customXml" Target="../ink/ink949.xml"/><Relationship Id="rId115" Type="http://schemas.openxmlformats.org/officeDocument/2006/relationships/image" Target="../media/image870.png"/><Relationship Id="rId131" Type="http://schemas.openxmlformats.org/officeDocument/2006/relationships/image" Target="../media/image878.png"/><Relationship Id="rId136" Type="http://schemas.openxmlformats.org/officeDocument/2006/relationships/customXml" Target="../ink/ink962.xml"/><Relationship Id="rId157" Type="http://schemas.openxmlformats.org/officeDocument/2006/relationships/image" Target="../media/image891.png"/><Relationship Id="rId178" Type="http://schemas.openxmlformats.org/officeDocument/2006/relationships/customXml" Target="../ink/ink983.xml"/><Relationship Id="rId61" Type="http://schemas.openxmlformats.org/officeDocument/2006/relationships/image" Target="../media/image843.png"/><Relationship Id="rId82" Type="http://schemas.openxmlformats.org/officeDocument/2006/relationships/customXml" Target="../ink/ink935.xml"/><Relationship Id="rId152" Type="http://schemas.openxmlformats.org/officeDocument/2006/relationships/customXml" Target="../ink/ink970.xml"/><Relationship Id="rId173" Type="http://schemas.openxmlformats.org/officeDocument/2006/relationships/image" Target="../media/image899.png"/><Relationship Id="rId19" Type="http://schemas.openxmlformats.org/officeDocument/2006/relationships/image" Target="../media/image822.png"/><Relationship Id="rId14" Type="http://schemas.openxmlformats.org/officeDocument/2006/relationships/customXml" Target="../ink/ink901.xml"/><Relationship Id="rId30" Type="http://schemas.openxmlformats.org/officeDocument/2006/relationships/customXml" Target="../ink/ink909.xml"/><Relationship Id="rId35" Type="http://schemas.openxmlformats.org/officeDocument/2006/relationships/image" Target="../media/image830.png"/><Relationship Id="rId56" Type="http://schemas.openxmlformats.org/officeDocument/2006/relationships/customXml" Target="../ink/ink922.xml"/><Relationship Id="rId77" Type="http://schemas.openxmlformats.org/officeDocument/2006/relationships/image" Target="../media/image851.png"/><Relationship Id="rId100" Type="http://schemas.openxmlformats.org/officeDocument/2006/relationships/customXml" Target="../ink/ink944.xml"/><Relationship Id="rId105" Type="http://schemas.openxmlformats.org/officeDocument/2006/relationships/image" Target="../media/image865.png"/><Relationship Id="rId126" Type="http://schemas.openxmlformats.org/officeDocument/2006/relationships/customXml" Target="../ink/ink957.xml"/><Relationship Id="rId147" Type="http://schemas.openxmlformats.org/officeDocument/2006/relationships/image" Target="../media/image886.png"/><Relationship Id="rId168" Type="http://schemas.openxmlformats.org/officeDocument/2006/relationships/customXml" Target="../ink/ink978.xml"/><Relationship Id="rId8" Type="http://schemas.openxmlformats.org/officeDocument/2006/relationships/customXml" Target="../ink/ink898.xml"/><Relationship Id="rId51" Type="http://schemas.openxmlformats.org/officeDocument/2006/relationships/image" Target="../media/image838.png"/><Relationship Id="rId72" Type="http://schemas.openxmlformats.org/officeDocument/2006/relationships/customXml" Target="../ink/ink930.xml"/><Relationship Id="rId93" Type="http://schemas.openxmlformats.org/officeDocument/2006/relationships/image" Target="../media/image859.png"/><Relationship Id="rId98" Type="http://schemas.openxmlformats.org/officeDocument/2006/relationships/customXml" Target="../ink/ink943.xml"/><Relationship Id="rId121" Type="http://schemas.openxmlformats.org/officeDocument/2006/relationships/image" Target="../media/image873.png"/><Relationship Id="rId142" Type="http://schemas.openxmlformats.org/officeDocument/2006/relationships/customXml" Target="../ink/ink965.xml"/><Relationship Id="rId163" Type="http://schemas.openxmlformats.org/officeDocument/2006/relationships/image" Target="../media/image894.png"/><Relationship Id="rId184" Type="http://schemas.openxmlformats.org/officeDocument/2006/relationships/customXml" Target="../ink/ink986.xml"/><Relationship Id="rId189" Type="http://schemas.openxmlformats.org/officeDocument/2006/relationships/image" Target="../media/image907.png"/><Relationship Id="rId3" Type="http://schemas.openxmlformats.org/officeDocument/2006/relationships/image" Target="../media/image814.png"/><Relationship Id="rId25" Type="http://schemas.openxmlformats.org/officeDocument/2006/relationships/image" Target="../media/image825.png"/><Relationship Id="rId46" Type="http://schemas.openxmlformats.org/officeDocument/2006/relationships/customXml" Target="../ink/ink917.xml"/><Relationship Id="rId67" Type="http://schemas.openxmlformats.org/officeDocument/2006/relationships/image" Target="../media/image846.png"/><Relationship Id="rId116" Type="http://schemas.openxmlformats.org/officeDocument/2006/relationships/customXml" Target="../ink/ink952.xml"/><Relationship Id="rId137" Type="http://schemas.openxmlformats.org/officeDocument/2006/relationships/image" Target="../media/image881.png"/><Relationship Id="rId158" Type="http://schemas.openxmlformats.org/officeDocument/2006/relationships/customXml" Target="../ink/ink973.xml"/><Relationship Id="rId20" Type="http://schemas.openxmlformats.org/officeDocument/2006/relationships/customXml" Target="../ink/ink904.xml"/><Relationship Id="rId41" Type="http://schemas.openxmlformats.org/officeDocument/2006/relationships/image" Target="../media/image833.png"/><Relationship Id="rId62" Type="http://schemas.openxmlformats.org/officeDocument/2006/relationships/customXml" Target="../ink/ink925.xml"/><Relationship Id="rId83" Type="http://schemas.openxmlformats.org/officeDocument/2006/relationships/image" Target="../media/image854.png"/><Relationship Id="rId88" Type="http://schemas.openxmlformats.org/officeDocument/2006/relationships/customXml" Target="../ink/ink938.xml"/><Relationship Id="rId111" Type="http://schemas.openxmlformats.org/officeDocument/2006/relationships/image" Target="../media/image868.png"/><Relationship Id="rId132" Type="http://schemas.openxmlformats.org/officeDocument/2006/relationships/customXml" Target="../ink/ink960.xml"/><Relationship Id="rId153" Type="http://schemas.openxmlformats.org/officeDocument/2006/relationships/image" Target="../media/image889.png"/><Relationship Id="rId174" Type="http://schemas.openxmlformats.org/officeDocument/2006/relationships/customXml" Target="../ink/ink981.xml"/><Relationship Id="rId179" Type="http://schemas.openxmlformats.org/officeDocument/2006/relationships/image" Target="../media/image902.png"/><Relationship Id="rId190" Type="http://schemas.openxmlformats.org/officeDocument/2006/relationships/customXml" Target="../ink/ink989.xml"/><Relationship Id="rId15" Type="http://schemas.openxmlformats.org/officeDocument/2006/relationships/image" Target="../media/image820.png"/><Relationship Id="rId36" Type="http://schemas.openxmlformats.org/officeDocument/2006/relationships/customXml" Target="../ink/ink912.xml"/><Relationship Id="rId57" Type="http://schemas.openxmlformats.org/officeDocument/2006/relationships/image" Target="../media/image841.png"/><Relationship Id="rId106" Type="http://schemas.openxmlformats.org/officeDocument/2006/relationships/customXml" Target="../ink/ink947.xml"/><Relationship Id="rId127" Type="http://schemas.openxmlformats.org/officeDocument/2006/relationships/image" Target="../media/image876.png"/><Relationship Id="rId10" Type="http://schemas.openxmlformats.org/officeDocument/2006/relationships/customXml" Target="../ink/ink899.xml"/><Relationship Id="rId31" Type="http://schemas.openxmlformats.org/officeDocument/2006/relationships/image" Target="../media/image828.png"/><Relationship Id="rId52" Type="http://schemas.openxmlformats.org/officeDocument/2006/relationships/customXml" Target="../ink/ink920.xml"/><Relationship Id="rId73" Type="http://schemas.openxmlformats.org/officeDocument/2006/relationships/image" Target="../media/image849.png"/><Relationship Id="rId78" Type="http://schemas.openxmlformats.org/officeDocument/2006/relationships/customXml" Target="../ink/ink933.xml"/><Relationship Id="rId94" Type="http://schemas.openxmlformats.org/officeDocument/2006/relationships/customXml" Target="../ink/ink941.xml"/><Relationship Id="rId99" Type="http://schemas.openxmlformats.org/officeDocument/2006/relationships/image" Target="../media/image862.png"/><Relationship Id="rId101" Type="http://schemas.openxmlformats.org/officeDocument/2006/relationships/image" Target="../media/image863.png"/><Relationship Id="rId122" Type="http://schemas.openxmlformats.org/officeDocument/2006/relationships/customXml" Target="../ink/ink955.xml"/><Relationship Id="rId143" Type="http://schemas.openxmlformats.org/officeDocument/2006/relationships/image" Target="../media/image884.png"/><Relationship Id="rId148" Type="http://schemas.openxmlformats.org/officeDocument/2006/relationships/customXml" Target="../ink/ink968.xml"/><Relationship Id="rId164" Type="http://schemas.openxmlformats.org/officeDocument/2006/relationships/customXml" Target="../ink/ink976.xml"/><Relationship Id="rId169" Type="http://schemas.openxmlformats.org/officeDocument/2006/relationships/image" Target="../media/image897.png"/><Relationship Id="rId185" Type="http://schemas.openxmlformats.org/officeDocument/2006/relationships/image" Target="../media/image905.png"/><Relationship Id="rId4" Type="http://schemas.openxmlformats.org/officeDocument/2006/relationships/customXml" Target="../ink/ink896.xml"/><Relationship Id="rId9" Type="http://schemas.openxmlformats.org/officeDocument/2006/relationships/image" Target="../media/image817.png"/><Relationship Id="rId180" Type="http://schemas.openxmlformats.org/officeDocument/2006/relationships/customXml" Target="../ink/ink984.xml"/><Relationship Id="rId26" Type="http://schemas.openxmlformats.org/officeDocument/2006/relationships/customXml" Target="../ink/ink907.xml"/><Relationship Id="rId47" Type="http://schemas.openxmlformats.org/officeDocument/2006/relationships/image" Target="../media/image836.png"/><Relationship Id="rId68" Type="http://schemas.openxmlformats.org/officeDocument/2006/relationships/customXml" Target="../ink/ink928.xml"/><Relationship Id="rId89" Type="http://schemas.openxmlformats.org/officeDocument/2006/relationships/image" Target="../media/image857.png"/><Relationship Id="rId112" Type="http://schemas.openxmlformats.org/officeDocument/2006/relationships/customXml" Target="../ink/ink950.xml"/><Relationship Id="rId133" Type="http://schemas.openxmlformats.org/officeDocument/2006/relationships/image" Target="../media/image879.png"/><Relationship Id="rId154" Type="http://schemas.openxmlformats.org/officeDocument/2006/relationships/customXml" Target="../ink/ink971.xml"/><Relationship Id="rId175" Type="http://schemas.openxmlformats.org/officeDocument/2006/relationships/image" Target="../media/image900.png"/><Relationship Id="rId16" Type="http://schemas.openxmlformats.org/officeDocument/2006/relationships/customXml" Target="../ink/ink902.xml"/><Relationship Id="rId37" Type="http://schemas.openxmlformats.org/officeDocument/2006/relationships/image" Target="../media/image831.png"/><Relationship Id="rId58" Type="http://schemas.openxmlformats.org/officeDocument/2006/relationships/customXml" Target="../ink/ink923.xml"/><Relationship Id="rId79" Type="http://schemas.openxmlformats.org/officeDocument/2006/relationships/image" Target="../media/image852.png"/><Relationship Id="rId102" Type="http://schemas.openxmlformats.org/officeDocument/2006/relationships/customXml" Target="../ink/ink945.xml"/><Relationship Id="rId123" Type="http://schemas.openxmlformats.org/officeDocument/2006/relationships/image" Target="../media/image874.png"/><Relationship Id="rId144" Type="http://schemas.openxmlformats.org/officeDocument/2006/relationships/customXml" Target="../ink/ink966.xml"/><Relationship Id="rId90" Type="http://schemas.openxmlformats.org/officeDocument/2006/relationships/customXml" Target="../ink/ink939.xml"/><Relationship Id="rId165" Type="http://schemas.openxmlformats.org/officeDocument/2006/relationships/image" Target="../media/image895.png"/><Relationship Id="rId186" Type="http://schemas.openxmlformats.org/officeDocument/2006/relationships/customXml" Target="../ink/ink987.xml"/><Relationship Id="rId27" Type="http://schemas.openxmlformats.org/officeDocument/2006/relationships/image" Target="../media/image826.png"/><Relationship Id="rId48" Type="http://schemas.openxmlformats.org/officeDocument/2006/relationships/customXml" Target="../ink/ink918.xml"/><Relationship Id="rId69" Type="http://schemas.openxmlformats.org/officeDocument/2006/relationships/image" Target="../media/image847.png"/><Relationship Id="rId113" Type="http://schemas.openxmlformats.org/officeDocument/2006/relationships/image" Target="../media/image869.png"/><Relationship Id="rId134" Type="http://schemas.openxmlformats.org/officeDocument/2006/relationships/customXml" Target="../ink/ink961.xml"/><Relationship Id="rId80" Type="http://schemas.openxmlformats.org/officeDocument/2006/relationships/customXml" Target="../ink/ink934.xml"/><Relationship Id="rId155" Type="http://schemas.openxmlformats.org/officeDocument/2006/relationships/image" Target="../media/image890.png"/><Relationship Id="rId176" Type="http://schemas.openxmlformats.org/officeDocument/2006/relationships/customXml" Target="../ink/ink982.xml"/><Relationship Id="rId17" Type="http://schemas.openxmlformats.org/officeDocument/2006/relationships/image" Target="../media/image821.png"/><Relationship Id="rId38" Type="http://schemas.openxmlformats.org/officeDocument/2006/relationships/customXml" Target="../ink/ink913.xml"/><Relationship Id="rId59" Type="http://schemas.openxmlformats.org/officeDocument/2006/relationships/image" Target="../media/image842.png"/><Relationship Id="rId103" Type="http://schemas.openxmlformats.org/officeDocument/2006/relationships/image" Target="../media/image864.png"/><Relationship Id="rId124" Type="http://schemas.openxmlformats.org/officeDocument/2006/relationships/customXml" Target="../ink/ink956.xml"/><Relationship Id="rId70" Type="http://schemas.openxmlformats.org/officeDocument/2006/relationships/customXml" Target="../ink/ink929.xml"/><Relationship Id="rId91" Type="http://schemas.openxmlformats.org/officeDocument/2006/relationships/image" Target="../media/image858.png"/><Relationship Id="rId145" Type="http://schemas.openxmlformats.org/officeDocument/2006/relationships/image" Target="../media/image885.png"/><Relationship Id="rId166" Type="http://schemas.openxmlformats.org/officeDocument/2006/relationships/customXml" Target="../ink/ink977.xml"/><Relationship Id="rId187" Type="http://schemas.openxmlformats.org/officeDocument/2006/relationships/image" Target="../media/image906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908.xml"/><Relationship Id="rId49" Type="http://schemas.openxmlformats.org/officeDocument/2006/relationships/image" Target="../media/image837.png"/><Relationship Id="rId114" Type="http://schemas.openxmlformats.org/officeDocument/2006/relationships/customXml" Target="../ink/ink951.xml"/><Relationship Id="rId60" Type="http://schemas.openxmlformats.org/officeDocument/2006/relationships/customXml" Target="../ink/ink924.xml"/><Relationship Id="rId81" Type="http://schemas.openxmlformats.org/officeDocument/2006/relationships/image" Target="../media/image853.png"/><Relationship Id="rId135" Type="http://schemas.openxmlformats.org/officeDocument/2006/relationships/image" Target="../media/image880.png"/><Relationship Id="rId156" Type="http://schemas.openxmlformats.org/officeDocument/2006/relationships/customXml" Target="../ink/ink972.xml"/><Relationship Id="rId177" Type="http://schemas.openxmlformats.org/officeDocument/2006/relationships/image" Target="../media/image901.png"/><Relationship Id="rId18" Type="http://schemas.openxmlformats.org/officeDocument/2006/relationships/customXml" Target="../ink/ink903.xml"/><Relationship Id="rId39" Type="http://schemas.openxmlformats.org/officeDocument/2006/relationships/image" Target="../media/image832.png"/></Relationships>
</file>

<file path=ppt/slides/_rels/slide3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15.png"/><Relationship Id="rId18" Type="http://schemas.openxmlformats.org/officeDocument/2006/relationships/customXml" Target="../ink/ink999.xml"/><Relationship Id="rId26" Type="http://schemas.openxmlformats.org/officeDocument/2006/relationships/customXml" Target="../ink/ink1003.xml"/><Relationship Id="rId39" Type="http://schemas.openxmlformats.org/officeDocument/2006/relationships/image" Target="../media/image928.png"/><Relationship Id="rId21" Type="http://schemas.openxmlformats.org/officeDocument/2006/relationships/image" Target="../media/image919.png"/><Relationship Id="rId34" Type="http://schemas.openxmlformats.org/officeDocument/2006/relationships/customXml" Target="../ink/ink1007.xml"/><Relationship Id="rId42" Type="http://schemas.openxmlformats.org/officeDocument/2006/relationships/customXml" Target="../ink/ink1011.xml"/><Relationship Id="rId47" Type="http://schemas.openxmlformats.org/officeDocument/2006/relationships/image" Target="../media/image932.png"/><Relationship Id="rId50" Type="http://schemas.openxmlformats.org/officeDocument/2006/relationships/customXml" Target="../ink/ink1015.xml"/><Relationship Id="rId55" Type="http://schemas.openxmlformats.org/officeDocument/2006/relationships/image" Target="../media/image936.png"/><Relationship Id="rId7" Type="http://schemas.openxmlformats.org/officeDocument/2006/relationships/image" Target="../media/image912.png"/><Relationship Id="rId2" Type="http://schemas.openxmlformats.org/officeDocument/2006/relationships/customXml" Target="../ink/ink991.xml"/><Relationship Id="rId16" Type="http://schemas.openxmlformats.org/officeDocument/2006/relationships/customXml" Target="../ink/ink998.xml"/><Relationship Id="rId29" Type="http://schemas.openxmlformats.org/officeDocument/2006/relationships/image" Target="../media/image923.png"/><Relationship Id="rId11" Type="http://schemas.openxmlformats.org/officeDocument/2006/relationships/image" Target="../media/image914.png"/><Relationship Id="rId24" Type="http://schemas.openxmlformats.org/officeDocument/2006/relationships/customXml" Target="../ink/ink1002.xml"/><Relationship Id="rId32" Type="http://schemas.openxmlformats.org/officeDocument/2006/relationships/customXml" Target="../ink/ink1006.xml"/><Relationship Id="rId37" Type="http://schemas.openxmlformats.org/officeDocument/2006/relationships/image" Target="../media/image927.png"/><Relationship Id="rId40" Type="http://schemas.openxmlformats.org/officeDocument/2006/relationships/customXml" Target="../ink/ink1010.xml"/><Relationship Id="rId45" Type="http://schemas.openxmlformats.org/officeDocument/2006/relationships/image" Target="../media/image931.png"/><Relationship Id="rId53" Type="http://schemas.openxmlformats.org/officeDocument/2006/relationships/image" Target="../media/image935.png"/><Relationship Id="rId5" Type="http://schemas.openxmlformats.org/officeDocument/2006/relationships/image" Target="../media/image911.png"/><Relationship Id="rId10" Type="http://schemas.openxmlformats.org/officeDocument/2006/relationships/customXml" Target="../ink/ink995.xml"/><Relationship Id="rId19" Type="http://schemas.openxmlformats.org/officeDocument/2006/relationships/image" Target="../media/image918.png"/><Relationship Id="rId31" Type="http://schemas.openxmlformats.org/officeDocument/2006/relationships/image" Target="../media/image924.png"/><Relationship Id="rId44" Type="http://schemas.openxmlformats.org/officeDocument/2006/relationships/customXml" Target="../ink/ink1012.xml"/><Relationship Id="rId52" Type="http://schemas.openxmlformats.org/officeDocument/2006/relationships/customXml" Target="../ink/ink1016.xml"/><Relationship Id="rId4" Type="http://schemas.openxmlformats.org/officeDocument/2006/relationships/customXml" Target="../ink/ink992.xml"/><Relationship Id="rId9" Type="http://schemas.openxmlformats.org/officeDocument/2006/relationships/image" Target="../media/image913.png"/><Relationship Id="rId14" Type="http://schemas.openxmlformats.org/officeDocument/2006/relationships/customXml" Target="../ink/ink997.xml"/><Relationship Id="rId22" Type="http://schemas.openxmlformats.org/officeDocument/2006/relationships/customXml" Target="../ink/ink1001.xml"/><Relationship Id="rId27" Type="http://schemas.openxmlformats.org/officeDocument/2006/relationships/image" Target="../media/image922.png"/><Relationship Id="rId30" Type="http://schemas.openxmlformats.org/officeDocument/2006/relationships/customXml" Target="../ink/ink1005.xml"/><Relationship Id="rId35" Type="http://schemas.openxmlformats.org/officeDocument/2006/relationships/image" Target="../media/image926.png"/><Relationship Id="rId43" Type="http://schemas.openxmlformats.org/officeDocument/2006/relationships/image" Target="../media/image930.png"/><Relationship Id="rId48" Type="http://schemas.openxmlformats.org/officeDocument/2006/relationships/customXml" Target="../ink/ink1014.xml"/><Relationship Id="rId8" Type="http://schemas.openxmlformats.org/officeDocument/2006/relationships/customXml" Target="../ink/ink994.xml"/><Relationship Id="rId51" Type="http://schemas.openxmlformats.org/officeDocument/2006/relationships/image" Target="../media/image934.png"/><Relationship Id="rId3" Type="http://schemas.openxmlformats.org/officeDocument/2006/relationships/image" Target="../media/image910.png"/><Relationship Id="rId12" Type="http://schemas.openxmlformats.org/officeDocument/2006/relationships/customXml" Target="../ink/ink996.xml"/><Relationship Id="rId17" Type="http://schemas.openxmlformats.org/officeDocument/2006/relationships/image" Target="../media/image917.png"/><Relationship Id="rId25" Type="http://schemas.openxmlformats.org/officeDocument/2006/relationships/image" Target="../media/image921.png"/><Relationship Id="rId33" Type="http://schemas.openxmlformats.org/officeDocument/2006/relationships/image" Target="../media/image925.png"/><Relationship Id="rId38" Type="http://schemas.openxmlformats.org/officeDocument/2006/relationships/customXml" Target="../ink/ink1009.xml"/><Relationship Id="rId46" Type="http://schemas.openxmlformats.org/officeDocument/2006/relationships/customXml" Target="../ink/ink1013.xml"/><Relationship Id="rId20" Type="http://schemas.openxmlformats.org/officeDocument/2006/relationships/customXml" Target="../ink/ink1000.xml"/><Relationship Id="rId41" Type="http://schemas.openxmlformats.org/officeDocument/2006/relationships/image" Target="../media/image929.png"/><Relationship Id="rId54" Type="http://schemas.openxmlformats.org/officeDocument/2006/relationships/customXml" Target="../ink/ink101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93.xml"/><Relationship Id="rId15" Type="http://schemas.openxmlformats.org/officeDocument/2006/relationships/image" Target="../media/image916.png"/><Relationship Id="rId23" Type="http://schemas.openxmlformats.org/officeDocument/2006/relationships/image" Target="../media/image920.png"/><Relationship Id="rId28" Type="http://schemas.openxmlformats.org/officeDocument/2006/relationships/customXml" Target="../ink/ink1004.xml"/><Relationship Id="rId36" Type="http://schemas.openxmlformats.org/officeDocument/2006/relationships/customXml" Target="../ink/ink1008.xml"/><Relationship Id="rId49" Type="http://schemas.openxmlformats.org/officeDocument/2006/relationships/image" Target="../media/image933.png"/></Relationships>
</file>

<file path=ppt/slides/_rels/slide3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94.png"/><Relationship Id="rId21" Type="http://schemas.openxmlformats.org/officeDocument/2006/relationships/image" Target="../media/image946.png"/><Relationship Id="rId42" Type="http://schemas.openxmlformats.org/officeDocument/2006/relationships/customXml" Target="../ink/ink1038.xml"/><Relationship Id="rId63" Type="http://schemas.openxmlformats.org/officeDocument/2006/relationships/image" Target="../media/image967.png"/><Relationship Id="rId84" Type="http://schemas.openxmlformats.org/officeDocument/2006/relationships/customXml" Target="../ink/ink1059.xml"/><Relationship Id="rId138" Type="http://schemas.openxmlformats.org/officeDocument/2006/relationships/customXml" Target="../ink/ink1086.xml"/><Relationship Id="rId159" Type="http://schemas.openxmlformats.org/officeDocument/2006/relationships/image" Target="../media/image1015.png"/><Relationship Id="rId107" Type="http://schemas.openxmlformats.org/officeDocument/2006/relationships/image" Target="../media/image989.png"/><Relationship Id="rId11" Type="http://schemas.openxmlformats.org/officeDocument/2006/relationships/image" Target="../media/image941.png"/><Relationship Id="rId32" Type="http://schemas.openxmlformats.org/officeDocument/2006/relationships/customXml" Target="../ink/ink1033.xml"/><Relationship Id="rId53" Type="http://schemas.openxmlformats.org/officeDocument/2006/relationships/image" Target="../media/image962.png"/><Relationship Id="rId74" Type="http://schemas.openxmlformats.org/officeDocument/2006/relationships/customXml" Target="../ink/ink1054.xml"/><Relationship Id="rId128" Type="http://schemas.openxmlformats.org/officeDocument/2006/relationships/customXml" Target="../ink/ink1081.xml"/><Relationship Id="rId149" Type="http://schemas.openxmlformats.org/officeDocument/2006/relationships/image" Target="../media/image1010.png"/><Relationship Id="rId5" Type="http://schemas.openxmlformats.org/officeDocument/2006/relationships/image" Target="../media/image938.png"/><Relationship Id="rId95" Type="http://schemas.openxmlformats.org/officeDocument/2006/relationships/image" Target="../media/image983.png"/><Relationship Id="rId160" Type="http://schemas.openxmlformats.org/officeDocument/2006/relationships/customXml" Target="../ink/ink1097.xml"/><Relationship Id="rId22" Type="http://schemas.openxmlformats.org/officeDocument/2006/relationships/customXml" Target="../ink/ink1028.xml"/><Relationship Id="rId43" Type="http://schemas.openxmlformats.org/officeDocument/2006/relationships/image" Target="../media/image957.png"/><Relationship Id="rId64" Type="http://schemas.openxmlformats.org/officeDocument/2006/relationships/customXml" Target="../ink/ink1049.xml"/><Relationship Id="rId118" Type="http://schemas.openxmlformats.org/officeDocument/2006/relationships/customXml" Target="../ink/ink1076.xml"/><Relationship Id="rId139" Type="http://schemas.openxmlformats.org/officeDocument/2006/relationships/image" Target="../media/image1005.png"/><Relationship Id="rId85" Type="http://schemas.openxmlformats.org/officeDocument/2006/relationships/image" Target="../media/image978.png"/><Relationship Id="rId150" Type="http://schemas.openxmlformats.org/officeDocument/2006/relationships/customXml" Target="../ink/ink1092.xml"/><Relationship Id="rId12" Type="http://schemas.openxmlformats.org/officeDocument/2006/relationships/customXml" Target="../ink/ink1023.xml"/><Relationship Id="rId17" Type="http://schemas.openxmlformats.org/officeDocument/2006/relationships/image" Target="../media/image944.png"/><Relationship Id="rId33" Type="http://schemas.openxmlformats.org/officeDocument/2006/relationships/image" Target="../media/image952.png"/><Relationship Id="rId38" Type="http://schemas.openxmlformats.org/officeDocument/2006/relationships/customXml" Target="../ink/ink1036.xml"/><Relationship Id="rId59" Type="http://schemas.openxmlformats.org/officeDocument/2006/relationships/image" Target="../media/image965.png"/><Relationship Id="rId103" Type="http://schemas.openxmlformats.org/officeDocument/2006/relationships/image" Target="../media/image987.png"/><Relationship Id="rId108" Type="http://schemas.openxmlformats.org/officeDocument/2006/relationships/customXml" Target="../ink/ink1071.xml"/><Relationship Id="rId124" Type="http://schemas.openxmlformats.org/officeDocument/2006/relationships/customXml" Target="../ink/ink1079.xml"/><Relationship Id="rId129" Type="http://schemas.openxmlformats.org/officeDocument/2006/relationships/image" Target="../media/image1000.png"/><Relationship Id="rId54" Type="http://schemas.openxmlformats.org/officeDocument/2006/relationships/customXml" Target="../ink/ink1044.xml"/><Relationship Id="rId70" Type="http://schemas.openxmlformats.org/officeDocument/2006/relationships/customXml" Target="../ink/ink1052.xml"/><Relationship Id="rId75" Type="http://schemas.openxmlformats.org/officeDocument/2006/relationships/image" Target="../media/image973.png"/><Relationship Id="rId91" Type="http://schemas.openxmlformats.org/officeDocument/2006/relationships/image" Target="../media/image981.png"/><Relationship Id="rId96" Type="http://schemas.openxmlformats.org/officeDocument/2006/relationships/customXml" Target="../ink/ink1065.xml"/><Relationship Id="rId140" Type="http://schemas.openxmlformats.org/officeDocument/2006/relationships/customXml" Target="../ink/ink1087.xml"/><Relationship Id="rId145" Type="http://schemas.openxmlformats.org/officeDocument/2006/relationships/image" Target="../media/image1008.png"/><Relationship Id="rId161" Type="http://schemas.openxmlformats.org/officeDocument/2006/relationships/image" Target="../media/image101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20.xml"/><Relationship Id="rId23" Type="http://schemas.openxmlformats.org/officeDocument/2006/relationships/image" Target="../media/image947.png"/><Relationship Id="rId28" Type="http://schemas.openxmlformats.org/officeDocument/2006/relationships/customXml" Target="../ink/ink1031.xml"/><Relationship Id="rId49" Type="http://schemas.openxmlformats.org/officeDocument/2006/relationships/image" Target="../media/image960.png"/><Relationship Id="rId114" Type="http://schemas.openxmlformats.org/officeDocument/2006/relationships/customXml" Target="../ink/ink1074.xml"/><Relationship Id="rId119" Type="http://schemas.openxmlformats.org/officeDocument/2006/relationships/image" Target="../media/image995.png"/><Relationship Id="rId44" Type="http://schemas.openxmlformats.org/officeDocument/2006/relationships/customXml" Target="../ink/ink1039.xml"/><Relationship Id="rId60" Type="http://schemas.openxmlformats.org/officeDocument/2006/relationships/customXml" Target="../ink/ink1047.xml"/><Relationship Id="rId65" Type="http://schemas.openxmlformats.org/officeDocument/2006/relationships/image" Target="../media/image968.png"/><Relationship Id="rId81" Type="http://schemas.openxmlformats.org/officeDocument/2006/relationships/image" Target="../media/image976.png"/><Relationship Id="rId86" Type="http://schemas.openxmlformats.org/officeDocument/2006/relationships/customXml" Target="../ink/ink1060.xml"/><Relationship Id="rId130" Type="http://schemas.openxmlformats.org/officeDocument/2006/relationships/customXml" Target="../ink/ink1082.xml"/><Relationship Id="rId135" Type="http://schemas.openxmlformats.org/officeDocument/2006/relationships/image" Target="../media/image1003.png"/><Relationship Id="rId151" Type="http://schemas.openxmlformats.org/officeDocument/2006/relationships/image" Target="../media/image1011.png"/><Relationship Id="rId156" Type="http://schemas.openxmlformats.org/officeDocument/2006/relationships/customXml" Target="../ink/ink1095.xml"/><Relationship Id="rId13" Type="http://schemas.openxmlformats.org/officeDocument/2006/relationships/image" Target="../media/image942.png"/><Relationship Id="rId18" Type="http://schemas.openxmlformats.org/officeDocument/2006/relationships/customXml" Target="../ink/ink1026.xml"/><Relationship Id="rId39" Type="http://schemas.openxmlformats.org/officeDocument/2006/relationships/image" Target="../media/image955.png"/><Relationship Id="rId109" Type="http://schemas.openxmlformats.org/officeDocument/2006/relationships/image" Target="../media/image990.png"/><Relationship Id="rId34" Type="http://schemas.openxmlformats.org/officeDocument/2006/relationships/customXml" Target="../ink/ink1034.xml"/><Relationship Id="rId50" Type="http://schemas.openxmlformats.org/officeDocument/2006/relationships/customXml" Target="../ink/ink1042.xml"/><Relationship Id="rId55" Type="http://schemas.openxmlformats.org/officeDocument/2006/relationships/image" Target="../media/image963.png"/><Relationship Id="rId76" Type="http://schemas.openxmlformats.org/officeDocument/2006/relationships/customXml" Target="../ink/ink1055.xml"/><Relationship Id="rId97" Type="http://schemas.openxmlformats.org/officeDocument/2006/relationships/image" Target="../media/image984.png"/><Relationship Id="rId104" Type="http://schemas.openxmlformats.org/officeDocument/2006/relationships/customXml" Target="../ink/ink1069.xml"/><Relationship Id="rId120" Type="http://schemas.openxmlformats.org/officeDocument/2006/relationships/customXml" Target="../ink/ink1077.xml"/><Relationship Id="rId125" Type="http://schemas.openxmlformats.org/officeDocument/2006/relationships/image" Target="../media/image998.png"/><Relationship Id="rId141" Type="http://schemas.openxmlformats.org/officeDocument/2006/relationships/image" Target="../media/image1006.png"/><Relationship Id="rId146" Type="http://schemas.openxmlformats.org/officeDocument/2006/relationships/customXml" Target="../ink/ink1090.xml"/><Relationship Id="rId7" Type="http://schemas.openxmlformats.org/officeDocument/2006/relationships/image" Target="../media/image939.png"/><Relationship Id="rId71" Type="http://schemas.openxmlformats.org/officeDocument/2006/relationships/image" Target="../media/image971.png"/><Relationship Id="rId92" Type="http://schemas.openxmlformats.org/officeDocument/2006/relationships/customXml" Target="../ink/ink1063.xml"/><Relationship Id="rId2" Type="http://schemas.openxmlformats.org/officeDocument/2006/relationships/customXml" Target="../ink/ink1018.xml"/><Relationship Id="rId29" Type="http://schemas.openxmlformats.org/officeDocument/2006/relationships/image" Target="../media/image950.png"/><Relationship Id="rId24" Type="http://schemas.openxmlformats.org/officeDocument/2006/relationships/customXml" Target="../ink/ink1029.xml"/><Relationship Id="rId40" Type="http://schemas.openxmlformats.org/officeDocument/2006/relationships/customXml" Target="../ink/ink1037.xml"/><Relationship Id="rId45" Type="http://schemas.openxmlformats.org/officeDocument/2006/relationships/image" Target="../media/image958.png"/><Relationship Id="rId66" Type="http://schemas.openxmlformats.org/officeDocument/2006/relationships/customXml" Target="../ink/ink1050.xml"/><Relationship Id="rId87" Type="http://schemas.openxmlformats.org/officeDocument/2006/relationships/image" Target="../media/image979.png"/><Relationship Id="rId110" Type="http://schemas.openxmlformats.org/officeDocument/2006/relationships/customXml" Target="../ink/ink1072.xml"/><Relationship Id="rId115" Type="http://schemas.openxmlformats.org/officeDocument/2006/relationships/image" Target="../media/image993.png"/><Relationship Id="rId131" Type="http://schemas.openxmlformats.org/officeDocument/2006/relationships/image" Target="../media/image1001.png"/><Relationship Id="rId136" Type="http://schemas.openxmlformats.org/officeDocument/2006/relationships/customXml" Target="../ink/ink1085.xml"/><Relationship Id="rId157" Type="http://schemas.openxmlformats.org/officeDocument/2006/relationships/image" Target="../media/image1014.png"/><Relationship Id="rId61" Type="http://schemas.openxmlformats.org/officeDocument/2006/relationships/image" Target="../media/image966.png"/><Relationship Id="rId82" Type="http://schemas.openxmlformats.org/officeDocument/2006/relationships/customXml" Target="../ink/ink1058.xml"/><Relationship Id="rId152" Type="http://schemas.openxmlformats.org/officeDocument/2006/relationships/customXml" Target="../ink/ink1093.xml"/><Relationship Id="rId19" Type="http://schemas.openxmlformats.org/officeDocument/2006/relationships/image" Target="../media/image945.png"/><Relationship Id="rId14" Type="http://schemas.openxmlformats.org/officeDocument/2006/relationships/customXml" Target="../ink/ink1024.xml"/><Relationship Id="rId30" Type="http://schemas.openxmlformats.org/officeDocument/2006/relationships/customXml" Target="../ink/ink1032.xml"/><Relationship Id="rId35" Type="http://schemas.openxmlformats.org/officeDocument/2006/relationships/image" Target="../media/image953.png"/><Relationship Id="rId56" Type="http://schemas.openxmlformats.org/officeDocument/2006/relationships/customXml" Target="../ink/ink1045.xml"/><Relationship Id="rId77" Type="http://schemas.openxmlformats.org/officeDocument/2006/relationships/image" Target="../media/image974.png"/><Relationship Id="rId100" Type="http://schemas.openxmlformats.org/officeDocument/2006/relationships/customXml" Target="../ink/ink1067.xml"/><Relationship Id="rId105" Type="http://schemas.openxmlformats.org/officeDocument/2006/relationships/image" Target="../media/image988.png"/><Relationship Id="rId126" Type="http://schemas.openxmlformats.org/officeDocument/2006/relationships/customXml" Target="../ink/ink1080.xml"/><Relationship Id="rId147" Type="http://schemas.openxmlformats.org/officeDocument/2006/relationships/image" Target="../media/image1009.png"/><Relationship Id="rId8" Type="http://schemas.openxmlformats.org/officeDocument/2006/relationships/customXml" Target="../ink/ink1021.xml"/><Relationship Id="rId51" Type="http://schemas.openxmlformats.org/officeDocument/2006/relationships/image" Target="../media/image961.png"/><Relationship Id="rId72" Type="http://schemas.openxmlformats.org/officeDocument/2006/relationships/customXml" Target="../ink/ink1053.xml"/><Relationship Id="rId93" Type="http://schemas.openxmlformats.org/officeDocument/2006/relationships/image" Target="../media/image982.png"/><Relationship Id="rId98" Type="http://schemas.openxmlformats.org/officeDocument/2006/relationships/customXml" Target="../ink/ink1066.xml"/><Relationship Id="rId121" Type="http://schemas.openxmlformats.org/officeDocument/2006/relationships/image" Target="../media/image996.png"/><Relationship Id="rId142" Type="http://schemas.openxmlformats.org/officeDocument/2006/relationships/customXml" Target="../ink/ink1088.xml"/><Relationship Id="rId3" Type="http://schemas.openxmlformats.org/officeDocument/2006/relationships/image" Target="../media/image937.png"/><Relationship Id="rId25" Type="http://schemas.openxmlformats.org/officeDocument/2006/relationships/image" Target="../media/image948.png"/><Relationship Id="rId46" Type="http://schemas.openxmlformats.org/officeDocument/2006/relationships/customXml" Target="../ink/ink1040.xml"/><Relationship Id="rId67" Type="http://schemas.openxmlformats.org/officeDocument/2006/relationships/image" Target="../media/image969.png"/><Relationship Id="rId116" Type="http://schemas.openxmlformats.org/officeDocument/2006/relationships/customXml" Target="../ink/ink1075.xml"/><Relationship Id="rId137" Type="http://schemas.openxmlformats.org/officeDocument/2006/relationships/image" Target="../media/image1004.png"/><Relationship Id="rId158" Type="http://schemas.openxmlformats.org/officeDocument/2006/relationships/customXml" Target="../ink/ink1096.xml"/><Relationship Id="rId20" Type="http://schemas.openxmlformats.org/officeDocument/2006/relationships/customXml" Target="../ink/ink1027.xml"/><Relationship Id="rId41" Type="http://schemas.openxmlformats.org/officeDocument/2006/relationships/image" Target="../media/image956.png"/><Relationship Id="rId62" Type="http://schemas.openxmlformats.org/officeDocument/2006/relationships/customXml" Target="../ink/ink1048.xml"/><Relationship Id="rId83" Type="http://schemas.openxmlformats.org/officeDocument/2006/relationships/image" Target="../media/image977.png"/><Relationship Id="rId88" Type="http://schemas.openxmlformats.org/officeDocument/2006/relationships/customXml" Target="../ink/ink1061.xml"/><Relationship Id="rId111" Type="http://schemas.openxmlformats.org/officeDocument/2006/relationships/image" Target="../media/image991.png"/><Relationship Id="rId132" Type="http://schemas.openxmlformats.org/officeDocument/2006/relationships/customXml" Target="../ink/ink1083.xml"/><Relationship Id="rId153" Type="http://schemas.openxmlformats.org/officeDocument/2006/relationships/image" Target="../media/image1012.png"/><Relationship Id="rId15" Type="http://schemas.openxmlformats.org/officeDocument/2006/relationships/image" Target="../media/image943.png"/><Relationship Id="rId36" Type="http://schemas.openxmlformats.org/officeDocument/2006/relationships/customXml" Target="../ink/ink1035.xml"/><Relationship Id="rId57" Type="http://schemas.openxmlformats.org/officeDocument/2006/relationships/image" Target="../media/image964.png"/><Relationship Id="rId106" Type="http://schemas.openxmlformats.org/officeDocument/2006/relationships/customXml" Target="../ink/ink1070.xml"/><Relationship Id="rId127" Type="http://schemas.openxmlformats.org/officeDocument/2006/relationships/image" Target="../media/image999.png"/><Relationship Id="rId10" Type="http://schemas.openxmlformats.org/officeDocument/2006/relationships/customXml" Target="../ink/ink1022.xml"/><Relationship Id="rId31" Type="http://schemas.openxmlformats.org/officeDocument/2006/relationships/image" Target="../media/image951.png"/><Relationship Id="rId52" Type="http://schemas.openxmlformats.org/officeDocument/2006/relationships/customXml" Target="../ink/ink1043.xml"/><Relationship Id="rId73" Type="http://schemas.openxmlformats.org/officeDocument/2006/relationships/image" Target="../media/image972.png"/><Relationship Id="rId78" Type="http://schemas.openxmlformats.org/officeDocument/2006/relationships/customXml" Target="../ink/ink1056.xml"/><Relationship Id="rId94" Type="http://schemas.openxmlformats.org/officeDocument/2006/relationships/customXml" Target="../ink/ink1064.xml"/><Relationship Id="rId99" Type="http://schemas.openxmlformats.org/officeDocument/2006/relationships/image" Target="../media/image985.png"/><Relationship Id="rId101" Type="http://schemas.openxmlformats.org/officeDocument/2006/relationships/image" Target="../media/image986.png"/><Relationship Id="rId122" Type="http://schemas.openxmlformats.org/officeDocument/2006/relationships/customXml" Target="../ink/ink1078.xml"/><Relationship Id="rId143" Type="http://schemas.openxmlformats.org/officeDocument/2006/relationships/image" Target="../media/image1007.png"/><Relationship Id="rId148" Type="http://schemas.openxmlformats.org/officeDocument/2006/relationships/customXml" Target="../ink/ink1091.xml"/><Relationship Id="rId4" Type="http://schemas.openxmlformats.org/officeDocument/2006/relationships/customXml" Target="../ink/ink1019.xml"/><Relationship Id="rId9" Type="http://schemas.openxmlformats.org/officeDocument/2006/relationships/image" Target="../media/image940.png"/><Relationship Id="rId26" Type="http://schemas.openxmlformats.org/officeDocument/2006/relationships/customXml" Target="../ink/ink1030.xml"/><Relationship Id="rId47" Type="http://schemas.openxmlformats.org/officeDocument/2006/relationships/image" Target="../media/image959.png"/><Relationship Id="rId68" Type="http://schemas.openxmlformats.org/officeDocument/2006/relationships/customXml" Target="../ink/ink1051.xml"/><Relationship Id="rId89" Type="http://schemas.openxmlformats.org/officeDocument/2006/relationships/image" Target="../media/image980.png"/><Relationship Id="rId112" Type="http://schemas.openxmlformats.org/officeDocument/2006/relationships/customXml" Target="../ink/ink1073.xml"/><Relationship Id="rId133" Type="http://schemas.openxmlformats.org/officeDocument/2006/relationships/image" Target="../media/image1002.png"/><Relationship Id="rId154" Type="http://schemas.openxmlformats.org/officeDocument/2006/relationships/customXml" Target="../ink/ink1094.xml"/><Relationship Id="rId16" Type="http://schemas.openxmlformats.org/officeDocument/2006/relationships/customXml" Target="../ink/ink1025.xml"/><Relationship Id="rId37" Type="http://schemas.openxmlformats.org/officeDocument/2006/relationships/image" Target="../media/image954.png"/><Relationship Id="rId58" Type="http://schemas.openxmlformats.org/officeDocument/2006/relationships/customXml" Target="../ink/ink1046.xml"/><Relationship Id="rId79" Type="http://schemas.openxmlformats.org/officeDocument/2006/relationships/image" Target="../media/image975.png"/><Relationship Id="rId102" Type="http://schemas.openxmlformats.org/officeDocument/2006/relationships/customXml" Target="../ink/ink1068.xml"/><Relationship Id="rId123" Type="http://schemas.openxmlformats.org/officeDocument/2006/relationships/image" Target="../media/image997.png"/><Relationship Id="rId144" Type="http://schemas.openxmlformats.org/officeDocument/2006/relationships/customXml" Target="../ink/ink1089.xml"/><Relationship Id="rId90" Type="http://schemas.openxmlformats.org/officeDocument/2006/relationships/customXml" Target="../ink/ink1062.xml"/><Relationship Id="rId27" Type="http://schemas.openxmlformats.org/officeDocument/2006/relationships/image" Target="../media/image949.png"/><Relationship Id="rId48" Type="http://schemas.openxmlformats.org/officeDocument/2006/relationships/customXml" Target="../ink/ink1041.xml"/><Relationship Id="rId69" Type="http://schemas.openxmlformats.org/officeDocument/2006/relationships/image" Target="../media/image970.png"/><Relationship Id="rId113" Type="http://schemas.openxmlformats.org/officeDocument/2006/relationships/image" Target="../media/image992.png"/><Relationship Id="rId134" Type="http://schemas.openxmlformats.org/officeDocument/2006/relationships/customXml" Target="../ink/ink1084.xml"/><Relationship Id="rId80" Type="http://schemas.openxmlformats.org/officeDocument/2006/relationships/customXml" Target="../ink/ink1057.xml"/><Relationship Id="rId155" Type="http://schemas.openxmlformats.org/officeDocument/2006/relationships/image" Target="../media/image1013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74.png"/><Relationship Id="rId21" Type="http://schemas.openxmlformats.org/officeDocument/2006/relationships/image" Target="../media/image1026.png"/><Relationship Id="rId42" Type="http://schemas.openxmlformats.org/officeDocument/2006/relationships/customXml" Target="../ink/ink1118.xml"/><Relationship Id="rId63" Type="http://schemas.openxmlformats.org/officeDocument/2006/relationships/image" Target="../media/image1047.png"/><Relationship Id="rId84" Type="http://schemas.openxmlformats.org/officeDocument/2006/relationships/customXml" Target="../ink/ink1139.xml"/><Relationship Id="rId138" Type="http://schemas.openxmlformats.org/officeDocument/2006/relationships/customXml" Target="../ink/ink1166.xml"/><Relationship Id="rId159" Type="http://schemas.openxmlformats.org/officeDocument/2006/relationships/image" Target="../media/image1095.png"/><Relationship Id="rId170" Type="http://schemas.openxmlformats.org/officeDocument/2006/relationships/customXml" Target="../ink/ink1182.xml"/><Relationship Id="rId191" Type="http://schemas.openxmlformats.org/officeDocument/2006/relationships/image" Target="../media/image1111.png"/><Relationship Id="rId205" Type="http://schemas.openxmlformats.org/officeDocument/2006/relationships/image" Target="../media/image1118.png"/><Relationship Id="rId107" Type="http://schemas.openxmlformats.org/officeDocument/2006/relationships/image" Target="../media/image1069.png"/><Relationship Id="rId11" Type="http://schemas.openxmlformats.org/officeDocument/2006/relationships/image" Target="../media/image1021.png"/><Relationship Id="rId32" Type="http://schemas.openxmlformats.org/officeDocument/2006/relationships/customXml" Target="../ink/ink1113.xml"/><Relationship Id="rId53" Type="http://schemas.openxmlformats.org/officeDocument/2006/relationships/image" Target="../media/image1042.png"/><Relationship Id="rId74" Type="http://schemas.openxmlformats.org/officeDocument/2006/relationships/customXml" Target="../ink/ink1134.xml"/><Relationship Id="rId128" Type="http://schemas.openxmlformats.org/officeDocument/2006/relationships/customXml" Target="../ink/ink1161.xml"/><Relationship Id="rId149" Type="http://schemas.openxmlformats.org/officeDocument/2006/relationships/image" Target="../media/image1090.png"/><Relationship Id="rId5" Type="http://schemas.openxmlformats.org/officeDocument/2006/relationships/image" Target="../media/image1018.png"/><Relationship Id="rId95" Type="http://schemas.openxmlformats.org/officeDocument/2006/relationships/image" Target="../media/image1063.png"/><Relationship Id="rId160" Type="http://schemas.openxmlformats.org/officeDocument/2006/relationships/customXml" Target="../ink/ink1177.xml"/><Relationship Id="rId181" Type="http://schemas.openxmlformats.org/officeDocument/2006/relationships/image" Target="../media/image1106.png"/><Relationship Id="rId22" Type="http://schemas.openxmlformats.org/officeDocument/2006/relationships/customXml" Target="../ink/ink1108.xml"/><Relationship Id="rId43" Type="http://schemas.openxmlformats.org/officeDocument/2006/relationships/image" Target="../media/image1037.png"/><Relationship Id="rId64" Type="http://schemas.openxmlformats.org/officeDocument/2006/relationships/customXml" Target="../ink/ink1129.xml"/><Relationship Id="rId118" Type="http://schemas.openxmlformats.org/officeDocument/2006/relationships/customXml" Target="../ink/ink1156.xml"/><Relationship Id="rId139" Type="http://schemas.openxmlformats.org/officeDocument/2006/relationships/image" Target="../media/image1085.png"/><Relationship Id="rId85" Type="http://schemas.openxmlformats.org/officeDocument/2006/relationships/image" Target="../media/image1058.png"/><Relationship Id="rId150" Type="http://schemas.openxmlformats.org/officeDocument/2006/relationships/customXml" Target="../ink/ink1172.xml"/><Relationship Id="rId171" Type="http://schemas.openxmlformats.org/officeDocument/2006/relationships/image" Target="../media/image1101.png"/><Relationship Id="rId192" Type="http://schemas.openxmlformats.org/officeDocument/2006/relationships/customXml" Target="../ink/ink1193.xml"/><Relationship Id="rId206" Type="http://schemas.openxmlformats.org/officeDocument/2006/relationships/customXml" Target="../ink/ink1200.xml"/><Relationship Id="rId12" Type="http://schemas.openxmlformats.org/officeDocument/2006/relationships/customXml" Target="../ink/ink1103.xml"/><Relationship Id="rId33" Type="http://schemas.openxmlformats.org/officeDocument/2006/relationships/image" Target="../media/image1032.png"/><Relationship Id="rId108" Type="http://schemas.openxmlformats.org/officeDocument/2006/relationships/customXml" Target="../ink/ink1151.xml"/><Relationship Id="rId129" Type="http://schemas.openxmlformats.org/officeDocument/2006/relationships/image" Target="../media/image1080.png"/><Relationship Id="rId54" Type="http://schemas.openxmlformats.org/officeDocument/2006/relationships/customXml" Target="../ink/ink1124.xml"/><Relationship Id="rId75" Type="http://schemas.openxmlformats.org/officeDocument/2006/relationships/image" Target="../media/image1053.png"/><Relationship Id="rId96" Type="http://schemas.openxmlformats.org/officeDocument/2006/relationships/customXml" Target="../ink/ink1145.xml"/><Relationship Id="rId140" Type="http://schemas.openxmlformats.org/officeDocument/2006/relationships/customXml" Target="../ink/ink1167.xml"/><Relationship Id="rId161" Type="http://schemas.openxmlformats.org/officeDocument/2006/relationships/image" Target="../media/image1096.png"/><Relationship Id="rId182" Type="http://schemas.openxmlformats.org/officeDocument/2006/relationships/customXml" Target="../ink/ink1188.xml"/><Relationship Id="rId6" Type="http://schemas.openxmlformats.org/officeDocument/2006/relationships/customXml" Target="../ink/ink1100.xml"/><Relationship Id="rId23" Type="http://schemas.openxmlformats.org/officeDocument/2006/relationships/image" Target="../media/image1027.png"/><Relationship Id="rId119" Type="http://schemas.openxmlformats.org/officeDocument/2006/relationships/image" Target="../media/image1075.png"/><Relationship Id="rId44" Type="http://schemas.openxmlformats.org/officeDocument/2006/relationships/customXml" Target="../ink/ink1119.xml"/><Relationship Id="rId65" Type="http://schemas.openxmlformats.org/officeDocument/2006/relationships/image" Target="../media/image1048.png"/><Relationship Id="rId86" Type="http://schemas.openxmlformats.org/officeDocument/2006/relationships/customXml" Target="../ink/ink1140.xml"/><Relationship Id="rId130" Type="http://schemas.openxmlformats.org/officeDocument/2006/relationships/customXml" Target="../ink/ink1162.xml"/><Relationship Id="rId151" Type="http://schemas.openxmlformats.org/officeDocument/2006/relationships/image" Target="../media/image1091.png"/><Relationship Id="rId172" Type="http://schemas.openxmlformats.org/officeDocument/2006/relationships/customXml" Target="../ink/ink1183.xml"/><Relationship Id="rId193" Type="http://schemas.openxmlformats.org/officeDocument/2006/relationships/image" Target="../media/image1112.png"/><Relationship Id="rId207" Type="http://schemas.openxmlformats.org/officeDocument/2006/relationships/image" Target="../media/image1119.png"/><Relationship Id="rId13" Type="http://schemas.openxmlformats.org/officeDocument/2006/relationships/image" Target="../media/image1022.png"/><Relationship Id="rId109" Type="http://schemas.openxmlformats.org/officeDocument/2006/relationships/image" Target="../media/image1070.png"/><Relationship Id="rId34" Type="http://schemas.openxmlformats.org/officeDocument/2006/relationships/customXml" Target="../ink/ink1114.xml"/><Relationship Id="rId55" Type="http://schemas.openxmlformats.org/officeDocument/2006/relationships/image" Target="../media/image1043.png"/><Relationship Id="rId76" Type="http://schemas.openxmlformats.org/officeDocument/2006/relationships/customXml" Target="../ink/ink1135.xml"/><Relationship Id="rId97" Type="http://schemas.openxmlformats.org/officeDocument/2006/relationships/image" Target="../media/image1064.png"/><Relationship Id="rId120" Type="http://schemas.openxmlformats.org/officeDocument/2006/relationships/customXml" Target="../ink/ink1157.xml"/><Relationship Id="rId141" Type="http://schemas.openxmlformats.org/officeDocument/2006/relationships/image" Target="../media/image1086.png"/><Relationship Id="rId7" Type="http://schemas.openxmlformats.org/officeDocument/2006/relationships/image" Target="../media/image1019.png"/><Relationship Id="rId162" Type="http://schemas.openxmlformats.org/officeDocument/2006/relationships/customXml" Target="../ink/ink1178.xml"/><Relationship Id="rId183" Type="http://schemas.openxmlformats.org/officeDocument/2006/relationships/image" Target="../media/image1107.png"/><Relationship Id="rId24" Type="http://schemas.openxmlformats.org/officeDocument/2006/relationships/customXml" Target="../ink/ink1109.xml"/><Relationship Id="rId45" Type="http://schemas.openxmlformats.org/officeDocument/2006/relationships/image" Target="../media/image1038.png"/><Relationship Id="rId66" Type="http://schemas.openxmlformats.org/officeDocument/2006/relationships/customXml" Target="../ink/ink1130.xml"/><Relationship Id="rId87" Type="http://schemas.openxmlformats.org/officeDocument/2006/relationships/image" Target="../media/image1059.png"/><Relationship Id="rId110" Type="http://schemas.openxmlformats.org/officeDocument/2006/relationships/customXml" Target="../ink/ink1152.xml"/><Relationship Id="rId131" Type="http://schemas.openxmlformats.org/officeDocument/2006/relationships/image" Target="../media/image1081.png"/><Relationship Id="rId61" Type="http://schemas.openxmlformats.org/officeDocument/2006/relationships/image" Target="../media/image1046.png"/><Relationship Id="rId82" Type="http://schemas.openxmlformats.org/officeDocument/2006/relationships/customXml" Target="../ink/ink1138.xml"/><Relationship Id="rId152" Type="http://schemas.openxmlformats.org/officeDocument/2006/relationships/customXml" Target="../ink/ink1173.xml"/><Relationship Id="rId173" Type="http://schemas.openxmlformats.org/officeDocument/2006/relationships/image" Target="../media/image1102.png"/><Relationship Id="rId194" Type="http://schemas.openxmlformats.org/officeDocument/2006/relationships/customXml" Target="../ink/ink1194.xml"/><Relationship Id="rId199" Type="http://schemas.openxmlformats.org/officeDocument/2006/relationships/image" Target="../media/image1115.png"/><Relationship Id="rId203" Type="http://schemas.openxmlformats.org/officeDocument/2006/relationships/image" Target="../media/image1117.png"/><Relationship Id="rId208" Type="http://schemas.openxmlformats.org/officeDocument/2006/relationships/customXml" Target="../ink/ink1201.xml"/><Relationship Id="rId19" Type="http://schemas.openxmlformats.org/officeDocument/2006/relationships/image" Target="../media/image1025.png"/><Relationship Id="rId14" Type="http://schemas.openxmlformats.org/officeDocument/2006/relationships/customXml" Target="../ink/ink1104.xml"/><Relationship Id="rId30" Type="http://schemas.openxmlformats.org/officeDocument/2006/relationships/customXml" Target="../ink/ink1112.xml"/><Relationship Id="rId35" Type="http://schemas.openxmlformats.org/officeDocument/2006/relationships/image" Target="../media/image1033.png"/><Relationship Id="rId56" Type="http://schemas.openxmlformats.org/officeDocument/2006/relationships/customXml" Target="../ink/ink1125.xml"/><Relationship Id="rId77" Type="http://schemas.openxmlformats.org/officeDocument/2006/relationships/image" Target="../media/image1054.png"/><Relationship Id="rId100" Type="http://schemas.openxmlformats.org/officeDocument/2006/relationships/customXml" Target="../ink/ink1147.xml"/><Relationship Id="rId105" Type="http://schemas.openxmlformats.org/officeDocument/2006/relationships/image" Target="../media/image1068.png"/><Relationship Id="rId126" Type="http://schemas.openxmlformats.org/officeDocument/2006/relationships/customXml" Target="../ink/ink1160.xml"/><Relationship Id="rId147" Type="http://schemas.openxmlformats.org/officeDocument/2006/relationships/image" Target="../media/image1089.png"/><Relationship Id="rId168" Type="http://schemas.openxmlformats.org/officeDocument/2006/relationships/customXml" Target="../ink/ink1181.xml"/><Relationship Id="rId8" Type="http://schemas.openxmlformats.org/officeDocument/2006/relationships/customXml" Target="../ink/ink1101.xml"/><Relationship Id="rId51" Type="http://schemas.openxmlformats.org/officeDocument/2006/relationships/image" Target="../media/image1041.png"/><Relationship Id="rId72" Type="http://schemas.openxmlformats.org/officeDocument/2006/relationships/customXml" Target="../ink/ink1133.xml"/><Relationship Id="rId93" Type="http://schemas.openxmlformats.org/officeDocument/2006/relationships/image" Target="../media/image1062.png"/><Relationship Id="rId98" Type="http://schemas.openxmlformats.org/officeDocument/2006/relationships/customXml" Target="../ink/ink1146.xml"/><Relationship Id="rId121" Type="http://schemas.openxmlformats.org/officeDocument/2006/relationships/image" Target="../media/image1076.png"/><Relationship Id="rId142" Type="http://schemas.openxmlformats.org/officeDocument/2006/relationships/customXml" Target="../ink/ink1168.xml"/><Relationship Id="rId163" Type="http://schemas.openxmlformats.org/officeDocument/2006/relationships/image" Target="../media/image1097.png"/><Relationship Id="rId184" Type="http://schemas.openxmlformats.org/officeDocument/2006/relationships/customXml" Target="../ink/ink1189.xml"/><Relationship Id="rId189" Type="http://schemas.openxmlformats.org/officeDocument/2006/relationships/image" Target="../media/image1110.png"/><Relationship Id="rId3" Type="http://schemas.openxmlformats.org/officeDocument/2006/relationships/image" Target="../media/image1017.png"/><Relationship Id="rId25" Type="http://schemas.openxmlformats.org/officeDocument/2006/relationships/image" Target="../media/image1028.png"/><Relationship Id="rId46" Type="http://schemas.openxmlformats.org/officeDocument/2006/relationships/customXml" Target="../ink/ink1120.xml"/><Relationship Id="rId67" Type="http://schemas.openxmlformats.org/officeDocument/2006/relationships/image" Target="../media/image1049.png"/><Relationship Id="rId116" Type="http://schemas.openxmlformats.org/officeDocument/2006/relationships/customXml" Target="../ink/ink1155.xml"/><Relationship Id="rId137" Type="http://schemas.openxmlformats.org/officeDocument/2006/relationships/image" Target="../media/image1084.png"/><Relationship Id="rId158" Type="http://schemas.openxmlformats.org/officeDocument/2006/relationships/customXml" Target="../ink/ink1176.xml"/><Relationship Id="rId20" Type="http://schemas.openxmlformats.org/officeDocument/2006/relationships/customXml" Target="../ink/ink1107.xml"/><Relationship Id="rId41" Type="http://schemas.openxmlformats.org/officeDocument/2006/relationships/image" Target="../media/image1036.png"/><Relationship Id="rId62" Type="http://schemas.openxmlformats.org/officeDocument/2006/relationships/customXml" Target="../ink/ink1128.xml"/><Relationship Id="rId83" Type="http://schemas.openxmlformats.org/officeDocument/2006/relationships/image" Target="../media/image1057.png"/><Relationship Id="rId88" Type="http://schemas.openxmlformats.org/officeDocument/2006/relationships/customXml" Target="../ink/ink1141.xml"/><Relationship Id="rId111" Type="http://schemas.openxmlformats.org/officeDocument/2006/relationships/image" Target="../media/image1071.png"/><Relationship Id="rId132" Type="http://schemas.openxmlformats.org/officeDocument/2006/relationships/customXml" Target="../ink/ink1163.xml"/><Relationship Id="rId153" Type="http://schemas.openxmlformats.org/officeDocument/2006/relationships/image" Target="../media/image1092.png"/><Relationship Id="rId174" Type="http://schemas.openxmlformats.org/officeDocument/2006/relationships/customXml" Target="../ink/ink1184.xml"/><Relationship Id="rId179" Type="http://schemas.openxmlformats.org/officeDocument/2006/relationships/image" Target="../media/image1105.png"/><Relationship Id="rId195" Type="http://schemas.openxmlformats.org/officeDocument/2006/relationships/image" Target="../media/image1113.png"/><Relationship Id="rId209" Type="http://schemas.openxmlformats.org/officeDocument/2006/relationships/image" Target="../media/image1120.png"/><Relationship Id="rId190" Type="http://schemas.openxmlformats.org/officeDocument/2006/relationships/customXml" Target="../ink/ink1192.xml"/><Relationship Id="rId204" Type="http://schemas.openxmlformats.org/officeDocument/2006/relationships/customXml" Target="../ink/ink1199.xml"/><Relationship Id="rId15" Type="http://schemas.openxmlformats.org/officeDocument/2006/relationships/image" Target="../media/image1023.png"/><Relationship Id="rId36" Type="http://schemas.openxmlformats.org/officeDocument/2006/relationships/customXml" Target="../ink/ink1115.xml"/><Relationship Id="rId57" Type="http://schemas.openxmlformats.org/officeDocument/2006/relationships/image" Target="../media/image1044.png"/><Relationship Id="rId106" Type="http://schemas.openxmlformats.org/officeDocument/2006/relationships/customXml" Target="../ink/ink1150.xml"/><Relationship Id="rId127" Type="http://schemas.openxmlformats.org/officeDocument/2006/relationships/image" Target="../media/image1079.png"/><Relationship Id="rId10" Type="http://schemas.openxmlformats.org/officeDocument/2006/relationships/customXml" Target="../ink/ink1102.xml"/><Relationship Id="rId31" Type="http://schemas.openxmlformats.org/officeDocument/2006/relationships/image" Target="../media/image1031.png"/><Relationship Id="rId52" Type="http://schemas.openxmlformats.org/officeDocument/2006/relationships/customXml" Target="../ink/ink1123.xml"/><Relationship Id="rId73" Type="http://schemas.openxmlformats.org/officeDocument/2006/relationships/image" Target="../media/image1052.png"/><Relationship Id="rId78" Type="http://schemas.openxmlformats.org/officeDocument/2006/relationships/customXml" Target="../ink/ink1136.xml"/><Relationship Id="rId94" Type="http://schemas.openxmlformats.org/officeDocument/2006/relationships/customXml" Target="../ink/ink1144.xml"/><Relationship Id="rId99" Type="http://schemas.openxmlformats.org/officeDocument/2006/relationships/image" Target="../media/image1065.png"/><Relationship Id="rId101" Type="http://schemas.openxmlformats.org/officeDocument/2006/relationships/image" Target="../media/image1066.png"/><Relationship Id="rId122" Type="http://schemas.openxmlformats.org/officeDocument/2006/relationships/customXml" Target="../ink/ink1158.xml"/><Relationship Id="rId143" Type="http://schemas.openxmlformats.org/officeDocument/2006/relationships/image" Target="../media/image1087.png"/><Relationship Id="rId148" Type="http://schemas.openxmlformats.org/officeDocument/2006/relationships/customXml" Target="../ink/ink1171.xml"/><Relationship Id="rId164" Type="http://schemas.openxmlformats.org/officeDocument/2006/relationships/customXml" Target="../ink/ink1179.xml"/><Relationship Id="rId169" Type="http://schemas.openxmlformats.org/officeDocument/2006/relationships/image" Target="../media/image1100.png"/><Relationship Id="rId185" Type="http://schemas.openxmlformats.org/officeDocument/2006/relationships/image" Target="../media/image1108.png"/><Relationship Id="rId4" Type="http://schemas.openxmlformats.org/officeDocument/2006/relationships/customXml" Target="../ink/ink1099.xml"/><Relationship Id="rId9" Type="http://schemas.openxmlformats.org/officeDocument/2006/relationships/image" Target="../media/image1020.png"/><Relationship Id="rId180" Type="http://schemas.openxmlformats.org/officeDocument/2006/relationships/customXml" Target="../ink/ink1187.xml"/><Relationship Id="rId26" Type="http://schemas.openxmlformats.org/officeDocument/2006/relationships/customXml" Target="../ink/ink1110.xml"/><Relationship Id="rId47" Type="http://schemas.openxmlformats.org/officeDocument/2006/relationships/image" Target="../media/image1039.png"/><Relationship Id="rId68" Type="http://schemas.openxmlformats.org/officeDocument/2006/relationships/customXml" Target="../ink/ink1131.xml"/><Relationship Id="rId89" Type="http://schemas.openxmlformats.org/officeDocument/2006/relationships/image" Target="../media/image1060.png"/><Relationship Id="rId112" Type="http://schemas.openxmlformats.org/officeDocument/2006/relationships/customXml" Target="../ink/ink1153.xml"/><Relationship Id="rId133" Type="http://schemas.openxmlformats.org/officeDocument/2006/relationships/image" Target="../media/image1082.png"/><Relationship Id="rId154" Type="http://schemas.openxmlformats.org/officeDocument/2006/relationships/customXml" Target="../ink/ink1174.xml"/><Relationship Id="rId175" Type="http://schemas.openxmlformats.org/officeDocument/2006/relationships/image" Target="../media/image1103.png"/><Relationship Id="rId196" Type="http://schemas.openxmlformats.org/officeDocument/2006/relationships/customXml" Target="../ink/ink1195.xml"/><Relationship Id="rId200" Type="http://schemas.openxmlformats.org/officeDocument/2006/relationships/customXml" Target="../ink/ink1197.xml"/><Relationship Id="rId16" Type="http://schemas.openxmlformats.org/officeDocument/2006/relationships/customXml" Target="../ink/ink1105.xml"/><Relationship Id="rId37" Type="http://schemas.openxmlformats.org/officeDocument/2006/relationships/image" Target="../media/image1034.png"/><Relationship Id="rId58" Type="http://schemas.openxmlformats.org/officeDocument/2006/relationships/customXml" Target="../ink/ink1126.xml"/><Relationship Id="rId79" Type="http://schemas.openxmlformats.org/officeDocument/2006/relationships/image" Target="../media/image1055.png"/><Relationship Id="rId102" Type="http://schemas.openxmlformats.org/officeDocument/2006/relationships/customXml" Target="../ink/ink1148.xml"/><Relationship Id="rId123" Type="http://schemas.openxmlformats.org/officeDocument/2006/relationships/image" Target="../media/image1077.png"/><Relationship Id="rId144" Type="http://schemas.openxmlformats.org/officeDocument/2006/relationships/customXml" Target="../ink/ink1169.xml"/><Relationship Id="rId90" Type="http://schemas.openxmlformats.org/officeDocument/2006/relationships/customXml" Target="../ink/ink1142.xml"/><Relationship Id="rId165" Type="http://schemas.openxmlformats.org/officeDocument/2006/relationships/image" Target="../media/image1098.png"/><Relationship Id="rId186" Type="http://schemas.openxmlformats.org/officeDocument/2006/relationships/customXml" Target="../ink/ink1190.xml"/><Relationship Id="rId27" Type="http://schemas.openxmlformats.org/officeDocument/2006/relationships/image" Target="../media/image1029.png"/><Relationship Id="rId48" Type="http://schemas.openxmlformats.org/officeDocument/2006/relationships/customXml" Target="../ink/ink1121.xml"/><Relationship Id="rId69" Type="http://schemas.openxmlformats.org/officeDocument/2006/relationships/image" Target="../media/image1050.png"/><Relationship Id="rId113" Type="http://schemas.openxmlformats.org/officeDocument/2006/relationships/image" Target="../media/image1072.png"/><Relationship Id="rId134" Type="http://schemas.openxmlformats.org/officeDocument/2006/relationships/customXml" Target="../ink/ink1164.xml"/><Relationship Id="rId80" Type="http://schemas.openxmlformats.org/officeDocument/2006/relationships/customXml" Target="../ink/ink1137.xml"/><Relationship Id="rId155" Type="http://schemas.openxmlformats.org/officeDocument/2006/relationships/image" Target="../media/image1093.png"/><Relationship Id="rId176" Type="http://schemas.openxmlformats.org/officeDocument/2006/relationships/customXml" Target="../ink/ink1185.xml"/><Relationship Id="rId197" Type="http://schemas.openxmlformats.org/officeDocument/2006/relationships/image" Target="../media/image1114.png"/><Relationship Id="rId201" Type="http://schemas.openxmlformats.org/officeDocument/2006/relationships/image" Target="../media/image1116.png"/><Relationship Id="rId17" Type="http://schemas.openxmlformats.org/officeDocument/2006/relationships/image" Target="../media/image1024.png"/><Relationship Id="rId38" Type="http://schemas.openxmlformats.org/officeDocument/2006/relationships/customXml" Target="../ink/ink1116.xml"/><Relationship Id="rId59" Type="http://schemas.openxmlformats.org/officeDocument/2006/relationships/image" Target="../media/image1045.png"/><Relationship Id="rId103" Type="http://schemas.openxmlformats.org/officeDocument/2006/relationships/image" Target="../media/image1067.png"/><Relationship Id="rId124" Type="http://schemas.openxmlformats.org/officeDocument/2006/relationships/customXml" Target="../ink/ink1159.xml"/><Relationship Id="rId70" Type="http://schemas.openxmlformats.org/officeDocument/2006/relationships/customXml" Target="../ink/ink1132.xml"/><Relationship Id="rId91" Type="http://schemas.openxmlformats.org/officeDocument/2006/relationships/image" Target="../media/image1061.png"/><Relationship Id="rId145" Type="http://schemas.openxmlformats.org/officeDocument/2006/relationships/image" Target="../media/image1088.png"/><Relationship Id="rId166" Type="http://schemas.openxmlformats.org/officeDocument/2006/relationships/customXml" Target="../ink/ink1180.xml"/><Relationship Id="rId187" Type="http://schemas.openxmlformats.org/officeDocument/2006/relationships/image" Target="../media/image1109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1111.xml"/><Relationship Id="rId49" Type="http://schemas.openxmlformats.org/officeDocument/2006/relationships/image" Target="../media/image1040.png"/><Relationship Id="rId114" Type="http://schemas.openxmlformats.org/officeDocument/2006/relationships/customXml" Target="../ink/ink1154.xml"/><Relationship Id="rId60" Type="http://schemas.openxmlformats.org/officeDocument/2006/relationships/customXml" Target="../ink/ink1127.xml"/><Relationship Id="rId81" Type="http://schemas.openxmlformats.org/officeDocument/2006/relationships/image" Target="../media/image1056.png"/><Relationship Id="rId135" Type="http://schemas.openxmlformats.org/officeDocument/2006/relationships/image" Target="../media/image1083.png"/><Relationship Id="rId156" Type="http://schemas.openxmlformats.org/officeDocument/2006/relationships/customXml" Target="../ink/ink1175.xml"/><Relationship Id="rId177" Type="http://schemas.openxmlformats.org/officeDocument/2006/relationships/image" Target="../media/image1104.png"/><Relationship Id="rId198" Type="http://schemas.openxmlformats.org/officeDocument/2006/relationships/customXml" Target="../ink/ink1196.xml"/><Relationship Id="rId202" Type="http://schemas.openxmlformats.org/officeDocument/2006/relationships/customXml" Target="../ink/ink1198.xml"/><Relationship Id="rId18" Type="http://schemas.openxmlformats.org/officeDocument/2006/relationships/customXml" Target="../ink/ink1106.xml"/><Relationship Id="rId39" Type="http://schemas.openxmlformats.org/officeDocument/2006/relationships/image" Target="../media/image1035.png"/><Relationship Id="rId50" Type="http://schemas.openxmlformats.org/officeDocument/2006/relationships/customXml" Target="../ink/ink1122.xml"/><Relationship Id="rId104" Type="http://schemas.openxmlformats.org/officeDocument/2006/relationships/customXml" Target="../ink/ink1149.xml"/><Relationship Id="rId125" Type="http://schemas.openxmlformats.org/officeDocument/2006/relationships/image" Target="../media/image1078.png"/><Relationship Id="rId146" Type="http://schemas.openxmlformats.org/officeDocument/2006/relationships/customXml" Target="../ink/ink1170.xml"/><Relationship Id="rId167" Type="http://schemas.openxmlformats.org/officeDocument/2006/relationships/image" Target="../media/image1099.png"/><Relationship Id="rId188" Type="http://schemas.openxmlformats.org/officeDocument/2006/relationships/customXml" Target="../ink/ink1191.xml"/><Relationship Id="rId71" Type="http://schemas.openxmlformats.org/officeDocument/2006/relationships/image" Target="../media/image1051.png"/><Relationship Id="rId92" Type="http://schemas.openxmlformats.org/officeDocument/2006/relationships/customXml" Target="../ink/ink1143.xml"/><Relationship Id="rId2" Type="http://schemas.openxmlformats.org/officeDocument/2006/relationships/customXml" Target="../ink/ink1098.xml"/><Relationship Id="rId29" Type="http://schemas.openxmlformats.org/officeDocument/2006/relationships/image" Target="../media/image1030.png"/><Relationship Id="rId40" Type="http://schemas.openxmlformats.org/officeDocument/2006/relationships/customXml" Target="../ink/ink1117.xml"/><Relationship Id="rId115" Type="http://schemas.openxmlformats.org/officeDocument/2006/relationships/image" Target="../media/image1073.png"/><Relationship Id="rId136" Type="http://schemas.openxmlformats.org/officeDocument/2006/relationships/customXml" Target="../ink/ink1165.xml"/><Relationship Id="rId157" Type="http://schemas.openxmlformats.org/officeDocument/2006/relationships/image" Target="../media/image1094.png"/><Relationship Id="rId178" Type="http://schemas.openxmlformats.org/officeDocument/2006/relationships/customXml" Target="../ink/ink1186.xml"/></Relationships>
</file>

<file path=ppt/slides/_rels/slide4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77.png"/><Relationship Id="rId299" Type="http://schemas.openxmlformats.org/officeDocument/2006/relationships/image" Target="../media/image1268.png"/><Relationship Id="rId21" Type="http://schemas.openxmlformats.org/officeDocument/2006/relationships/image" Target="../media/image1129.png"/><Relationship Id="rId63" Type="http://schemas.openxmlformats.org/officeDocument/2006/relationships/image" Target="../media/image1150.png"/><Relationship Id="rId159" Type="http://schemas.openxmlformats.org/officeDocument/2006/relationships/image" Target="../media/image1198.png"/><Relationship Id="rId324" Type="http://schemas.openxmlformats.org/officeDocument/2006/relationships/customXml" Target="../ink/ink1363.xml"/><Relationship Id="rId366" Type="http://schemas.openxmlformats.org/officeDocument/2006/relationships/customXml" Target="../ink/ink1384.xml"/><Relationship Id="rId170" Type="http://schemas.openxmlformats.org/officeDocument/2006/relationships/customXml" Target="../ink/ink1286.xml"/><Relationship Id="rId226" Type="http://schemas.openxmlformats.org/officeDocument/2006/relationships/customXml" Target="../ink/ink1314.xml"/><Relationship Id="rId268" Type="http://schemas.openxmlformats.org/officeDocument/2006/relationships/customXml" Target="../ink/ink1335.xml"/><Relationship Id="rId32" Type="http://schemas.openxmlformats.org/officeDocument/2006/relationships/customXml" Target="../ink/ink1217.xml"/><Relationship Id="rId74" Type="http://schemas.openxmlformats.org/officeDocument/2006/relationships/customXml" Target="../ink/ink1238.xml"/><Relationship Id="rId128" Type="http://schemas.openxmlformats.org/officeDocument/2006/relationships/customXml" Target="../ink/ink1265.xml"/><Relationship Id="rId335" Type="http://schemas.openxmlformats.org/officeDocument/2006/relationships/image" Target="../media/image1286.png"/><Relationship Id="rId377" Type="http://schemas.openxmlformats.org/officeDocument/2006/relationships/image" Target="../media/image1306.png"/><Relationship Id="rId5" Type="http://schemas.openxmlformats.org/officeDocument/2006/relationships/image" Target="../media/image1122.png"/><Relationship Id="rId181" Type="http://schemas.openxmlformats.org/officeDocument/2006/relationships/image" Target="../media/image1209.png"/><Relationship Id="rId237" Type="http://schemas.openxmlformats.org/officeDocument/2006/relationships/image" Target="../media/image1237.png"/><Relationship Id="rId279" Type="http://schemas.openxmlformats.org/officeDocument/2006/relationships/image" Target="../media/image1258.png"/><Relationship Id="rId43" Type="http://schemas.openxmlformats.org/officeDocument/2006/relationships/image" Target="../media/image1140.png"/><Relationship Id="rId139" Type="http://schemas.openxmlformats.org/officeDocument/2006/relationships/image" Target="../media/image1188.png"/><Relationship Id="rId290" Type="http://schemas.openxmlformats.org/officeDocument/2006/relationships/customXml" Target="../ink/ink1346.xml"/><Relationship Id="rId304" Type="http://schemas.openxmlformats.org/officeDocument/2006/relationships/customXml" Target="../ink/ink1353.xml"/><Relationship Id="rId346" Type="http://schemas.openxmlformats.org/officeDocument/2006/relationships/customXml" Target="../ink/ink1374.xml"/><Relationship Id="rId388" Type="http://schemas.openxmlformats.org/officeDocument/2006/relationships/customXml" Target="../ink/ink1395.xml"/><Relationship Id="rId85" Type="http://schemas.openxmlformats.org/officeDocument/2006/relationships/image" Target="../media/image1161.png"/><Relationship Id="rId150" Type="http://schemas.openxmlformats.org/officeDocument/2006/relationships/customXml" Target="../ink/ink1276.xml"/><Relationship Id="rId192" Type="http://schemas.openxmlformats.org/officeDocument/2006/relationships/customXml" Target="../ink/ink1297.xml"/><Relationship Id="rId206" Type="http://schemas.openxmlformats.org/officeDocument/2006/relationships/customXml" Target="../ink/ink1304.xml"/><Relationship Id="rId248" Type="http://schemas.openxmlformats.org/officeDocument/2006/relationships/customXml" Target="../ink/ink1325.xml"/><Relationship Id="rId12" Type="http://schemas.openxmlformats.org/officeDocument/2006/relationships/customXml" Target="../ink/ink1207.xml"/><Relationship Id="rId108" Type="http://schemas.openxmlformats.org/officeDocument/2006/relationships/customXml" Target="../ink/ink1255.xml"/><Relationship Id="rId315" Type="http://schemas.openxmlformats.org/officeDocument/2006/relationships/image" Target="../media/image1276.png"/><Relationship Id="rId357" Type="http://schemas.openxmlformats.org/officeDocument/2006/relationships/image" Target="../media/image1296.png"/><Relationship Id="rId54" Type="http://schemas.openxmlformats.org/officeDocument/2006/relationships/customXml" Target="../ink/ink1228.xml"/><Relationship Id="rId96" Type="http://schemas.openxmlformats.org/officeDocument/2006/relationships/customXml" Target="../ink/ink1249.xml"/><Relationship Id="rId161" Type="http://schemas.openxmlformats.org/officeDocument/2006/relationships/image" Target="../media/image1199.png"/><Relationship Id="rId217" Type="http://schemas.openxmlformats.org/officeDocument/2006/relationships/image" Target="../media/image1227.png"/><Relationship Id="rId259" Type="http://schemas.openxmlformats.org/officeDocument/2006/relationships/image" Target="../media/image1248.png"/><Relationship Id="rId23" Type="http://schemas.openxmlformats.org/officeDocument/2006/relationships/image" Target="../media/image1130.png"/><Relationship Id="rId119" Type="http://schemas.openxmlformats.org/officeDocument/2006/relationships/image" Target="../media/image1178.png"/><Relationship Id="rId270" Type="http://schemas.openxmlformats.org/officeDocument/2006/relationships/customXml" Target="../ink/ink1336.xml"/><Relationship Id="rId326" Type="http://schemas.openxmlformats.org/officeDocument/2006/relationships/customXml" Target="../ink/ink1364.xml"/><Relationship Id="rId65" Type="http://schemas.openxmlformats.org/officeDocument/2006/relationships/image" Target="../media/image1151.png"/><Relationship Id="rId130" Type="http://schemas.openxmlformats.org/officeDocument/2006/relationships/customXml" Target="../ink/ink1266.xml"/><Relationship Id="rId368" Type="http://schemas.openxmlformats.org/officeDocument/2006/relationships/customXml" Target="../ink/ink1385.xml"/><Relationship Id="rId172" Type="http://schemas.openxmlformats.org/officeDocument/2006/relationships/customXml" Target="../ink/ink1287.xml"/><Relationship Id="rId228" Type="http://schemas.openxmlformats.org/officeDocument/2006/relationships/customXml" Target="../ink/ink1315.xml"/><Relationship Id="rId281" Type="http://schemas.openxmlformats.org/officeDocument/2006/relationships/image" Target="../media/image1259.png"/><Relationship Id="rId337" Type="http://schemas.openxmlformats.org/officeDocument/2006/relationships/image" Target="../media/image29.png"/><Relationship Id="rId34" Type="http://schemas.openxmlformats.org/officeDocument/2006/relationships/customXml" Target="../ink/ink1218.xml"/><Relationship Id="rId76" Type="http://schemas.openxmlformats.org/officeDocument/2006/relationships/customXml" Target="../ink/ink1239.xml"/><Relationship Id="rId141" Type="http://schemas.openxmlformats.org/officeDocument/2006/relationships/image" Target="../media/image1189.png"/><Relationship Id="rId379" Type="http://schemas.openxmlformats.org/officeDocument/2006/relationships/image" Target="../media/image1307.png"/><Relationship Id="rId7" Type="http://schemas.openxmlformats.org/officeDocument/2006/relationships/image" Target="../media/image1123.png"/><Relationship Id="rId183" Type="http://schemas.openxmlformats.org/officeDocument/2006/relationships/image" Target="../media/image1210.png"/><Relationship Id="rId239" Type="http://schemas.openxmlformats.org/officeDocument/2006/relationships/image" Target="../media/image1238.png"/><Relationship Id="rId250" Type="http://schemas.openxmlformats.org/officeDocument/2006/relationships/customXml" Target="../ink/ink1326.xml"/><Relationship Id="rId292" Type="http://schemas.openxmlformats.org/officeDocument/2006/relationships/customXml" Target="../ink/ink1347.xml"/><Relationship Id="rId306" Type="http://schemas.openxmlformats.org/officeDocument/2006/relationships/customXml" Target="../ink/ink1354.xml"/><Relationship Id="rId45" Type="http://schemas.openxmlformats.org/officeDocument/2006/relationships/image" Target="../media/image1141.png"/><Relationship Id="rId87" Type="http://schemas.openxmlformats.org/officeDocument/2006/relationships/image" Target="../media/image1162.png"/><Relationship Id="rId110" Type="http://schemas.openxmlformats.org/officeDocument/2006/relationships/customXml" Target="../ink/ink1256.xml"/><Relationship Id="rId348" Type="http://schemas.openxmlformats.org/officeDocument/2006/relationships/customXml" Target="../ink/ink1375.xml"/><Relationship Id="rId152" Type="http://schemas.openxmlformats.org/officeDocument/2006/relationships/customXml" Target="../ink/ink1277.xml"/><Relationship Id="rId194" Type="http://schemas.openxmlformats.org/officeDocument/2006/relationships/customXml" Target="../ink/ink1298.xml"/><Relationship Id="rId208" Type="http://schemas.openxmlformats.org/officeDocument/2006/relationships/customXml" Target="../ink/ink1305.xml"/><Relationship Id="rId261" Type="http://schemas.openxmlformats.org/officeDocument/2006/relationships/image" Target="../media/image1249.png"/><Relationship Id="rId14" Type="http://schemas.openxmlformats.org/officeDocument/2006/relationships/customXml" Target="../ink/ink1208.xml"/><Relationship Id="rId56" Type="http://schemas.openxmlformats.org/officeDocument/2006/relationships/customXml" Target="../ink/ink1229.xml"/><Relationship Id="rId317" Type="http://schemas.openxmlformats.org/officeDocument/2006/relationships/image" Target="../media/image1277.png"/><Relationship Id="rId359" Type="http://schemas.openxmlformats.org/officeDocument/2006/relationships/image" Target="../media/image1297.png"/><Relationship Id="rId98" Type="http://schemas.openxmlformats.org/officeDocument/2006/relationships/customXml" Target="../ink/ink1250.xml"/><Relationship Id="rId121" Type="http://schemas.openxmlformats.org/officeDocument/2006/relationships/image" Target="../media/image1179.png"/><Relationship Id="rId163" Type="http://schemas.openxmlformats.org/officeDocument/2006/relationships/image" Target="../media/image1200.png"/><Relationship Id="rId219" Type="http://schemas.openxmlformats.org/officeDocument/2006/relationships/image" Target="../media/image1228.png"/><Relationship Id="rId370" Type="http://schemas.openxmlformats.org/officeDocument/2006/relationships/customXml" Target="../ink/ink1386.xml"/><Relationship Id="rId230" Type="http://schemas.openxmlformats.org/officeDocument/2006/relationships/customXml" Target="../ink/ink1316.xml"/><Relationship Id="rId25" Type="http://schemas.openxmlformats.org/officeDocument/2006/relationships/image" Target="../media/image1131.png"/><Relationship Id="rId67" Type="http://schemas.openxmlformats.org/officeDocument/2006/relationships/image" Target="../media/image1152.png"/><Relationship Id="rId272" Type="http://schemas.openxmlformats.org/officeDocument/2006/relationships/customXml" Target="../ink/ink1337.xml"/><Relationship Id="rId328" Type="http://schemas.openxmlformats.org/officeDocument/2006/relationships/customXml" Target="../ink/ink1365.xml"/><Relationship Id="rId132" Type="http://schemas.openxmlformats.org/officeDocument/2006/relationships/customXml" Target="../ink/ink1267.xml"/><Relationship Id="rId174" Type="http://schemas.openxmlformats.org/officeDocument/2006/relationships/customXml" Target="../ink/ink1288.xml"/><Relationship Id="rId381" Type="http://schemas.openxmlformats.org/officeDocument/2006/relationships/image" Target="../media/image1308.png"/><Relationship Id="rId241" Type="http://schemas.openxmlformats.org/officeDocument/2006/relationships/image" Target="../media/image1239.png"/><Relationship Id="rId36" Type="http://schemas.openxmlformats.org/officeDocument/2006/relationships/customXml" Target="../ink/ink1219.xml"/><Relationship Id="rId283" Type="http://schemas.openxmlformats.org/officeDocument/2006/relationships/image" Target="../media/image1260.png"/><Relationship Id="rId339" Type="http://schemas.openxmlformats.org/officeDocument/2006/relationships/image" Target="../media/image1287.png"/><Relationship Id="rId78" Type="http://schemas.openxmlformats.org/officeDocument/2006/relationships/customXml" Target="../ink/ink1240.xml"/><Relationship Id="rId101" Type="http://schemas.openxmlformats.org/officeDocument/2006/relationships/image" Target="../media/image1169.png"/><Relationship Id="rId143" Type="http://schemas.openxmlformats.org/officeDocument/2006/relationships/image" Target="../media/image1190.png"/><Relationship Id="rId185" Type="http://schemas.openxmlformats.org/officeDocument/2006/relationships/image" Target="../media/image1211.png"/><Relationship Id="rId350" Type="http://schemas.openxmlformats.org/officeDocument/2006/relationships/customXml" Target="../ink/ink1376.xml"/><Relationship Id="rId9" Type="http://schemas.openxmlformats.org/officeDocument/2006/relationships/image" Target="../media/image520.png"/><Relationship Id="rId210" Type="http://schemas.openxmlformats.org/officeDocument/2006/relationships/customXml" Target="../ink/ink1306.xml"/><Relationship Id="rId252" Type="http://schemas.openxmlformats.org/officeDocument/2006/relationships/customXml" Target="../ink/ink1327.xml"/><Relationship Id="rId294" Type="http://schemas.openxmlformats.org/officeDocument/2006/relationships/customXml" Target="../ink/ink1348.xml"/><Relationship Id="rId308" Type="http://schemas.openxmlformats.org/officeDocument/2006/relationships/customXml" Target="../ink/ink1355.xml"/><Relationship Id="rId47" Type="http://schemas.openxmlformats.org/officeDocument/2006/relationships/image" Target="../media/image1142.png"/><Relationship Id="rId89" Type="http://schemas.openxmlformats.org/officeDocument/2006/relationships/image" Target="../media/image1163.png"/><Relationship Id="rId112" Type="http://schemas.openxmlformats.org/officeDocument/2006/relationships/customXml" Target="../ink/ink1257.xml"/><Relationship Id="rId154" Type="http://schemas.openxmlformats.org/officeDocument/2006/relationships/customXml" Target="../ink/ink1278.xml"/><Relationship Id="rId361" Type="http://schemas.openxmlformats.org/officeDocument/2006/relationships/image" Target="../media/image1298.png"/><Relationship Id="rId196" Type="http://schemas.openxmlformats.org/officeDocument/2006/relationships/customXml" Target="../ink/ink1299.xml"/><Relationship Id="rId200" Type="http://schemas.openxmlformats.org/officeDocument/2006/relationships/customXml" Target="../ink/ink1301.xml"/><Relationship Id="rId382" Type="http://schemas.openxmlformats.org/officeDocument/2006/relationships/customXml" Target="../ink/ink1392.xml"/><Relationship Id="rId16" Type="http://schemas.openxmlformats.org/officeDocument/2006/relationships/customXml" Target="../ink/ink1209.xml"/><Relationship Id="rId221" Type="http://schemas.openxmlformats.org/officeDocument/2006/relationships/image" Target="../media/image1229.png"/><Relationship Id="rId242" Type="http://schemas.openxmlformats.org/officeDocument/2006/relationships/customXml" Target="../ink/ink1322.xml"/><Relationship Id="rId263" Type="http://schemas.openxmlformats.org/officeDocument/2006/relationships/image" Target="../media/image1250.png"/><Relationship Id="rId284" Type="http://schemas.openxmlformats.org/officeDocument/2006/relationships/customXml" Target="../ink/ink1343.xml"/><Relationship Id="rId319" Type="http://schemas.openxmlformats.org/officeDocument/2006/relationships/image" Target="../media/image1278.png"/><Relationship Id="rId37" Type="http://schemas.openxmlformats.org/officeDocument/2006/relationships/image" Target="../media/image1137.png"/><Relationship Id="rId58" Type="http://schemas.openxmlformats.org/officeDocument/2006/relationships/customXml" Target="../ink/ink1230.xml"/><Relationship Id="rId79" Type="http://schemas.openxmlformats.org/officeDocument/2006/relationships/image" Target="../media/image1158.png"/><Relationship Id="rId102" Type="http://schemas.openxmlformats.org/officeDocument/2006/relationships/customXml" Target="../ink/ink1252.xml"/><Relationship Id="rId123" Type="http://schemas.openxmlformats.org/officeDocument/2006/relationships/image" Target="../media/image1180.png"/><Relationship Id="rId144" Type="http://schemas.openxmlformats.org/officeDocument/2006/relationships/customXml" Target="../ink/ink1273.xml"/><Relationship Id="rId330" Type="http://schemas.openxmlformats.org/officeDocument/2006/relationships/customXml" Target="../ink/ink1366.xml"/><Relationship Id="rId90" Type="http://schemas.openxmlformats.org/officeDocument/2006/relationships/customXml" Target="../ink/ink1246.xml"/><Relationship Id="rId165" Type="http://schemas.openxmlformats.org/officeDocument/2006/relationships/image" Target="../media/image1201.png"/><Relationship Id="rId186" Type="http://schemas.openxmlformats.org/officeDocument/2006/relationships/customXml" Target="../ink/ink1294.xml"/><Relationship Id="rId351" Type="http://schemas.openxmlformats.org/officeDocument/2006/relationships/image" Target="../media/image1293.png"/><Relationship Id="rId372" Type="http://schemas.openxmlformats.org/officeDocument/2006/relationships/customXml" Target="../ink/ink1387.xml"/><Relationship Id="rId211" Type="http://schemas.openxmlformats.org/officeDocument/2006/relationships/image" Target="../media/image1224.png"/><Relationship Id="rId232" Type="http://schemas.openxmlformats.org/officeDocument/2006/relationships/customXml" Target="../ink/ink1317.xml"/><Relationship Id="rId253" Type="http://schemas.openxmlformats.org/officeDocument/2006/relationships/image" Target="../media/image1245.png"/><Relationship Id="rId274" Type="http://schemas.openxmlformats.org/officeDocument/2006/relationships/customXml" Target="../ink/ink1338.xml"/><Relationship Id="rId295" Type="http://schemas.openxmlformats.org/officeDocument/2006/relationships/image" Target="../media/image1266.png"/><Relationship Id="rId309" Type="http://schemas.openxmlformats.org/officeDocument/2006/relationships/image" Target="../media/image1273.png"/><Relationship Id="rId27" Type="http://schemas.openxmlformats.org/officeDocument/2006/relationships/image" Target="../media/image1132.png"/><Relationship Id="rId48" Type="http://schemas.openxmlformats.org/officeDocument/2006/relationships/customXml" Target="../ink/ink1225.xml"/><Relationship Id="rId69" Type="http://schemas.openxmlformats.org/officeDocument/2006/relationships/image" Target="../media/image1153.png"/><Relationship Id="rId113" Type="http://schemas.openxmlformats.org/officeDocument/2006/relationships/image" Target="../media/image1175.png"/><Relationship Id="rId134" Type="http://schemas.openxmlformats.org/officeDocument/2006/relationships/customXml" Target="../ink/ink1268.xml"/><Relationship Id="rId320" Type="http://schemas.openxmlformats.org/officeDocument/2006/relationships/customXml" Target="../ink/ink1361.xml"/><Relationship Id="rId80" Type="http://schemas.openxmlformats.org/officeDocument/2006/relationships/customXml" Target="../ink/ink1241.xml"/><Relationship Id="rId155" Type="http://schemas.openxmlformats.org/officeDocument/2006/relationships/image" Target="../media/image1196.png"/><Relationship Id="rId176" Type="http://schemas.openxmlformats.org/officeDocument/2006/relationships/customXml" Target="../ink/ink1289.xml"/><Relationship Id="rId197" Type="http://schemas.openxmlformats.org/officeDocument/2006/relationships/image" Target="../media/image1217.png"/><Relationship Id="rId341" Type="http://schemas.openxmlformats.org/officeDocument/2006/relationships/image" Target="../media/image1288.png"/><Relationship Id="rId362" Type="http://schemas.openxmlformats.org/officeDocument/2006/relationships/customXml" Target="../ink/ink1382.xml"/><Relationship Id="rId383" Type="http://schemas.openxmlformats.org/officeDocument/2006/relationships/image" Target="../media/image1309.png"/><Relationship Id="rId201" Type="http://schemas.openxmlformats.org/officeDocument/2006/relationships/image" Target="../media/image1219.png"/><Relationship Id="rId222" Type="http://schemas.openxmlformats.org/officeDocument/2006/relationships/customXml" Target="../ink/ink1312.xml"/><Relationship Id="rId243" Type="http://schemas.openxmlformats.org/officeDocument/2006/relationships/image" Target="../media/image1240.png"/><Relationship Id="rId264" Type="http://schemas.openxmlformats.org/officeDocument/2006/relationships/customXml" Target="../ink/ink1333.xml"/><Relationship Id="rId285" Type="http://schemas.openxmlformats.org/officeDocument/2006/relationships/image" Target="../media/image1261.png"/><Relationship Id="rId17" Type="http://schemas.openxmlformats.org/officeDocument/2006/relationships/image" Target="../media/image1127.png"/><Relationship Id="rId38" Type="http://schemas.openxmlformats.org/officeDocument/2006/relationships/customXml" Target="../ink/ink1220.xml"/><Relationship Id="rId59" Type="http://schemas.openxmlformats.org/officeDocument/2006/relationships/image" Target="../media/image1148.png"/><Relationship Id="rId103" Type="http://schemas.openxmlformats.org/officeDocument/2006/relationships/image" Target="../media/image1170.png"/><Relationship Id="rId124" Type="http://schemas.openxmlformats.org/officeDocument/2006/relationships/customXml" Target="../ink/ink1263.xml"/><Relationship Id="rId310" Type="http://schemas.openxmlformats.org/officeDocument/2006/relationships/customXml" Target="../ink/ink1356.xml"/><Relationship Id="rId70" Type="http://schemas.openxmlformats.org/officeDocument/2006/relationships/customXml" Target="../ink/ink1236.xml"/><Relationship Id="rId91" Type="http://schemas.openxmlformats.org/officeDocument/2006/relationships/image" Target="../media/image1164.png"/><Relationship Id="rId145" Type="http://schemas.openxmlformats.org/officeDocument/2006/relationships/image" Target="../media/image1191.png"/><Relationship Id="rId166" Type="http://schemas.openxmlformats.org/officeDocument/2006/relationships/customXml" Target="../ink/ink1284.xml"/><Relationship Id="rId187" Type="http://schemas.openxmlformats.org/officeDocument/2006/relationships/image" Target="../media/image1212.png"/><Relationship Id="rId331" Type="http://schemas.openxmlformats.org/officeDocument/2006/relationships/image" Target="../media/image1284.png"/><Relationship Id="rId352" Type="http://schemas.openxmlformats.org/officeDocument/2006/relationships/customXml" Target="../ink/ink1377.xml"/><Relationship Id="rId373" Type="http://schemas.openxmlformats.org/officeDocument/2006/relationships/image" Target="../media/image1304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307.xml"/><Relationship Id="rId233" Type="http://schemas.openxmlformats.org/officeDocument/2006/relationships/image" Target="../media/image1235.png"/><Relationship Id="rId254" Type="http://schemas.openxmlformats.org/officeDocument/2006/relationships/customXml" Target="../ink/ink1328.xml"/><Relationship Id="rId28" Type="http://schemas.openxmlformats.org/officeDocument/2006/relationships/customXml" Target="../ink/ink1215.xml"/><Relationship Id="rId49" Type="http://schemas.openxmlformats.org/officeDocument/2006/relationships/image" Target="../media/image1143.png"/><Relationship Id="rId114" Type="http://schemas.openxmlformats.org/officeDocument/2006/relationships/customXml" Target="../ink/ink1258.xml"/><Relationship Id="rId275" Type="http://schemas.openxmlformats.org/officeDocument/2006/relationships/image" Target="../media/image1256.png"/><Relationship Id="rId296" Type="http://schemas.openxmlformats.org/officeDocument/2006/relationships/customXml" Target="../ink/ink1349.xml"/><Relationship Id="rId300" Type="http://schemas.openxmlformats.org/officeDocument/2006/relationships/customXml" Target="../ink/ink1351.xml"/><Relationship Id="rId60" Type="http://schemas.openxmlformats.org/officeDocument/2006/relationships/customXml" Target="../ink/ink1231.xml"/><Relationship Id="rId81" Type="http://schemas.openxmlformats.org/officeDocument/2006/relationships/image" Target="../media/image1159.png"/><Relationship Id="rId135" Type="http://schemas.openxmlformats.org/officeDocument/2006/relationships/image" Target="../media/image1186.png"/><Relationship Id="rId156" Type="http://schemas.openxmlformats.org/officeDocument/2006/relationships/customXml" Target="../ink/ink1279.xml"/><Relationship Id="rId177" Type="http://schemas.openxmlformats.org/officeDocument/2006/relationships/image" Target="../media/image1207.png"/><Relationship Id="rId198" Type="http://schemas.openxmlformats.org/officeDocument/2006/relationships/customXml" Target="../ink/ink1300.xml"/><Relationship Id="rId321" Type="http://schemas.openxmlformats.org/officeDocument/2006/relationships/image" Target="../media/image1279.png"/><Relationship Id="rId342" Type="http://schemas.openxmlformats.org/officeDocument/2006/relationships/customXml" Target="../ink/ink1372.xml"/><Relationship Id="rId363" Type="http://schemas.openxmlformats.org/officeDocument/2006/relationships/image" Target="../media/image1299.png"/><Relationship Id="rId384" Type="http://schemas.openxmlformats.org/officeDocument/2006/relationships/customXml" Target="../ink/ink1393.xml"/><Relationship Id="rId202" Type="http://schemas.openxmlformats.org/officeDocument/2006/relationships/customXml" Target="../ink/ink1302.xml"/><Relationship Id="rId223" Type="http://schemas.openxmlformats.org/officeDocument/2006/relationships/image" Target="../media/image1230.png"/><Relationship Id="rId244" Type="http://schemas.openxmlformats.org/officeDocument/2006/relationships/customXml" Target="../ink/ink1323.xml"/><Relationship Id="rId18" Type="http://schemas.openxmlformats.org/officeDocument/2006/relationships/customXml" Target="../ink/ink1210.xml"/><Relationship Id="rId39" Type="http://schemas.openxmlformats.org/officeDocument/2006/relationships/image" Target="../media/image1138.png"/><Relationship Id="rId265" Type="http://schemas.openxmlformats.org/officeDocument/2006/relationships/image" Target="../media/image1251.png"/><Relationship Id="rId286" Type="http://schemas.openxmlformats.org/officeDocument/2006/relationships/customXml" Target="../ink/ink1344.xml"/><Relationship Id="rId50" Type="http://schemas.openxmlformats.org/officeDocument/2006/relationships/customXml" Target="../ink/ink1226.xml"/><Relationship Id="rId104" Type="http://schemas.openxmlformats.org/officeDocument/2006/relationships/customXml" Target="../ink/ink1253.xml"/><Relationship Id="rId125" Type="http://schemas.openxmlformats.org/officeDocument/2006/relationships/image" Target="../media/image1181.png"/><Relationship Id="rId146" Type="http://schemas.openxmlformats.org/officeDocument/2006/relationships/customXml" Target="../ink/ink1274.xml"/><Relationship Id="rId167" Type="http://schemas.openxmlformats.org/officeDocument/2006/relationships/image" Target="../media/image1202.png"/><Relationship Id="rId188" Type="http://schemas.openxmlformats.org/officeDocument/2006/relationships/customXml" Target="../ink/ink1295.xml"/><Relationship Id="rId311" Type="http://schemas.openxmlformats.org/officeDocument/2006/relationships/image" Target="../media/image1274.png"/><Relationship Id="rId332" Type="http://schemas.openxmlformats.org/officeDocument/2006/relationships/customXml" Target="../ink/ink1367.xml"/><Relationship Id="rId353" Type="http://schemas.openxmlformats.org/officeDocument/2006/relationships/image" Target="../media/image1294.png"/><Relationship Id="rId374" Type="http://schemas.openxmlformats.org/officeDocument/2006/relationships/customXml" Target="../ink/ink1388.xml"/><Relationship Id="rId71" Type="http://schemas.openxmlformats.org/officeDocument/2006/relationships/image" Target="../media/image1154.png"/><Relationship Id="rId92" Type="http://schemas.openxmlformats.org/officeDocument/2006/relationships/customXml" Target="../ink/ink1247.xml"/><Relationship Id="rId213" Type="http://schemas.openxmlformats.org/officeDocument/2006/relationships/image" Target="../media/image1225.png"/><Relationship Id="rId234" Type="http://schemas.openxmlformats.org/officeDocument/2006/relationships/customXml" Target="../ink/ink1318.xml"/><Relationship Id="rId2" Type="http://schemas.openxmlformats.org/officeDocument/2006/relationships/customXml" Target="../ink/ink1202.xml"/><Relationship Id="rId29" Type="http://schemas.openxmlformats.org/officeDocument/2006/relationships/image" Target="../media/image1133.png"/><Relationship Id="rId255" Type="http://schemas.openxmlformats.org/officeDocument/2006/relationships/image" Target="../media/image1246.png"/><Relationship Id="rId276" Type="http://schemas.openxmlformats.org/officeDocument/2006/relationships/customXml" Target="../ink/ink1339.xml"/><Relationship Id="rId297" Type="http://schemas.openxmlformats.org/officeDocument/2006/relationships/image" Target="../media/image1267.png"/><Relationship Id="rId40" Type="http://schemas.openxmlformats.org/officeDocument/2006/relationships/customXml" Target="../ink/ink1221.xml"/><Relationship Id="rId115" Type="http://schemas.openxmlformats.org/officeDocument/2006/relationships/image" Target="../media/image1176.png"/><Relationship Id="rId136" Type="http://schemas.openxmlformats.org/officeDocument/2006/relationships/customXml" Target="../ink/ink1269.xml"/><Relationship Id="rId157" Type="http://schemas.openxmlformats.org/officeDocument/2006/relationships/image" Target="../media/image1197.png"/><Relationship Id="rId178" Type="http://schemas.openxmlformats.org/officeDocument/2006/relationships/customXml" Target="../ink/ink1290.xml"/><Relationship Id="rId301" Type="http://schemas.openxmlformats.org/officeDocument/2006/relationships/image" Target="../media/image1269.png"/><Relationship Id="rId322" Type="http://schemas.openxmlformats.org/officeDocument/2006/relationships/customXml" Target="../ink/ink1362.xml"/><Relationship Id="rId343" Type="http://schemas.openxmlformats.org/officeDocument/2006/relationships/image" Target="../media/image1289.png"/><Relationship Id="rId364" Type="http://schemas.openxmlformats.org/officeDocument/2006/relationships/customXml" Target="../ink/ink1383.xml"/><Relationship Id="rId61" Type="http://schemas.openxmlformats.org/officeDocument/2006/relationships/image" Target="../media/image1149.png"/><Relationship Id="rId82" Type="http://schemas.openxmlformats.org/officeDocument/2006/relationships/customXml" Target="../ink/ink1242.xml"/><Relationship Id="rId199" Type="http://schemas.openxmlformats.org/officeDocument/2006/relationships/image" Target="../media/image1218.png"/><Relationship Id="rId203" Type="http://schemas.openxmlformats.org/officeDocument/2006/relationships/image" Target="../media/image1220.png"/><Relationship Id="rId385" Type="http://schemas.openxmlformats.org/officeDocument/2006/relationships/image" Target="../media/image1310.png"/><Relationship Id="rId19" Type="http://schemas.openxmlformats.org/officeDocument/2006/relationships/image" Target="../media/image1128.png"/><Relationship Id="rId224" Type="http://schemas.openxmlformats.org/officeDocument/2006/relationships/customXml" Target="../ink/ink1313.xml"/><Relationship Id="rId245" Type="http://schemas.openxmlformats.org/officeDocument/2006/relationships/image" Target="../media/image1241.png"/><Relationship Id="rId266" Type="http://schemas.openxmlformats.org/officeDocument/2006/relationships/customXml" Target="../ink/ink1334.xml"/><Relationship Id="rId287" Type="http://schemas.openxmlformats.org/officeDocument/2006/relationships/image" Target="../media/image1262.png"/><Relationship Id="rId30" Type="http://schemas.openxmlformats.org/officeDocument/2006/relationships/customXml" Target="../ink/ink1216.xml"/><Relationship Id="rId105" Type="http://schemas.openxmlformats.org/officeDocument/2006/relationships/image" Target="../media/image1171.png"/><Relationship Id="rId126" Type="http://schemas.openxmlformats.org/officeDocument/2006/relationships/customXml" Target="../ink/ink1264.xml"/><Relationship Id="rId147" Type="http://schemas.openxmlformats.org/officeDocument/2006/relationships/image" Target="../media/image1192.png"/><Relationship Id="rId168" Type="http://schemas.openxmlformats.org/officeDocument/2006/relationships/customXml" Target="../ink/ink1285.xml"/><Relationship Id="rId312" Type="http://schemas.openxmlformats.org/officeDocument/2006/relationships/customXml" Target="../ink/ink1357.xml"/><Relationship Id="rId333" Type="http://schemas.openxmlformats.org/officeDocument/2006/relationships/image" Target="../media/image1285.png"/><Relationship Id="rId354" Type="http://schemas.openxmlformats.org/officeDocument/2006/relationships/customXml" Target="../ink/ink1378.xml"/><Relationship Id="rId51" Type="http://schemas.openxmlformats.org/officeDocument/2006/relationships/image" Target="../media/image1144.png"/><Relationship Id="rId72" Type="http://schemas.openxmlformats.org/officeDocument/2006/relationships/customXml" Target="../ink/ink1237.xml"/><Relationship Id="rId93" Type="http://schemas.openxmlformats.org/officeDocument/2006/relationships/image" Target="../media/image1165.png"/><Relationship Id="rId189" Type="http://schemas.openxmlformats.org/officeDocument/2006/relationships/image" Target="../media/image1213.png"/><Relationship Id="rId375" Type="http://schemas.openxmlformats.org/officeDocument/2006/relationships/image" Target="../media/image1305.png"/><Relationship Id="rId3" Type="http://schemas.openxmlformats.org/officeDocument/2006/relationships/image" Target="../media/image1121.png"/><Relationship Id="rId214" Type="http://schemas.openxmlformats.org/officeDocument/2006/relationships/customXml" Target="../ink/ink1308.xml"/><Relationship Id="rId235" Type="http://schemas.openxmlformats.org/officeDocument/2006/relationships/image" Target="../media/image1236.png"/><Relationship Id="rId256" Type="http://schemas.openxmlformats.org/officeDocument/2006/relationships/customXml" Target="../ink/ink1329.xml"/><Relationship Id="rId277" Type="http://schemas.openxmlformats.org/officeDocument/2006/relationships/image" Target="../media/image1257.png"/><Relationship Id="rId298" Type="http://schemas.openxmlformats.org/officeDocument/2006/relationships/customXml" Target="../ink/ink1350.xml"/><Relationship Id="rId116" Type="http://schemas.openxmlformats.org/officeDocument/2006/relationships/customXml" Target="../ink/ink1259.xml"/><Relationship Id="rId137" Type="http://schemas.openxmlformats.org/officeDocument/2006/relationships/image" Target="../media/image1187.png"/><Relationship Id="rId158" Type="http://schemas.openxmlformats.org/officeDocument/2006/relationships/customXml" Target="../ink/ink1280.xml"/><Relationship Id="rId302" Type="http://schemas.openxmlformats.org/officeDocument/2006/relationships/customXml" Target="../ink/ink1352.xml"/><Relationship Id="rId323" Type="http://schemas.openxmlformats.org/officeDocument/2006/relationships/image" Target="../media/image1280.png"/><Relationship Id="rId344" Type="http://schemas.openxmlformats.org/officeDocument/2006/relationships/customXml" Target="../ink/ink1373.xml"/><Relationship Id="rId20" Type="http://schemas.openxmlformats.org/officeDocument/2006/relationships/customXml" Target="../ink/ink1211.xml"/><Relationship Id="rId41" Type="http://schemas.openxmlformats.org/officeDocument/2006/relationships/image" Target="../media/image1139.png"/><Relationship Id="rId62" Type="http://schemas.openxmlformats.org/officeDocument/2006/relationships/customXml" Target="../ink/ink1232.xml"/><Relationship Id="rId83" Type="http://schemas.openxmlformats.org/officeDocument/2006/relationships/image" Target="../media/image1160.png"/><Relationship Id="rId179" Type="http://schemas.openxmlformats.org/officeDocument/2006/relationships/image" Target="../media/image1208.png"/><Relationship Id="rId365" Type="http://schemas.openxmlformats.org/officeDocument/2006/relationships/image" Target="../media/image1300.png"/><Relationship Id="rId386" Type="http://schemas.openxmlformats.org/officeDocument/2006/relationships/customXml" Target="../ink/ink1394.xml"/><Relationship Id="rId190" Type="http://schemas.openxmlformats.org/officeDocument/2006/relationships/customXml" Target="../ink/ink1296.xml"/><Relationship Id="rId204" Type="http://schemas.openxmlformats.org/officeDocument/2006/relationships/customXml" Target="../ink/ink1303.xml"/><Relationship Id="rId225" Type="http://schemas.openxmlformats.org/officeDocument/2006/relationships/image" Target="../media/image1231.png"/><Relationship Id="rId246" Type="http://schemas.openxmlformats.org/officeDocument/2006/relationships/customXml" Target="../ink/ink1324.xml"/><Relationship Id="rId267" Type="http://schemas.openxmlformats.org/officeDocument/2006/relationships/image" Target="../media/image1252.png"/><Relationship Id="rId288" Type="http://schemas.openxmlformats.org/officeDocument/2006/relationships/customXml" Target="../ink/ink1345.xml"/><Relationship Id="rId106" Type="http://schemas.openxmlformats.org/officeDocument/2006/relationships/customXml" Target="../ink/ink1254.xml"/><Relationship Id="rId127" Type="http://schemas.openxmlformats.org/officeDocument/2006/relationships/image" Target="../media/image1182.png"/><Relationship Id="rId313" Type="http://schemas.openxmlformats.org/officeDocument/2006/relationships/image" Target="../media/image1275.png"/><Relationship Id="rId10" Type="http://schemas.openxmlformats.org/officeDocument/2006/relationships/customXml" Target="../ink/ink1206.xml"/><Relationship Id="rId31" Type="http://schemas.openxmlformats.org/officeDocument/2006/relationships/image" Target="../media/image1134.png"/><Relationship Id="rId52" Type="http://schemas.openxmlformats.org/officeDocument/2006/relationships/customXml" Target="../ink/ink1227.xml"/><Relationship Id="rId73" Type="http://schemas.openxmlformats.org/officeDocument/2006/relationships/image" Target="../media/image1155.png"/><Relationship Id="rId94" Type="http://schemas.openxmlformats.org/officeDocument/2006/relationships/customXml" Target="../ink/ink1248.xml"/><Relationship Id="rId148" Type="http://schemas.openxmlformats.org/officeDocument/2006/relationships/customXml" Target="../ink/ink1275.xml"/><Relationship Id="rId169" Type="http://schemas.openxmlformats.org/officeDocument/2006/relationships/image" Target="../media/image1203.png"/><Relationship Id="rId334" Type="http://schemas.openxmlformats.org/officeDocument/2006/relationships/customXml" Target="../ink/ink1368.xml"/><Relationship Id="rId355" Type="http://schemas.openxmlformats.org/officeDocument/2006/relationships/image" Target="../media/image1295.png"/><Relationship Id="rId376" Type="http://schemas.openxmlformats.org/officeDocument/2006/relationships/customXml" Target="../ink/ink1389.xml"/><Relationship Id="rId4" Type="http://schemas.openxmlformats.org/officeDocument/2006/relationships/customXml" Target="../ink/ink1203.xml"/><Relationship Id="rId180" Type="http://schemas.openxmlformats.org/officeDocument/2006/relationships/customXml" Target="../ink/ink1291.xml"/><Relationship Id="rId215" Type="http://schemas.openxmlformats.org/officeDocument/2006/relationships/image" Target="../media/image1226.png"/><Relationship Id="rId236" Type="http://schemas.openxmlformats.org/officeDocument/2006/relationships/customXml" Target="../ink/ink1319.xml"/><Relationship Id="rId257" Type="http://schemas.openxmlformats.org/officeDocument/2006/relationships/image" Target="../media/image1247.png"/><Relationship Id="rId278" Type="http://schemas.openxmlformats.org/officeDocument/2006/relationships/customXml" Target="../ink/ink1340.xml"/><Relationship Id="rId303" Type="http://schemas.openxmlformats.org/officeDocument/2006/relationships/image" Target="../media/image1270.png"/><Relationship Id="rId42" Type="http://schemas.openxmlformats.org/officeDocument/2006/relationships/customXml" Target="../ink/ink1222.xml"/><Relationship Id="rId84" Type="http://schemas.openxmlformats.org/officeDocument/2006/relationships/customXml" Target="../ink/ink1243.xml"/><Relationship Id="rId138" Type="http://schemas.openxmlformats.org/officeDocument/2006/relationships/customXml" Target="../ink/ink1270.xml"/><Relationship Id="rId345" Type="http://schemas.openxmlformats.org/officeDocument/2006/relationships/image" Target="../media/image1290.png"/><Relationship Id="rId387" Type="http://schemas.openxmlformats.org/officeDocument/2006/relationships/image" Target="../media/image1311.png"/><Relationship Id="rId191" Type="http://schemas.openxmlformats.org/officeDocument/2006/relationships/image" Target="../media/image1214.png"/><Relationship Id="rId205" Type="http://schemas.openxmlformats.org/officeDocument/2006/relationships/image" Target="../media/image1221.png"/><Relationship Id="rId247" Type="http://schemas.openxmlformats.org/officeDocument/2006/relationships/image" Target="../media/image1242.png"/><Relationship Id="rId107" Type="http://schemas.openxmlformats.org/officeDocument/2006/relationships/image" Target="../media/image1172.png"/><Relationship Id="rId289" Type="http://schemas.openxmlformats.org/officeDocument/2006/relationships/image" Target="../media/image1263.png"/><Relationship Id="rId11" Type="http://schemas.openxmlformats.org/officeDocument/2006/relationships/image" Target="../media/image1124.png"/><Relationship Id="rId53" Type="http://schemas.openxmlformats.org/officeDocument/2006/relationships/image" Target="../media/image1145.png"/><Relationship Id="rId149" Type="http://schemas.openxmlformats.org/officeDocument/2006/relationships/image" Target="../media/image1193.png"/><Relationship Id="rId314" Type="http://schemas.openxmlformats.org/officeDocument/2006/relationships/customXml" Target="../ink/ink1358.xml"/><Relationship Id="rId356" Type="http://schemas.openxmlformats.org/officeDocument/2006/relationships/customXml" Target="../ink/ink1379.xml"/><Relationship Id="rId95" Type="http://schemas.openxmlformats.org/officeDocument/2006/relationships/image" Target="../media/image1166.png"/><Relationship Id="rId160" Type="http://schemas.openxmlformats.org/officeDocument/2006/relationships/customXml" Target="../ink/ink1281.xml"/><Relationship Id="rId216" Type="http://schemas.openxmlformats.org/officeDocument/2006/relationships/customXml" Target="../ink/ink1309.xml"/><Relationship Id="rId258" Type="http://schemas.openxmlformats.org/officeDocument/2006/relationships/customXml" Target="../ink/ink1330.xml"/><Relationship Id="rId22" Type="http://schemas.openxmlformats.org/officeDocument/2006/relationships/customXml" Target="../ink/ink1212.xml"/><Relationship Id="rId64" Type="http://schemas.openxmlformats.org/officeDocument/2006/relationships/customXml" Target="../ink/ink1233.xml"/><Relationship Id="rId118" Type="http://schemas.openxmlformats.org/officeDocument/2006/relationships/customXml" Target="../ink/ink1260.xml"/><Relationship Id="rId325" Type="http://schemas.openxmlformats.org/officeDocument/2006/relationships/image" Target="../media/image1281.png"/><Relationship Id="rId367" Type="http://schemas.openxmlformats.org/officeDocument/2006/relationships/image" Target="../media/image1301.png"/><Relationship Id="rId171" Type="http://schemas.openxmlformats.org/officeDocument/2006/relationships/image" Target="../media/image1204.png"/><Relationship Id="rId227" Type="http://schemas.openxmlformats.org/officeDocument/2006/relationships/image" Target="../media/image1232.png"/><Relationship Id="rId269" Type="http://schemas.openxmlformats.org/officeDocument/2006/relationships/image" Target="../media/image1253.png"/><Relationship Id="rId33" Type="http://schemas.openxmlformats.org/officeDocument/2006/relationships/image" Target="../media/image1135.png"/><Relationship Id="rId129" Type="http://schemas.openxmlformats.org/officeDocument/2006/relationships/image" Target="../media/image1183.png"/><Relationship Id="rId280" Type="http://schemas.openxmlformats.org/officeDocument/2006/relationships/customXml" Target="../ink/ink1341.xml"/><Relationship Id="rId336" Type="http://schemas.openxmlformats.org/officeDocument/2006/relationships/customXml" Target="../ink/ink1369.xml"/><Relationship Id="rId75" Type="http://schemas.openxmlformats.org/officeDocument/2006/relationships/image" Target="../media/image1156.png"/><Relationship Id="rId140" Type="http://schemas.openxmlformats.org/officeDocument/2006/relationships/customXml" Target="../ink/ink1271.xml"/><Relationship Id="rId182" Type="http://schemas.openxmlformats.org/officeDocument/2006/relationships/customXml" Target="../ink/ink1292.xml"/><Relationship Id="rId378" Type="http://schemas.openxmlformats.org/officeDocument/2006/relationships/customXml" Target="../ink/ink1390.xml"/><Relationship Id="rId6" Type="http://schemas.openxmlformats.org/officeDocument/2006/relationships/customXml" Target="../ink/ink1204.xml"/><Relationship Id="rId238" Type="http://schemas.openxmlformats.org/officeDocument/2006/relationships/customXml" Target="../ink/ink1320.xml"/><Relationship Id="rId291" Type="http://schemas.openxmlformats.org/officeDocument/2006/relationships/image" Target="../media/image1264.png"/><Relationship Id="rId305" Type="http://schemas.openxmlformats.org/officeDocument/2006/relationships/image" Target="../media/image1271.png"/><Relationship Id="rId347" Type="http://schemas.openxmlformats.org/officeDocument/2006/relationships/image" Target="../media/image1291.png"/><Relationship Id="rId44" Type="http://schemas.openxmlformats.org/officeDocument/2006/relationships/customXml" Target="../ink/ink1223.xml"/><Relationship Id="rId86" Type="http://schemas.openxmlformats.org/officeDocument/2006/relationships/customXml" Target="../ink/ink1244.xml"/><Relationship Id="rId151" Type="http://schemas.openxmlformats.org/officeDocument/2006/relationships/image" Target="../media/image1194.png"/><Relationship Id="rId389" Type="http://schemas.openxmlformats.org/officeDocument/2006/relationships/image" Target="../media/image1312.png"/><Relationship Id="rId193" Type="http://schemas.openxmlformats.org/officeDocument/2006/relationships/image" Target="../media/image1215.png"/><Relationship Id="rId207" Type="http://schemas.openxmlformats.org/officeDocument/2006/relationships/image" Target="../media/image1222.png"/><Relationship Id="rId249" Type="http://schemas.openxmlformats.org/officeDocument/2006/relationships/image" Target="../media/image1243.png"/><Relationship Id="rId13" Type="http://schemas.openxmlformats.org/officeDocument/2006/relationships/image" Target="../media/image1125.png"/><Relationship Id="rId109" Type="http://schemas.openxmlformats.org/officeDocument/2006/relationships/image" Target="../media/image1173.png"/><Relationship Id="rId260" Type="http://schemas.openxmlformats.org/officeDocument/2006/relationships/customXml" Target="../ink/ink1331.xml"/><Relationship Id="rId316" Type="http://schemas.openxmlformats.org/officeDocument/2006/relationships/customXml" Target="../ink/ink1359.xml"/><Relationship Id="rId55" Type="http://schemas.openxmlformats.org/officeDocument/2006/relationships/image" Target="../media/image1146.png"/><Relationship Id="rId97" Type="http://schemas.openxmlformats.org/officeDocument/2006/relationships/image" Target="../media/image1167.png"/><Relationship Id="rId120" Type="http://schemas.openxmlformats.org/officeDocument/2006/relationships/customXml" Target="../ink/ink1261.xml"/><Relationship Id="rId358" Type="http://schemas.openxmlformats.org/officeDocument/2006/relationships/customXml" Target="../ink/ink1380.xml"/><Relationship Id="rId162" Type="http://schemas.openxmlformats.org/officeDocument/2006/relationships/customXml" Target="../ink/ink1282.xml"/><Relationship Id="rId218" Type="http://schemas.openxmlformats.org/officeDocument/2006/relationships/customXml" Target="../ink/ink1310.xml"/><Relationship Id="rId271" Type="http://schemas.openxmlformats.org/officeDocument/2006/relationships/image" Target="../media/image1254.png"/><Relationship Id="rId24" Type="http://schemas.openxmlformats.org/officeDocument/2006/relationships/customXml" Target="../ink/ink1213.xml"/><Relationship Id="rId66" Type="http://schemas.openxmlformats.org/officeDocument/2006/relationships/customXml" Target="../ink/ink1234.xml"/><Relationship Id="rId131" Type="http://schemas.openxmlformats.org/officeDocument/2006/relationships/image" Target="../media/image1184.png"/><Relationship Id="rId327" Type="http://schemas.openxmlformats.org/officeDocument/2006/relationships/image" Target="../media/image1282.png"/><Relationship Id="rId369" Type="http://schemas.openxmlformats.org/officeDocument/2006/relationships/image" Target="../media/image1302.png"/><Relationship Id="rId173" Type="http://schemas.openxmlformats.org/officeDocument/2006/relationships/image" Target="../media/image1205.png"/><Relationship Id="rId229" Type="http://schemas.openxmlformats.org/officeDocument/2006/relationships/image" Target="../media/image1233.png"/><Relationship Id="rId380" Type="http://schemas.openxmlformats.org/officeDocument/2006/relationships/customXml" Target="../ink/ink1391.xml"/><Relationship Id="rId240" Type="http://schemas.openxmlformats.org/officeDocument/2006/relationships/customXml" Target="../ink/ink1321.xml"/><Relationship Id="rId35" Type="http://schemas.openxmlformats.org/officeDocument/2006/relationships/image" Target="../media/image1136.png"/><Relationship Id="rId77" Type="http://schemas.openxmlformats.org/officeDocument/2006/relationships/image" Target="../media/image1157.png"/><Relationship Id="rId100" Type="http://schemas.openxmlformats.org/officeDocument/2006/relationships/customXml" Target="../ink/ink1251.xml"/><Relationship Id="rId282" Type="http://schemas.openxmlformats.org/officeDocument/2006/relationships/customXml" Target="../ink/ink1342.xml"/><Relationship Id="rId338" Type="http://schemas.openxmlformats.org/officeDocument/2006/relationships/customXml" Target="../ink/ink1370.xml"/><Relationship Id="rId8" Type="http://schemas.openxmlformats.org/officeDocument/2006/relationships/customXml" Target="../ink/ink1205.xml"/><Relationship Id="rId142" Type="http://schemas.openxmlformats.org/officeDocument/2006/relationships/customXml" Target="../ink/ink1272.xml"/><Relationship Id="rId184" Type="http://schemas.openxmlformats.org/officeDocument/2006/relationships/customXml" Target="../ink/ink1293.xml"/><Relationship Id="rId251" Type="http://schemas.openxmlformats.org/officeDocument/2006/relationships/image" Target="../media/image1244.png"/><Relationship Id="rId46" Type="http://schemas.openxmlformats.org/officeDocument/2006/relationships/customXml" Target="../ink/ink1224.xml"/><Relationship Id="rId293" Type="http://schemas.openxmlformats.org/officeDocument/2006/relationships/image" Target="../media/image1265.png"/><Relationship Id="rId307" Type="http://schemas.openxmlformats.org/officeDocument/2006/relationships/image" Target="../media/image1272.png"/><Relationship Id="rId349" Type="http://schemas.openxmlformats.org/officeDocument/2006/relationships/image" Target="../media/image1292.png"/><Relationship Id="rId88" Type="http://schemas.openxmlformats.org/officeDocument/2006/relationships/customXml" Target="../ink/ink1245.xml"/><Relationship Id="rId111" Type="http://schemas.openxmlformats.org/officeDocument/2006/relationships/image" Target="../media/image1174.png"/><Relationship Id="rId153" Type="http://schemas.openxmlformats.org/officeDocument/2006/relationships/image" Target="../media/image1195.png"/><Relationship Id="rId195" Type="http://schemas.openxmlformats.org/officeDocument/2006/relationships/image" Target="../media/image1216.png"/><Relationship Id="rId209" Type="http://schemas.openxmlformats.org/officeDocument/2006/relationships/image" Target="../media/image1223.png"/><Relationship Id="rId360" Type="http://schemas.openxmlformats.org/officeDocument/2006/relationships/customXml" Target="../ink/ink1381.xml"/><Relationship Id="rId220" Type="http://schemas.openxmlformats.org/officeDocument/2006/relationships/customXml" Target="../ink/ink1311.xml"/><Relationship Id="rId15" Type="http://schemas.openxmlformats.org/officeDocument/2006/relationships/image" Target="../media/image1126.png"/><Relationship Id="rId57" Type="http://schemas.openxmlformats.org/officeDocument/2006/relationships/image" Target="../media/image1147.png"/><Relationship Id="rId262" Type="http://schemas.openxmlformats.org/officeDocument/2006/relationships/customXml" Target="../ink/ink1332.xml"/><Relationship Id="rId318" Type="http://schemas.openxmlformats.org/officeDocument/2006/relationships/customXml" Target="../ink/ink1360.xml"/><Relationship Id="rId99" Type="http://schemas.openxmlformats.org/officeDocument/2006/relationships/image" Target="../media/image1168.png"/><Relationship Id="rId122" Type="http://schemas.openxmlformats.org/officeDocument/2006/relationships/customXml" Target="../ink/ink1262.xml"/><Relationship Id="rId164" Type="http://schemas.openxmlformats.org/officeDocument/2006/relationships/customXml" Target="../ink/ink1283.xml"/><Relationship Id="rId371" Type="http://schemas.openxmlformats.org/officeDocument/2006/relationships/image" Target="../media/image1303.png"/><Relationship Id="rId26" Type="http://schemas.openxmlformats.org/officeDocument/2006/relationships/customXml" Target="../ink/ink1214.xml"/><Relationship Id="rId231" Type="http://schemas.openxmlformats.org/officeDocument/2006/relationships/image" Target="../media/image1234.png"/><Relationship Id="rId273" Type="http://schemas.openxmlformats.org/officeDocument/2006/relationships/image" Target="../media/image1255.png"/><Relationship Id="rId329" Type="http://schemas.openxmlformats.org/officeDocument/2006/relationships/image" Target="../media/image1283.png"/><Relationship Id="rId68" Type="http://schemas.openxmlformats.org/officeDocument/2006/relationships/customXml" Target="../ink/ink1235.xml"/><Relationship Id="rId133" Type="http://schemas.openxmlformats.org/officeDocument/2006/relationships/image" Target="../media/image1185.png"/><Relationship Id="rId175" Type="http://schemas.openxmlformats.org/officeDocument/2006/relationships/image" Target="../media/image1206.png"/><Relationship Id="rId340" Type="http://schemas.openxmlformats.org/officeDocument/2006/relationships/customXml" Target="../ink/ink1371.xml"/></Relationships>
</file>

<file path=ppt/slides/_rels/slide4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70.png"/><Relationship Id="rId21" Type="http://schemas.openxmlformats.org/officeDocument/2006/relationships/image" Target="../media/image1322.png"/><Relationship Id="rId42" Type="http://schemas.openxmlformats.org/officeDocument/2006/relationships/customXml" Target="../ink/ink1415.xml"/><Relationship Id="rId63" Type="http://schemas.openxmlformats.org/officeDocument/2006/relationships/image" Target="../media/image1343.png"/><Relationship Id="rId84" Type="http://schemas.openxmlformats.org/officeDocument/2006/relationships/customXml" Target="../ink/ink1436.xml"/><Relationship Id="rId138" Type="http://schemas.openxmlformats.org/officeDocument/2006/relationships/customXml" Target="../ink/ink1463.xml"/><Relationship Id="rId159" Type="http://schemas.openxmlformats.org/officeDocument/2006/relationships/image" Target="../media/image1391.png"/><Relationship Id="rId170" Type="http://schemas.openxmlformats.org/officeDocument/2006/relationships/customXml" Target="../ink/ink1479.xml"/><Relationship Id="rId191" Type="http://schemas.openxmlformats.org/officeDocument/2006/relationships/image" Target="../media/image1407.png"/><Relationship Id="rId205" Type="http://schemas.openxmlformats.org/officeDocument/2006/relationships/image" Target="../media/image1413.png"/><Relationship Id="rId107" Type="http://schemas.openxmlformats.org/officeDocument/2006/relationships/image" Target="../media/image1365.png"/><Relationship Id="rId11" Type="http://schemas.openxmlformats.org/officeDocument/2006/relationships/image" Target="../media/image1317.png"/><Relationship Id="rId32" Type="http://schemas.openxmlformats.org/officeDocument/2006/relationships/customXml" Target="../ink/ink1410.xml"/><Relationship Id="rId53" Type="http://schemas.openxmlformats.org/officeDocument/2006/relationships/image" Target="../media/image1338.png"/><Relationship Id="rId74" Type="http://schemas.openxmlformats.org/officeDocument/2006/relationships/customXml" Target="../ink/ink1431.xml"/><Relationship Id="rId128" Type="http://schemas.openxmlformats.org/officeDocument/2006/relationships/customXml" Target="../ink/ink1458.xml"/><Relationship Id="rId149" Type="http://schemas.openxmlformats.org/officeDocument/2006/relationships/image" Target="../media/image1386.png"/><Relationship Id="rId5" Type="http://schemas.openxmlformats.org/officeDocument/2006/relationships/image" Target="../media/image1314.png"/><Relationship Id="rId95" Type="http://schemas.openxmlformats.org/officeDocument/2006/relationships/image" Target="../media/image1359.png"/><Relationship Id="rId160" Type="http://schemas.openxmlformats.org/officeDocument/2006/relationships/customXml" Target="../ink/ink1474.xml"/><Relationship Id="rId181" Type="http://schemas.openxmlformats.org/officeDocument/2006/relationships/image" Target="../media/image1402.png"/><Relationship Id="rId22" Type="http://schemas.openxmlformats.org/officeDocument/2006/relationships/customXml" Target="../ink/ink1405.xml"/><Relationship Id="rId43" Type="http://schemas.openxmlformats.org/officeDocument/2006/relationships/image" Target="../media/image1333.png"/><Relationship Id="rId64" Type="http://schemas.openxmlformats.org/officeDocument/2006/relationships/customXml" Target="../ink/ink1426.xml"/><Relationship Id="rId118" Type="http://schemas.openxmlformats.org/officeDocument/2006/relationships/customXml" Target="../ink/ink1453.xml"/><Relationship Id="rId139" Type="http://schemas.openxmlformats.org/officeDocument/2006/relationships/image" Target="../media/image1381.png"/><Relationship Id="rId85" Type="http://schemas.openxmlformats.org/officeDocument/2006/relationships/image" Target="../media/image1354.png"/><Relationship Id="rId150" Type="http://schemas.openxmlformats.org/officeDocument/2006/relationships/customXml" Target="../ink/ink1469.xml"/><Relationship Id="rId171" Type="http://schemas.openxmlformats.org/officeDocument/2006/relationships/image" Target="../media/image1397.png"/><Relationship Id="rId192" Type="http://schemas.openxmlformats.org/officeDocument/2006/relationships/customXml" Target="../ink/ink1490.xml"/><Relationship Id="rId206" Type="http://schemas.openxmlformats.org/officeDocument/2006/relationships/customXml" Target="../ink/ink1497.xml"/><Relationship Id="rId12" Type="http://schemas.openxmlformats.org/officeDocument/2006/relationships/customXml" Target="../ink/ink1400.xml"/><Relationship Id="rId33" Type="http://schemas.openxmlformats.org/officeDocument/2006/relationships/image" Target="../media/image1328.png"/><Relationship Id="rId108" Type="http://schemas.openxmlformats.org/officeDocument/2006/relationships/customXml" Target="../ink/ink1448.xml"/><Relationship Id="rId129" Type="http://schemas.openxmlformats.org/officeDocument/2006/relationships/image" Target="../media/image1376.png"/><Relationship Id="rId54" Type="http://schemas.openxmlformats.org/officeDocument/2006/relationships/customXml" Target="../ink/ink1421.xml"/><Relationship Id="rId75" Type="http://schemas.openxmlformats.org/officeDocument/2006/relationships/image" Target="../media/image1349.png"/><Relationship Id="rId96" Type="http://schemas.openxmlformats.org/officeDocument/2006/relationships/customXml" Target="../ink/ink1442.xml"/><Relationship Id="rId140" Type="http://schemas.openxmlformats.org/officeDocument/2006/relationships/customXml" Target="../ink/ink1464.xml"/><Relationship Id="rId161" Type="http://schemas.openxmlformats.org/officeDocument/2006/relationships/image" Target="../media/image1392.png"/><Relationship Id="rId182" Type="http://schemas.openxmlformats.org/officeDocument/2006/relationships/customXml" Target="../ink/ink1485.xml"/><Relationship Id="rId6" Type="http://schemas.openxmlformats.org/officeDocument/2006/relationships/customXml" Target="../ink/ink1397.xml"/><Relationship Id="rId23" Type="http://schemas.openxmlformats.org/officeDocument/2006/relationships/image" Target="../media/image1323.png"/><Relationship Id="rId119" Type="http://schemas.openxmlformats.org/officeDocument/2006/relationships/image" Target="../media/image1371.png"/><Relationship Id="rId44" Type="http://schemas.openxmlformats.org/officeDocument/2006/relationships/customXml" Target="../ink/ink1416.xml"/><Relationship Id="rId65" Type="http://schemas.openxmlformats.org/officeDocument/2006/relationships/image" Target="../media/image1344.png"/><Relationship Id="rId86" Type="http://schemas.openxmlformats.org/officeDocument/2006/relationships/customXml" Target="../ink/ink1437.xml"/><Relationship Id="rId130" Type="http://schemas.openxmlformats.org/officeDocument/2006/relationships/customXml" Target="../ink/ink1459.xml"/><Relationship Id="rId151" Type="http://schemas.openxmlformats.org/officeDocument/2006/relationships/image" Target="../media/image1387.png"/><Relationship Id="rId172" Type="http://schemas.openxmlformats.org/officeDocument/2006/relationships/customXml" Target="../ink/ink1480.xml"/><Relationship Id="rId193" Type="http://schemas.openxmlformats.org/officeDocument/2006/relationships/image" Target="../media/image1291.png"/><Relationship Id="rId207" Type="http://schemas.openxmlformats.org/officeDocument/2006/relationships/image" Target="../media/image1414.png"/><Relationship Id="rId13" Type="http://schemas.openxmlformats.org/officeDocument/2006/relationships/image" Target="../media/image1318.png"/><Relationship Id="rId109" Type="http://schemas.openxmlformats.org/officeDocument/2006/relationships/image" Target="../media/image1366.png"/><Relationship Id="rId34" Type="http://schemas.openxmlformats.org/officeDocument/2006/relationships/customXml" Target="../ink/ink1411.xml"/><Relationship Id="rId55" Type="http://schemas.openxmlformats.org/officeDocument/2006/relationships/image" Target="../media/image1339.png"/><Relationship Id="rId76" Type="http://schemas.openxmlformats.org/officeDocument/2006/relationships/customXml" Target="../ink/ink1432.xml"/><Relationship Id="rId97" Type="http://schemas.openxmlformats.org/officeDocument/2006/relationships/image" Target="../media/image1360.png"/><Relationship Id="rId120" Type="http://schemas.openxmlformats.org/officeDocument/2006/relationships/customXml" Target="../ink/ink1454.xml"/><Relationship Id="rId141" Type="http://schemas.openxmlformats.org/officeDocument/2006/relationships/image" Target="../media/image1382.png"/><Relationship Id="rId7" Type="http://schemas.openxmlformats.org/officeDocument/2006/relationships/image" Target="../media/image1315.png"/><Relationship Id="rId162" Type="http://schemas.openxmlformats.org/officeDocument/2006/relationships/customXml" Target="../ink/ink1475.xml"/><Relationship Id="rId183" Type="http://schemas.openxmlformats.org/officeDocument/2006/relationships/image" Target="../media/image1403.png"/><Relationship Id="rId24" Type="http://schemas.openxmlformats.org/officeDocument/2006/relationships/customXml" Target="../ink/ink1406.xml"/><Relationship Id="rId40" Type="http://schemas.openxmlformats.org/officeDocument/2006/relationships/customXml" Target="../ink/ink1414.xml"/><Relationship Id="rId45" Type="http://schemas.openxmlformats.org/officeDocument/2006/relationships/image" Target="../media/image1334.png"/><Relationship Id="rId66" Type="http://schemas.openxmlformats.org/officeDocument/2006/relationships/customXml" Target="../ink/ink1427.xml"/><Relationship Id="rId87" Type="http://schemas.openxmlformats.org/officeDocument/2006/relationships/image" Target="../media/image1355.png"/><Relationship Id="rId110" Type="http://schemas.openxmlformats.org/officeDocument/2006/relationships/customXml" Target="../ink/ink1449.xml"/><Relationship Id="rId115" Type="http://schemas.openxmlformats.org/officeDocument/2006/relationships/image" Target="../media/image1369.png"/><Relationship Id="rId131" Type="http://schemas.openxmlformats.org/officeDocument/2006/relationships/image" Target="../media/image1377.png"/><Relationship Id="rId136" Type="http://schemas.openxmlformats.org/officeDocument/2006/relationships/customXml" Target="../ink/ink1462.xml"/><Relationship Id="rId157" Type="http://schemas.openxmlformats.org/officeDocument/2006/relationships/image" Target="../media/image1390.png"/><Relationship Id="rId178" Type="http://schemas.openxmlformats.org/officeDocument/2006/relationships/customXml" Target="../ink/ink1483.xml"/><Relationship Id="rId61" Type="http://schemas.openxmlformats.org/officeDocument/2006/relationships/image" Target="../media/image1342.png"/><Relationship Id="rId82" Type="http://schemas.openxmlformats.org/officeDocument/2006/relationships/customXml" Target="../ink/ink1435.xml"/><Relationship Id="rId152" Type="http://schemas.openxmlformats.org/officeDocument/2006/relationships/customXml" Target="../ink/ink1470.xml"/><Relationship Id="rId173" Type="http://schemas.openxmlformats.org/officeDocument/2006/relationships/image" Target="../media/image1398.png"/><Relationship Id="rId194" Type="http://schemas.openxmlformats.org/officeDocument/2006/relationships/customXml" Target="../ink/ink1491.xml"/><Relationship Id="rId199" Type="http://schemas.openxmlformats.org/officeDocument/2006/relationships/image" Target="../media/image1410.png"/><Relationship Id="rId203" Type="http://schemas.openxmlformats.org/officeDocument/2006/relationships/image" Target="../media/image1412.png"/><Relationship Id="rId19" Type="http://schemas.openxmlformats.org/officeDocument/2006/relationships/image" Target="../media/image1321.png"/><Relationship Id="rId14" Type="http://schemas.openxmlformats.org/officeDocument/2006/relationships/customXml" Target="../ink/ink1401.xml"/><Relationship Id="rId30" Type="http://schemas.openxmlformats.org/officeDocument/2006/relationships/customXml" Target="../ink/ink1409.xml"/><Relationship Id="rId35" Type="http://schemas.openxmlformats.org/officeDocument/2006/relationships/image" Target="../media/image1329.png"/><Relationship Id="rId56" Type="http://schemas.openxmlformats.org/officeDocument/2006/relationships/customXml" Target="../ink/ink1422.xml"/><Relationship Id="rId77" Type="http://schemas.openxmlformats.org/officeDocument/2006/relationships/image" Target="../media/image1350.png"/><Relationship Id="rId100" Type="http://schemas.openxmlformats.org/officeDocument/2006/relationships/customXml" Target="../ink/ink1444.xml"/><Relationship Id="rId105" Type="http://schemas.openxmlformats.org/officeDocument/2006/relationships/image" Target="../media/image1364.png"/><Relationship Id="rId126" Type="http://schemas.openxmlformats.org/officeDocument/2006/relationships/customXml" Target="../ink/ink1457.xml"/><Relationship Id="rId147" Type="http://schemas.openxmlformats.org/officeDocument/2006/relationships/image" Target="../media/image1385.png"/><Relationship Id="rId168" Type="http://schemas.openxmlformats.org/officeDocument/2006/relationships/customXml" Target="../ink/ink1478.xml"/><Relationship Id="rId8" Type="http://schemas.openxmlformats.org/officeDocument/2006/relationships/customXml" Target="../ink/ink1398.xml"/><Relationship Id="rId51" Type="http://schemas.openxmlformats.org/officeDocument/2006/relationships/image" Target="../media/image1337.png"/><Relationship Id="rId72" Type="http://schemas.openxmlformats.org/officeDocument/2006/relationships/customXml" Target="../ink/ink1430.xml"/><Relationship Id="rId93" Type="http://schemas.openxmlformats.org/officeDocument/2006/relationships/image" Target="../media/image1358.png"/><Relationship Id="rId98" Type="http://schemas.openxmlformats.org/officeDocument/2006/relationships/customXml" Target="../ink/ink1443.xml"/><Relationship Id="rId121" Type="http://schemas.openxmlformats.org/officeDocument/2006/relationships/image" Target="../media/image1372.png"/><Relationship Id="rId142" Type="http://schemas.openxmlformats.org/officeDocument/2006/relationships/customXml" Target="../ink/ink1465.xml"/><Relationship Id="rId163" Type="http://schemas.openxmlformats.org/officeDocument/2006/relationships/image" Target="../media/image1393.png"/><Relationship Id="rId184" Type="http://schemas.openxmlformats.org/officeDocument/2006/relationships/customXml" Target="../ink/ink1486.xml"/><Relationship Id="rId189" Type="http://schemas.openxmlformats.org/officeDocument/2006/relationships/image" Target="../media/image1406.png"/><Relationship Id="rId3" Type="http://schemas.openxmlformats.org/officeDocument/2006/relationships/image" Target="../media/image1313.png"/><Relationship Id="rId25" Type="http://schemas.openxmlformats.org/officeDocument/2006/relationships/image" Target="../media/image1324.png"/><Relationship Id="rId46" Type="http://schemas.openxmlformats.org/officeDocument/2006/relationships/customXml" Target="../ink/ink1417.xml"/><Relationship Id="rId67" Type="http://schemas.openxmlformats.org/officeDocument/2006/relationships/image" Target="../media/image1345.png"/><Relationship Id="rId116" Type="http://schemas.openxmlformats.org/officeDocument/2006/relationships/customXml" Target="../ink/ink1452.xml"/><Relationship Id="rId137" Type="http://schemas.openxmlformats.org/officeDocument/2006/relationships/image" Target="../media/image1380.png"/><Relationship Id="rId158" Type="http://schemas.openxmlformats.org/officeDocument/2006/relationships/customXml" Target="../ink/ink1473.xml"/><Relationship Id="rId20" Type="http://schemas.openxmlformats.org/officeDocument/2006/relationships/customXml" Target="../ink/ink1404.xml"/><Relationship Id="rId41" Type="http://schemas.openxmlformats.org/officeDocument/2006/relationships/image" Target="../media/image1332.png"/><Relationship Id="rId62" Type="http://schemas.openxmlformats.org/officeDocument/2006/relationships/customXml" Target="../ink/ink1425.xml"/><Relationship Id="rId83" Type="http://schemas.openxmlformats.org/officeDocument/2006/relationships/image" Target="../media/image1353.png"/><Relationship Id="rId88" Type="http://schemas.openxmlformats.org/officeDocument/2006/relationships/customXml" Target="../ink/ink1438.xml"/><Relationship Id="rId111" Type="http://schemas.openxmlformats.org/officeDocument/2006/relationships/image" Target="../media/image1367.png"/><Relationship Id="rId132" Type="http://schemas.openxmlformats.org/officeDocument/2006/relationships/customXml" Target="../ink/ink1460.xml"/><Relationship Id="rId153" Type="http://schemas.openxmlformats.org/officeDocument/2006/relationships/image" Target="../media/image1388.png"/><Relationship Id="rId174" Type="http://schemas.openxmlformats.org/officeDocument/2006/relationships/customXml" Target="../ink/ink1481.xml"/><Relationship Id="rId179" Type="http://schemas.openxmlformats.org/officeDocument/2006/relationships/image" Target="../media/image1401.png"/><Relationship Id="rId195" Type="http://schemas.openxmlformats.org/officeDocument/2006/relationships/image" Target="../media/image1408.png"/><Relationship Id="rId190" Type="http://schemas.openxmlformats.org/officeDocument/2006/relationships/customXml" Target="../ink/ink1489.xml"/><Relationship Id="rId204" Type="http://schemas.openxmlformats.org/officeDocument/2006/relationships/customXml" Target="../ink/ink1496.xml"/><Relationship Id="rId15" Type="http://schemas.openxmlformats.org/officeDocument/2006/relationships/image" Target="../media/image1319.png"/><Relationship Id="rId36" Type="http://schemas.openxmlformats.org/officeDocument/2006/relationships/customXml" Target="../ink/ink1412.xml"/><Relationship Id="rId57" Type="http://schemas.openxmlformats.org/officeDocument/2006/relationships/image" Target="../media/image1340.png"/><Relationship Id="rId106" Type="http://schemas.openxmlformats.org/officeDocument/2006/relationships/customXml" Target="../ink/ink1447.xml"/><Relationship Id="rId127" Type="http://schemas.openxmlformats.org/officeDocument/2006/relationships/image" Target="../media/image1375.png"/><Relationship Id="rId10" Type="http://schemas.openxmlformats.org/officeDocument/2006/relationships/customXml" Target="../ink/ink1399.xml"/><Relationship Id="rId31" Type="http://schemas.openxmlformats.org/officeDocument/2006/relationships/image" Target="../media/image1327.png"/><Relationship Id="rId52" Type="http://schemas.openxmlformats.org/officeDocument/2006/relationships/customXml" Target="../ink/ink1420.xml"/><Relationship Id="rId73" Type="http://schemas.openxmlformats.org/officeDocument/2006/relationships/image" Target="../media/image1348.png"/><Relationship Id="rId78" Type="http://schemas.openxmlformats.org/officeDocument/2006/relationships/customXml" Target="../ink/ink1433.xml"/><Relationship Id="rId94" Type="http://schemas.openxmlformats.org/officeDocument/2006/relationships/customXml" Target="../ink/ink1441.xml"/><Relationship Id="rId99" Type="http://schemas.openxmlformats.org/officeDocument/2006/relationships/image" Target="../media/image1361.png"/><Relationship Id="rId101" Type="http://schemas.openxmlformats.org/officeDocument/2006/relationships/image" Target="../media/image1362.png"/><Relationship Id="rId122" Type="http://schemas.openxmlformats.org/officeDocument/2006/relationships/customXml" Target="../ink/ink1455.xml"/><Relationship Id="rId143" Type="http://schemas.openxmlformats.org/officeDocument/2006/relationships/image" Target="../media/image1383.png"/><Relationship Id="rId148" Type="http://schemas.openxmlformats.org/officeDocument/2006/relationships/customXml" Target="../ink/ink1468.xml"/><Relationship Id="rId164" Type="http://schemas.openxmlformats.org/officeDocument/2006/relationships/customXml" Target="../ink/ink1476.xml"/><Relationship Id="rId169" Type="http://schemas.openxmlformats.org/officeDocument/2006/relationships/image" Target="../media/image1396.png"/><Relationship Id="rId185" Type="http://schemas.openxmlformats.org/officeDocument/2006/relationships/image" Target="../media/image1404.png"/><Relationship Id="rId4" Type="http://schemas.openxmlformats.org/officeDocument/2006/relationships/customXml" Target="../ink/ink1396.xml"/><Relationship Id="rId9" Type="http://schemas.openxmlformats.org/officeDocument/2006/relationships/image" Target="../media/image1316.png"/><Relationship Id="rId180" Type="http://schemas.openxmlformats.org/officeDocument/2006/relationships/customXml" Target="../ink/ink1484.xml"/><Relationship Id="rId26" Type="http://schemas.openxmlformats.org/officeDocument/2006/relationships/customXml" Target="../ink/ink1407.xml"/><Relationship Id="rId47" Type="http://schemas.openxmlformats.org/officeDocument/2006/relationships/image" Target="../media/image1335.png"/><Relationship Id="rId68" Type="http://schemas.openxmlformats.org/officeDocument/2006/relationships/customXml" Target="../ink/ink1428.xml"/><Relationship Id="rId89" Type="http://schemas.openxmlformats.org/officeDocument/2006/relationships/image" Target="../media/image1356.png"/><Relationship Id="rId112" Type="http://schemas.openxmlformats.org/officeDocument/2006/relationships/customXml" Target="../ink/ink1450.xml"/><Relationship Id="rId133" Type="http://schemas.openxmlformats.org/officeDocument/2006/relationships/image" Target="../media/image1378.png"/><Relationship Id="rId154" Type="http://schemas.openxmlformats.org/officeDocument/2006/relationships/customXml" Target="../ink/ink1471.xml"/><Relationship Id="rId175" Type="http://schemas.openxmlformats.org/officeDocument/2006/relationships/image" Target="../media/image1399.png"/><Relationship Id="rId196" Type="http://schemas.openxmlformats.org/officeDocument/2006/relationships/customXml" Target="../ink/ink1492.xml"/><Relationship Id="rId200" Type="http://schemas.openxmlformats.org/officeDocument/2006/relationships/customXml" Target="../ink/ink1494.xml"/><Relationship Id="rId16" Type="http://schemas.openxmlformats.org/officeDocument/2006/relationships/customXml" Target="../ink/ink1402.xml"/><Relationship Id="rId37" Type="http://schemas.openxmlformats.org/officeDocument/2006/relationships/image" Target="../media/image1330.png"/><Relationship Id="rId58" Type="http://schemas.openxmlformats.org/officeDocument/2006/relationships/customXml" Target="../ink/ink1423.xml"/><Relationship Id="rId79" Type="http://schemas.openxmlformats.org/officeDocument/2006/relationships/image" Target="../media/image1351.png"/><Relationship Id="rId102" Type="http://schemas.openxmlformats.org/officeDocument/2006/relationships/customXml" Target="../ink/ink1445.xml"/><Relationship Id="rId123" Type="http://schemas.openxmlformats.org/officeDocument/2006/relationships/image" Target="../media/image1373.png"/><Relationship Id="rId144" Type="http://schemas.openxmlformats.org/officeDocument/2006/relationships/customXml" Target="../ink/ink1466.xml"/><Relationship Id="rId90" Type="http://schemas.openxmlformats.org/officeDocument/2006/relationships/customXml" Target="../ink/ink1439.xml"/><Relationship Id="rId165" Type="http://schemas.openxmlformats.org/officeDocument/2006/relationships/image" Target="../media/image1394.png"/><Relationship Id="rId186" Type="http://schemas.openxmlformats.org/officeDocument/2006/relationships/customXml" Target="../ink/ink1487.xml"/><Relationship Id="rId27" Type="http://schemas.openxmlformats.org/officeDocument/2006/relationships/image" Target="../media/image1325.png"/><Relationship Id="rId48" Type="http://schemas.openxmlformats.org/officeDocument/2006/relationships/customXml" Target="../ink/ink1418.xml"/><Relationship Id="rId69" Type="http://schemas.openxmlformats.org/officeDocument/2006/relationships/image" Target="../media/image1346.png"/><Relationship Id="rId113" Type="http://schemas.openxmlformats.org/officeDocument/2006/relationships/image" Target="../media/image1368.png"/><Relationship Id="rId134" Type="http://schemas.openxmlformats.org/officeDocument/2006/relationships/customXml" Target="../ink/ink1461.xml"/><Relationship Id="rId80" Type="http://schemas.openxmlformats.org/officeDocument/2006/relationships/customXml" Target="../ink/ink1434.xml"/><Relationship Id="rId155" Type="http://schemas.openxmlformats.org/officeDocument/2006/relationships/image" Target="../media/image1389.png"/><Relationship Id="rId176" Type="http://schemas.openxmlformats.org/officeDocument/2006/relationships/customXml" Target="../ink/ink1482.xml"/><Relationship Id="rId197" Type="http://schemas.openxmlformats.org/officeDocument/2006/relationships/image" Target="../media/image1409.png"/><Relationship Id="rId201" Type="http://schemas.openxmlformats.org/officeDocument/2006/relationships/image" Target="../media/image1411.png"/><Relationship Id="rId17" Type="http://schemas.openxmlformats.org/officeDocument/2006/relationships/image" Target="../media/image1320.png"/><Relationship Id="rId38" Type="http://schemas.openxmlformats.org/officeDocument/2006/relationships/customXml" Target="../ink/ink1413.xml"/><Relationship Id="rId59" Type="http://schemas.openxmlformats.org/officeDocument/2006/relationships/image" Target="../media/image1341.png"/><Relationship Id="rId103" Type="http://schemas.openxmlformats.org/officeDocument/2006/relationships/image" Target="../media/image1363.png"/><Relationship Id="rId124" Type="http://schemas.openxmlformats.org/officeDocument/2006/relationships/customXml" Target="../ink/ink1456.xml"/><Relationship Id="rId70" Type="http://schemas.openxmlformats.org/officeDocument/2006/relationships/customXml" Target="../ink/ink1429.xml"/><Relationship Id="rId91" Type="http://schemas.openxmlformats.org/officeDocument/2006/relationships/image" Target="../media/image1357.png"/><Relationship Id="rId145" Type="http://schemas.openxmlformats.org/officeDocument/2006/relationships/image" Target="../media/image1384.png"/><Relationship Id="rId166" Type="http://schemas.openxmlformats.org/officeDocument/2006/relationships/customXml" Target="../ink/ink1477.xml"/><Relationship Id="rId187" Type="http://schemas.openxmlformats.org/officeDocument/2006/relationships/image" Target="../media/image1405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1408.xml"/><Relationship Id="rId49" Type="http://schemas.openxmlformats.org/officeDocument/2006/relationships/image" Target="../media/image1336.png"/><Relationship Id="rId114" Type="http://schemas.openxmlformats.org/officeDocument/2006/relationships/customXml" Target="../ink/ink1451.xml"/><Relationship Id="rId60" Type="http://schemas.openxmlformats.org/officeDocument/2006/relationships/customXml" Target="../ink/ink1424.xml"/><Relationship Id="rId81" Type="http://schemas.openxmlformats.org/officeDocument/2006/relationships/image" Target="../media/image1352.png"/><Relationship Id="rId135" Type="http://schemas.openxmlformats.org/officeDocument/2006/relationships/image" Target="../media/image1379.png"/><Relationship Id="rId156" Type="http://schemas.openxmlformats.org/officeDocument/2006/relationships/customXml" Target="../ink/ink1472.xml"/><Relationship Id="rId177" Type="http://schemas.openxmlformats.org/officeDocument/2006/relationships/image" Target="../media/image1400.png"/><Relationship Id="rId198" Type="http://schemas.openxmlformats.org/officeDocument/2006/relationships/customXml" Target="../ink/ink1493.xml"/><Relationship Id="rId202" Type="http://schemas.openxmlformats.org/officeDocument/2006/relationships/customXml" Target="../ink/ink1495.xml"/><Relationship Id="rId18" Type="http://schemas.openxmlformats.org/officeDocument/2006/relationships/customXml" Target="../ink/ink1403.xml"/><Relationship Id="rId39" Type="http://schemas.openxmlformats.org/officeDocument/2006/relationships/image" Target="../media/image1331.png"/><Relationship Id="rId50" Type="http://schemas.openxmlformats.org/officeDocument/2006/relationships/customXml" Target="../ink/ink1419.xml"/><Relationship Id="rId104" Type="http://schemas.openxmlformats.org/officeDocument/2006/relationships/customXml" Target="../ink/ink1446.xml"/><Relationship Id="rId125" Type="http://schemas.openxmlformats.org/officeDocument/2006/relationships/image" Target="../media/image1374.png"/><Relationship Id="rId146" Type="http://schemas.openxmlformats.org/officeDocument/2006/relationships/customXml" Target="../ink/ink1467.xml"/><Relationship Id="rId167" Type="http://schemas.openxmlformats.org/officeDocument/2006/relationships/image" Target="../media/image1395.png"/><Relationship Id="rId188" Type="http://schemas.openxmlformats.org/officeDocument/2006/relationships/customXml" Target="../ink/ink1488.xml"/><Relationship Id="rId71" Type="http://schemas.openxmlformats.org/officeDocument/2006/relationships/image" Target="../media/image1347.png"/><Relationship Id="rId92" Type="http://schemas.openxmlformats.org/officeDocument/2006/relationships/customXml" Target="../ink/ink1440.xml"/><Relationship Id="rId2" Type="http://schemas.openxmlformats.org/officeDocument/2006/relationships/notesSlide" Target="../notesSlides/notesSlide1.xml"/><Relationship Id="rId29" Type="http://schemas.openxmlformats.org/officeDocument/2006/relationships/image" Target="../media/image1326.png"/></Relationships>
</file>

<file path=ppt/slides/_rels/slide4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510.xml"/><Relationship Id="rId21" Type="http://schemas.openxmlformats.org/officeDocument/2006/relationships/image" Target="../media/image1424.png"/><Relationship Id="rId42" Type="http://schemas.openxmlformats.org/officeDocument/2006/relationships/customXml" Target="../ink/ink1518.xml"/><Relationship Id="rId47" Type="http://schemas.openxmlformats.org/officeDocument/2006/relationships/image" Target="../media/image1437.png"/><Relationship Id="rId63" Type="http://schemas.openxmlformats.org/officeDocument/2006/relationships/image" Target="../media/image1445.png"/><Relationship Id="rId68" Type="http://schemas.openxmlformats.org/officeDocument/2006/relationships/customXml" Target="../ink/ink1531.xml"/><Relationship Id="rId16" Type="http://schemas.openxmlformats.org/officeDocument/2006/relationships/customXml" Target="../ink/ink1505.xml"/><Relationship Id="rId11" Type="http://schemas.openxmlformats.org/officeDocument/2006/relationships/image" Target="../media/image1419.png"/><Relationship Id="rId32" Type="http://schemas.openxmlformats.org/officeDocument/2006/relationships/customXml" Target="../ink/ink1513.xml"/><Relationship Id="rId37" Type="http://schemas.openxmlformats.org/officeDocument/2006/relationships/image" Target="../media/image1432.png"/><Relationship Id="rId53" Type="http://schemas.openxmlformats.org/officeDocument/2006/relationships/image" Target="../media/image1440.png"/><Relationship Id="rId58" Type="http://schemas.openxmlformats.org/officeDocument/2006/relationships/customXml" Target="../ink/ink1526.xml"/><Relationship Id="rId74" Type="http://schemas.openxmlformats.org/officeDocument/2006/relationships/customXml" Target="../ink/ink1534.xml"/><Relationship Id="rId79" Type="http://schemas.openxmlformats.org/officeDocument/2006/relationships/image" Target="../media/image1453.png"/><Relationship Id="rId5" Type="http://schemas.openxmlformats.org/officeDocument/2006/relationships/image" Target="../media/image1416.png"/><Relationship Id="rId61" Type="http://schemas.openxmlformats.org/officeDocument/2006/relationships/image" Target="../media/image1444.png"/><Relationship Id="rId19" Type="http://schemas.openxmlformats.org/officeDocument/2006/relationships/image" Target="../media/image1423.png"/><Relationship Id="rId14" Type="http://schemas.openxmlformats.org/officeDocument/2006/relationships/customXml" Target="../ink/ink1504.xml"/><Relationship Id="rId22" Type="http://schemas.openxmlformats.org/officeDocument/2006/relationships/customXml" Target="../ink/ink1508.xml"/><Relationship Id="rId27" Type="http://schemas.openxmlformats.org/officeDocument/2006/relationships/image" Target="../media/image1427.png"/><Relationship Id="rId30" Type="http://schemas.openxmlformats.org/officeDocument/2006/relationships/customXml" Target="../ink/ink1512.xml"/><Relationship Id="rId35" Type="http://schemas.openxmlformats.org/officeDocument/2006/relationships/image" Target="../media/image1431.png"/><Relationship Id="rId43" Type="http://schemas.openxmlformats.org/officeDocument/2006/relationships/image" Target="../media/image1435.png"/><Relationship Id="rId48" Type="http://schemas.openxmlformats.org/officeDocument/2006/relationships/customXml" Target="../ink/ink1521.xml"/><Relationship Id="rId56" Type="http://schemas.openxmlformats.org/officeDocument/2006/relationships/customXml" Target="../ink/ink1525.xml"/><Relationship Id="rId64" Type="http://schemas.openxmlformats.org/officeDocument/2006/relationships/customXml" Target="../ink/ink1529.xml"/><Relationship Id="rId69" Type="http://schemas.openxmlformats.org/officeDocument/2006/relationships/image" Target="../media/image1448.png"/><Relationship Id="rId77" Type="http://schemas.openxmlformats.org/officeDocument/2006/relationships/image" Target="../media/image1452.png"/><Relationship Id="rId8" Type="http://schemas.openxmlformats.org/officeDocument/2006/relationships/customXml" Target="../ink/ink1501.xml"/><Relationship Id="rId51" Type="http://schemas.openxmlformats.org/officeDocument/2006/relationships/image" Target="../media/image1439.png"/><Relationship Id="rId72" Type="http://schemas.openxmlformats.org/officeDocument/2006/relationships/customXml" Target="../ink/ink1533.xml"/><Relationship Id="rId80" Type="http://schemas.openxmlformats.org/officeDocument/2006/relationships/customXml" Target="../ink/ink1537.xml"/><Relationship Id="rId3" Type="http://schemas.openxmlformats.org/officeDocument/2006/relationships/image" Target="../media/image1415.png"/><Relationship Id="rId12" Type="http://schemas.openxmlformats.org/officeDocument/2006/relationships/customXml" Target="../ink/ink1503.xml"/><Relationship Id="rId17" Type="http://schemas.openxmlformats.org/officeDocument/2006/relationships/image" Target="../media/image1422.png"/><Relationship Id="rId25" Type="http://schemas.openxmlformats.org/officeDocument/2006/relationships/image" Target="../media/image1426.png"/><Relationship Id="rId33" Type="http://schemas.openxmlformats.org/officeDocument/2006/relationships/image" Target="../media/image1430.png"/><Relationship Id="rId38" Type="http://schemas.openxmlformats.org/officeDocument/2006/relationships/customXml" Target="../ink/ink1516.xml"/><Relationship Id="rId46" Type="http://schemas.openxmlformats.org/officeDocument/2006/relationships/customXml" Target="../ink/ink1520.xml"/><Relationship Id="rId59" Type="http://schemas.openxmlformats.org/officeDocument/2006/relationships/image" Target="../media/image1443.png"/><Relationship Id="rId67" Type="http://schemas.openxmlformats.org/officeDocument/2006/relationships/image" Target="../media/image1447.png"/><Relationship Id="rId20" Type="http://schemas.openxmlformats.org/officeDocument/2006/relationships/customXml" Target="../ink/ink1507.xml"/><Relationship Id="rId41" Type="http://schemas.openxmlformats.org/officeDocument/2006/relationships/image" Target="../media/image1434.png"/><Relationship Id="rId54" Type="http://schemas.openxmlformats.org/officeDocument/2006/relationships/customXml" Target="../ink/ink1524.xml"/><Relationship Id="rId62" Type="http://schemas.openxmlformats.org/officeDocument/2006/relationships/customXml" Target="../ink/ink1528.xml"/><Relationship Id="rId70" Type="http://schemas.openxmlformats.org/officeDocument/2006/relationships/customXml" Target="../ink/ink1532.xml"/><Relationship Id="rId75" Type="http://schemas.openxmlformats.org/officeDocument/2006/relationships/image" Target="../media/image145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00.xml"/><Relationship Id="rId15" Type="http://schemas.openxmlformats.org/officeDocument/2006/relationships/image" Target="../media/image1421.png"/><Relationship Id="rId23" Type="http://schemas.openxmlformats.org/officeDocument/2006/relationships/image" Target="../media/image1425.png"/><Relationship Id="rId28" Type="http://schemas.openxmlformats.org/officeDocument/2006/relationships/customXml" Target="../ink/ink1511.xml"/><Relationship Id="rId36" Type="http://schemas.openxmlformats.org/officeDocument/2006/relationships/customXml" Target="../ink/ink1515.xml"/><Relationship Id="rId49" Type="http://schemas.openxmlformats.org/officeDocument/2006/relationships/image" Target="../media/image1438.png"/><Relationship Id="rId57" Type="http://schemas.openxmlformats.org/officeDocument/2006/relationships/image" Target="../media/image1442.png"/><Relationship Id="rId10" Type="http://schemas.openxmlformats.org/officeDocument/2006/relationships/customXml" Target="../ink/ink1502.xml"/><Relationship Id="rId31" Type="http://schemas.openxmlformats.org/officeDocument/2006/relationships/image" Target="../media/image1429.png"/><Relationship Id="rId44" Type="http://schemas.openxmlformats.org/officeDocument/2006/relationships/customXml" Target="../ink/ink1519.xml"/><Relationship Id="rId52" Type="http://schemas.openxmlformats.org/officeDocument/2006/relationships/customXml" Target="../ink/ink1523.xml"/><Relationship Id="rId60" Type="http://schemas.openxmlformats.org/officeDocument/2006/relationships/customXml" Target="../ink/ink1527.xml"/><Relationship Id="rId65" Type="http://schemas.openxmlformats.org/officeDocument/2006/relationships/image" Target="../media/image1446.png"/><Relationship Id="rId73" Type="http://schemas.openxmlformats.org/officeDocument/2006/relationships/image" Target="../media/image1450.png"/><Relationship Id="rId78" Type="http://schemas.openxmlformats.org/officeDocument/2006/relationships/customXml" Target="../ink/ink1536.xml"/><Relationship Id="rId81" Type="http://schemas.openxmlformats.org/officeDocument/2006/relationships/image" Target="../media/image1454.png"/><Relationship Id="rId4" Type="http://schemas.openxmlformats.org/officeDocument/2006/relationships/customXml" Target="../ink/ink1499.xml"/><Relationship Id="rId9" Type="http://schemas.openxmlformats.org/officeDocument/2006/relationships/image" Target="../media/image1418.png"/><Relationship Id="rId13" Type="http://schemas.openxmlformats.org/officeDocument/2006/relationships/image" Target="../media/image1420.png"/><Relationship Id="rId18" Type="http://schemas.openxmlformats.org/officeDocument/2006/relationships/customXml" Target="../ink/ink1506.xml"/><Relationship Id="rId39" Type="http://schemas.openxmlformats.org/officeDocument/2006/relationships/image" Target="../media/image1433.png"/><Relationship Id="rId34" Type="http://schemas.openxmlformats.org/officeDocument/2006/relationships/customXml" Target="../ink/ink1514.xml"/><Relationship Id="rId50" Type="http://schemas.openxmlformats.org/officeDocument/2006/relationships/customXml" Target="../ink/ink1522.xml"/><Relationship Id="rId55" Type="http://schemas.openxmlformats.org/officeDocument/2006/relationships/image" Target="../media/image1441.png"/><Relationship Id="rId76" Type="http://schemas.openxmlformats.org/officeDocument/2006/relationships/customXml" Target="../ink/ink1535.xml"/><Relationship Id="rId7" Type="http://schemas.openxmlformats.org/officeDocument/2006/relationships/image" Target="../media/image1417.png"/><Relationship Id="rId71" Type="http://schemas.openxmlformats.org/officeDocument/2006/relationships/image" Target="../media/image1449.png"/><Relationship Id="rId2" Type="http://schemas.openxmlformats.org/officeDocument/2006/relationships/customXml" Target="../ink/ink1498.xml"/><Relationship Id="rId29" Type="http://schemas.openxmlformats.org/officeDocument/2006/relationships/image" Target="../media/image1428.png"/><Relationship Id="rId24" Type="http://schemas.openxmlformats.org/officeDocument/2006/relationships/customXml" Target="../ink/ink1509.xml"/><Relationship Id="rId40" Type="http://schemas.openxmlformats.org/officeDocument/2006/relationships/customXml" Target="../ink/ink1517.xml"/><Relationship Id="rId45" Type="http://schemas.openxmlformats.org/officeDocument/2006/relationships/image" Target="../media/image1436.png"/><Relationship Id="rId66" Type="http://schemas.openxmlformats.org/officeDocument/2006/relationships/customXml" Target="../ink/ink1530.xml"/></Relationships>
</file>

<file path=ppt/slides/_rels/slide4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550.xml"/><Relationship Id="rId117" Type="http://schemas.openxmlformats.org/officeDocument/2006/relationships/image" Target="../media/image1511.png"/><Relationship Id="rId21" Type="http://schemas.openxmlformats.org/officeDocument/2006/relationships/image" Target="../media/image1464.png"/><Relationship Id="rId42" Type="http://schemas.openxmlformats.org/officeDocument/2006/relationships/customXml" Target="../ink/ink1558.xml"/><Relationship Id="rId47" Type="http://schemas.openxmlformats.org/officeDocument/2006/relationships/image" Target="../media/image1477.png"/><Relationship Id="rId63" Type="http://schemas.openxmlformats.org/officeDocument/2006/relationships/image" Target="../media/image1485.png"/><Relationship Id="rId68" Type="http://schemas.openxmlformats.org/officeDocument/2006/relationships/customXml" Target="../ink/ink1571.xml"/><Relationship Id="rId84" Type="http://schemas.openxmlformats.org/officeDocument/2006/relationships/customXml" Target="../ink/ink1579.xml"/><Relationship Id="rId89" Type="http://schemas.openxmlformats.org/officeDocument/2006/relationships/image" Target="../media/image1497.png"/><Relationship Id="rId112" Type="http://schemas.openxmlformats.org/officeDocument/2006/relationships/customXml" Target="../ink/ink1593.xml"/><Relationship Id="rId16" Type="http://schemas.openxmlformats.org/officeDocument/2006/relationships/customXml" Target="../ink/ink1545.xml"/><Relationship Id="rId107" Type="http://schemas.openxmlformats.org/officeDocument/2006/relationships/image" Target="../media/image1506.png"/><Relationship Id="rId11" Type="http://schemas.openxmlformats.org/officeDocument/2006/relationships/image" Target="../media/image1459.png"/><Relationship Id="rId32" Type="http://schemas.openxmlformats.org/officeDocument/2006/relationships/customXml" Target="../ink/ink1553.xml"/><Relationship Id="rId37" Type="http://schemas.openxmlformats.org/officeDocument/2006/relationships/image" Target="../media/image1472.png"/><Relationship Id="rId53" Type="http://schemas.openxmlformats.org/officeDocument/2006/relationships/image" Target="../media/image1480.png"/><Relationship Id="rId58" Type="http://schemas.openxmlformats.org/officeDocument/2006/relationships/customXml" Target="../ink/ink1566.xml"/><Relationship Id="rId74" Type="http://schemas.openxmlformats.org/officeDocument/2006/relationships/customXml" Target="../ink/ink1574.xml"/><Relationship Id="rId79" Type="http://schemas.openxmlformats.org/officeDocument/2006/relationships/image" Target="../media/image1492.png"/><Relationship Id="rId102" Type="http://schemas.openxmlformats.org/officeDocument/2006/relationships/customXml" Target="../ink/ink1588.xml"/><Relationship Id="rId5" Type="http://schemas.openxmlformats.org/officeDocument/2006/relationships/image" Target="../media/image1456.png"/><Relationship Id="rId90" Type="http://schemas.openxmlformats.org/officeDocument/2006/relationships/customXml" Target="../ink/ink1582.xml"/><Relationship Id="rId95" Type="http://schemas.openxmlformats.org/officeDocument/2006/relationships/image" Target="../media/image1500.png"/><Relationship Id="rId22" Type="http://schemas.openxmlformats.org/officeDocument/2006/relationships/customXml" Target="../ink/ink1548.xml"/><Relationship Id="rId27" Type="http://schemas.openxmlformats.org/officeDocument/2006/relationships/image" Target="../media/image1467.png"/><Relationship Id="rId43" Type="http://schemas.openxmlformats.org/officeDocument/2006/relationships/image" Target="../media/image1475.png"/><Relationship Id="rId48" Type="http://schemas.openxmlformats.org/officeDocument/2006/relationships/customXml" Target="../ink/ink1561.xml"/><Relationship Id="rId64" Type="http://schemas.openxmlformats.org/officeDocument/2006/relationships/customXml" Target="../ink/ink1569.xml"/><Relationship Id="rId69" Type="http://schemas.openxmlformats.org/officeDocument/2006/relationships/image" Target="../media/image1487.png"/><Relationship Id="rId113" Type="http://schemas.openxmlformats.org/officeDocument/2006/relationships/image" Target="../media/image1509.png"/><Relationship Id="rId80" Type="http://schemas.openxmlformats.org/officeDocument/2006/relationships/customXml" Target="../ink/ink1577.xml"/><Relationship Id="rId85" Type="http://schemas.openxmlformats.org/officeDocument/2006/relationships/image" Target="../media/image1495.png"/><Relationship Id="rId12" Type="http://schemas.openxmlformats.org/officeDocument/2006/relationships/customXml" Target="../ink/ink1543.xml"/><Relationship Id="rId17" Type="http://schemas.openxmlformats.org/officeDocument/2006/relationships/image" Target="../media/image1462.png"/><Relationship Id="rId33" Type="http://schemas.openxmlformats.org/officeDocument/2006/relationships/image" Target="../media/image1470.png"/><Relationship Id="rId38" Type="http://schemas.openxmlformats.org/officeDocument/2006/relationships/customXml" Target="../ink/ink1556.xml"/><Relationship Id="rId59" Type="http://schemas.openxmlformats.org/officeDocument/2006/relationships/image" Target="../media/image1483.png"/><Relationship Id="rId103" Type="http://schemas.openxmlformats.org/officeDocument/2006/relationships/image" Target="../media/image1504.png"/><Relationship Id="rId108" Type="http://schemas.openxmlformats.org/officeDocument/2006/relationships/customXml" Target="../ink/ink1591.xml"/><Relationship Id="rId54" Type="http://schemas.openxmlformats.org/officeDocument/2006/relationships/customXml" Target="../ink/ink1564.xml"/><Relationship Id="rId70" Type="http://schemas.openxmlformats.org/officeDocument/2006/relationships/customXml" Target="../ink/ink1572.xml"/><Relationship Id="rId75" Type="http://schemas.openxmlformats.org/officeDocument/2006/relationships/image" Target="../media/image1490.png"/><Relationship Id="rId91" Type="http://schemas.openxmlformats.org/officeDocument/2006/relationships/image" Target="../media/image1498.png"/><Relationship Id="rId96" Type="http://schemas.openxmlformats.org/officeDocument/2006/relationships/customXml" Target="../ink/ink158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40.xml"/><Relationship Id="rId23" Type="http://schemas.openxmlformats.org/officeDocument/2006/relationships/image" Target="../media/image1465.png"/><Relationship Id="rId28" Type="http://schemas.openxmlformats.org/officeDocument/2006/relationships/customXml" Target="../ink/ink1551.xml"/><Relationship Id="rId49" Type="http://schemas.openxmlformats.org/officeDocument/2006/relationships/image" Target="../media/image1478.png"/><Relationship Id="rId114" Type="http://schemas.openxmlformats.org/officeDocument/2006/relationships/customXml" Target="../ink/ink1594.xml"/><Relationship Id="rId10" Type="http://schemas.openxmlformats.org/officeDocument/2006/relationships/customXml" Target="../ink/ink1542.xml"/><Relationship Id="rId31" Type="http://schemas.openxmlformats.org/officeDocument/2006/relationships/image" Target="../media/image1469.png"/><Relationship Id="rId44" Type="http://schemas.openxmlformats.org/officeDocument/2006/relationships/customXml" Target="../ink/ink1559.xml"/><Relationship Id="rId52" Type="http://schemas.openxmlformats.org/officeDocument/2006/relationships/customXml" Target="../ink/ink1563.xml"/><Relationship Id="rId60" Type="http://schemas.openxmlformats.org/officeDocument/2006/relationships/customXml" Target="../ink/ink1567.xml"/><Relationship Id="rId65" Type="http://schemas.openxmlformats.org/officeDocument/2006/relationships/image" Target="../media/image1486.png"/><Relationship Id="rId73" Type="http://schemas.openxmlformats.org/officeDocument/2006/relationships/image" Target="../media/image1489.png"/><Relationship Id="rId78" Type="http://schemas.openxmlformats.org/officeDocument/2006/relationships/customXml" Target="../ink/ink1576.xml"/><Relationship Id="rId81" Type="http://schemas.openxmlformats.org/officeDocument/2006/relationships/image" Target="../media/image1493.png"/><Relationship Id="rId86" Type="http://schemas.openxmlformats.org/officeDocument/2006/relationships/customXml" Target="../ink/ink1580.xml"/><Relationship Id="rId94" Type="http://schemas.openxmlformats.org/officeDocument/2006/relationships/customXml" Target="../ink/ink1584.xml"/><Relationship Id="rId99" Type="http://schemas.openxmlformats.org/officeDocument/2006/relationships/image" Target="../media/image1502.png"/><Relationship Id="rId101" Type="http://schemas.openxmlformats.org/officeDocument/2006/relationships/image" Target="../media/image1503.png"/><Relationship Id="rId4" Type="http://schemas.openxmlformats.org/officeDocument/2006/relationships/customXml" Target="../ink/ink1539.xml"/><Relationship Id="rId9" Type="http://schemas.openxmlformats.org/officeDocument/2006/relationships/image" Target="../media/image1458.png"/><Relationship Id="rId13" Type="http://schemas.openxmlformats.org/officeDocument/2006/relationships/image" Target="../media/image1460.png"/><Relationship Id="rId18" Type="http://schemas.openxmlformats.org/officeDocument/2006/relationships/customXml" Target="../ink/ink1546.xml"/><Relationship Id="rId39" Type="http://schemas.openxmlformats.org/officeDocument/2006/relationships/image" Target="../media/image1473.png"/><Relationship Id="rId109" Type="http://schemas.openxmlformats.org/officeDocument/2006/relationships/image" Target="../media/image1507.png"/><Relationship Id="rId34" Type="http://schemas.openxmlformats.org/officeDocument/2006/relationships/customXml" Target="../ink/ink1554.xml"/><Relationship Id="rId50" Type="http://schemas.openxmlformats.org/officeDocument/2006/relationships/customXml" Target="../ink/ink1562.xml"/><Relationship Id="rId55" Type="http://schemas.openxmlformats.org/officeDocument/2006/relationships/image" Target="../media/image1481.png"/><Relationship Id="rId76" Type="http://schemas.openxmlformats.org/officeDocument/2006/relationships/customXml" Target="../ink/ink1575.xml"/><Relationship Id="rId97" Type="http://schemas.openxmlformats.org/officeDocument/2006/relationships/image" Target="../media/image1501.png"/><Relationship Id="rId104" Type="http://schemas.openxmlformats.org/officeDocument/2006/relationships/customXml" Target="../ink/ink1589.xml"/><Relationship Id="rId7" Type="http://schemas.openxmlformats.org/officeDocument/2006/relationships/image" Target="../media/image1457.png"/><Relationship Id="rId71" Type="http://schemas.openxmlformats.org/officeDocument/2006/relationships/image" Target="../media/image1488.png"/><Relationship Id="rId92" Type="http://schemas.openxmlformats.org/officeDocument/2006/relationships/customXml" Target="../ink/ink1583.xml"/><Relationship Id="rId2" Type="http://schemas.openxmlformats.org/officeDocument/2006/relationships/customXml" Target="../ink/ink1538.xml"/><Relationship Id="rId29" Type="http://schemas.openxmlformats.org/officeDocument/2006/relationships/image" Target="../media/image1468.png"/><Relationship Id="rId24" Type="http://schemas.openxmlformats.org/officeDocument/2006/relationships/customXml" Target="../ink/ink1549.xml"/><Relationship Id="rId40" Type="http://schemas.openxmlformats.org/officeDocument/2006/relationships/customXml" Target="../ink/ink1557.xml"/><Relationship Id="rId45" Type="http://schemas.openxmlformats.org/officeDocument/2006/relationships/image" Target="../media/image1476.png"/><Relationship Id="rId66" Type="http://schemas.openxmlformats.org/officeDocument/2006/relationships/customXml" Target="../ink/ink1570.xml"/><Relationship Id="rId87" Type="http://schemas.openxmlformats.org/officeDocument/2006/relationships/image" Target="../media/image1496.png"/><Relationship Id="rId110" Type="http://schemas.openxmlformats.org/officeDocument/2006/relationships/customXml" Target="../ink/ink1592.xml"/><Relationship Id="rId115" Type="http://schemas.openxmlformats.org/officeDocument/2006/relationships/image" Target="../media/image1510.png"/><Relationship Id="rId61" Type="http://schemas.openxmlformats.org/officeDocument/2006/relationships/image" Target="../media/image1484.png"/><Relationship Id="rId82" Type="http://schemas.openxmlformats.org/officeDocument/2006/relationships/customXml" Target="../ink/ink1578.xml"/><Relationship Id="rId19" Type="http://schemas.openxmlformats.org/officeDocument/2006/relationships/image" Target="../media/image1463.png"/><Relationship Id="rId14" Type="http://schemas.openxmlformats.org/officeDocument/2006/relationships/customXml" Target="../ink/ink1544.xml"/><Relationship Id="rId30" Type="http://schemas.openxmlformats.org/officeDocument/2006/relationships/customXml" Target="../ink/ink1552.xml"/><Relationship Id="rId35" Type="http://schemas.openxmlformats.org/officeDocument/2006/relationships/image" Target="../media/image1471.png"/><Relationship Id="rId56" Type="http://schemas.openxmlformats.org/officeDocument/2006/relationships/customXml" Target="../ink/ink1565.xml"/><Relationship Id="rId77" Type="http://schemas.openxmlformats.org/officeDocument/2006/relationships/image" Target="../media/image1491.png"/><Relationship Id="rId100" Type="http://schemas.openxmlformats.org/officeDocument/2006/relationships/customXml" Target="../ink/ink1587.xml"/><Relationship Id="rId105" Type="http://schemas.openxmlformats.org/officeDocument/2006/relationships/image" Target="../media/image1505.png"/><Relationship Id="rId8" Type="http://schemas.openxmlformats.org/officeDocument/2006/relationships/customXml" Target="../ink/ink1541.xml"/><Relationship Id="rId51" Type="http://schemas.openxmlformats.org/officeDocument/2006/relationships/image" Target="../media/image1479.png"/><Relationship Id="rId72" Type="http://schemas.openxmlformats.org/officeDocument/2006/relationships/customXml" Target="../ink/ink1573.xml"/><Relationship Id="rId93" Type="http://schemas.openxmlformats.org/officeDocument/2006/relationships/image" Target="../media/image1499.png"/><Relationship Id="rId98" Type="http://schemas.openxmlformats.org/officeDocument/2006/relationships/customXml" Target="../ink/ink1586.xml"/><Relationship Id="rId3" Type="http://schemas.openxmlformats.org/officeDocument/2006/relationships/image" Target="../media/image1455.png"/><Relationship Id="rId25" Type="http://schemas.openxmlformats.org/officeDocument/2006/relationships/image" Target="../media/image1466.png"/><Relationship Id="rId46" Type="http://schemas.openxmlformats.org/officeDocument/2006/relationships/customXml" Target="../ink/ink1560.xml"/><Relationship Id="rId67" Type="http://schemas.openxmlformats.org/officeDocument/2006/relationships/image" Target="../media/image1291.png"/><Relationship Id="rId116" Type="http://schemas.openxmlformats.org/officeDocument/2006/relationships/customXml" Target="../ink/ink1595.xml"/><Relationship Id="rId20" Type="http://schemas.openxmlformats.org/officeDocument/2006/relationships/customXml" Target="../ink/ink1547.xml"/><Relationship Id="rId41" Type="http://schemas.openxmlformats.org/officeDocument/2006/relationships/image" Target="../media/image1474.png"/><Relationship Id="rId62" Type="http://schemas.openxmlformats.org/officeDocument/2006/relationships/customXml" Target="../ink/ink1568.xml"/><Relationship Id="rId83" Type="http://schemas.openxmlformats.org/officeDocument/2006/relationships/image" Target="../media/image1494.png"/><Relationship Id="rId88" Type="http://schemas.openxmlformats.org/officeDocument/2006/relationships/customXml" Target="../ink/ink1581.xml"/><Relationship Id="rId111" Type="http://schemas.openxmlformats.org/officeDocument/2006/relationships/image" Target="../media/image1508.png"/><Relationship Id="rId15" Type="http://schemas.openxmlformats.org/officeDocument/2006/relationships/image" Target="../media/image1461.png"/><Relationship Id="rId36" Type="http://schemas.openxmlformats.org/officeDocument/2006/relationships/customXml" Target="../ink/ink1555.xml"/><Relationship Id="rId57" Type="http://schemas.openxmlformats.org/officeDocument/2006/relationships/image" Target="../media/image1482.png"/><Relationship Id="rId106" Type="http://schemas.openxmlformats.org/officeDocument/2006/relationships/customXml" Target="../ink/ink1590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72019388-CADD-405C-AB4E-50A6E819AF65}"/>
              </a:ext>
            </a:extLst>
          </p:cNvPr>
          <p:cNvSpPr txBox="1"/>
          <p:nvPr/>
        </p:nvSpPr>
        <p:spPr>
          <a:xfrm>
            <a:off x="3948853" y="2275840"/>
            <a:ext cx="508184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dirty="0" err="1">
                <a:solidFill>
                  <a:srgbClr val="FF0000"/>
                </a:solidFill>
              </a:rPr>
              <a:t>Langchain</a:t>
            </a:r>
            <a:r>
              <a:rPr lang="zh-CN" altLang="en-US" sz="6000" dirty="0">
                <a:solidFill>
                  <a:srgbClr val="FF0000"/>
                </a:solidFill>
              </a:rPr>
              <a:t>实践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0AD6A5A0-3175-4C10-ACDF-22234E316CBC}"/>
                  </a:ext>
                </a:extLst>
              </p14:cNvPr>
              <p14:cNvContentPartPr/>
              <p14:nvPr/>
            </p14:nvContentPartPr>
            <p14:xfrm>
              <a:off x="3411920" y="1089573"/>
              <a:ext cx="300960" cy="22212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0AD6A5A0-3175-4C10-ACDF-22234E316CB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02920" y="1080933"/>
                <a:ext cx="318600" cy="23976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C1B0BCC2-111C-4B3B-A09B-B50D524C05C6}"/>
              </a:ext>
            </a:extLst>
          </p:cNvPr>
          <p:cNvSpPr txBox="1"/>
          <p:nvPr/>
        </p:nvSpPr>
        <p:spPr>
          <a:xfrm>
            <a:off x="4890347" y="3718560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20:00</a:t>
            </a:r>
            <a:r>
              <a:rPr lang="zh-CN" altLang="en-US" dirty="0"/>
              <a:t>开始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E644BC3F-1E03-4DF7-B625-AB544A6E62F3}"/>
                  </a:ext>
                </a:extLst>
              </p14:cNvPr>
              <p14:cNvContentPartPr/>
              <p14:nvPr/>
            </p14:nvContentPartPr>
            <p14:xfrm>
              <a:off x="3558800" y="3048333"/>
              <a:ext cx="218880" cy="21996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E644BC3F-1E03-4DF7-B625-AB544A6E62F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49800" y="3039333"/>
                <a:ext cx="23652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73AE3A4E-B322-4EF8-974D-7290041C5C52}"/>
                  </a:ext>
                </a:extLst>
              </p14:cNvPr>
              <p14:cNvContentPartPr/>
              <p14:nvPr/>
            </p14:nvContentPartPr>
            <p14:xfrm>
              <a:off x="3819440" y="3788493"/>
              <a:ext cx="186840" cy="22032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73AE3A4E-B322-4EF8-974D-7290041C5C5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10440" y="3779493"/>
                <a:ext cx="20448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1" name="墨迹 60">
                <a:extLst>
                  <a:ext uri="{FF2B5EF4-FFF2-40B4-BE49-F238E27FC236}">
                    <a16:creationId xmlns:a16="http://schemas.microsoft.com/office/drawing/2014/main" id="{171C5DEA-C94F-48FC-A268-0258732D5DB6}"/>
                  </a:ext>
                </a:extLst>
              </p14:cNvPr>
              <p14:cNvContentPartPr/>
              <p14:nvPr/>
            </p14:nvContentPartPr>
            <p14:xfrm>
              <a:off x="9411053" y="657933"/>
              <a:ext cx="1545840" cy="64440"/>
            </p14:xfrm>
          </p:contentPart>
        </mc:Choice>
        <mc:Fallback>
          <p:pic>
            <p:nvPicPr>
              <p:cNvPr id="61" name="墨迹 60">
                <a:extLst>
                  <a:ext uri="{FF2B5EF4-FFF2-40B4-BE49-F238E27FC236}">
                    <a16:creationId xmlns:a16="http://schemas.microsoft.com/office/drawing/2014/main" id="{171C5DEA-C94F-48FC-A268-0258732D5DB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402053" y="649293"/>
                <a:ext cx="1563480" cy="8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组合 79">
            <a:extLst>
              <a:ext uri="{FF2B5EF4-FFF2-40B4-BE49-F238E27FC236}">
                <a16:creationId xmlns:a16="http://schemas.microsoft.com/office/drawing/2014/main" id="{274EB9E7-C796-4665-93CE-46C4552F2CF7}"/>
              </a:ext>
            </a:extLst>
          </p:cNvPr>
          <p:cNvGrpSpPr/>
          <p:nvPr/>
        </p:nvGrpSpPr>
        <p:grpSpPr>
          <a:xfrm>
            <a:off x="891293" y="3368373"/>
            <a:ext cx="5562720" cy="3220560"/>
            <a:chOff x="891293" y="3368373"/>
            <a:chExt cx="5562720" cy="322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3" name="墨迹 62">
                  <a:extLst>
                    <a:ext uri="{FF2B5EF4-FFF2-40B4-BE49-F238E27FC236}">
                      <a16:creationId xmlns:a16="http://schemas.microsoft.com/office/drawing/2014/main" id="{1DF0886B-7D04-47F1-B246-24EB7D22E3AE}"/>
                    </a:ext>
                  </a:extLst>
                </p14:cNvPr>
                <p14:cNvContentPartPr/>
                <p14:nvPr/>
              </p14:nvContentPartPr>
              <p14:xfrm>
                <a:off x="2833493" y="4516053"/>
                <a:ext cx="307080" cy="339480"/>
              </p14:xfrm>
            </p:contentPart>
          </mc:Choice>
          <mc:Fallback>
            <p:pic>
              <p:nvPicPr>
                <p:cNvPr id="63" name="墨迹 62">
                  <a:extLst>
                    <a:ext uri="{FF2B5EF4-FFF2-40B4-BE49-F238E27FC236}">
                      <a16:creationId xmlns:a16="http://schemas.microsoft.com/office/drawing/2014/main" id="{1DF0886B-7D04-47F1-B246-24EB7D22E3A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824493" y="4507413"/>
                  <a:ext cx="32472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4" name="墨迹 63">
                  <a:extLst>
                    <a:ext uri="{FF2B5EF4-FFF2-40B4-BE49-F238E27FC236}">
                      <a16:creationId xmlns:a16="http://schemas.microsoft.com/office/drawing/2014/main" id="{2EA933B2-A1EE-4639-BC98-E3B73F75CA1C}"/>
                    </a:ext>
                  </a:extLst>
                </p14:cNvPr>
                <p14:cNvContentPartPr/>
                <p14:nvPr/>
              </p14:nvContentPartPr>
              <p14:xfrm>
                <a:off x="4790453" y="4421013"/>
                <a:ext cx="377280" cy="353880"/>
              </p14:xfrm>
            </p:contentPart>
          </mc:Choice>
          <mc:Fallback>
            <p:pic>
              <p:nvPicPr>
                <p:cNvPr id="64" name="墨迹 63">
                  <a:extLst>
                    <a:ext uri="{FF2B5EF4-FFF2-40B4-BE49-F238E27FC236}">
                      <a16:creationId xmlns:a16="http://schemas.microsoft.com/office/drawing/2014/main" id="{2EA933B2-A1EE-4639-BC98-E3B73F75CA1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781453" y="4412013"/>
                  <a:ext cx="39492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65" name="墨迹 64">
                  <a:extLst>
                    <a:ext uri="{FF2B5EF4-FFF2-40B4-BE49-F238E27FC236}">
                      <a16:creationId xmlns:a16="http://schemas.microsoft.com/office/drawing/2014/main" id="{6BCAA174-737E-46C8-9F2A-6717F0442BAB}"/>
                    </a:ext>
                  </a:extLst>
                </p14:cNvPr>
                <p14:cNvContentPartPr/>
                <p14:nvPr/>
              </p14:nvContentPartPr>
              <p14:xfrm>
                <a:off x="3414533" y="5984493"/>
                <a:ext cx="338040" cy="284040"/>
              </p14:xfrm>
            </p:contentPart>
          </mc:Choice>
          <mc:Fallback>
            <p:pic>
              <p:nvPicPr>
                <p:cNvPr id="65" name="墨迹 64">
                  <a:extLst>
                    <a:ext uri="{FF2B5EF4-FFF2-40B4-BE49-F238E27FC236}">
                      <a16:creationId xmlns:a16="http://schemas.microsoft.com/office/drawing/2014/main" id="{6BCAA174-737E-46C8-9F2A-6717F0442BA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405893" y="5975853"/>
                  <a:ext cx="3556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66" name="墨迹 65">
                  <a:extLst>
                    <a:ext uri="{FF2B5EF4-FFF2-40B4-BE49-F238E27FC236}">
                      <a16:creationId xmlns:a16="http://schemas.microsoft.com/office/drawing/2014/main" id="{E22CD67A-4BD1-40D3-91D7-57FDC987DF44}"/>
                    </a:ext>
                  </a:extLst>
                </p14:cNvPr>
                <p14:cNvContentPartPr/>
                <p14:nvPr/>
              </p14:nvContentPartPr>
              <p14:xfrm>
                <a:off x="4869293" y="5838333"/>
                <a:ext cx="311400" cy="349560"/>
              </p14:xfrm>
            </p:contentPart>
          </mc:Choice>
          <mc:Fallback>
            <p:pic>
              <p:nvPicPr>
                <p:cNvPr id="66" name="墨迹 65">
                  <a:extLst>
                    <a:ext uri="{FF2B5EF4-FFF2-40B4-BE49-F238E27FC236}">
                      <a16:creationId xmlns:a16="http://schemas.microsoft.com/office/drawing/2014/main" id="{E22CD67A-4BD1-40D3-91D7-57FDC987DF4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860653" y="5829693"/>
                  <a:ext cx="32904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67" name="墨迹 66">
                  <a:extLst>
                    <a:ext uri="{FF2B5EF4-FFF2-40B4-BE49-F238E27FC236}">
                      <a16:creationId xmlns:a16="http://schemas.microsoft.com/office/drawing/2014/main" id="{419B1C8A-E46D-43FD-A683-D14A0BBABFBD}"/>
                    </a:ext>
                  </a:extLst>
                </p14:cNvPr>
                <p14:cNvContentPartPr/>
                <p14:nvPr/>
              </p14:nvContentPartPr>
              <p14:xfrm>
                <a:off x="6063413" y="5049213"/>
                <a:ext cx="228960" cy="281880"/>
              </p14:xfrm>
            </p:contentPart>
          </mc:Choice>
          <mc:Fallback>
            <p:pic>
              <p:nvPicPr>
                <p:cNvPr id="67" name="墨迹 66">
                  <a:extLst>
                    <a:ext uri="{FF2B5EF4-FFF2-40B4-BE49-F238E27FC236}">
                      <a16:creationId xmlns:a16="http://schemas.microsoft.com/office/drawing/2014/main" id="{419B1C8A-E46D-43FD-A683-D14A0BBABFB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054413" y="5040573"/>
                  <a:ext cx="24660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68" name="墨迹 67">
                  <a:extLst>
                    <a:ext uri="{FF2B5EF4-FFF2-40B4-BE49-F238E27FC236}">
                      <a16:creationId xmlns:a16="http://schemas.microsoft.com/office/drawing/2014/main" id="{C458B998-91B6-4A19-AFAC-F35A74B9F652}"/>
                    </a:ext>
                  </a:extLst>
                </p14:cNvPr>
                <p14:cNvContentPartPr/>
                <p14:nvPr/>
              </p14:nvContentPartPr>
              <p14:xfrm>
                <a:off x="1941053" y="3368373"/>
                <a:ext cx="344520" cy="559800"/>
              </p14:xfrm>
            </p:contentPart>
          </mc:Choice>
          <mc:Fallback>
            <p:pic>
              <p:nvPicPr>
                <p:cNvPr id="68" name="墨迹 67">
                  <a:extLst>
                    <a:ext uri="{FF2B5EF4-FFF2-40B4-BE49-F238E27FC236}">
                      <a16:creationId xmlns:a16="http://schemas.microsoft.com/office/drawing/2014/main" id="{C458B998-91B6-4A19-AFAC-F35A74B9F65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32053" y="3359373"/>
                  <a:ext cx="362160" cy="57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69" name="墨迹 68">
                  <a:extLst>
                    <a:ext uri="{FF2B5EF4-FFF2-40B4-BE49-F238E27FC236}">
                      <a16:creationId xmlns:a16="http://schemas.microsoft.com/office/drawing/2014/main" id="{8B91993F-81A7-42F5-A979-BDE6F7968C8D}"/>
                    </a:ext>
                  </a:extLst>
                </p14:cNvPr>
                <p14:cNvContentPartPr/>
                <p14:nvPr/>
              </p14:nvContentPartPr>
              <p14:xfrm>
                <a:off x="891293" y="5121933"/>
                <a:ext cx="334080" cy="748800"/>
              </p14:xfrm>
            </p:contentPart>
          </mc:Choice>
          <mc:Fallback>
            <p:pic>
              <p:nvPicPr>
                <p:cNvPr id="69" name="墨迹 68">
                  <a:extLst>
                    <a:ext uri="{FF2B5EF4-FFF2-40B4-BE49-F238E27FC236}">
                      <a16:creationId xmlns:a16="http://schemas.microsoft.com/office/drawing/2014/main" id="{8B91993F-81A7-42F5-A979-BDE6F7968C8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82653" y="5113293"/>
                  <a:ext cx="351720" cy="76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70" name="墨迹 69">
                  <a:extLst>
                    <a:ext uri="{FF2B5EF4-FFF2-40B4-BE49-F238E27FC236}">
                      <a16:creationId xmlns:a16="http://schemas.microsoft.com/office/drawing/2014/main" id="{09B88F5F-314B-4D10-9333-C33BE00995FD}"/>
                    </a:ext>
                  </a:extLst>
                </p14:cNvPr>
                <p14:cNvContentPartPr/>
                <p14:nvPr/>
              </p14:nvContentPartPr>
              <p14:xfrm>
                <a:off x="1332293" y="5813853"/>
                <a:ext cx="669960" cy="775080"/>
              </p14:xfrm>
            </p:contentPart>
          </mc:Choice>
          <mc:Fallback>
            <p:pic>
              <p:nvPicPr>
                <p:cNvPr id="70" name="墨迹 69">
                  <a:extLst>
                    <a:ext uri="{FF2B5EF4-FFF2-40B4-BE49-F238E27FC236}">
                      <a16:creationId xmlns:a16="http://schemas.microsoft.com/office/drawing/2014/main" id="{09B88F5F-314B-4D10-9333-C33BE00995F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323293" y="5805213"/>
                  <a:ext cx="687600" cy="79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71" name="墨迹 70">
                  <a:extLst>
                    <a:ext uri="{FF2B5EF4-FFF2-40B4-BE49-F238E27FC236}">
                      <a16:creationId xmlns:a16="http://schemas.microsoft.com/office/drawing/2014/main" id="{0AA4C027-F2F7-4F1C-8A96-F8971DACD794}"/>
                    </a:ext>
                  </a:extLst>
                </p14:cNvPr>
                <p14:cNvContentPartPr/>
                <p14:nvPr/>
              </p14:nvContentPartPr>
              <p14:xfrm>
                <a:off x="1396013" y="3617853"/>
                <a:ext cx="1643760" cy="1270800"/>
              </p14:xfrm>
            </p:contentPart>
          </mc:Choice>
          <mc:Fallback>
            <p:pic>
              <p:nvPicPr>
                <p:cNvPr id="71" name="墨迹 70">
                  <a:extLst>
                    <a:ext uri="{FF2B5EF4-FFF2-40B4-BE49-F238E27FC236}">
                      <a16:creationId xmlns:a16="http://schemas.microsoft.com/office/drawing/2014/main" id="{0AA4C027-F2F7-4F1C-8A96-F8971DACD79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387013" y="3609213"/>
                  <a:ext cx="1661400" cy="12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72" name="墨迹 71">
                  <a:extLst>
                    <a:ext uri="{FF2B5EF4-FFF2-40B4-BE49-F238E27FC236}">
                      <a16:creationId xmlns:a16="http://schemas.microsoft.com/office/drawing/2014/main" id="{2B93D450-57A9-4598-BCD7-F0C903BDD10F}"/>
                    </a:ext>
                  </a:extLst>
                </p14:cNvPr>
                <p14:cNvContentPartPr/>
                <p14:nvPr/>
              </p14:nvContentPartPr>
              <p14:xfrm>
                <a:off x="1831973" y="4848333"/>
                <a:ext cx="1127520" cy="1339560"/>
              </p14:xfrm>
            </p:contentPart>
          </mc:Choice>
          <mc:Fallback>
            <p:pic>
              <p:nvPicPr>
                <p:cNvPr id="72" name="墨迹 71">
                  <a:extLst>
                    <a:ext uri="{FF2B5EF4-FFF2-40B4-BE49-F238E27FC236}">
                      <a16:creationId xmlns:a16="http://schemas.microsoft.com/office/drawing/2014/main" id="{2B93D450-57A9-4598-BCD7-F0C903BDD10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823333" y="4839333"/>
                  <a:ext cx="1145160" cy="13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73" name="墨迹 72">
                  <a:extLst>
                    <a:ext uri="{FF2B5EF4-FFF2-40B4-BE49-F238E27FC236}">
                      <a16:creationId xmlns:a16="http://schemas.microsoft.com/office/drawing/2014/main" id="{A6084BF4-815A-4920-B271-A5C196863AD7}"/>
                    </a:ext>
                  </a:extLst>
                </p14:cNvPr>
                <p14:cNvContentPartPr/>
                <p14:nvPr/>
              </p14:nvContentPartPr>
              <p14:xfrm>
                <a:off x="3214013" y="4810893"/>
                <a:ext cx="814680" cy="1389600"/>
              </p14:xfrm>
            </p:contentPart>
          </mc:Choice>
          <mc:Fallback>
            <p:pic>
              <p:nvPicPr>
                <p:cNvPr id="73" name="墨迹 72">
                  <a:extLst>
                    <a:ext uri="{FF2B5EF4-FFF2-40B4-BE49-F238E27FC236}">
                      <a16:creationId xmlns:a16="http://schemas.microsoft.com/office/drawing/2014/main" id="{A6084BF4-815A-4920-B271-A5C196863AD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205373" y="4802253"/>
                  <a:ext cx="832320" cy="140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74" name="墨迹 73">
                  <a:extLst>
                    <a:ext uri="{FF2B5EF4-FFF2-40B4-BE49-F238E27FC236}">
                      <a16:creationId xmlns:a16="http://schemas.microsoft.com/office/drawing/2014/main" id="{E8833A16-DD7D-435B-8651-3072EE01994D}"/>
                    </a:ext>
                  </a:extLst>
                </p14:cNvPr>
                <p14:cNvContentPartPr/>
                <p14:nvPr/>
              </p14:nvContentPartPr>
              <p14:xfrm>
                <a:off x="3100613" y="4532613"/>
                <a:ext cx="2057760" cy="159840"/>
              </p14:xfrm>
            </p:contentPart>
          </mc:Choice>
          <mc:Fallback>
            <p:pic>
              <p:nvPicPr>
                <p:cNvPr id="74" name="墨迹 73">
                  <a:extLst>
                    <a:ext uri="{FF2B5EF4-FFF2-40B4-BE49-F238E27FC236}">
                      <a16:creationId xmlns:a16="http://schemas.microsoft.com/office/drawing/2014/main" id="{E8833A16-DD7D-435B-8651-3072EE01994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091973" y="4523973"/>
                  <a:ext cx="207540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75" name="墨迹 74">
                  <a:extLst>
                    <a:ext uri="{FF2B5EF4-FFF2-40B4-BE49-F238E27FC236}">
                      <a16:creationId xmlns:a16="http://schemas.microsoft.com/office/drawing/2014/main" id="{EB3BFC55-CAC3-4844-BE03-13888AEBDAB1}"/>
                    </a:ext>
                  </a:extLst>
                </p14:cNvPr>
                <p14:cNvContentPartPr/>
                <p14:nvPr/>
              </p14:nvContentPartPr>
              <p14:xfrm>
                <a:off x="4957133" y="4715133"/>
                <a:ext cx="152640" cy="1330920"/>
              </p14:xfrm>
            </p:contentPart>
          </mc:Choice>
          <mc:Fallback>
            <p:pic>
              <p:nvPicPr>
                <p:cNvPr id="75" name="墨迹 74">
                  <a:extLst>
                    <a:ext uri="{FF2B5EF4-FFF2-40B4-BE49-F238E27FC236}">
                      <a16:creationId xmlns:a16="http://schemas.microsoft.com/office/drawing/2014/main" id="{EB3BFC55-CAC3-4844-BE03-13888AEBDAB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948493" y="4706493"/>
                  <a:ext cx="170280" cy="13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76" name="墨迹 75">
                  <a:extLst>
                    <a:ext uri="{FF2B5EF4-FFF2-40B4-BE49-F238E27FC236}">
                      <a16:creationId xmlns:a16="http://schemas.microsoft.com/office/drawing/2014/main" id="{3BED0B15-6A0D-4961-BB5E-811249E45E88}"/>
                    </a:ext>
                  </a:extLst>
                </p14:cNvPr>
                <p14:cNvContentPartPr/>
                <p14:nvPr/>
              </p14:nvContentPartPr>
              <p14:xfrm>
                <a:off x="5182133" y="4573653"/>
                <a:ext cx="1271880" cy="977040"/>
              </p14:xfrm>
            </p:contentPart>
          </mc:Choice>
          <mc:Fallback>
            <p:pic>
              <p:nvPicPr>
                <p:cNvPr id="76" name="墨迹 75">
                  <a:extLst>
                    <a:ext uri="{FF2B5EF4-FFF2-40B4-BE49-F238E27FC236}">
                      <a16:creationId xmlns:a16="http://schemas.microsoft.com/office/drawing/2014/main" id="{3BED0B15-6A0D-4961-BB5E-811249E45E8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173133" y="4564653"/>
                  <a:ext cx="1289520" cy="9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78" name="墨迹 77">
                  <a:extLst>
                    <a:ext uri="{FF2B5EF4-FFF2-40B4-BE49-F238E27FC236}">
                      <a16:creationId xmlns:a16="http://schemas.microsoft.com/office/drawing/2014/main" id="{55BE6812-86AC-4FA6-9340-50121C37E0D0}"/>
                    </a:ext>
                  </a:extLst>
                </p14:cNvPr>
                <p14:cNvContentPartPr/>
                <p14:nvPr/>
              </p14:nvContentPartPr>
              <p14:xfrm>
                <a:off x="2274773" y="3724413"/>
                <a:ext cx="811800" cy="707760"/>
              </p14:xfrm>
            </p:contentPart>
          </mc:Choice>
          <mc:Fallback>
            <p:pic>
              <p:nvPicPr>
                <p:cNvPr id="78" name="墨迹 77">
                  <a:extLst>
                    <a:ext uri="{FF2B5EF4-FFF2-40B4-BE49-F238E27FC236}">
                      <a16:creationId xmlns:a16="http://schemas.microsoft.com/office/drawing/2014/main" id="{55BE6812-86AC-4FA6-9340-50121C37E0D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266133" y="3715413"/>
                  <a:ext cx="829440" cy="72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79" name="墨迹 78">
                  <a:extLst>
                    <a:ext uri="{FF2B5EF4-FFF2-40B4-BE49-F238E27FC236}">
                      <a16:creationId xmlns:a16="http://schemas.microsoft.com/office/drawing/2014/main" id="{78EDFECB-1546-4650-9506-3F082828704E}"/>
                    </a:ext>
                  </a:extLst>
                </p14:cNvPr>
                <p14:cNvContentPartPr/>
                <p14:nvPr/>
              </p14:nvContentPartPr>
              <p14:xfrm>
                <a:off x="1305653" y="3983973"/>
                <a:ext cx="659160" cy="982080"/>
              </p14:xfrm>
            </p:contentPart>
          </mc:Choice>
          <mc:Fallback>
            <p:pic>
              <p:nvPicPr>
                <p:cNvPr id="79" name="墨迹 78">
                  <a:extLst>
                    <a:ext uri="{FF2B5EF4-FFF2-40B4-BE49-F238E27FC236}">
                      <a16:creationId xmlns:a16="http://schemas.microsoft.com/office/drawing/2014/main" id="{78EDFECB-1546-4650-9506-3F082828704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296653" y="3974973"/>
                  <a:ext cx="676800" cy="999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81" name="墨迹 80">
                <a:extLst>
                  <a:ext uri="{FF2B5EF4-FFF2-40B4-BE49-F238E27FC236}">
                    <a16:creationId xmlns:a16="http://schemas.microsoft.com/office/drawing/2014/main" id="{339DD6B2-81EF-447C-9122-4DC208E0EA8F}"/>
                  </a:ext>
                </a:extLst>
              </p14:cNvPr>
              <p14:cNvContentPartPr/>
              <p14:nvPr/>
            </p14:nvContentPartPr>
            <p14:xfrm>
              <a:off x="9498893" y="2787693"/>
              <a:ext cx="1956600" cy="46080"/>
            </p14:xfrm>
          </p:contentPart>
        </mc:Choice>
        <mc:Fallback>
          <p:pic>
            <p:nvPicPr>
              <p:cNvPr id="81" name="墨迹 80">
                <a:extLst>
                  <a:ext uri="{FF2B5EF4-FFF2-40B4-BE49-F238E27FC236}">
                    <a16:creationId xmlns:a16="http://schemas.microsoft.com/office/drawing/2014/main" id="{339DD6B2-81EF-447C-9122-4DC208E0EA8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489893" y="2778693"/>
                <a:ext cx="197424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82" name="墨迹 81">
                <a:extLst>
                  <a:ext uri="{FF2B5EF4-FFF2-40B4-BE49-F238E27FC236}">
                    <a16:creationId xmlns:a16="http://schemas.microsoft.com/office/drawing/2014/main" id="{CA5F6D61-6A9E-4206-AB5D-78B61E66227E}"/>
                  </a:ext>
                </a:extLst>
              </p14:cNvPr>
              <p14:cNvContentPartPr/>
              <p14:nvPr/>
            </p14:nvContentPartPr>
            <p14:xfrm>
              <a:off x="8746493" y="612933"/>
              <a:ext cx="2160720" cy="1312920"/>
            </p14:xfrm>
          </p:contentPart>
        </mc:Choice>
        <mc:Fallback>
          <p:pic>
            <p:nvPicPr>
              <p:cNvPr id="82" name="墨迹 81">
                <a:extLst>
                  <a:ext uri="{FF2B5EF4-FFF2-40B4-BE49-F238E27FC236}">
                    <a16:creationId xmlns:a16="http://schemas.microsoft.com/office/drawing/2014/main" id="{CA5F6D61-6A9E-4206-AB5D-78B61E66227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737853" y="603933"/>
                <a:ext cx="2178360" cy="133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组合 90">
            <a:extLst>
              <a:ext uri="{FF2B5EF4-FFF2-40B4-BE49-F238E27FC236}">
                <a16:creationId xmlns:a16="http://schemas.microsoft.com/office/drawing/2014/main" id="{9CB7168D-B6AA-4BF7-8054-4FE9324EED08}"/>
              </a:ext>
            </a:extLst>
          </p:cNvPr>
          <p:cNvGrpSpPr/>
          <p:nvPr/>
        </p:nvGrpSpPr>
        <p:grpSpPr>
          <a:xfrm>
            <a:off x="6281213" y="3000453"/>
            <a:ext cx="3038760" cy="1886040"/>
            <a:chOff x="6281213" y="3000453"/>
            <a:chExt cx="3038760" cy="188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84" name="墨迹 83">
                  <a:extLst>
                    <a:ext uri="{FF2B5EF4-FFF2-40B4-BE49-F238E27FC236}">
                      <a16:creationId xmlns:a16="http://schemas.microsoft.com/office/drawing/2014/main" id="{0FE8EB4C-E776-4FE3-943C-B4168DD248F4}"/>
                    </a:ext>
                  </a:extLst>
                </p14:cNvPr>
                <p14:cNvContentPartPr/>
                <p14:nvPr/>
              </p14:nvContentPartPr>
              <p14:xfrm>
                <a:off x="7224413" y="3599133"/>
                <a:ext cx="243360" cy="753840"/>
              </p14:xfrm>
            </p:contentPart>
          </mc:Choice>
          <mc:Fallback>
            <p:pic>
              <p:nvPicPr>
                <p:cNvPr id="84" name="墨迹 83">
                  <a:extLst>
                    <a:ext uri="{FF2B5EF4-FFF2-40B4-BE49-F238E27FC236}">
                      <a16:creationId xmlns:a16="http://schemas.microsoft.com/office/drawing/2014/main" id="{0FE8EB4C-E776-4FE3-943C-B4168DD248F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215413" y="3590493"/>
                  <a:ext cx="261000" cy="77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85" name="墨迹 84">
                  <a:extLst>
                    <a:ext uri="{FF2B5EF4-FFF2-40B4-BE49-F238E27FC236}">
                      <a16:creationId xmlns:a16="http://schemas.microsoft.com/office/drawing/2014/main" id="{E5DA202D-DDC1-42D4-B390-C76D40D098DC}"/>
                    </a:ext>
                  </a:extLst>
                </p14:cNvPr>
                <p14:cNvContentPartPr/>
                <p14:nvPr/>
              </p14:nvContentPartPr>
              <p14:xfrm>
                <a:off x="7572893" y="3646653"/>
                <a:ext cx="261360" cy="111960"/>
              </p14:xfrm>
            </p:contentPart>
          </mc:Choice>
          <mc:Fallback>
            <p:pic>
              <p:nvPicPr>
                <p:cNvPr id="85" name="墨迹 84">
                  <a:extLst>
                    <a:ext uri="{FF2B5EF4-FFF2-40B4-BE49-F238E27FC236}">
                      <a16:creationId xmlns:a16="http://schemas.microsoft.com/office/drawing/2014/main" id="{E5DA202D-DDC1-42D4-B390-C76D40D098D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564253" y="3638013"/>
                  <a:ext cx="2790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87" name="墨迹 86">
                  <a:extLst>
                    <a:ext uri="{FF2B5EF4-FFF2-40B4-BE49-F238E27FC236}">
                      <a16:creationId xmlns:a16="http://schemas.microsoft.com/office/drawing/2014/main" id="{8C6B9C33-B27D-4F35-889F-C4FFD14F9380}"/>
                    </a:ext>
                  </a:extLst>
                </p14:cNvPr>
                <p14:cNvContentPartPr/>
                <p14:nvPr/>
              </p14:nvContentPartPr>
              <p14:xfrm>
                <a:off x="7609973" y="3590493"/>
                <a:ext cx="380520" cy="749880"/>
              </p14:xfrm>
            </p:contentPart>
          </mc:Choice>
          <mc:Fallback>
            <p:pic>
              <p:nvPicPr>
                <p:cNvPr id="87" name="墨迹 86">
                  <a:extLst>
                    <a:ext uri="{FF2B5EF4-FFF2-40B4-BE49-F238E27FC236}">
                      <a16:creationId xmlns:a16="http://schemas.microsoft.com/office/drawing/2014/main" id="{8C6B9C33-B27D-4F35-889F-C4FFD14F938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601333" y="3581853"/>
                  <a:ext cx="398160" cy="76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88" name="墨迹 87">
                  <a:extLst>
                    <a:ext uri="{FF2B5EF4-FFF2-40B4-BE49-F238E27FC236}">
                      <a16:creationId xmlns:a16="http://schemas.microsoft.com/office/drawing/2014/main" id="{0B76E135-B1C8-4132-8470-D1DB4A03B150}"/>
                    </a:ext>
                  </a:extLst>
                </p14:cNvPr>
                <p14:cNvContentPartPr/>
                <p14:nvPr/>
              </p14:nvContentPartPr>
              <p14:xfrm>
                <a:off x="8071853" y="3614973"/>
                <a:ext cx="331200" cy="796320"/>
              </p14:xfrm>
            </p:contentPart>
          </mc:Choice>
          <mc:Fallback>
            <p:pic>
              <p:nvPicPr>
                <p:cNvPr id="88" name="墨迹 87">
                  <a:extLst>
                    <a:ext uri="{FF2B5EF4-FFF2-40B4-BE49-F238E27FC236}">
                      <a16:creationId xmlns:a16="http://schemas.microsoft.com/office/drawing/2014/main" id="{0B76E135-B1C8-4132-8470-D1DB4A03B15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062853" y="3605973"/>
                  <a:ext cx="348840" cy="81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89" name="墨迹 88">
                  <a:extLst>
                    <a:ext uri="{FF2B5EF4-FFF2-40B4-BE49-F238E27FC236}">
                      <a16:creationId xmlns:a16="http://schemas.microsoft.com/office/drawing/2014/main" id="{BD9D474B-6865-4934-8972-A8DB00B22D32}"/>
                    </a:ext>
                  </a:extLst>
                </p14:cNvPr>
                <p14:cNvContentPartPr/>
                <p14:nvPr/>
              </p14:nvContentPartPr>
              <p14:xfrm>
                <a:off x="7833173" y="3863733"/>
                <a:ext cx="483480" cy="297360"/>
              </p14:xfrm>
            </p:contentPart>
          </mc:Choice>
          <mc:Fallback>
            <p:pic>
              <p:nvPicPr>
                <p:cNvPr id="89" name="墨迹 88">
                  <a:extLst>
                    <a:ext uri="{FF2B5EF4-FFF2-40B4-BE49-F238E27FC236}">
                      <a16:creationId xmlns:a16="http://schemas.microsoft.com/office/drawing/2014/main" id="{BD9D474B-6865-4934-8972-A8DB00B22D3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824533" y="3855093"/>
                  <a:ext cx="50112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90" name="墨迹 89">
                  <a:extLst>
                    <a:ext uri="{FF2B5EF4-FFF2-40B4-BE49-F238E27FC236}">
                      <a16:creationId xmlns:a16="http://schemas.microsoft.com/office/drawing/2014/main" id="{A323374E-101C-4EB7-B5C4-B7E1B2FA3388}"/>
                    </a:ext>
                  </a:extLst>
                </p14:cNvPr>
                <p14:cNvContentPartPr/>
                <p14:nvPr/>
              </p14:nvContentPartPr>
              <p14:xfrm>
                <a:off x="6281213" y="3000453"/>
                <a:ext cx="3038760" cy="1886040"/>
              </p14:xfrm>
            </p:contentPart>
          </mc:Choice>
          <mc:Fallback>
            <p:pic>
              <p:nvPicPr>
                <p:cNvPr id="90" name="墨迹 89">
                  <a:extLst>
                    <a:ext uri="{FF2B5EF4-FFF2-40B4-BE49-F238E27FC236}">
                      <a16:creationId xmlns:a16="http://schemas.microsoft.com/office/drawing/2014/main" id="{A323374E-101C-4EB7-B5C4-B7E1B2FA338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272213" y="2991453"/>
                  <a:ext cx="3056400" cy="1903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92" name="墨迹 91">
                <a:extLst>
                  <a:ext uri="{FF2B5EF4-FFF2-40B4-BE49-F238E27FC236}">
                    <a16:creationId xmlns:a16="http://schemas.microsoft.com/office/drawing/2014/main" id="{9D97914E-1B33-4961-808C-89680A1E4A3D}"/>
                  </a:ext>
                </a:extLst>
              </p14:cNvPr>
              <p14:cNvContentPartPr/>
              <p14:nvPr/>
            </p14:nvContentPartPr>
            <p14:xfrm>
              <a:off x="6187253" y="4462053"/>
              <a:ext cx="360" cy="360"/>
            </p14:xfrm>
          </p:contentPart>
        </mc:Choice>
        <mc:Fallback>
          <p:pic>
            <p:nvPicPr>
              <p:cNvPr id="92" name="墨迹 91">
                <a:extLst>
                  <a:ext uri="{FF2B5EF4-FFF2-40B4-BE49-F238E27FC236}">
                    <a16:creationId xmlns:a16="http://schemas.microsoft.com/office/drawing/2014/main" id="{9D97914E-1B33-4961-808C-89680A1E4A3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178253" y="4453413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6" name="组合 125">
            <a:extLst>
              <a:ext uri="{FF2B5EF4-FFF2-40B4-BE49-F238E27FC236}">
                <a16:creationId xmlns:a16="http://schemas.microsoft.com/office/drawing/2014/main" id="{B8EFE0D9-7EEA-4466-85A7-B4D8A60084E7}"/>
              </a:ext>
            </a:extLst>
          </p:cNvPr>
          <p:cNvGrpSpPr/>
          <p:nvPr/>
        </p:nvGrpSpPr>
        <p:grpSpPr>
          <a:xfrm>
            <a:off x="81293" y="119373"/>
            <a:ext cx="11424960" cy="3072960"/>
            <a:chOff x="81293" y="119373"/>
            <a:chExt cx="11424960" cy="307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90F39A78-7594-4456-B1FA-1A115F764D25}"/>
                    </a:ext>
                  </a:extLst>
                </p14:cNvPr>
                <p14:cNvContentPartPr/>
                <p14:nvPr/>
              </p14:nvContentPartPr>
              <p14:xfrm>
                <a:off x="5173493" y="1025853"/>
                <a:ext cx="147960" cy="45000"/>
              </p14:xfrm>
            </p:contentPart>
          </mc:Choice>
          <mc:Fallback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90F39A78-7594-4456-B1FA-1A115F764D2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164853" y="1016853"/>
                  <a:ext cx="16560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D2C62D1F-ECA0-4B39-8554-E9A141F6AC48}"/>
                    </a:ext>
                  </a:extLst>
                </p14:cNvPr>
                <p14:cNvContentPartPr/>
                <p14:nvPr/>
              </p14:nvContentPartPr>
              <p14:xfrm>
                <a:off x="5141813" y="1123413"/>
                <a:ext cx="256320" cy="2268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D2C62D1F-ECA0-4B39-8554-E9A141F6AC4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133173" y="1114773"/>
                  <a:ext cx="2739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90C1DE6A-0E2C-43A6-B152-27F5F31734F1}"/>
                    </a:ext>
                  </a:extLst>
                </p14:cNvPr>
                <p14:cNvContentPartPr/>
                <p14:nvPr/>
              </p14:nvContentPartPr>
              <p14:xfrm>
                <a:off x="5181053" y="1243653"/>
                <a:ext cx="298080" cy="134280"/>
              </p14:xfrm>
            </p:contentPart>
          </mc:Choice>
          <mc:Fallback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90C1DE6A-0E2C-43A6-B152-27F5F31734F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172413" y="1234653"/>
                  <a:ext cx="3157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B46FB2FF-906E-4C4B-A4B5-DCD295AB9BF7}"/>
                    </a:ext>
                  </a:extLst>
                </p14:cNvPr>
                <p14:cNvContentPartPr/>
                <p14:nvPr/>
              </p14:nvContentPartPr>
              <p14:xfrm>
                <a:off x="5207693" y="1058613"/>
                <a:ext cx="241920" cy="559440"/>
              </p14:xfrm>
            </p:contentPart>
          </mc:Choice>
          <mc:Fallback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B46FB2FF-906E-4C4B-A4B5-DCD295AB9BF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198693" y="1049973"/>
                  <a:ext cx="259560" cy="57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DF29ABC3-0B66-4C81-BA45-E87C04B7147F}"/>
                    </a:ext>
                  </a:extLst>
                </p14:cNvPr>
                <p14:cNvContentPartPr/>
                <p14:nvPr/>
              </p14:nvContentPartPr>
              <p14:xfrm>
                <a:off x="5636093" y="1124853"/>
                <a:ext cx="302400" cy="45000"/>
              </p14:xfrm>
            </p:contentPart>
          </mc:Choice>
          <mc:Fallback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DF29ABC3-0B66-4C81-BA45-E87C04B7147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627093" y="1116213"/>
                  <a:ext cx="32004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74300AC7-7072-4B68-9C4A-B5F3953E5BC7}"/>
                    </a:ext>
                  </a:extLst>
                </p14:cNvPr>
                <p14:cNvContentPartPr/>
                <p14:nvPr/>
              </p14:nvContentPartPr>
              <p14:xfrm>
                <a:off x="5679293" y="1278213"/>
                <a:ext cx="299160" cy="376560"/>
              </p14:xfrm>
            </p:contentPart>
          </mc:Choice>
          <mc:Fallback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74300AC7-7072-4B68-9C4A-B5F3953E5BC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670293" y="1269213"/>
                  <a:ext cx="31680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7A9BE4C6-F858-435D-B098-4FE05EA3EA97}"/>
                    </a:ext>
                  </a:extLst>
                </p14:cNvPr>
                <p14:cNvContentPartPr/>
                <p14:nvPr/>
              </p14:nvContentPartPr>
              <p14:xfrm>
                <a:off x="6183293" y="1217013"/>
                <a:ext cx="212760" cy="425880"/>
              </p14:xfrm>
            </p:contentPart>
          </mc:Choice>
          <mc:Fallback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7A9BE4C6-F858-435D-B098-4FE05EA3EA9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174293" y="1208013"/>
                  <a:ext cx="230400" cy="44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BD75EFDC-7FF1-43DD-837B-97E4A9EF36BD}"/>
                    </a:ext>
                  </a:extLst>
                </p14:cNvPr>
                <p14:cNvContentPartPr/>
                <p14:nvPr/>
              </p14:nvContentPartPr>
              <p14:xfrm>
                <a:off x="6096893" y="960333"/>
                <a:ext cx="543960" cy="725040"/>
              </p14:xfrm>
            </p:contentPart>
          </mc:Choice>
          <mc:Fallback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BD75EFDC-7FF1-43DD-837B-97E4A9EF36B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087893" y="951333"/>
                  <a:ext cx="561600" cy="74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ACF89FA1-DB89-44D6-A418-51A927009F56}"/>
                    </a:ext>
                  </a:extLst>
                </p14:cNvPr>
                <p14:cNvContentPartPr/>
                <p14:nvPr/>
              </p14:nvContentPartPr>
              <p14:xfrm>
                <a:off x="6664253" y="944853"/>
                <a:ext cx="314280" cy="194040"/>
              </p14:xfrm>
            </p:contentPart>
          </mc:Choice>
          <mc:Fallback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ACF89FA1-DB89-44D6-A418-51A927009F5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655253" y="935853"/>
                  <a:ext cx="33192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8BD41172-1D92-4A3A-A601-409CE4A01C3A}"/>
                    </a:ext>
                  </a:extLst>
                </p14:cNvPr>
                <p14:cNvContentPartPr/>
                <p14:nvPr/>
              </p14:nvContentPartPr>
              <p14:xfrm>
                <a:off x="6682253" y="940173"/>
                <a:ext cx="168480" cy="257400"/>
              </p14:xfrm>
            </p:contentPart>
          </mc:Choice>
          <mc:Fallback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8BD41172-1D92-4A3A-A601-409CE4A01C3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673613" y="931173"/>
                  <a:ext cx="18612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85A57190-BF71-4B63-BC7B-6EDFD51A446C}"/>
                    </a:ext>
                  </a:extLst>
                </p14:cNvPr>
                <p14:cNvContentPartPr/>
                <p14:nvPr/>
              </p14:nvContentPartPr>
              <p14:xfrm>
                <a:off x="6578933" y="1364973"/>
                <a:ext cx="275040" cy="152640"/>
              </p14:xfrm>
            </p:contentPart>
          </mc:Choice>
          <mc:Fallback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85A57190-BF71-4B63-BC7B-6EDFD51A446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569933" y="1356333"/>
                  <a:ext cx="2926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639D4E88-A563-4C18-B872-645E385E022E}"/>
                    </a:ext>
                  </a:extLst>
                </p14:cNvPr>
                <p14:cNvContentPartPr/>
                <p14:nvPr/>
              </p14:nvContentPartPr>
              <p14:xfrm>
                <a:off x="6922013" y="904893"/>
                <a:ext cx="501120" cy="551160"/>
              </p14:xfrm>
            </p:contentPart>
          </mc:Choice>
          <mc:Fallback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639D4E88-A563-4C18-B872-645E385E022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913013" y="895893"/>
                  <a:ext cx="518760" cy="56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FD6A067D-C463-4EA3-885B-05D962E19620}"/>
                    </a:ext>
                  </a:extLst>
                </p14:cNvPr>
                <p14:cNvContentPartPr/>
                <p14:nvPr/>
              </p14:nvContentPartPr>
              <p14:xfrm>
                <a:off x="7131893" y="747933"/>
                <a:ext cx="241920" cy="455040"/>
              </p14:xfrm>
            </p:contentPart>
          </mc:Choice>
          <mc:Fallback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FD6A067D-C463-4EA3-885B-05D962E1962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122893" y="739293"/>
                  <a:ext cx="25956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EA02ADA3-3B63-4FA1-A40F-927DE9B5632F}"/>
                    </a:ext>
                  </a:extLst>
                </p14:cNvPr>
                <p14:cNvContentPartPr/>
                <p14:nvPr/>
              </p14:nvContentPartPr>
              <p14:xfrm>
                <a:off x="7159973" y="901293"/>
                <a:ext cx="266760" cy="393840"/>
              </p14:xfrm>
            </p:contentPart>
          </mc:Choice>
          <mc:Fallback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EA02ADA3-3B63-4FA1-A40F-927DE9B5632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150973" y="892293"/>
                  <a:ext cx="28440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6073DC70-6B10-4DDA-BCA6-8DA4D37B7CE4}"/>
                    </a:ext>
                  </a:extLst>
                </p14:cNvPr>
                <p14:cNvContentPartPr/>
                <p14:nvPr/>
              </p14:nvContentPartPr>
              <p14:xfrm>
                <a:off x="7201373" y="1187493"/>
                <a:ext cx="438480" cy="39672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6073DC70-6B10-4DDA-BCA6-8DA4D37B7CE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192373" y="1178493"/>
                  <a:ext cx="45612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52F0BF1E-2137-4574-B45C-B0ACD46318C5}"/>
                    </a:ext>
                  </a:extLst>
                </p14:cNvPr>
                <p14:cNvContentPartPr/>
                <p14:nvPr/>
              </p14:nvContentPartPr>
              <p14:xfrm>
                <a:off x="4088453" y="1688253"/>
                <a:ext cx="5152320" cy="437400"/>
              </p14:xfrm>
            </p:contentPart>
          </mc:Choice>
          <mc:Fallback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52F0BF1E-2137-4574-B45C-B0ACD46318C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079813" y="1679613"/>
                  <a:ext cx="516996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775DF0D1-B781-4667-AC7A-A6BECF067A5D}"/>
                    </a:ext>
                  </a:extLst>
                </p14:cNvPr>
                <p14:cNvContentPartPr/>
                <p14:nvPr/>
              </p14:nvContentPartPr>
              <p14:xfrm>
                <a:off x="6218213" y="119373"/>
                <a:ext cx="2337120" cy="2048760"/>
              </p14:xfrm>
            </p:contentPart>
          </mc:Choice>
          <mc:Fallback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775DF0D1-B781-4667-AC7A-A6BECF067A5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209213" y="110373"/>
                  <a:ext cx="2354760" cy="20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2CCBA4F4-5B23-4C41-B7A0-27FF9DE0DC2C}"/>
                    </a:ext>
                  </a:extLst>
                </p14:cNvPr>
                <p14:cNvContentPartPr/>
                <p14:nvPr/>
              </p14:nvContentPartPr>
              <p14:xfrm>
                <a:off x="9696893" y="1980573"/>
                <a:ext cx="90000" cy="78120"/>
              </p14:xfrm>
            </p:contentPart>
          </mc:Choice>
          <mc:Fallback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2CCBA4F4-5B23-4C41-B7A0-27FF9DE0DC2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687893" y="1971933"/>
                  <a:ext cx="1076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47" name="墨迹 46">
                  <a:extLst>
                    <a:ext uri="{FF2B5EF4-FFF2-40B4-BE49-F238E27FC236}">
                      <a16:creationId xmlns:a16="http://schemas.microsoft.com/office/drawing/2014/main" id="{E711F169-264C-43B3-B445-806F52E441BA}"/>
                    </a:ext>
                  </a:extLst>
                </p14:cNvPr>
                <p14:cNvContentPartPr/>
                <p14:nvPr/>
              </p14:nvContentPartPr>
              <p14:xfrm>
                <a:off x="9661973" y="2053293"/>
                <a:ext cx="79560" cy="84600"/>
              </p14:xfrm>
            </p:contentPart>
          </mc:Choice>
          <mc:Fallback>
            <p:pic>
              <p:nvPicPr>
                <p:cNvPr id="47" name="墨迹 46">
                  <a:extLst>
                    <a:ext uri="{FF2B5EF4-FFF2-40B4-BE49-F238E27FC236}">
                      <a16:creationId xmlns:a16="http://schemas.microsoft.com/office/drawing/2014/main" id="{E711F169-264C-43B3-B445-806F52E441B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652973" y="2044293"/>
                  <a:ext cx="972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48" name="墨迹 47">
                  <a:extLst>
                    <a:ext uri="{FF2B5EF4-FFF2-40B4-BE49-F238E27FC236}">
                      <a16:creationId xmlns:a16="http://schemas.microsoft.com/office/drawing/2014/main" id="{1B91B274-C9D0-4F8B-94D3-5276FFC82959}"/>
                    </a:ext>
                  </a:extLst>
                </p14:cNvPr>
                <p14:cNvContentPartPr/>
                <p14:nvPr/>
              </p14:nvContentPartPr>
              <p14:xfrm>
                <a:off x="9748733" y="1925133"/>
                <a:ext cx="342360" cy="192960"/>
              </p14:xfrm>
            </p:contentPart>
          </mc:Choice>
          <mc:Fallback>
            <p:pic>
              <p:nvPicPr>
                <p:cNvPr id="48" name="墨迹 47">
                  <a:extLst>
                    <a:ext uri="{FF2B5EF4-FFF2-40B4-BE49-F238E27FC236}">
                      <a16:creationId xmlns:a16="http://schemas.microsoft.com/office/drawing/2014/main" id="{1B91B274-C9D0-4F8B-94D3-5276FFC8295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740093" y="1916493"/>
                  <a:ext cx="36000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49" name="墨迹 48">
                  <a:extLst>
                    <a:ext uri="{FF2B5EF4-FFF2-40B4-BE49-F238E27FC236}">
                      <a16:creationId xmlns:a16="http://schemas.microsoft.com/office/drawing/2014/main" id="{27617E4E-A8C2-4ED3-9E32-F038D50849DD}"/>
                    </a:ext>
                  </a:extLst>
                </p14:cNvPr>
                <p14:cNvContentPartPr/>
                <p14:nvPr/>
              </p14:nvContentPartPr>
              <p14:xfrm>
                <a:off x="9755573" y="1946013"/>
                <a:ext cx="223200" cy="585360"/>
              </p14:xfrm>
            </p:contentPart>
          </mc:Choice>
          <mc:Fallback>
            <p:pic>
              <p:nvPicPr>
                <p:cNvPr id="49" name="墨迹 48">
                  <a:extLst>
                    <a:ext uri="{FF2B5EF4-FFF2-40B4-BE49-F238E27FC236}">
                      <a16:creationId xmlns:a16="http://schemas.microsoft.com/office/drawing/2014/main" id="{27617E4E-A8C2-4ED3-9E32-F038D50849D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746933" y="1937373"/>
                  <a:ext cx="240840" cy="60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0" name="墨迹 49">
                  <a:extLst>
                    <a:ext uri="{FF2B5EF4-FFF2-40B4-BE49-F238E27FC236}">
                      <a16:creationId xmlns:a16="http://schemas.microsoft.com/office/drawing/2014/main" id="{EB622CDD-B591-4ECC-B9A5-F86EB4DFBBCA}"/>
                    </a:ext>
                  </a:extLst>
                </p14:cNvPr>
                <p14:cNvContentPartPr/>
                <p14:nvPr/>
              </p14:nvContentPartPr>
              <p14:xfrm>
                <a:off x="9808493" y="2289813"/>
                <a:ext cx="124200" cy="89640"/>
              </p14:xfrm>
            </p:contentPart>
          </mc:Choice>
          <mc:Fallback>
            <p:pic>
              <p:nvPicPr>
                <p:cNvPr id="50" name="墨迹 49">
                  <a:extLst>
                    <a:ext uri="{FF2B5EF4-FFF2-40B4-BE49-F238E27FC236}">
                      <a16:creationId xmlns:a16="http://schemas.microsoft.com/office/drawing/2014/main" id="{EB622CDD-B591-4ECC-B9A5-F86EB4DFBBC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799853" y="2281173"/>
                  <a:ext cx="1418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1" name="墨迹 50">
                  <a:extLst>
                    <a:ext uri="{FF2B5EF4-FFF2-40B4-BE49-F238E27FC236}">
                      <a16:creationId xmlns:a16="http://schemas.microsoft.com/office/drawing/2014/main" id="{BBD70E13-4D94-4F6C-8C66-DA72D75682E2}"/>
                    </a:ext>
                  </a:extLst>
                </p14:cNvPr>
                <p14:cNvContentPartPr/>
                <p14:nvPr/>
              </p14:nvContentPartPr>
              <p14:xfrm>
                <a:off x="9614453" y="1930173"/>
                <a:ext cx="384480" cy="659160"/>
              </p14:xfrm>
            </p:contentPart>
          </mc:Choice>
          <mc:Fallback>
            <p:pic>
              <p:nvPicPr>
                <p:cNvPr id="51" name="墨迹 50">
                  <a:extLst>
                    <a:ext uri="{FF2B5EF4-FFF2-40B4-BE49-F238E27FC236}">
                      <a16:creationId xmlns:a16="http://schemas.microsoft.com/office/drawing/2014/main" id="{BBD70E13-4D94-4F6C-8C66-DA72D75682E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605813" y="1921533"/>
                  <a:ext cx="402120" cy="67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2" name="墨迹 51">
                  <a:extLst>
                    <a:ext uri="{FF2B5EF4-FFF2-40B4-BE49-F238E27FC236}">
                      <a16:creationId xmlns:a16="http://schemas.microsoft.com/office/drawing/2014/main" id="{2AE2DC97-8CE8-4FB6-9F6C-1EFC5E5F7125}"/>
                    </a:ext>
                  </a:extLst>
                </p14:cNvPr>
                <p14:cNvContentPartPr/>
                <p14:nvPr/>
              </p14:nvContentPartPr>
              <p14:xfrm>
                <a:off x="10172093" y="1989213"/>
                <a:ext cx="284400" cy="17640"/>
              </p14:xfrm>
            </p:contentPart>
          </mc:Choice>
          <mc:Fallback>
            <p:pic>
              <p:nvPicPr>
                <p:cNvPr id="52" name="墨迹 51">
                  <a:extLst>
                    <a:ext uri="{FF2B5EF4-FFF2-40B4-BE49-F238E27FC236}">
                      <a16:creationId xmlns:a16="http://schemas.microsoft.com/office/drawing/2014/main" id="{2AE2DC97-8CE8-4FB6-9F6C-1EFC5E5F712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163093" y="1980573"/>
                  <a:ext cx="3020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53" name="墨迹 52">
                  <a:extLst>
                    <a:ext uri="{FF2B5EF4-FFF2-40B4-BE49-F238E27FC236}">
                      <a16:creationId xmlns:a16="http://schemas.microsoft.com/office/drawing/2014/main" id="{5D44F580-0671-45E6-B01A-6A875CB3B403}"/>
                    </a:ext>
                  </a:extLst>
                </p14:cNvPr>
                <p14:cNvContentPartPr/>
                <p14:nvPr/>
              </p14:nvContentPartPr>
              <p14:xfrm>
                <a:off x="10229333" y="1897773"/>
                <a:ext cx="246960" cy="324360"/>
              </p14:xfrm>
            </p:contentPart>
          </mc:Choice>
          <mc:Fallback>
            <p:pic>
              <p:nvPicPr>
                <p:cNvPr id="53" name="墨迹 52">
                  <a:extLst>
                    <a:ext uri="{FF2B5EF4-FFF2-40B4-BE49-F238E27FC236}">
                      <a16:creationId xmlns:a16="http://schemas.microsoft.com/office/drawing/2014/main" id="{5D44F580-0671-45E6-B01A-6A875CB3B40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220333" y="1889133"/>
                  <a:ext cx="26460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54" name="墨迹 53">
                  <a:extLst>
                    <a:ext uri="{FF2B5EF4-FFF2-40B4-BE49-F238E27FC236}">
                      <a16:creationId xmlns:a16="http://schemas.microsoft.com/office/drawing/2014/main" id="{36D055E6-DE04-4C46-A648-A43CDFB577E3}"/>
                    </a:ext>
                  </a:extLst>
                </p14:cNvPr>
                <p14:cNvContentPartPr/>
                <p14:nvPr/>
              </p14:nvContentPartPr>
              <p14:xfrm>
                <a:off x="10270013" y="1865733"/>
                <a:ext cx="342720" cy="679680"/>
              </p14:xfrm>
            </p:contentPart>
          </mc:Choice>
          <mc:Fallback>
            <p:pic>
              <p:nvPicPr>
                <p:cNvPr id="54" name="墨迹 53">
                  <a:extLst>
                    <a:ext uri="{FF2B5EF4-FFF2-40B4-BE49-F238E27FC236}">
                      <a16:creationId xmlns:a16="http://schemas.microsoft.com/office/drawing/2014/main" id="{36D055E6-DE04-4C46-A648-A43CDFB577E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261373" y="1856733"/>
                  <a:ext cx="360360" cy="69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55" name="墨迹 54">
                  <a:extLst>
                    <a:ext uri="{FF2B5EF4-FFF2-40B4-BE49-F238E27FC236}">
                      <a16:creationId xmlns:a16="http://schemas.microsoft.com/office/drawing/2014/main" id="{03EDCCA6-AC5D-4655-B5DB-0E7B615B3FC6}"/>
                    </a:ext>
                  </a:extLst>
                </p14:cNvPr>
                <p14:cNvContentPartPr/>
                <p14:nvPr/>
              </p14:nvContentPartPr>
              <p14:xfrm>
                <a:off x="10548293" y="1903533"/>
                <a:ext cx="225360" cy="140400"/>
              </p14:xfrm>
            </p:contentPart>
          </mc:Choice>
          <mc:Fallback>
            <p:pic>
              <p:nvPicPr>
                <p:cNvPr id="55" name="墨迹 54">
                  <a:extLst>
                    <a:ext uri="{FF2B5EF4-FFF2-40B4-BE49-F238E27FC236}">
                      <a16:creationId xmlns:a16="http://schemas.microsoft.com/office/drawing/2014/main" id="{03EDCCA6-AC5D-4655-B5DB-0E7B615B3FC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539293" y="1894893"/>
                  <a:ext cx="2430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56" name="墨迹 55">
                  <a:extLst>
                    <a:ext uri="{FF2B5EF4-FFF2-40B4-BE49-F238E27FC236}">
                      <a16:creationId xmlns:a16="http://schemas.microsoft.com/office/drawing/2014/main" id="{BA6BF26A-42CE-45B3-ABF9-CE23C46E52D6}"/>
                    </a:ext>
                  </a:extLst>
                </p14:cNvPr>
                <p14:cNvContentPartPr/>
                <p14:nvPr/>
              </p14:nvContentPartPr>
              <p14:xfrm>
                <a:off x="10497173" y="2080653"/>
                <a:ext cx="265680" cy="346320"/>
              </p14:xfrm>
            </p:contentPart>
          </mc:Choice>
          <mc:Fallback>
            <p:pic>
              <p:nvPicPr>
                <p:cNvPr id="56" name="墨迹 55">
                  <a:extLst>
                    <a:ext uri="{FF2B5EF4-FFF2-40B4-BE49-F238E27FC236}">
                      <a16:creationId xmlns:a16="http://schemas.microsoft.com/office/drawing/2014/main" id="{BA6BF26A-42CE-45B3-ABF9-CE23C46E52D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488533" y="2071653"/>
                  <a:ext cx="28332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57" name="墨迹 56">
                  <a:extLst>
                    <a:ext uri="{FF2B5EF4-FFF2-40B4-BE49-F238E27FC236}">
                      <a16:creationId xmlns:a16="http://schemas.microsoft.com/office/drawing/2014/main" id="{988D5179-6E6D-43B5-89C8-A885536E7BBA}"/>
                    </a:ext>
                  </a:extLst>
                </p14:cNvPr>
                <p14:cNvContentPartPr/>
                <p14:nvPr/>
              </p14:nvContentPartPr>
              <p14:xfrm>
                <a:off x="10641533" y="2101533"/>
                <a:ext cx="113040" cy="467640"/>
              </p14:xfrm>
            </p:contentPart>
          </mc:Choice>
          <mc:Fallback>
            <p:pic>
              <p:nvPicPr>
                <p:cNvPr id="57" name="墨迹 56">
                  <a:extLst>
                    <a:ext uri="{FF2B5EF4-FFF2-40B4-BE49-F238E27FC236}">
                      <a16:creationId xmlns:a16="http://schemas.microsoft.com/office/drawing/2014/main" id="{988D5179-6E6D-43B5-89C8-A885536E7BB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632533" y="2092533"/>
                  <a:ext cx="130680" cy="4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58" name="墨迹 57">
                  <a:extLst>
                    <a:ext uri="{FF2B5EF4-FFF2-40B4-BE49-F238E27FC236}">
                      <a16:creationId xmlns:a16="http://schemas.microsoft.com/office/drawing/2014/main" id="{AB7D401B-A530-4E34-90B7-618B421B283A}"/>
                    </a:ext>
                  </a:extLst>
                </p14:cNvPr>
                <p14:cNvContentPartPr/>
                <p14:nvPr/>
              </p14:nvContentPartPr>
              <p14:xfrm>
                <a:off x="10325813" y="2181093"/>
                <a:ext cx="864000" cy="286920"/>
              </p14:xfrm>
            </p:contentPart>
          </mc:Choice>
          <mc:Fallback>
            <p:pic>
              <p:nvPicPr>
                <p:cNvPr id="58" name="墨迹 57">
                  <a:extLst>
                    <a:ext uri="{FF2B5EF4-FFF2-40B4-BE49-F238E27FC236}">
                      <a16:creationId xmlns:a16="http://schemas.microsoft.com/office/drawing/2014/main" id="{AB7D401B-A530-4E34-90B7-618B421B283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316813" y="2172093"/>
                  <a:ext cx="88164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59" name="墨迹 58">
                  <a:extLst>
                    <a:ext uri="{FF2B5EF4-FFF2-40B4-BE49-F238E27FC236}">
                      <a16:creationId xmlns:a16="http://schemas.microsoft.com/office/drawing/2014/main" id="{2DDA1FAB-9F7B-46CD-81C4-5A6F6EA150F3}"/>
                    </a:ext>
                  </a:extLst>
                </p14:cNvPr>
                <p14:cNvContentPartPr/>
                <p14:nvPr/>
              </p14:nvContentPartPr>
              <p14:xfrm>
                <a:off x="8826413" y="1292253"/>
                <a:ext cx="2679840" cy="1803960"/>
              </p14:xfrm>
            </p:contentPart>
          </mc:Choice>
          <mc:Fallback>
            <p:pic>
              <p:nvPicPr>
                <p:cNvPr id="59" name="墨迹 58">
                  <a:extLst>
                    <a:ext uri="{FF2B5EF4-FFF2-40B4-BE49-F238E27FC236}">
                      <a16:creationId xmlns:a16="http://schemas.microsoft.com/office/drawing/2014/main" id="{2DDA1FAB-9F7B-46CD-81C4-5A6F6EA150F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817773" y="1283253"/>
                  <a:ext cx="2697480" cy="18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30014553-F8A8-49ED-BEEE-6555F6F8803B}"/>
                    </a:ext>
                  </a:extLst>
                </p14:cNvPr>
                <p14:cNvContentPartPr/>
                <p14:nvPr/>
              </p14:nvContentPartPr>
              <p14:xfrm>
                <a:off x="9438413" y="241053"/>
                <a:ext cx="199080" cy="252720"/>
              </p14:xfrm>
            </p:contentPart>
          </mc:Choice>
          <mc:Fallback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30014553-F8A8-49ED-BEEE-6555F6F8803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429413" y="232413"/>
                  <a:ext cx="21672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622E4097-BBD0-4ECB-8D79-403258738B13}"/>
                    </a:ext>
                  </a:extLst>
                </p14:cNvPr>
                <p14:cNvContentPartPr/>
                <p14:nvPr/>
              </p14:nvContentPartPr>
              <p14:xfrm>
                <a:off x="9627773" y="144933"/>
                <a:ext cx="359640" cy="453960"/>
              </p14:xfrm>
            </p:contentPart>
          </mc:Choice>
          <mc:Fallback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622E4097-BBD0-4ECB-8D79-403258738B1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618773" y="135933"/>
                  <a:ext cx="37728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A8C3B612-1A40-4EF3-B3AD-BCA0E30C629F}"/>
                    </a:ext>
                  </a:extLst>
                </p14:cNvPr>
                <p14:cNvContentPartPr/>
                <p14:nvPr/>
              </p14:nvContentPartPr>
              <p14:xfrm>
                <a:off x="9883733" y="315213"/>
                <a:ext cx="498600" cy="368640"/>
              </p14:xfrm>
            </p:contentPart>
          </mc:Choice>
          <mc:Fallback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A8C3B612-1A40-4EF3-B3AD-BCA0E30C629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874733" y="306573"/>
                  <a:ext cx="51624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A0B7EC48-45CA-4351-9F18-10C2F5F44312}"/>
                    </a:ext>
                  </a:extLst>
                </p14:cNvPr>
                <p14:cNvContentPartPr/>
                <p14:nvPr/>
              </p14:nvContentPartPr>
              <p14:xfrm>
                <a:off x="10282253" y="130533"/>
                <a:ext cx="70200" cy="503640"/>
              </p14:xfrm>
            </p:contentPart>
          </mc:Choice>
          <mc:Fallback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A0B7EC48-45CA-4351-9F18-10C2F5F4431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273253" y="121533"/>
                  <a:ext cx="87840" cy="52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39100944-3504-419E-9746-8E7D70227066}"/>
                    </a:ext>
                  </a:extLst>
                </p14:cNvPr>
                <p14:cNvContentPartPr/>
                <p14:nvPr/>
              </p14:nvContentPartPr>
              <p14:xfrm>
                <a:off x="10099013" y="460653"/>
                <a:ext cx="222120" cy="171720"/>
              </p14:xfrm>
            </p:contentPart>
          </mc:Choice>
          <mc:Fallback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39100944-3504-419E-9746-8E7D7022706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090013" y="452013"/>
                  <a:ext cx="2397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EB245215-89EE-40BE-B5FD-97EFEA94B7A0}"/>
                    </a:ext>
                  </a:extLst>
                </p14:cNvPr>
                <p14:cNvContentPartPr/>
                <p14:nvPr/>
              </p14:nvContentPartPr>
              <p14:xfrm>
                <a:off x="9458933" y="868893"/>
                <a:ext cx="219240" cy="515160"/>
              </p14:xfrm>
            </p:contentPart>
          </mc:Choice>
          <mc:Fallback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EB245215-89EE-40BE-B5FD-97EFEA94B7A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449933" y="860253"/>
                  <a:ext cx="236880" cy="53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56833D89-78D6-47AD-AE15-E6903881899A}"/>
                    </a:ext>
                  </a:extLst>
                </p14:cNvPr>
                <p14:cNvContentPartPr/>
                <p14:nvPr/>
              </p14:nvContentPartPr>
              <p14:xfrm>
                <a:off x="9766013" y="824973"/>
                <a:ext cx="283680" cy="513720"/>
              </p14:xfrm>
            </p:contentPart>
          </mc:Choice>
          <mc:Fallback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56833D89-78D6-47AD-AE15-E6903881899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757013" y="816333"/>
                  <a:ext cx="301320" cy="53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31D43168-5B84-40A4-8D6A-DED6EFE29CBC}"/>
                    </a:ext>
                  </a:extLst>
                </p14:cNvPr>
                <p14:cNvContentPartPr/>
                <p14:nvPr/>
              </p14:nvContentPartPr>
              <p14:xfrm>
                <a:off x="9993893" y="765213"/>
                <a:ext cx="117360" cy="244080"/>
              </p14:xfrm>
            </p:contentPart>
          </mc:Choice>
          <mc:Fallback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31D43168-5B84-40A4-8D6A-DED6EFE29CB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984893" y="756573"/>
                  <a:ext cx="13500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A0AEA3E2-1475-4F0F-A43E-013DD0CFFC3B}"/>
                    </a:ext>
                  </a:extLst>
                </p14:cNvPr>
                <p14:cNvContentPartPr/>
                <p14:nvPr/>
              </p14:nvContentPartPr>
              <p14:xfrm>
                <a:off x="10165253" y="868533"/>
                <a:ext cx="246960" cy="315720"/>
              </p14:xfrm>
            </p:contentPart>
          </mc:Choice>
          <mc:Fallback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A0AEA3E2-1475-4F0F-A43E-013DD0CFFC3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156613" y="859893"/>
                  <a:ext cx="26460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B641CD94-427E-4805-8841-C527D1298672}"/>
                    </a:ext>
                  </a:extLst>
                </p14:cNvPr>
                <p14:cNvContentPartPr/>
                <p14:nvPr/>
              </p14:nvContentPartPr>
              <p14:xfrm>
                <a:off x="10428053" y="802653"/>
                <a:ext cx="182520" cy="486000"/>
              </p14:xfrm>
            </p:contentPart>
          </mc:Choice>
          <mc:Fallback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B641CD94-427E-4805-8841-C527D129867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419053" y="794013"/>
                  <a:ext cx="200160" cy="50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7B2A0506-D960-4D3D-92E6-C5E96331031B}"/>
                    </a:ext>
                  </a:extLst>
                </p14:cNvPr>
                <p14:cNvContentPartPr/>
                <p14:nvPr/>
              </p14:nvContentPartPr>
              <p14:xfrm>
                <a:off x="10405733" y="1145733"/>
                <a:ext cx="327960" cy="48600"/>
              </p14:xfrm>
            </p:contentPart>
          </mc:Choice>
          <mc:Fallback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7B2A0506-D960-4D3D-92E6-C5E96331031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397093" y="1137093"/>
                  <a:ext cx="3456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4776D861-19AC-439B-8BD8-6E4DE504034F}"/>
                    </a:ext>
                  </a:extLst>
                </p14:cNvPr>
                <p14:cNvContentPartPr/>
                <p14:nvPr/>
              </p14:nvContentPartPr>
              <p14:xfrm>
                <a:off x="10594373" y="209373"/>
                <a:ext cx="323640" cy="389520"/>
              </p14:xfrm>
            </p:contentPart>
          </mc:Choice>
          <mc:Fallback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4776D861-19AC-439B-8BD8-6E4DE504034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585733" y="200733"/>
                  <a:ext cx="34128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40" name="墨迹 39">
                  <a:extLst>
                    <a:ext uri="{FF2B5EF4-FFF2-40B4-BE49-F238E27FC236}">
                      <a16:creationId xmlns:a16="http://schemas.microsoft.com/office/drawing/2014/main" id="{D0BDB80E-C430-4DC5-ACB1-4C0C6264E3A1}"/>
                    </a:ext>
                  </a:extLst>
                </p14:cNvPr>
                <p14:cNvContentPartPr/>
                <p14:nvPr/>
              </p14:nvContentPartPr>
              <p14:xfrm>
                <a:off x="10659173" y="218013"/>
                <a:ext cx="449280" cy="454680"/>
              </p14:xfrm>
            </p:contentPart>
          </mc:Choice>
          <mc:Fallback>
            <p:pic>
              <p:nvPicPr>
                <p:cNvPr id="40" name="墨迹 39">
                  <a:extLst>
                    <a:ext uri="{FF2B5EF4-FFF2-40B4-BE49-F238E27FC236}">
                      <a16:creationId xmlns:a16="http://schemas.microsoft.com/office/drawing/2014/main" id="{D0BDB80E-C430-4DC5-ACB1-4C0C6264E3A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650533" y="209373"/>
                  <a:ext cx="466920" cy="47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0AB51D29-7801-4D2B-9C9F-49663BDBB59B}"/>
                    </a:ext>
                  </a:extLst>
                </p14:cNvPr>
                <p14:cNvContentPartPr/>
                <p14:nvPr/>
              </p14:nvContentPartPr>
              <p14:xfrm>
                <a:off x="10718933" y="878253"/>
                <a:ext cx="660960" cy="718560"/>
              </p14:xfrm>
            </p:contentPart>
          </mc:Choice>
          <mc:Fallback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0AB51D29-7801-4D2B-9C9F-49663BDBB59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710293" y="869613"/>
                  <a:ext cx="678600" cy="73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43" name="墨迹 42">
                  <a:extLst>
                    <a:ext uri="{FF2B5EF4-FFF2-40B4-BE49-F238E27FC236}">
                      <a16:creationId xmlns:a16="http://schemas.microsoft.com/office/drawing/2014/main" id="{F22D8D21-CAB2-4616-AE6A-319A96C680FF}"/>
                    </a:ext>
                  </a:extLst>
                </p14:cNvPr>
                <p14:cNvContentPartPr/>
                <p14:nvPr/>
              </p14:nvContentPartPr>
              <p14:xfrm>
                <a:off x="9248693" y="298653"/>
                <a:ext cx="15840" cy="13320"/>
              </p14:xfrm>
            </p:contentPart>
          </mc:Choice>
          <mc:Fallback>
            <p:pic>
              <p:nvPicPr>
                <p:cNvPr id="43" name="墨迹 42">
                  <a:extLst>
                    <a:ext uri="{FF2B5EF4-FFF2-40B4-BE49-F238E27FC236}">
                      <a16:creationId xmlns:a16="http://schemas.microsoft.com/office/drawing/2014/main" id="{F22D8D21-CAB2-4616-AE6A-319A96C680F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240053" y="290013"/>
                  <a:ext cx="334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44" name="墨迹 43">
                  <a:extLst>
                    <a:ext uri="{FF2B5EF4-FFF2-40B4-BE49-F238E27FC236}">
                      <a16:creationId xmlns:a16="http://schemas.microsoft.com/office/drawing/2014/main" id="{8F69AF25-8DAB-49DE-9A2A-97C544A1F163}"/>
                    </a:ext>
                  </a:extLst>
                </p14:cNvPr>
                <p14:cNvContentPartPr/>
                <p14:nvPr/>
              </p14:nvContentPartPr>
              <p14:xfrm>
                <a:off x="9007853" y="283533"/>
                <a:ext cx="390600" cy="1178640"/>
              </p14:xfrm>
            </p:contentPart>
          </mc:Choice>
          <mc:Fallback>
            <p:pic>
              <p:nvPicPr>
                <p:cNvPr id="44" name="墨迹 43">
                  <a:extLst>
                    <a:ext uri="{FF2B5EF4-FFF2-40B4-BE49-F238E27FC236}">
                      <a16:creationId xmlns:a16="http://schemas.microsoft.com/office/drawing/2014/main" id="{8F69AF25-8DAB-49DE-9A2A-97C544A1F163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998853" y="274893"/>
                  <a:ext cx="408240" cy="11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3" name="墨迹 92">
                  <a:extLst>
                    <a:ext uri="{FF2B5EF4-FFF2-40B4-BE49-F238E27FC236}">
                      <a16:creationId xmlns:a16="http://schemas.microsoft.com/office/drawing/2014/main" id="{7DABB8C1-C2D8-4997-BB51-BA11AC948969}"/>
                    </a:ext>
                  </a:extLst>
                </p14:cNvPr>
                <p14:cNvContentPartPr/>
                <p14:nvPr/>
              </p14:nvContentPartPr>
              <p14:xfrm>
                <a:off x="945293" y="500253"/>
                <a:ext cx="253080" cy="465840"/>
              </p14:xfrm>
            </p:contentPart>
          </mc:Choice>
          <mc:Fallback>
            <p:pic>
              <p:nvPicPr>
                <p:cNvPr id="93" name="墨迹 92">
                  <a:extLst>
                    <a:ext uri="{FF2B5EF4-FFF2-40B4-BE49-F238E27FC236}">
                      <a16:creationId xmlns:a16="http://schemas.microsoft.com/office/drawing/2014/main" id="{7DABB8C1-C2D8-4997-BB51-BA11AC94896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36653" y="491253"/>
                  <a:ext cx="270720" cy="4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4" name="墨迹 93">
                  <a:extLst>
                    <a:ext uri="{FF2B5EF4-FFF2-40B4-BE49-F238E27FC236}">
                      <a16:creationId xmlns:a16="http://schemas.microsoft.com/office/drawing/2014/main" id="{DE524155-55E9-4021-9C7F-F3B235EE35EF}"/>
                    </a:ext>
                  </a:extLst>
                </p14:cNvPr>
                <p14:cNvContentPartPr/>
                <p14:nvPr/>
              </p14:nvContentPartPr>
              <p14:xfrm>
                <a:off x="988853" y="650373"/>
                <a:ext cx="133560" cy="441000"/>
              </p14:xfrm>
            </p:contentPart>
          </mc:Choice>
          <mc:Fallback>
            <p:pic>
              <p:nvPicPr>
                <p:cNvPr id="94" name="墨迹 93">
                  <a:extLst>
                    <a:ext uri="{FF2B5EF4-FFF2-40B4-BE49-F238E27FC236}">
                      <a16:creationId xmlns:a16="http://schemas.microsoft.com/office/drawing/2014/main" id="{DE524155-55E9-4021-9C7F-F3B235EE35E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80213" y="641373"/>
                  <a:ext cx="15120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5" name="墨迹 94">
                  <a:extLst>
                    <a:ext uri="{FF2B5EF4-FFF2-40B4-BE49-F238E27FC236}">
                      <a16:creationId xmlns:a16="http://schemas.microsoft.com/office/drawing/2014/main" id="{AD0A93BC-8456-49A2-AE4C-B9234FAA0A4A}"/>
                    </a:ext>
                  </a:extLst>
                </p14:cNvPr>
                <p14:cNvContentPartPr/>
                <p14:nvPr/>
              </p14:nvContentPartPr>
              <p14:xfrm>
                <a:off x="1181093" y="307293"/>
                <a:ext cx="565920" cy="769320"/>
              </p14:xfrm>
            </p:contentPart>
          </mc:Choice>
          <mc:Fallback>
            <p:pic>
              <p:nvPicPr>
                <p:cNvPr id="95" name="墨迹 94">
                  <a:extLst>
                    <a:ext uri="{FF2B5EF4-FFF2-40B4-BE49-F238E27FC236}">
                      <a16:creationId xmlns:a16="http://schemas.microsoft.com/office/drawing/2014/main" id="{AD0A93BC-8456-49A2-AE4C-B9234FAA0A4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172093" y="298653"/>
                  <a:ext cx="583560" cy="78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6" name="墨迹 95">
                  <a:extLst>
                    <a:ext uri="{FF2B5EF4-FFF2-40B4-BE49-F238E27FC236}">
                      <a16:creationId xmlns:a16="http://schemas.microsoft.com/office/drawing/2014/main" id="{B622BA71-B284-4672-88EC-B45B1FBB8AF8}"/>
                    </a:ext>
                  </a:extLst>
                </p14:cNvPr>
                <p14:cNvContentPartPr/>
                <p14:nvPr/>
              </p14:nvContentPartPr>
              <p14:xfrm>
                <a:off x="1895333" y="358413"/>
                <a:ext cx="146160" cy="226800"/>
              </p14:xfrm>
            </p:contentPart>
          </mc:Choice>
          <mc:Fallback>
            <p:pic>
              <p:nvPicPr>
                <p:cNvPr id="96" name="墨迹 95">
                  <a:extLst>
                    <a:ext uri="{FF2B5EF4-FFF2-40B4-BE49-F238E27FC236}">
                      <a16:creationId xmlns:a16="http://schemas.microsoft.com/office/drawing/2014/main" id="{B622BA71-B284-4672-88EC-B45B1FBB8AF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886333" y="349413"/>
                  <a:ext cx="1638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7" name="墨迹 96">
                  <a:extLst>
                    <a:ext uri="{FF2B5EF4-FFF2-40B4-BE49-F238E27FC236}">
                      <a16:creationId xmlns:a16="http://schemas.microsoft.com/office/drawing/2014/main" id="{FF2FF896-086C-4CC2-AC72-60E09636257C}"/>
                    </a:ext>
                  </a:extLst>
                </p14:cNvPr>
                <p14:cNvContentPartPr/>
                <p14:nvPr/>
              </p14:nvContentPartPr>
              <p14:xfrm>
                <a:off x="1926653" y="640293"/>
                <a:ext cx="4680" cy="23400"/>
              </p14:xfrm>
            </p:contentPart>
          </mc:Choice>
          <mc:Fallback>
            <p:pic>
              <p:nvPicPr>
                <p:cNvPr id="97" name="墨迹 96">
                  <a:extLst>
                    <a:ext uri="{FF2B5EF4-FFF2-40B4-BE49-F238E27FC236}">
                      <a16:creationId xmlns:a16="http://schemas.microsoft.com/office/drawing/2014/main" id="{FF2FF896-086C-4CC2-AC72-60E09636257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918013" y="631293"/>
                  <a:ext cx="223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8" name="墨迹 97">
                  <a:extLst>
                    <a:ext uri="{FF2B5EF4-FFF2-40B4-BE49-F238E27FC236}">
                      <a16:creationId xmlns:a16="http://schemas.microsoft.com/office/drawing/2014/main" id="{1D108C8D-DA86-4A74-9F36-6F677CAD18D1}"/>
                    </a:ext>
                  </a:extLst>
                </p14:cNvPr>
                <p14:cNvContentPartPr/>
                <p14:nvPr/>
              </p14:nvContentPartPr>
              <p14:xfrm>
                <a:off x="1907933" y="358053"/>
                <a:ext cx="302040" cy="515880"/>
              </p14:xfrm>
            </p:contentPart>
          </mc:Choice>
          <mc:Fallback>
            <p:pic>
              <p:nvPicPr>
                <p:cNvPr id="98" name="墨迹 97">
                  <a:extLst>
                    <a:ext uri="{FF2B5EF4-FFF2-40B4-BE49-F238E27FC236}">
                      <a16:creationId xmlns:a16="http://schemas.microsoft.com/office/drawing/2014/main" id="{1D108C8D-DA86-4A74-9F36-6F677CAD18D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898933" y="349053"/>
                  <a:ext cx="31968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9" name="墨迹 98">
                  <a:extLst>
                    <a:ext uri="{FF2B5EF4-FFF2-40B4-BE49-F238E27FC236}">
                      <a16:creationId xmlns:a16="http://schemas.microsoft.com/office/drawing/2014/main" id="{0B4455B5-AD5C-4247-A834-0B2F8BDE6A71}"/>
                    </a:ext>
                  </a:extLst>
                </p14:cNvPr>
                <p14:cNvContentPartPr/>
                <p14:nvPr/>
              </p14:nvContentPartPr>
              <p14:xfrm>
                <a:off x="2305373" y="319533"/>
                <a:ext cx="267840" cy="612360"/>
              </p14:xfrm>
            </p:contentPart>
          </mc:Choice>
          <mc:Fallback>
            <p:pic>
              <p:nvPicPr>
                <p:cNvPr id="99" name="墨迹 98">
                  <a:extLst>
                    <a:ext uri="{FF2B5EF4-FFF2-40B4-BE49-F238E27FC236}">
                      <a16:creationId xmlns:a16="http://schemas.microsoft.com/office/drawing/2014/main" id="{0B4455B5-AD5C-4247-A834-0B2F8BDE6A7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296373" y="310893"/>
                  <a:ext cx="285480" cy="63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0" name="墨迹 99">
                  <a:extLst>
                    <a:ext uri="{FF2B5EF4-FFF2-40B4-BE49-F238E27FC236}">
                      <a16:creationId xmlns:a16="http://schemas.microsoft.com/office/drawing/2014/main" id="{A6652ED6-EF49-4C4E-8832-6A784E3C3BCD}"/>
                    </a:ext>
                  </a:extLst>
                </p14:cNvPr>
                <p14:cNvContentPartPr/>
                <p14:nvPr/>
              </p14:nvContentPartPr>
              <p14:xfrm>
                <a:off x="2266493" y="769533"/>
                <a:ext cx="395280" cy="73080"/>
              </p14:xfrm>
            </p:contentPart>
          </mc:Choice>
          <mc:Fallback>
            <p:pic>
              <p:nvPicPr>
                <p:cNvPr id="100" name="墨迹 99">
                  <a:extLst>
                    <a:ext uri="{FF2B5EF4-FFF2-40B4-BE49-F238E27FC236}">
                      <a16:creationId xmlns:a16="http://schemas.microsoft.com/office/drawing/2014/main" id="{A6652ED6-EF49-4C4E-8832-6A784E3C3BC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257493" y="760893"/>
                  <a:ext cx="4129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2" name="墨迹 101">
                  <a:extLst>
                    <a:ext uri="{FF2B5EF4-FFF2-40B4-BE49-F238E27FC236}">
                      <a16:creationId xmlns:a16="http://schemas.microsoft.com/office/drawing/2014/main" id="{55FCD98F-A259-458B-9F39-E8CF05910E1E}"/>
                    </a:ext>
                  </a:extLst>
                </p14:cNvPr>
                <p14:cNvContentPartPr/>
                <p14:nvPr/>
              </p14:nvContentPartPr>
              <p14:xfrm>
                <a:off x="929813" y="1358493"/>
                <a:ext cx="465840" cy="954720"/>
              </p14:xfrm>
            </p:contentPart>
          </mc:Choice>
          <mc:Fallback>
            <p:pic>
              <p:nvPicPr>
                <p:cNvPr id="102" name="墨迹 101">
                  <a:extLst>
                    <a:ext uri="{FF2B5EF4-FFF2-40B4-BE49-F238E27FC236}">
                      <a16:creationId xmlns:a16="http://schemas.microsoft.com/office/drawing/2014/main" id="{55FCD98F-A259-458B-9F39-E8CF05910E1E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20813" y="1349853"/>
                  <a:ext cx="483480" cy="9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3" name="墨迹 102">
                  <a:extLst>
                    <a:ext uri="{FF2B5EF4-FFF2-40B4-BE49-F238E27FC236}">
                      <a16:creationId xmlns:a16="http://schemas.microsoft.com/office/drawing/2014/main" id="{5C281124-F300-4C06-AA62-98DBDA610A61}"/>
                    </a:ext>
                  </a:extLst>
                </p14:cNvPr>
                <p14:cNvContentPartPr/>
                <p14:nvPr/>
              </p14:nvContentPartPr>
              <p14:xfrm>
                <a:off x="929093" y="1932333"/>
                <a:ext cx="245520" cy="298440"/>
              </p14:xfrm>
            </p:contentPart>
          </mc:Choice>
          <mc:Fallback>
            <p:pic>
              <p:nvPicPr>
                <p:cNvPr id="103" name="墨迹 102">
                  <a:extLst>
                    <a:ext uri="{FF2B5EF4-FFF2-40B4-BE49-F238E27FC236}">
                      <a16:creationId xmlns:a16="http://schemas.microsoft.com/office/drawing/2014/main" id="{5C281124-F300-4C06-AA62-98DBDA610A6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20453" y="1923693"/>
                  <a:ext cx="26316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4" name="墨迹 103">
                  <a:extLst>
                    <a:ext uri="{FF2B5EF4-FFF2-40B4-BE49-F238E27FC236}">
                      <a16:creationId xmlns:a16="http://schemas.microsoft.com/office/drawing/2014/main" id="{776D83E3-341C-44A3-BE88-9F1E1FC44CD3}"/>
                    </a:ext>
                  </a:extLst>
                </p14:cNvPr>
                <p14:cNvContentPartPr/>
                <p14:nvPr/>
              </p14:nvContentPartPr>
              <p14:xfrm>
                <a:off x="1054733" y="1281453"/>
                <a:ext cx="247680" cy="172440"/>
              </p14:xfrm>
            </p:contentPart>
          </mc:Choice>
          <mc:Fallback>
            <p:pic>
              <p:nvPicPr>
                <p:cNvPr id="104" name="墨迹 103">
                  <a:extLst>
                    <a:ext uri="{FF2B5EF4-FFF2-40B4-BE49-F238E27FC236}">
                      <a16:creationId xmlns:a16="http://schemas.microsoft.com/office/drawing/2014/main" id="{776D83E3-341C-44A3-BE88-9F1E1FC44CD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46093" y="1272813"/>
                  <a:ext cx="2653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5" name="墨迹 104">
                  <a:extLst>
                    <a:ext uri="{FF2B5EF4-FFF2-40B4-BE49-F238E27FC236}">
                      <a16:creationId xmlns:a16="http://schemas.microsoft.com/office/drawing/2014/main" id="{89273C75-0410-44C7-8A2D-5A63440DBCE7}"/>
                    </a:ext>
                  </a:extLst>
                </p14:cNvPr>
                <p14:cNvContentPartPr/>
                <p14:nvPr/>
              </p14:nvContentPartPr>
              <p14:xfrm>
                <a:off x="356333" y="1377213"/>
                <a:ext cx="345240" cy="710640"/>
              </p14:xfrm>
            </p:contentPart>
          </mc:Choice>
          <mc:Fallback>
            <p:pic>
              <p:nvPicPr>
                <p:cNvPr id="105" name="墨迹 104">
                  <a:extLst>
                    <a:ext uri="{FF2B5EF4-FFF2-40B4-BE49-F238E27FC236}">
                      <a16:creationId xmlns:a16="http://schemas.microsoft.com/office/drawing/2014/main" id="{89273C75-0410-44C7-8A2D-5A63440DBCE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47333" y="1368573"/>
                  <a:ext cx="362880" cy="72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6" name="墨迹 105">
                  <a:extLst>
                    <a:ext uri="{FF2B5EF4-FFF2-40B4-BE49-F238E27FC236}">
                      <a16:creationId xmlns:a16="http://schemas.microsoft.com/office/drawing/2014/main" id="{6AD5480E-E7C8-473F-A60A-C9BB2C8129AA}"/>
                    </a:ext>
                  </a:extLst>
                </p14:cNvPr>
                <p14:cNvContentPartPr/>
                <p14:nvPr/>
              </p14:nvContentPartPr>
              <p14:xfrm>
                <a:off x="553613" y="1552893"/>
                <a:ext cx="376920" cy="331200"/>
              </p14:xfrm>
            </p:contentPart>
          </mc:Choice>
          <mc:Fallback>
            <p:pic>
              <p:nvPicPr>
                <p:cNvPr id="106" name="墨迹 105">
                  <a:extLst>
                    <a:ext uri="{FF2B5EF4-FFF2-40B4-BE49-F238E27FC236}">
                      <a16:creationId xmlns:a16="http://schemas.microsoft.com/office/drawing/2014/main" id="{6AD5480E-E7C8-473F-A60A-C9BB2C8129A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44613" y="1543893"/>
                  <a:ext cx="39456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7" name="墨迹 106">
                  <a:extLst>
                    <a:ext uri="{FF2B5EF4-FFF2-40B4-BE49-F238E27FC236}">
                      <a16:creationId xmlns:a16="http://schemas.microsoft.com/office/drawing/2014/main" id="{3A6E39E8-D3C0-459D-9678-3AA4B16FA5B0}"/>
                    </a:ext>
                  </a:extLst>
                </p14:cNvPr>
                <p14:cNvContentPartPr/>
                <p14:nvPr/>
              </p14:nvContentPartPr>
              <p14:xfrm>
                <a:off x="2290253" y="1313493"/>
                <a:ext cx="251640" cy="549000"/>
              </p14:xfrm>
            </p:contentPart>
          </mc:Choice>
          <mc:Fallback>
            <p:pic>
              <p:nvPicPr>
                <p:cNvPr id="107" name="墨迹 106">
                  <a:extLst>
                    <a:ext uri="{FF2B5EF4-FFF2-40B4-BE49-F238E27FC236}">
                      <a16:creationId xmlns:a16="http://schemas.microsoft.com/office/drawing/2014/main" id="{3A6E39E8-D3C0-459D-9678-3AA4B16FA5B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2281613" y="1304493"/>
                  <a:ext cx="269280" cy="56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8" name="墨迹 107">
                  <a:extLst>
                    <a:ext uri="{FF2B5EF4-FFF2-40B4-BE49-F238E27FC236}">
                      <a16:creationId xmlns:a16="http://schemas.microsoft.com/office/drawing/2014/main" id="{BEAD84E4-7D0B-4599-AA8E-922D00ABBB54}"/>
                    </a:ext>
                  </a:extLst>
                </p14:cNvPr>
                <p14:cNvContentPartPr/>
                <p14:nvPr/>
              </p14:nvContentPartPr>
              <p14:xfrm>
                <a:off x="2697053" y="1124853"/>
                <a:ext cx="286560" cy="790200"/>
              </p14:xfrm>
            </p:contentPart>
          </mc:Choice>
          <mc:Fallback>
            <p:pic>
              <p:nvPicPr>
                <p:cNvPr id="108" name="墨迹 107">
                  <a:extLst>
                    <a:ext uri="{FF2B5EF4-FFF2-40B4-BE49-F238E27FC236}">
                      <a16:creationId xmlns:a16="http://schemas.microsoft.com/office/drawing/2014/main" id="{BEAD84E4-7D0B-4599-AA8E-922D00ABBB5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2688413" y="1116213"/>
                  <a:ext cx="304200" cy="80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9" name="墨迹 108">
                  <a:extLst>
                    <a:ext uri="{FF2B5EF4-FFF2-40B4-BE49-F238E27FC236}">
                      <a16:creationId xmlns:a16="http://schemas.microsoft.com/office/drawing/2014/main" id="{8248FF35-595B-4CF2-8AE6-E4E3B7B9C7C1}"/>
                    </a:ext>
                  </a:extLst>
                </p14:cNvPr>
                <p14:cNvContentPartPr/>
                <p14:nvPr/>
              </p14:nvContentPartPr>
              <p14:xfrm>
                <a:off x="2596973" y="1420773"/>
                <a:ext cx="590400" cy="204480"/>
              </p14:xfrm>
            </p:contentPart>
          </mc:Choice>
          <mc:Fallback>
            <p:pic>
              <p:nvPicPr>
                <p:cNvPr id="109" name="墨迹 108">
                  <a:extLst>
                    <a:ext uri="{FF2B5EF4-FFF2-40B4-BE49-F238E27FC236}">
                      <a16:creationId xmlns:a16="http://schemas.microsoft.com/office/drawing/2014/main" id="{8248FF35-595B-4CF2-8AE6-E4E3B7B9C7C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588333" y="1411773"/>
                  <a:ext cx="60804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2" name="墨迹 111">
                  <a:extLst>
                    <a:ext uri="{FF2B5EF4-FFF2-40B4-BE49-F238E27FC236}">
                      <a16:creationId xmlns:a16="http://schemas.microsoft.com/office/drawing/2014/main" id="{F04BE3FF-2C73-4566-81ED-F9427FDC8EDD}"/>
                    </a:ext>
                  </a:extLst>
                </p14:cNvPr>
                <p14:cNvContentPartPr/>
                <p14:nvPr/>
              </p14:nvContentPartPr>
              <p14:xfrm>
                <a:off x="1914773" y="2086053"/>
                <a:ext cx="286920" cy="658440"/>
              </p14:xfrm>
            </p:contentPart>
          </mc:Choice>
          <mc:Fallback>
            <p:pic>
              <p:nvPicPr>
                <p:cNvPr id="112" name="墨迹 111">
                  <a:extLst>
                    <a:ext uri="{FF2B5EF4-FFF2-40B4-BE49-F238E27FC236}">
                      <a16:creationId xmlns:a16="http://schemas.microsoft.com/office/drawing/2014/main" id="{F04BE3FF-2C73-4566-81ED-F9427FDC8ED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906133" y="2077053"/>
                  <a:ext cx="304560" cy="67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3" name="墨迹 112">
                  <a:extLst>
                    <a:ext uri="{FF2B5EF4-FFF2-40B4-BE49-F238E27FC236}">
                      <a16:creationId xmlns:a16="http://schemas.microsoft.com/office/drawing/2014/main" id="{E20F36C0-EDC5-4646-90A4-7C8BEFD3818F}"/>
                    </a:ext>
                  </a:extLst>
                </p14:cNvPr>
                <p14:cNvContentPartPr/>
                <p14:nvPr/>
              </p14:nvContentPartPr>
              <p14:xfrm>
                <a:off x="2173973" y="1951413"/>
                <a:ext cx="413640" cy="888840"/>
              </p14:xfrm>
            </p:contentPart>
          </mc:Choice>
          <mc:Fallback>
            <p:pic>
              <p:nvPicPr>
                <p:cNvPr id="113" name="墨迹 112">
                  <a:extLst>
                    <a:ext uri="{FF2B5EF4-FFF2-40B4-BE49-F238E27FC236}">
                      <a16:creationId xmlns:a16="http://schemas.microsoft.com/office/drawing/2014/main" id="{E20F36C0-EDC5-4646-90A4-7C8BEFD3818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165333" y="1942773"/>
                  <a:ext cx="431280" cy="90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4" name="墨迹 113">
                  <a:extLst>
                    <a:ext uri="{FF2B5EF4-FFF2-40B4-BE49-F238E27FC236}">
                      <a16:creationId xmlns:a16="http://schemas.microsoft.com/office/drawing/2014/main" id="{2F3E4810-6D43-4B26-A93E-AD6E9C7374D0}"/>
                    </a:ext>
                  </a:extLst>
                </p14:cNvPr>
                <p14:cNvContentPartPr/>
                <p14:nvPr/>
              </p14:nvContentPartPr>
              <p14:xfrm>
                <a:off x="2195573" y="2343093"/>
                <a:ext cx="182160" cy="295200"/>
              </p14:xfrm>
            </p:contentPart>
          </mc:Choice>
          <mc:Fallback>
            <p:pic>
              <p:nvPicPr>
                <p:cNvPr id="114" name="墨迹 113">
                  <a:extLst>
                    <a:ext uri="{FF2B5EF4-FFF2-40B4-BE49-F238E27FC236}">
                      <a16:creationId xmlns:a16="http://schemas.microsoft.com/office/drawing/2014/main" id="{2F3E4810-6D43-4B26-A93E-AD6E9C7374D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186573" y="2334093"/>
                  <a:ext cx="19980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5" name="墨迹 114">
                  <a:extLst>
                    <a:ext uri="{FF2B5EF4-FFF2-40B4-BE49-F238E27FC236}">
                      <a16:creationId xmlns:a16="http://schemas.microsoft.com/office/drawing/2014/main" id="{9786C36A-6A67-4A50-A4D4-0F817B832801}"/>
                    </a:ext>
                  </a:extLst>
                </p14:cNvPr>
                <p14:cNvContentPartPr/>
                <p14:nvPr/>
              </p14:nvContentPartPr>
              <p14:xfrm>
                <a:off x="2200613" y="2559813"/>
                <a:ext cx="295920" cy="119160"/>
              </p14:xfrm>
            </p:contentPart>
          </mc:Choice>
          <mc:Fallback>
            <p:pic>
              <p:nvPicPr>
                <p:cNvPr id="115" name="墨迹 114">
                  <a:extLst>
                    <a:ext uri="{FF2B5EF4-FFF2-40B4-BE49-F238E27FC236}">
                      <a16:creationId xmlns:a16="http://schemas.microsoft.com/office/drawing/2014/main" id="{9786C36A-6A67-4A50-A4D4-0F817B83280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191613" y="2551173"/>
                  <a:ext cx="3135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6" name="墨迹 115">
                  <a:extLst>
                    <a:ext uri="{FF2B5EF4-FFF2-40B4-BE49-F238E27FC236}">
                      <a16:creationId xmlns:a16="http://schemas.microsoft.com/office/drawing/2014/main" id="{C1DDC9EF-CFA4-41F4-A9A1-13B9F07CE190}"/>
                    </a:ext>
                  </a:extLst>
                </p14:cNvPr>
                <p14:cNvContentPartPr/>
                <p14:nvPr/>
              </p14:nvContentPartPr>
              <p14:xfrm>
                <a:off x="2668253" y="2091453"/>
                <a:ext cx="182880" cy="657360"/>
              </p14:xfrm>
            </p:contentPart>
          </mc:Choice>
          <mc:Fallback>
            <p:pic>
              <p:nvPicPr>
                <p:cNvPr id="116" name="墨迹 115">
                  <a:extLst>
                    <a:ext uri="{FF2B5EF4-FFF2-40B4-BE49-F238E27FC236}">
                      <a16:creationId xmlns:a16="http://schemas.microsoft.com/office/drawing/2014/main" id="{C1DDC9EF-CFA4-41F4-A9A1-13B9F07CE19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659253" y="2082453"/>
                  <a:ext cx="200520" cy="67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7" name="墨迹 116">
                  <a:extLst>
                    <a:ext uri="{FF2B5EF4-FFF2-40B4-BE49-F238E27FC236}">
                      <a16:creationId xmlns:a16="http://schemas.microsoft.com/office/drawing/2014/main" id="{27EA9327-061C-43B4-82D8-DAF96E8786F7}"/>
                    </a:ext>
                  </a:extLst>
                </p14:cNvPr>
                <p14:cNvContentPartPr/>
                <p14:nvPr/>
              </p14:nvContentPartPr>
              <p14:xfrm>
                <a:off x="2896853" y="2016573"/>
                <a:ext cx="235080" cy="791280"/>
              </p14:xfrm>
            </p:contentPart>
          </mc:Choice>
          <mc:Fallback>
            <p:pic>
              <p:nvPicPr>
                <p:cNvPr id="117" name="墨迹 116">
                  <a:extLst>
                    <a:ext uri="{FF2B5EF4-FFF2-40B4-BE49-F238E27FC236}">
                      <a16:creationId xmlns:a16="http://schemas.microsoft.com/office/drawing/2014/main" id="{27EA9327-061C-43B4-82D8-DAF96E8786F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888213" y="2007573"/>
                  <a:ext cx="252720" cy="80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8" name="墨迹 117">
                  <a:extLst>
                    <a:ext uri="{FF2B5EF4-FFF2-40B4-BE49-F238E27FC236}">
                      <a16:creationId xmlns:a16="http://schemas.microsoft.com/office/drawing/2014/main" id="{6F9EED73-EA51-4D35-AE3E-974F1F04C25A}"/>
                    </a:ext>
                  </a:extLst>
                </p14:cNvPr>
                <p14:cNvContentPartPr/>
                <p14:nvPr/>
              </p14:nvContentPartPr>
              <p14:xfrm>
                <a:off x="2979653" y="2343813"/>
                <a:ext cx="447480" cy="515160"/>
              </p14:xfrm>
            </p:contentPart>
          </mc:Choice>
          <mc:Fallback>
            <p:pic>
              <p:nvPicPr>
                <p:cNvPr id="118" name="墨迹 117">
                  <a:extLst>
                    <a:ext uri="{FF2B5EF4-FFF2-40B4-BE49-F238E27FC236}">
                      <a16:creationId xmlns:a16="http://schemas.microsoft.com/office/drawing/2014/main" id="{6F9EED73-EA51-4D35-AE3E-974F1F04C25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971013" y="2334813"/>
                  <a:ext cx="465120" cy="53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0" name="墨迹 119">
                  <a:extLst>
                    <a:ext uri="{FF2B5EF4-FFF2-40B4-BE49-F238E27FC236}">
                      <a16:creationId xmlns:a16="http://schemas.microsoft.com/office/drawing/2014/main" id="{54581CD3-6854-4B07-A9A8-2972D773A369}"/>
                    </a:ext>
                  </a:extLst>
                </p14:cNvPr>
                <p14:cNvContentPartPr/>
                <p14:nvPr/>
              </p14:nvContentPartPr>
              <p14:xfrm>
                <a:off x="385853" y="1081653"/>
                <a:ext cx="2950560" cy="152280"/>
              </p14:xfrm>
            </p:contentPart>
          </mc:Choice>
          <mc:Fallback>
            <p:pic>
              <p:nvPicPr>
                <p:cNvPr id="120" name="墨迹 119">
                  <a:extLst>
                    <a:ext uri="{FF2B5EF4-FFF2-40B4-BE49-F238E27FC236}">
                      <a16:creationId xmlns:a16="http://schemas.microsoft.com/office/drawing/2014/main" id="{54581CD3-6854-4B07-A9A8-2972D773A36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76853" y="1072653"/>
                  <a:ext cx="29682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1" name="墨迹 120">
                  <a:extLst>
                    <a:ext uri="{FF2B5EF4-FFF2-40B4-BE49-F238E27FC236}">
                      <a16:creationId xmlns:a16="http://schemas.microsoft.com/office/drawing/2014/main" id="{6344BE22-0705-4DD9-948B-6C790EB390AC}"/>
                    </a:ext>
                  </a:extLst>
                </p14:cNvPr>
                <p14:cNvContentPartPr/>
                <p14:nvPr/>
              </p14:nvContentPartPr>
              <p14:xfrm>
                <a:off x="81293" y="1813173"/>
                <a:ext cx="3936600" cy="485280"/>
              </p14:xfrm>
            </p:contentPart>
          </mc:Choice>
          <mc:Fallback>
            <p:pic>
              <p:nvPicPr>
                <p:cNvPr id="121" name="墨迹 120">
                  <a:extLst>
                    <a:ext uri="{FF2B5EF4-FFF2-40B4-BE49-F238E27FC236}">
                      <a16:creationId xmlns:a16="http://schemas.microsoft.com/office/drawing/2014/main" id="{6344BE22-0705-4DD9-948B-6C790EB390A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72653" y="1804173"/>
                  <a:ext cx="3954240" cy="50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2" name="墨迹 121">
                  <a:extLst>
                    <a:ext uri="{FF2B5EF4-FFF2-40B4-BE49-F238E27FC236}">
                      <a16:creationId xmlns:a16="http://schemas.microsoft.com/office/drawing/2014/main" id="{84E8A2C8-4097-40C3-83A4-46A786D6D98B}"/>
                    </a:ext>
                  </a:extLst>
                </p14:cNvPr>
                <p14:cNvContentPartPr/>
                <p14:nvPr/>
              </p14:nvContentPartPr>
              <p14:xfrm>
                <a:off x="559373" y="2947173"/>
                <a:ext cx="3795840" cy="245160"/>
              </p14:xfrm>
            </p:contentPart>
          </mc:Choice>
          <mc:Fallback>
            <p:pic>
              <p:nvPicPr>
                <p:cNvPr id="122" name="墨迹 121">
                  <a:extLst>
                    <a:ext uri="{FF2B5EF4-FFF2-40B4-BE49-F238E27FC236}">
                      <a16:creationId xmlns:a16="http://schemas.microsoft.com/office/drawing/2014/main" id="{84E8A2C8-4097-40C3-83A4-46A786D6D98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50373" y="2938173"/>
                  <a:ext cx="381348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4" name="墨迹 123">
                  <a:extLst>
                    <a:ext uri="{FF2B5EF4-FFF2-40B4-BE49-F238E27FC236}">
                      <a16:creationId xmlns:a16="http://schemas.microsoft.com/office/drawing/2014/main" id="{51806ECA-43B8-4B8E-B4F3-8C94E50419C4}"/>
                    </a:ext>
                  </a:extLst>
                </p14:cNvPr>
                <p14:cNvContentPartPr/>
                <p14:nvPr/>
              </p14:nvContentPartPr>
              <p14:xfrm>
                <a:off x="9650813" y="2705613"/>
                <a:ext cx="1794600" cy="222120"/>
              </p14:xfrm>
            </p:contentPart>
          </mc:Choice>
          <mc:Fallback>
            <p:pic>
              <p:nvPicPr>
                <p:cNvPr id="124" name="墨迹 123">
                  <a:extLst>
                    <a:ext uri="{FF2B5EF4-FFF2-40B4-BE49-F238E27FC236}">
                      <a16:creationId xmlns:a16="http://schemas.microsoft.com/office/drawing/2014/main" id="{51806ECA-43B8-4B8E-B4F3-8C94E50419C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641813" y="2696613"/>
                  <a:ext cx="18122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5" name="墨迹 124">
                  <a:extLst>
                    <a:ext uri="{FF2B5EF4-FFF2-40B4-BE49-F238E27FC236}">
                      <a16:creationId xmlns:a16="http://schemas.microsoft.com/office/drawing/2014/main" id="{21265B0E-368B-44F7-A5FD-CC666CB6586F}"/>
                    </a:ext>
                  </a:extLst>
                </p14:cNvPr>
                <p14:cNvContentPartPr/>
                <p14:nvPr/>
              </p14:nvContentPartPr>
              <p14:xfrm>
                <a:off x="9361733" y="1340493"/>
                <a:ext cx="1930320" cy="1654200"/>
              </p14:xfrm>
            </p:contentPart>
          </mc:Choice>
          <mc:Fallback>
            <p:pic>
              <p:nvPicPr>
                <p:cNvPr id="125" name="墨迹 124">
                  <a:extLst>
                    <a:ext uri="{FF2B5EF4-FFF2-40B4-BE49-F238E27FC236}">
                      <a16:creationId xmlns:a16="http://schemas.microsoft.com/office/drawing/2014/main" id="{21265B0E-368B-44F7-A5FD-CC666CB6586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352733" y="1331853"/>
                  <a:ext cx="1947960" cy="1671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97943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1D8BEF0-A2E0-486B-988A-5955FD1FB1BA}"/>
              </a:ext>
            </a:extLst>
          </p:cNvPr>
          <p:cNvSpPr txBox="1"/>
          <p:nvPr/>
        </p:nvSpPr>
        <p:spPr>
          <a:xfrm>
            <a:off x="182880" y="198735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 err="1">
                <a:solidFill>
                  <a:srgbClr val="191B1F"/>
                </a:solidFill>
                <a:effectLst/>
                <a:latin typeface="-apple-system"/>
              </a:rPr>
              <a:t>langchain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的核心是 </a:t>
            </a:r>
            <a:r>
              <a:rPr lang="en-US" altLang="zh-CN" b="0" i="0" dirty="0" err="1">
                <a:solidFill>
                  <a:srgbClr val="191B1F"/>
                </a:solidFill>
                <a:effectLst/>
                <a:latin typeface="-apple-system"/>
              </a:rPr>
              <a:t>langchain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-core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和 </a:t>
            </a:r>
            <a:r>
              <a:rPr lang="en-US" altLang="zh-CN" b="0" i="0" dirty="0" err="1">
                <a:solidFill>
                  <a:srgbClr val="191B1F"/>
                </a:solidFill>
                <a:effectLst/>
                <a:latin typeface="-apple-system"/>
              </a:rPr>
              <a:t>langchain</a:t>
            </a:r>
            <a:endParaRPr lang="en-US" altLang="zh-CN" dirty="0">
              <a:solidFill>
                <a:srgbClr val="191B1F"/>
              </a:solidFill>
              <a:latin typeface="-apple-system"/>
            </a:endParaRPr>
          </a:p>
          <a:p>
            <a:endParaRPr lang="en-US" altLang="zh-CN" b="0" i="0" dirty="0">
              <a:solidFill>
                <a:srgbClr val="191B1F"/>
              </a:solidFill>
              <a:effectLst/>
              <a:latin typeface="-apple-system"/>
            </a:endParaRPr>
          </a:p>
          <a:p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如果用到一些社区功能，还要加上 </a:t>
            </a:r>
            <a:r>
              <a:rPr lang="en-US" altLang="zh-CN" b="0" i="0" dirty="0" err="1">
                <a:solidFill>
                  <a:srgbClr val="191B1F"/>
                </a:solidFill>
                <a:effectLst/>
                <a:latin typeface="-apple-system"/>
              </a:rPr>
              <a:t>langchain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-community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，搭建 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Agent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用的是 </a:t>
            </a:r>
            <a:r>
              <a:rPr lang="en-US" altLang="zh-CN" b="0" i="0" dirty="0" err="1">
                <a:solidFill>
                  <a:srgbClr val="191B1F"/>
                </a:solidFill>
                <a:effectLst/>
                <a:latin typeface="-apple-system"/>
              </a:rPr>
              <a:t>langgraph</a:t>
            </a:r>
            <a:endParaRPr lang="zh-CN" altLang="en-US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01DE0334-F636-4864-A1DD-9C53C6036BFD}"/>
              </a:ext>
            </a:extLst>
          </p:cNvPr>
          <p:cNvGrpSpPr/>
          <p:nvPr/>
        </p:nvGrpSpPr>
        <p:grpSpPr>
          <a:xfrm>
            <a:off x="1670600" y="1165173"/>
            <a:ext cx="5185080" cy="3658320"/>
            <a:chOff x="1670600" y="1165173"/>
            <a:chExt cx="5185080" cy="365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墨迹 1">
                  <a:extLst>
                    <a:ext uri="{FF2B5EF4-FFF2-40B4-BE49-F238E27FC236}">
                      <a16:creationId xmlns:a16="http://schemas.microsoft.com/office/drawing/2014/main" id="{2C479C23-9E40-4157-A3EF-7D1CB2C61586}"/>
                    </a:ext>
                  </a:extLst>
                </p14:cNvPr>
                <p14:cNvContentPartPr/>
                <p14:nvPr/>
              </p14:nvContentPartPr>
              <p14:xfrm>
                <a:off x="3338840" y="2908293"/>
                <a:ext cx="122760" cy="594000"/>
              </p14:xfrm>
            </p:contentPart>
          </mc:Choice>
          <mc:Fallback xmlns="">
            <p:pic>
              <p:nvPicPr>
                <p:cNvPr id="2" name="墨迹 1">
                  <a:extLst>
                    <a:ext uri="{FF2B5EF4-FFF2-40B4-BE49-F238E27FC236}">
                      <a16:creationId xmlns:a16="http://schemas.microsoft.com/office/drawing/2014/main" id="{2C479C23-9E40-4157-A3EF-7D1CB2C6158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329840" y="2899293"/>
                  <a:ext cx="140400" cy="61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7A2A73BA-EC2E-40FE-A38E-6F3B6AFFB8E2}"/>
                    </a:ext>
                  </a:extLst>
                </p14:cNvPr>
                <p14:cNvContentPartPr/>
                <p14:nvPr/>
              </p14:nvContentPartPr>
              <p14:xfrm>
                <a:off x="3320480" y="2720373"/>
                <a:ext cx="1351440" cy="602640"/>
              </p14:xfrm>
            </p:contentPart>
          </mc:Choice>
          <mc:Fallback xmlns=""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7A2A73BA-EC2E-40FE-A38E-6F3B6AFFB8E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311840" y="2711373"/>
                  <a:ext cx="1369080" cy="62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BB58EB15-216C-402D-9412-FB09411EB0F7}"/>
                    </a:ext>
                  </a:extLst>
                </p14:cNvPr>
                <p14:cNvContentPartPr/>
                <p14:nvPr/>
              </p14:nvContentPartPr>
              <p14:xfrm>
                <a:off x="3445760" y="3427413"/>
                <a:ext cx="1121760" cy="103320"/>
              </p14:xfrm>
            </p:contentPart>
          </mc:Choice>
          <mc:Fallback xmlns=""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BB58EB15-216C-402D-9412-FB09411EB0F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436760" y="3418413"/>
                  <a:ext cx="11394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DEE51A8C-7EC5-4D7F-9113-F92BC7A702F7}"/>
                    </a:ext>
                  </a:extLst>
                </p14:cNvPr>
                <p14:cNvContentPartPr/>
                <p14:nvPr/>
              </p14:nvContentPartPr>
              <p14:xfrm>
                <a:off x="3485720" y="2980653"/>
                <a:ext cx="430560" cy="389520"/>
              </p14:xfrm>
            </p:contentPart>
          </mc:Choice>
          <mc:Fallback xmlns=""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DEE51A8C-7EC5-4D7F-9113-F92BC7A702F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476720" y="2971653"/>
                  <a:ext cx="44820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CA6BAFB5-DC4C-474A-AC98-1C91A8E89E8E}"/>
                    </a:ext>
                  </a:extLst>
                </p14:cNvPr>
                <p14:cNvContentPartPr/>
                <p14:nvPr/>
              </p14:nvContentPartPr>
              <p14:xfrm>
                <a:off x="3976400" y="2975973"/>
                <a:ext cx="260640" cy="183600"/>
              </p14:xfrm>
            </p:contentPart>
          </mc:Choice>
          <mc:Fallback xmlns=""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CA6BAFB5-DC4C-474A-AC98-1C91A8E89E8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967760" y="2967333"/>
                  <a:ext cx="2782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CC76DE87-A2ED-4A15-A795-EF17C4CB0E2C}"/>
                    </a:ext>
                  </a:extLst>
                </p14:cNvPr>
                <p14:cNvContentPartPr/>
                <p14:nvPr/>
              </p14:nvContentPartPr>
              <p14:xfrm>
                <a:off x="4164320" y="2994693"/>
                <a:ext cx="146160" cy="67320"/>
              </p14:xfrm>
            </p:contentPart>
          </mc:Choice>
          <mc:Fallback xmlns=""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CC76DE87-A2ED-4A15-A795-EF17C4CB0E2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155320" y="2985693"/>
                  <a:ext cx="1638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750ACE57-B3EE-4DCF-B1D6-4D29DC0AA72E}"/>
                    </a:ext>
                  </a:extLst>
                </p14:cNvPr>
                <p14:cNvContentPartPr/>
                <p14:nvPr/>
              </p14:nvContentPartPr>
              <p14:xfrm>
                <a:off x="3047600" y="1443093"/>
                <a:ext cx="1562040" cy="1829160"/>
              </p14:xfrm>
            </p:contentPart>
          </mc:Choice>
          <mc:Fallback xmlns=""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750ACE57-B3EE-4DCF-B1D6-4D29DC0AA72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038960" y="1434453"/>
                  <a:ext cx="1579680" cy="18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76CDBC6D-AF99-46FA-AA2B-926280496519}"/>
                    </a:ext>
                  </a:extLst>
                </p14:cNvPr>
                <p14:cNvContentPartPr/>
                <p14:nvPr/>
              </p14:nvContentPartPr>
              <p14:xfrm>
                <a:off x="1670600" y="1165173"/>
                <a:ext cx="5185080" cy="3658320"/>
              </p14:xfrm>
            </p:contentPart>
          </mc:Choice>
          <mc:Fallback xmlns=""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76CDBC6D-AF99-46FA-AA2B-92628049651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61960" y="1156173"/>
                  <a:ext cx="5202720" cy="3675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49695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FBD288F-6410-48DE-AB87-3708CE899FFD}"/>
              </a:ext>
            </a:extLst>
          </p:cNvPr>
          <p:cNvSpPr txBox="1"/>
          <p:nvPr/>
        </p:nvSpPr>
        <p:spPr>
          <a:xfrm>
            <a:off x="352214" y="337235"/>
            <a:ext cx="10112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 err="1">
                <a:solidFill>
                  <a:srgbClr val="191B1F"/>
                </a:solidFill>
                <a:effectLst/>
                <a:latin typeface="-apple-system"/>
              </a:rPr>
              <a:t>LangChain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通常被用作「粘合剂」，将构建 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-apple-system"/>
              </a:rPr>
              <a:t>LLM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-apple-system"/>
              </a:rPr>
              <a:t>应用所需的各个模块连接在一起。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87C845F-232B-48F0-8EEF-B3ABDC688523}"/>
              </a:ext>
            </a:extLst>
          </p:cNvPr>
          <p:cNvSpPr txBox="1"/>
          <p:nvPr/>
        </p:nvSpPr>
        <p:spPr>
          <a:xfrm>
            <a:off x="548640" y="1605280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把大模型和常见的功能包一层，用起来更方便</a:t>
            </a:r>
          </a:p>
        </p:txBody>
      </p:sp>
    </p:spTree>
    <p:extLst>
      <p:ext uri="{BB962C8B-B14F-4D97-AF65-F5344CB8AC3E}">
        <p14:creationId xmlns:p14="http://schemas.microsoft.com/office/powerpoint/2010/main" val="1254980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72019388-CADD-405C-AB4E-50A6E819AF65}"/>
              </a:ext>
            </a:extLst>
          </p:cNvPr>
          <p:cNvSpPr txBox="1"/>
          <p:nvPr/>
        </p:nvSpPr>
        <p:spPr>
          <a:xfrm>
            <a:off x="2472266" y="2413337"/>
            <a:ext cx="787908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dirty="0">
                <a:solidFill>
                  <a:srgbClr val="FF0000"/>
                </a:solidFill>
              </a:rPr>
              <a:t>大模型调用的常见方式</a:t>
            </a:r>
          </a:p>
        </p:txBody>
      </p:sp>
    </p:spTree>
    <p:extLst>
      <p:ext uri="{BB962C8B-B14F-4D97-AF65-F5344CB8AC3E}">
        <p14:creationId xmlns:p14="http://schemas.microsoft.com/office/powerpoint/2010/main" val="2149804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865E428-659B-4271-AC66-405640F2D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78" y="1825518"/>
            <a:ext cx="9100087" cy="2279121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55464B-4FF0-4B6C-987F-77330DF301C2}"/>
              </a:ext>
            </a:extLst>
          </p:cNvPr>
          <p:cNvSpPr txBox="1"/>
          <p:nvPr/>
        </p:nvSpPr>
        <p:spPr>
          <a:xfrm>
            <a:off x="440267" y="84297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 &lt;|im_start|&gt;system</a:t>
            </a:r>
          </a:p>
          <a:p>
            <a:r>
              <a:rPr lang="zh-CN" altLang="en-US" dirty="0"/>
              <a:t>You are a helpful assistant.&lt;|im_end|&gt;</a:t>
            </a:r>
          </a:p>
          <a:p>
            <a:r>
              <a:rPr lang="zh-CN" altLang="en-US" dirty="0"/>
              <a:t>&lt;|im_start|&gt;user</a:t>
            </a:r>
          </a:p>
          <a:p>
            <a:r>
              <a:rPr lang="zh-CN" altLang="en-US" dirty="0"/>
              <a:t>你好 你是谁&lt;|im_end|&gt;</a:t>
            </a:r>
          </a:p>
          <a:p>
            <a:r>
              <a:rPr lang="zh-CN" altLang="en-US" dirty="0"/>
              <a:t>&lt;|im_start|&gt;assistant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546F075-BC83-4477-8767-0920D61C51D2}"/>
              </a:ext>
            </a:extLst>
          </p:cNvPr>
          <p:cNvSpPr txBox="1"/>
          <p:nvPr/>
        </p:nvSpPr>
        <p:spPr>
          <a:xfrm>
            <a:off x="7206827" y="379307"/>
            <a:ext cx="18004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现在用的大模型</a:t>
            </a:r>
            <a:endParaRPr lang="en-US" altLang="zh-CN" dirty="0"/>
          </a:p>
          <a:p>
            <a:r>
              <a:rPr lang="zh-CN" altLang="en-US" dirty="0"/>
              <a:t>指令大模型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3A8392A-3900-46D7-B7BF-53DC5CAC879D}"/>
              </a:ext>
            </a:extLst>
          </p:cNvPr>
          <p:cNvSpPr txBox="1"/>
          <p:nvPr/>
        </p:nvSpPr>
        <p:spPr>
          <a:xfrm>
            <a:off x="751840" y="4646507"/>
            <a:ext cx="1664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字符串</a:t>
            </a:r>
            <a:r>
              <a:rPr lang="en-US" altLang="zh-CN" dirty="0"/>
              <a:t>-&gt;id list</a:t>
            </a:r>
            <a:endParaRPr lang="zh-CN" altLang="en-US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E5D7716-2250-44C1-A04E-D2B4385D82A5}"/>
              </a:ext>
            </a:extLst>
          </p:cNvPr>
          <p:cNvGrpSpPr/>
          <p:nvPr/>
        </p:nvGrpSpPr>
        <p:grpSpPr>
          <a:xfrm>
            <a:off x="331400" y="3817293"/>
            <a:ext cx="9533160" cy="1547280"/>
            <a:chOff x="331400" y="3817293"/>
            <a:chExt cx="9533160" cy="154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1FCC4C76-B189-46B8-A7F0-7E4A3F5FE342}"/>
                    </a:ext>
                  </a:extLst>
                </p14:cNvPr>
                <p14:cNvContentPartPr/>
                <p14:nvPr/>
              </p14:nvContentPartPr>
              <p14:xfrm>
                <a:off x="331400" y="3817293"/>
                <a:ext cx="9533160" cy="414720"/>
              </p14:xfrm>
            </p:contentPart>
          </mc:Choice>
          <mc:Fallback xmlns=""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1FCC4C76-B189-46B8-A7F0-7E4A3F5FE34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22400" y="3808653"/>
                  <a:ext cx="9550800" cy="43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E8417429-E593-4FB3-A352-C565DD81BC39}"/>
                    </a:ext>
                  </a:extLst>
                </p14:cNvPr>
                <p14:cNvContentPartPr/>
                <p14:nvPr/>
              </p14:nvContentPartPr>
              <p14:xfrm>
                <a:off x="4843280" y="4286013"/>
                <a:ext cx="19440" cy="797400"/>
              </p14:xfrm>
            </p:contentPart>
          </mc:Choice>
          <mc:Fallback xmlns=""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E8417429-E593-4FB3-A352-C565DD81BC3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834280" y="4277373"/>
                  <a:ext cx="37080" cy="81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5E6EE60C-D9B3-43E3-97CE-55337033C2D2}"/>
                    </a:ext>
                  </a:extLst>
                </p14:cNvPr>
                <p14:cNvContentPartPr/>
                <p14:nvPr/>
              </p14:nvContentPartPr>
              <p14:xfrm>
                <a:off x="4681640" y="4637733"/>
                <a:ext cx="520560" cy="726840"/>
              </p14:xfrm>
            </p:contentPart>
          </mc:Choice>
          <mc:Fallback xmlns=""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5E6EE60C-D9B3-43E3-97CE-55337033C2D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672640" y="4628733"/>
                  <a:ext cx="538200" cy="74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29F43F06-34ED-4D2E-B4DC-B5937E13240A}"/>
              </a:ext>
            </a:extLst>
          </p:cNvPr>
          <p:cNvGrpSpPr/>
          <p:nvPr/>
        </p:nvGrpSpPr>
        <p:grpSpPr>
          <a:xfrm>
            <a:off x="4450520" y="5829693"/>
            <a:ext cx="825120" cy="840960"/>
            <a:chOff x="4450520" y="5829693"/>
            <a:chExt cx="825120" cy="84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814FF8E7-9C53-4185-B77E-ABDA613E9425}"/>
                    </a:ext>
                  </a:extLst>
                </p14:cNvPr>
                <p14:cNvContentPartPr/>
                <p14:nvPr/>
              </p14:nvContentPartPr>
              <p14:xfrm>
                <a:off x="4450520" y="5829693"/>
                <a:ext cx="227520" cy="459360"/>
              </p14:xfrm>
            </p:contentPart>
          </mc:Choice>
          <mc:Fallback xmlns=""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814FF8E7-9C53-4185-B77E-ABDA613E942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441880" y="5821053"/>
                  <a:ext cx="245160" cy="4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67DBF227-CD26-411B-92CC-104D02DDAAA1}"/>
                    </a:ext>
                  </a:extLst>
                </p14:cNvPr>
                <p14:cNvContentPartPr/>
                <p14:nvPr/>
              </p14:nvContentPartPr>
              <p14:xfrm>
                <a:off x="4512440" y="5870733"/>
                <a:ext cx="306720" cy="34200"/>
              </p14:xfrm>
            </p:contentPart>
          </mc:Choice>
          <mc:Fallback xmlns=""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67DBF227-CD26-411B-92CC-104D02DDAAA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503440" y="5862093"/>
                  <a:ext cx="3243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7179D05C-B1F5-45DC-B574-E46BA9F4FC6F}"/>
                    </a:ext>
                  </a:extLst>
                </p14:cNvPr>
                <p14:cNvContentPartPr/>
                <p14:nvPr/>
              </p14:nvContentPartPr>
              <p14:xfrm>
                <a:off x="4907360" y="5871453"/>
                <a:ext cx="368280" cy="799200"/>
              </p14:xfrm>
            </p:contentPart>
          </mc:Choice>
          <mc:Fallback xmlns=""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7179D05C-B1F5-45DC-B574-E46BA9F4FC6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898720" y="5862813"/>
                  <a:ext cx="385920" cy="81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4" name="墨迹 23">
                <a:extLst>
                  <a:ext uri="{FF2B5EF4-FFF2-40B4-BE49-F238E27FC236}">
                    <a16:creationId xmlns:a16="http://schemas.microsoft.com/office/drawing/2014/main" id="{68F7FF81-AF22-439A-B8E9-46F575E7E583}"/>
                  </a:ext>
                </a:extLst>
              </p14:cNvPr>
              <p14:cNvContentPartPr/>
              <p14:nvPr/>
            </p14:nvContentPartPr>
            <p14:xfrm>
              <a:off x="7903280" y="5738613"/>
              <a:ext cx="65160" cy="32040"/>
            </p14:xfrm>
          </p:contentPart>
        </mc:Choice>
        <mc:Fallback xmlns="">
          <p:pic>
            <p:nvPicPr>
              <p:cNvPr id="24" name="墨迹 23">
                <a:extLst>
                  <a:ext uri="{FF2B5EF4-FFF2-40B4-BE49-F238E27FC236}">
                    <a16:creationId xmlns:a16="http://schemas.microsoft.com/office/drawing/2014/main" id="{68F7FF81-AF22-439A-B8E9-46F575E7E58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894640" y="5729613"/>
                <a:ext cx="8280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5" name="墨迹 24">
                <a:extLst>
                  <a:ext uri="{FF2B5EF4-FFF2-40B4-BE49-F238E27FC236}">
                    <a16:creationId xmlns:a16="http://schemas.microsoft.com/office/drawing/2014/main" id="{23E5BFAD-CCDC-4B55-9CD7-585E88B4A9AD}"/>
                  </a:ext>
                </a:extLst>
              </p14:cNvPr>
              <p14:cNvContentPartPr/>
              <p14:nvPr/>
            </p14:nvContentPartPr>
            <p14:xfrm>
              <a:off x="8385320" y="5730693"/>
              <a:ext cx="608760" cy="63720"/>
            </p14:xfrm>
          </p:contentPart>
        </mc:Choice>
        <mc:Fallback xmlns="">
          <p:pic>
            <p:nvPicPr>
              <p:cNvPr id="25" name="墨迹 24">
                <a:extLst>
                  <a:ext uri="{FF2B5EF4-FFF2-40B4-BE49-F238E27FC236}">
                    <a16:creationId xmlns:a16="http://schemas.microsoft.com/office/drawing/2014/main" id="{23E5BFAD-CCDC-4B55-9CD7-585E88B4A9A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376680" y="5721693"/>
                <a:ext cx="62640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6" name="墨迹 25">
                <a:extLst>
                  <a:ext uri="{FF2B5EF4-FFF2-40B4-BE49-F238E27FC236}">
                    <a16:creationId xmlns:a16="http://schemas.microsoft.com/office/drawing/2014/main" id="{576E1C53-41C5-40D2-AB2B-204B206DEA8C}"/>
                  </a:ext>
                </a:extLst>
              </p14:cNvPr>
              <p14:cNvContentPartPr/>
              <p14:nvPr/>
            </p14:nvContentPartPr>
            <p14:xfrm>
              <a:off x="9624440" y="5667333"/>
              <a:ext cx="528480" cy="80280"/>
            </p14:xfrm>
          </p:contentPart>
        </mc:Choice>
        <mc:Fallback xmlns="">
          <p:pic>
            <p:nvPicPr>
              <p:cNvPr id="26" name="墨迹 25">
                <a:extLst>
                  <a:ext uri="{FF2B5EF4-FFF2-40B4-BE49-F238E27FC236}">
                    <a16:creationId xmlns:a16="http://schemas.microsoft.com/office/drawing/2014/main" id="{576E1C53-41C5-40D2-AB2B-204B206DEA8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615440" y="5658693"/>
                <a:ext cx="546120" cy="9792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组合 39">
            <a:extLst>
              <a:ext uri="{FF2B5EF4-FFF2-40B4-BE49-F238E27FC236}">
                <a16:creationId xmlns:a16="http://schemas.microsoft.com/office/drawing/2014/main" id="{413F4158-531A-4527-B2B1-49B76BF382D6}"/>
              </a:ext>
            </a:extLst>
          </p:cNvPr>
          <p:cNvGrpSpPr/>
          <p:nvPr/>
        </p:nvGrpSpPr>
        <p:grpSpPr>
          <a:xfrm>
            <a:off x="2358560" y="4399053"/>
            <a:ext cx="1231560" cy="2262960"/>
            <a:chOff x="2358560" y="4399053"/>
            <a:chExt cx="1231560" cy="226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45B1A621-A079-48C2-9C13-E3A8B6C926BB}"/>
                    </a:ext>
                  </a:extLst>
                </p14:cNvPr>
                <p14:cNvContentPartPr/>
                <p14:nvPr/>
              </p14:nvContentPartPr>
              <p14:xfrm>
                <a:off x="2559800" y="5977653"/>
                <a:ext cx="429840" cy="448200"/>
              </p14:xfrm>
            </p:contentPart>
          </mc:Choice>
          <mc:Fallback xmlns=""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45B1A621-A079-48C2-9C13-E3A8B6C926B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551160" y="5968653"/>
                  <a:ext cx="44748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B727F9C9-989B-4DD2-8A92-38DA3DA58487}"/>
                    </a:ext>
                  </a:extLst>
                </p14:cNvPr>
                <p14:cNvContentPartPr/>
                <p14:nvPr/>
              </p14:nvContentPartPr>
              <p14:xfrm>
                <a:off x="3003320" y="6014733"/>
                <a:ext cx="259200" cy="353520"/>
              </p14:xfrm>
            </p:contentPart>
          </mc:Choice>
          <mc:Fallback xmlns=""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B727F9C9-989B-4DD2-8A92-38DA3DA5848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994680" y="6005733"/>
                  <a:ext cx="27684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AAA374C2-8CF9-4A67-A7C4-0BBE6D0339D8}"/>
                    </a:ext>
                  </a:extLst>
                </p14:cNvPr>
                <p14:cNvContentPartPr/>
                <p14:nvPr/>
              </p14:nvContentPartPr>
              <p14:xfrm>
                <a:off x="2358560" y="5723493"/>
                <a:ext cx="1231560" cy="938520"/>
              </p14:xfrm>
            </p:contentPart>
          </mc:Choice>
          <mc:Fallback xmlns=""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AAA374C2-8CF9-4A67-A7C4-0BBE6D0339D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349920" y="5714853"/>
                  <a:ext cx="1249200" cy="9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B1B0556A-34C8-468E-AF19-246B513BC7A8}"/>
                    </a:ext>
                  </a:extLst>
                </p14:cNvPr>
                <p14:cNvContentPartPr/>
                <p14:nvPr/>
              </p14:nvContentPartPr>
              <p14:xfrm>
                <a:off x="2948960" y="5066133"/>
                <a:ext cx="105480" cy="734400"/>
              </p14:xfrm>
            </p:contentPart>
          </mc:Choice>
          <mc:Fallback xmlns=""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B1B0556A-34C8-468E-AF19-246B513BC7A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940320" y="5057493"/>
                  <a:ext cx="123120" cy="75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BC8A555F-5CED-47C6-8E4B-042400C86CF9}"/>
                    </a:ext>
                  </a:extLst>
                </p14:cNvPr>
                <p14:cNvContentPartPr/>
                <p14:nvPr/>
              </p14:nvContentPartPr>
              <p14:xfrm>
                <a:off x="2739080" y="5099973"/>
                <a:ext cx="205920" cy="260640"/>
              </p14:xfrm>
            </p:contentPart>
          </mc:Choice>
          <mc:Fallback xmlns=""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BC8A555F-5CED-47C6-8E4B-042400C86CF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730440" y="5091333"/>
                  <a:ext cx="22356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1C4853A9-D58C-4B37-AEAC-A295CE214395}"/>
                    </a:ext>
                  </a:extLst>
                </p14:cNvPr>
                <p14:cNvContentPartPr/>
                <p14:nvPr/>
              </p14:nvContentPartPr>
              <p14:xfrm>
                <a:off x="2978120" y="5040213"/>
                <a:ext cx="270000" cy="343440"/>
              </p14:xfrm>
            </p:contentPart>
          </mc:Choice>
          <mc:Fallback xmlns=""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1C4853A9-D58C-4B37-AEAC-A295CE21439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969480" y="5031573"/>
                  <a:ext cx="28764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A689187E-0E06-4A42-81FA-67FF01E0F80C}"/>
                    </a:ext>
                  </a:extLst>
                </p14:cNvPr>
                <p14:cNvContentPartPr/>
                <p14:nvPr/>
              </p14:nvContentPartPr>
              <p14:xfrm>
                <a:off x="2689760" y="4480773"/>
                <a:ext cx="72720" cy="42840"/>
              </p14:xfrm>
            </p:contentPart>
          </mc:Choice>
          <mc:Fallback xmlns=""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A689187E-0E06-4A42-81FA-67FF01E0F80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680760" y="4472133"/>
                  <a:ext cx="903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305A4D16-2173-4A10-A591-1545BC86763C}"/>
                    </a:ext>
                  </a:extLst>
                </p14:cNvPr>
                <p14:cNvContentPartPr/>
                <p14:nvPr/>
              </p14:nvContentPartPr>
              <p14:xfrm>
                <a:off x="2586440" y="4595973"/>
                <a:ext cx="52560" cy="106920"/>
              </p14:xfrm>
            </p:contentPart>
          </mc:Choice>
          <mc:Fallback xmlns=""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305A4D16-2173-4A10-A591-1545BC86763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577800" y="4586973"/>
                  <a:ext cx="702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D54BAAC6-80B1-4AF3-812A-F2684E296790}"/>
                    </a:ext>
                  </a:extLst>
                </p14:cNvPr>
                <p14:cNvContentPartPr/>
                <p14:nvPr/>
              </p14:nvContentPartPr>
              <p14:xfrm>
                <a:off x="2681120" y="4556373"/>
                <a:ext cx="158760" cy="390240"/>
              </p14:xfrm>
            </p:contentPart>
          </mc:Choice>
          <mc:Fallback xmlns=""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D54BAAC6-80B1-4AF3-812A-F2684E29679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672480" y="4547373"/>
                  <a:ext cx="17640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0F18D9A4-9B4F-48D9-ADE4-82F06C44CFAA}"/>
                    </a:ext>
                  </a:extLst>
                </p14:cNvPr>
                <p14:cNvContentPartPr/>
                <p14:nvPr/>
              </p14:nvContentPartPr>
              <p14:xfrm>
                <a:off x="2735840" y="4403733"/>
                <a:ext cx="454320" cy="430200"/>
              </p14:xfrm>
            </p:contentPart>
          </mc:Choice>
          <mc:Fallback xmlns=""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0F18D9A4-9B4F-48D9-ADE4-82F06C44CFA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726840" y="4395093"/>
                  <a:ext cx="471960" cy="4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7D0554C8-43C8-4D82-9588-091AB6D7409F}"/>
                    </a:ext>
                  </a:extLst>
                </p14:cNvPr>
                <p14:cNvContentPartPr/>
                <p14:nvPr/>
              </p14:nvContentPartPr>
              <p14:xfrm>
                <a:off x="3145520" y="4408053"/>
                <a:ext cx="88200" cy="122040"/>
              </p14:xfrm>
            </p:contentPart>
          </mc:Choice>
          <mc:Fallback xmlns=""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7D0554C8-43C8-4D82-9588-091AB6D7409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136520" y="4399413"/>
                  <a:ext cx="1058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0F5715C7-6F60-4AB7-89A6-79B8AF1CE015}"/>
                    </a:ext>
                  </a:extLst>
                </p14:cNvPr>
                <p14:cNvContentPartPr/>
                <p14:nvPr/>
              </p14:nvContentPartPr>
              <p14:xfrm>
                <a:off x="3054800" y="4399053"/>
                <a:ext cx="327960" cy="300240"/>
              </p14:xfrm>
            </p:contentPart>
          </mc:Choice>
          <mc:Fallback xmlns=""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0F5715C7-6F60-4AB7-89A6-79B8AF1CE015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046160" y="4390053"/>
                  <a:ext cx="34560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8" name="墨迹 37">
                  <a:extLst>
                    <a:ext uri="{FF2B5EF4-FFF2-40B4-BE49-F238E27FC236}">
                      <a16:creationId xmlns:a16="http://schemas.microsoft.com/office/drawing/2014/main" id="{43FF2971-DC75-43CE-95BE-DA9F99703F94}"/>
                    </a:ext>
                  </a:extLst>
                </p14:cNvPr>
                <p14:cNvContentPartPr/>
                <p14:nvPr/>
              </p14:nvContentPartPr>
              <p14:xfrm>
                <a:off x="3143000" y="4583013"/>
                <a:ext cx="255600" cy="203040"/>
              </p14:xfrm>
            </p:contentPart>
          </mc:Choice>
          <mc:Fallback xmlns="">
            <p:pic>
              <p:nvPicPr>
                <p:cNvPr id="38" name="墨迹 37">
                  <a:extLst>
                    <a:ext uri="{FF2B5EF4-FFF2-40B4-BE49-F238E27FC236}">
                      <a16:creationId xmlns:a16="http://schemas.microsoft.com/office/drawing/2014/main" id="{43FF2971-DC75-43CE-95BE-DA9F99703F9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134000" y="4574013"/>
                  <a:ext cx="2732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223931DB-38AB-48BF-8BCF-DB83EA3D2733}"/>
                    </a:ext>
                  </a:extLst>
                </p14:cNvPr>
                <p14:cNvContentPartPr/>
                <p14:nvPr/>
              </p14:nvContentPartPr>
              <p14:xfrm>
                <a:off x="3224000" y="4510293"/>
                <a:ext cx="235800" cy="308880"/>
              </p14:xfrm>
            </p:contentPart>
          </mc:Choice>
          <mc:Fallback xmlns=""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223931DB-38AB-48BF-8BCF-DB83EA3D273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215000" y="4501653"/>
                  <a:ext cx="253440" cy="326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52" name="墨迹 51">
                <a:extLst>
                  <a:ext uri="{FF2B5EF4-FFF2-40B4-BE49-F238E27FC236}">
                    <a16:creationId xmlns:a16="http://schemas.microsoft.com/office/drawing/2014/main" id="{7C34E272-6848-4485-993D-FFBB313CFCCF}"/>
                  </a:ext>
                </a:extLst>
              </p14:cNvPr>
              <p14:cNvContentPartPr/>
              <p14:nvPr/>
            </p14:nvContentPartPr>
            <p14:xfrm>
              <a:off x="3581480" y="2132133"/>
              <a:ext cx="879480" cy="111960"/>
            </p14:xfrm>
          </p:contentPart>
        </mc:Choice>
        <mc:Fallback xmlns="">
          <p:pic>
            <p:nvPicPr>
              <p:cNvPr id="52" name="墨迹 51">
                <a:extLst>
                  <a:ext uri="{FF2B5EF4-FFF2-40B4-BE49-F238E27FC236}">
                    <a16:creationId xmlns:a16="http://schemas.microsoft.com/office/drawing/2014/main" id="{7C34E272-6848-4485-993D-FFBB313CFCCF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3572480" y="2123133"/>
                <a:ext cx="897120" cy="12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组合 53">
            <a:extLst>
              <a:ext uri="{FF2B5EF4-FFF2-40B4-BE49-F238E27FC236}">
                <a16:creationId xmlns:a16="http://schemas.microsoft.com/office/drawing/2014/main" id="{E1819626-E89B-4C9F-B6A8-2B5A81EECA30}"/>
              </a:ext>
            </a:extLst>
          </p:cNvPr>
          <p:cNvGrpSpPr/>
          <p:nvPr/>
        </p:nvGrpSpPr>
        <p:grpSpPr>
          <a:xfrm>
            <a:off x="5976560" y="4159293"/>
            <a:ext cx="1339560" cy="2359440"/>
            <a:chOff x="5976560" y="4159293"/>
            <a:chExt cx="1339560" cy="235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C77F1528-8D02-48C9-88FC-1C5D3AFCE3F9}"/>
                    </a:ext>
                  </a:extLst>
                </p14:cNvPr>
                <p14:cNvContentPartPr/>
                <p14:nvPr/>
              </p14:nvContentPartPr>
              <p14:xfrm>
                <a:off x="6541760" y="6099333"/>
                <a:ext cx="297000" cy="244440"/>
              </p14:xfrm>
            </p:contentPart>
          </mc:Choice>
          <mc:Fallback xmlns=""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C77F1528-8D02-48C9-88FC-1C5D3AFCE3F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532760" y="6090693"/>
                  <a:ext cx="31464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A21EF0DE-176F-43E5-8F86-654CF2D9C3D5}"/>
                    </a:ext>
                  </a:extLst>
                </p14:cNvPr>
                <p14:cNvContentPartPr/>
                <p14:nvPr/>
              </p14:nvContentPartPr>
              <p14:xfrm>
                <a:off x="7022720" y="5823213"/>
                <a:ext cx="103680" cy="576360"/>
              </p14:xfrm>
            </p:contentPart>
          </mc:Choice>
          <mc:Fallback xmlns=""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A21EF0DE-176F-43E5-8F86-654CF2D9C3D5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014080" y="5814573"/>
                  <a:ext cx="121320" cy="59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C467E72D-B654-4B15-A71F-EED2382E3608}"/>
                    </a:ext>
                  </a:extLst>
                </p14:cNvPr>
                <p14:cNvContentPartPr/>
                <p14:nvPr/>
              </p14:nvContentPartPr>
              <p14:xfrm>
                <a:off x="6591440" y="5503533"/>
                <a:ext cx="214560" cy="785880"/>
              </p14:xfrm>
            </p:contentPart>
          </mc:Choice>
          <mc:Fallback xmlns=""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C467E72D-B654-4B15-A71F-EED2382E360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582800" y="5494533"/>
                  <a:ext cx="232200" cy="80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96B43D54-9FF0-43EB-A581-D6D2558A48DD}"/>
                    </a:ext>
                  </a:extLst>
                </p14:cNvPr>
                <p14:cNvContentPartPr/>
                <p14:nvPr/>
              </p14:nvContentPartPr>
              <p14:xfrm>
                <a:off x="6798440" y="5128053"/>
                <a:ext cx="43200" cy="591480"/>
              </p14:xfrm>
            </p:contentPart>
          </mc:Choice>
          <mc:Fallback xmlns=""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96B43D54-9FF0-43EB-A581-D6D2558A48DD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789440" y="5119053"/>
                  <a:ext cx="60840" cy="60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3965DCDA-E5AD-492D-8EB3-9935009FD003}"/>
                    </a:ext>
                  </a:extLst>
                </p14:cNvPr>
                <p14:cNvContentPartPr/>
                <p14:nvPr/>
              </p14:nvContentPartPr>
              <p14:xfrm>
                <a:off x="6430520" y="4923213"/>
                <a:ext cx="350280" cy="455400"/>
              </p14:xfrm>
            </p:contentPart>
          </mc:Choice>
          <mc:Fallback xmlns=""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3965DCDA-E5AD-492D-8EB3-9935009FD00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421880" y="4914213"/>
                  <a:ext cx="36792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3" name="墨迹 42">
                  <a:extLst>
                    <a:ext uri="{FF2B5EF4-FFF2-40B4-BE49-F238E27FC236}">
                      <a16:creationId xmlns:a16="http://schemas.microsoft.com/office/drawing/2014/main" id="{30925AB4-A863-44B4-8280-125F147D93B2}"/>
                    </a:ext>
                  </a:extLst>
                </p14:cNvPr>
                <p14:cNvContentPartPr/>
                <p14:nvPr/>
              </p14:nvContentPartPr>
              <p14:xfrm>
                <a:off x="6826520" y="4984053"/>
                <a:ext cx="190800" cy="286560"/>
              </p14:xfrm>
            </p:contentPart>
          </mc:Choice>
          <mc:Fallback xmlns="">
            <p:pic>
              <p:nvPicPr>
                <p:cNvPr id="43" name="墨迹 42">
                  <a:extLst>
                    <a:ext uri="{FF2B5EF4-FFF2-40B4-BE49-F238E27FC236}">
                      <a16:creationId xmlns:a16="http://schemas.microsoft.com/office/drawing/2014/main" id="{30925AB4-A863-44B4-8280-125F147D93B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817520" y="4975413"/>
                  <a:ext cx="20844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4" name="墨迹 43">
                  <a:extLst>
                    <a:ext uri="{FF2B5EF4-FFF2-40B4-BE49-F238E27FC236}">
                      <a16:creationId xmlns:a16="http://schemas.microsoft.com/office/drawing/2014/main" id="{B0558459-C8D5-4BA1-9EF0-A95831964544}"/>
                    </a:ext>
                  </a:extLst>
                </p14:cNvPr>
                <p14:cNvContentPartPr/>
                <p14:nvPr/>
              </p14:nvContentPartPr>
              <p14:xfrm>
                <a:off x="6244400" y="4242093"/>
                <a:ext cx="120600" cy="75240"/>
              </p14:xfrm>
            </p:contentPart>
          </mc:Choice>
          <mc:Fallback xmlns="">
            <p:pic>
              <p:nvPicPr>
                <p:cNvPr id="44" name="墨迹 43">
                  <a:extLst>
                    <a:ext uri="{FF2B5EF4-FFF2-40B4-BE49-F238E27FC236}">
                      <a16:creationId xmlns:a16="http://schemas.microsoft.com/office/drawing/2014/main" id="{B0558459-C8D5-4BA1-9EF0-A95831964544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235760" y="4233453"/>
                  <a:ext cx="1382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5" name="墨迹 44">
                  <a:extLst>
                    <a:ext uri="{FF2B5EF4-FFF2-40B4-BE49-F238E27FC236}">
                      <a16:creationId xmlns:a16="http://schemas.microsoft.com/office/drawing/2014/main" id="{6B90C7F5-2F3A-4195-80B0-4BB52A76E10F}"/>
                    </a:ext>
                  </a:extLst>
                </p14:cNvPr>
                <p14:cNvContentPartPr/>
                <p14:nvPr/>
              </p14:nvContentPartPr>
              <p14:xfrm>
                <a:off x="6169160" y="4289973"/>
                <a:ext cx="278640" cy="542880"/>
              </p14:xfrm>
            </p:contentPart>
          </mc:Choice>
          <mc:Fallback xmlns="">
            <p:pic>
              <p:nvPicPr>
                <p:cNvPr id="45" name="墨迹 44">
                  <a:extLst>
                    <a:ext uri="{FF2B5EF4-FFF2-40B4-BE49-F238E27FC236}">
                      <a16:creationId xmlns:a16="http://schemas.microsoft.com/office/drawing/2014/main" id="{6B90C7F5-2F3A-4195-80B0-4BB52A76E10F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160160" y="4280973"/>
                  <a:ext cx="296280" cy="56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E748B677-6410-43FF-9274-8DC05E47081D}"/>
                    </a:ext>
                  </a:extLst>
                </p14:cNvPr>
                <p14:cNvContentPartPr/>
                <p14:nvPr/>
              </p14:nvContentPartPr>
              <p14:xfrm>
                <a:off x="6306680" y="4159293"/>
                <a:ext cx="374040" cy="539640"/>
              </p14:xfrm>
            </p:contentPart>
          </mc:Choice>
          <mc:Fallback xmlns=""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E748B677-6410-43FF-9274-8DC05E47081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298040" y="4150653"/>
                  <a:ext cx="391680" cy="55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7" name="墨迹 46">
                  <a:extLst>
                    <a:ext uri="{FF2B5EF4-FFF2-40B4-BE49-F238E27FC236}">
                      <a16:creationId xmlns:a16="http://schemas.microsoft.com/office/drawing/2014/main" id="{9A3739D2-E920-4519-97D5-39C8AB31C460}"/>
                    </a:ext>
                  </a:extLst>
                </p14:cNvPr>
                <p14:cNvContentPartPr/>
                <p14:nvPr/>
              </p14:nvContentPartPr>
              <p14:xfrm>
                <a:off x="6553280" y="4196733"/>
                <a:ext cx="423720" cy="174960"/>
              </p14:xfrm>
            </p:contentPart>
          </mc:Choice>
          <mc:Fallback xmlns="">
            <p:pic>
              <p:nvPicPr>
                <p:cNvPr id="47" name="墨迹 46">
                  <a:extLst>
                    <a:ext uri="{FF2B5EF4-FFF2-40B4-BE49-F238E27FC236}">
                      <a16:creationId xmlns:a16="http://schemas.microsoft.com/office/drawing/2014/main" id="{9A3739D2-E920-4519-97D5-39C8AB31C46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544640" y="4188093"/>
                  <a:ext cx="44136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8" name="墨迹 47">
                  <a:extLst>
                    <a:ext uri="{FF2B5EF4-FFF2-40B4-BE49-F238E27FC236}">
                      <a16:creationId xmlns:a16="http://schemas.microsoft.com/office/drawing/2014/main" id="{7A83A0BA-5B74-46E7-9EBC-82CEF8AE6D5E}"/>
                    </a:ext>
                  </a:extLst>
                </p14:cNvPr>
                <p14:cNvContentPartPr/>
                <p14:nvPr/>
              </p14:nvContentPartPr>
              <p14:xfrm>
                <a:off x="6842720" y="4319853"/>
                <a:ext cx="25920" cy="18360"/>
              </p14:xfrm>
            </p:contentPart>
          </mc:Choice>
          <mc:Fallback xmlns="">
            <p:pic>
              <p:nvPicPr>
                <p:cNvPr id="48" name="墨迹 47">
                  <a:extLst>
                    <a:ext uri="{FF2B5EF4-FFF2-40B4-BE49-F238E27FC236}">
                      <a16:creationId xmlns:a16="http://schemas.microsoft.com/office/drawing/2014/main" id="{7A83A0BA-5B74-46E7-9EBC-82CEF8AE6D5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833720" y="4310853"/>
                  <a:ext cx="435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9" name="墨迹 48">
                  <a:extLst>
                    <a:ext uri="{FF2B5EF4-FFF2-40B4-BE49-F238E27FC236}">
                      <a16:creationId xmlns:a16="http://schemas.microsoft.com/office/drawing/2014/main" id="{F4E95F88-BF42-465B-AE67-AA477DB391BA}"/>
                    </a:ext>
                  </a:extLst>
                </p14:cNvPr>
                <p14:cNvContentPartPr/>
                <p14:nvPr/>
              </p14:nvContentPartPr>
              <p14:xfrm>
                <a:off x="6625640" y="4370973"/>
                <a:ext cx="358200" cy="366840"/>
              </p14:xfrm>
            </p:contentPart>
          </mc:Choice>
          <mc:Fallback xmlns="">
            <p:pic>
              <p:nvPicPr>
                <p:cNvPr id="49" name="墨迹 48">
                  <a:extLst>
                    <a:ext uri="{FF2B5EF4-FFF2-40B4-BE49-F238E27FC236}">
                      <a16:creationId xmlns:a16="http://schemas.microsoft.com/office/drawing/2014/main" id="{F4E95F88-BF42-465B-AE67-AA477DB391B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617000" y="4361973"/>
                  <a:ext cx="37584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0" name="墨迹 49">
                  <a:extLst>
                    <a:ext uri="{FF2B5EF4-FFF2-40B4-BE49-F238E27FC236}">
                      <a16:creationId xmlns:a16="http://schemas.microsoft.com/office/drawing/2014/main" id="{B0120E52-DA1E-4BC9-8585-280EB8AA7353}"/>
                    </a:ext>
                  </a:extLst>
                </p14:cNvPr>
                <p14:cNvContentPartPr/>
                <p14:nvPr/>
              </p14:nvContentPartPr>
              <p14:xfrm>
                <a:off x="6870080" y="4410933"/>
                <a:ext cx="197640" cy="383760"/>
              </p14:xfrm>
            </p:contentPart>
          </mc:Choice>
          <mc:Fallback xmlns="">
            <p:pic>
              <p:nvPicPr>
                <p:cNvPr id="50" name="墨迹 49">
                  <a:extLst>
                    <a:ext uri="{FF2B5EF4-FFF2-40B4-BE49-F238E27FC236}">
                      <a16:creationId xmlns:a16="http://schemas.microsoft.com/office/drawing/2014/main" id="{B0120E52-DA1E-4BC9-8585-280EB8AA735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861080" y="4402293"/>
                  <a:ext cx="21528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3" name="墨迹 52">
                  <a:extLst>
                    <a:ext uri="{FF2B5EF4-FFF2-40B4-BE49-F238E27FC236}">
                      <a16:creationId xmlns:a16="http://schemas.microsoft.com/office/drawing/2014/main" id="{D386E320-AAA2-486F-A0F3-093D6B2E519B}"/>
                    </a:ext>
                  </a:extLst>
                </p14:cNvPr>
                <p14:cNvContentPartPr/>
                <p14:nvPr/>
              </p14:nvContentPartPr>
              <p14:xfrm>
                <a:off x="5976560" y="5144613"/>
                <a:ext cx="1339560" cy="1374120"/>
              </p14:xfrm>
            </p:contentPart>
          </mc:Choice>
          <mc:Fallback xmlns="">
            <p:pic>
              <p:nvPicPr>
                <p:cNvPr id="53" name="墨迹 52">
                  <a:extLst>
                    <a:ext uri="{FF2B5EF4-FFF2-40B4-BE49-F238E27FC236}">
                      <a16:creationId xmlns:a16="http://schemas.microsoft.com/office/drawing/2014/main" id="{D386E320-AAA2-486F-A0F3-093D6B2E519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967920" y="5135613"/>
                  <a:ext cx="1357200" cy="1391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64121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组合 46">
            <a:extLst>
              <a:ext uri="{FF2B5EF4-FFF2-40B4-BE49-F238E27FC236}">
                <a16:creationId xmlns:a16="http://schemas.microsoft.com/office/drawing/2014/main" id="{3D5E2C6A-5D1C-4D2E-B683-8263731A5FE0}"/>
              </a:ext>
            </a:extLst>
          </p:cNvPr>
          <p:cNvGrpSpPr/>
          <p:nvPr/>
        </p:nvGrpSpPr>
        <p:grpSpPr>
          <a:xfrm>
            <a:off x="2046440" y="1409613"/>
            <a:ext cx="7151040" cy="2100240"/>
            <a:chOff x="2046440" y="1409613"/>
            <a:chExt cx="7151040" cy="210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BAA0C02D-79E9-4D84-9983-2A3E6FBCBD82}"/>
                    </a:ext>
                  </a:extLst>
                </p14:cNvPr>
                <p14:cNvContentPartPr/>
                <p14:nvPr/>
              </p14:nvContentPartPr>
              <p14:xfrm>
                <a:off x="4243880" y="2256693"/>
                <a:ext cx="199800" cy="936000"/>
              </p14:xfrm>
            </p:contentPart>
          </mc:Choice>
          <mc:Fallback xmlns=""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BAA0C02D-79E9-4D84-9983-2A3E6FBCBD8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234880" y="2248053"/>
                  <a:ext cx="217440" cy="9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471F63F7-8C21-4FFE-96B6-6F23E4DB4C43}"/>
                    </a:ext>
                  </a:extLst>
                </p14:cNvPr>
                <p14:cNvContentPartPr/>
                <p14:nvPr/>
              </p14:nvContentPartPr>
              <p14:xfrm>
                <a:off x="4203200" y="2147613"/>
                <a:ext cx="1784160" cy="1112760"/>
              </p14:xfrm>
            </p:contentPart>
          </mc:Choice>
          <mc:Fallback xmlns=""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471F63F7-8C21-4FFE-96B6-6F23E4DB4C4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194200" y="2138613"/>
                  <a:ext cx="1801800" cy="11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87F79010-1EBA-402A-B288-D3314FDC9BC0}"/>
                    </a:ext>
                  </a:extLst>
                </p14:cNvPr>
                <p14:cNvContentPartPr/>
                <p14:nvPr/>
              </p14:nvContentPartPr>
              <p14:xfrm>
                <a:off x="4205360" y="3067053"/>
                <a:ext cx="1229040" cy="339120"/>
              </p14:xfrm>
            </p:contentPart>
          </mc:Choice>
          <mc:Fallback xmlns=""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87F79010-1EBA-402A-B288-D3314FDC9BC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196720" y="3058413"/>
                  <a:ext cx="124668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75A0704C-1B0D-4890-8398-BF560E07403C}"/>
                    </a:ext>
                  </a:extLst>
                </p14:cNvPr>
                <p14:cNvContentPartPr/>
                <p14:nvPr/>
              </p14:nvContentPartPr>
              <p14:xfrm>
                <a:off x="4611440" y="2604813"/>
                <a:ext cx="281880" cy="387000"/>
              </p14:xfrm>
            </p:contentPart>
          </mc:Choice>
          <mc:Fallback xmlns=""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75A0704C-1B0D-4890-8398-BF560E07403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602800" y="2595813"/>
                  <a:ext cx="29952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6DFAB860-8DF3-45A1-BA43-2F2C4CAFE0A1}"/>
                    </a:ext>
                  </a:extLst>
                </p14:cNvPr>
                <p14:cNvContentPartPr/>
                <p14:nvPr/>
              </p14:nvContentPartPr>
              <p14:xfrm>
                <a:off x="4864160" y="2559453"/>
                <a:ext cx="312480" cy="320400"/>
              </p14:xfrm>
            </p:contentPart>
          </mc:Choice>
          <mc:Fallback xmlns=""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6DFAB860-8DF3-45A1-BA43-2F2C4CAFE0A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855160" y="2550813"/>
                  <a:ext cx="33012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7D43E9CC-1E80-48C1-B338-DEA388678682}"/>
                    </a:ext>
                  </a:extLst>
                </p14:cNvPr>
                <p14:cNvContentPartPr/>
                <p14:nvPr/>
              </p14:nvContentPartPr>
              <p14:xfrm>
                <a:off x="5169440" y="2661693"/>
                <a:ext cx="53280" cy="249120"/>
              </p14:xfrm>
            </p:contentPart>
          </mc:Choice>
          <mc:Fallback xmlns=""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7D43E9CC-1E80-48C1-B338-DEA38867868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160440" y="2652693"/>
                  <a:ext cx="7092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4FA050D8-8B1B-4BB6-871E-3E08568AC2F2}"/>
                    </a:ext>
                  </a:extLst>
                </p14:cNvPr>
                <p14:cNvContentPartPr/>
                <p14:nvPr/>
              </p14:nvContentPartPr>
              <p14:xfrm>
                <a:off x="5215520" y="2485653"/>
                <a:ext cx="424800" cy="421560"/>
              </p14:xfrm>
            </p:contentPart>
          </mc:Choice>
          <mc:Fallback xmlns=""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4FA050D8-8B1B-4BB6-871E-3E08568AC2F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206520" y="2476653"/>
                  <a:ext cx="44244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253F1895-7B9C-4CEA-940E-F0517902EC4B}"/>
                    </a:ext>
                  </a:extLst>
                </p14:cNvPr>
                <p14:cNvContentPartPr/>
                <p14:nvPr/>
              </p14:nvContentPartPr>
              <p14:xfrm>
                <a:off x="3497960" y="2798133"/>
                <a:ext cx="786240" cy="139320"/>
              </p14:xfrm>
            </p:contentPart>
          </mc:Choice>
          <mc:Fallback xmlns=""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253F1895-7B9C-4CEA-940E-F0517902EC4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488960" y="2789493"/>
                  <a:ext cx="80388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A4D88A4B-2688-42BD-B1AE-2FBC4C483DD9}"/>
                    </a:ext>
                  </a:extLst>
                </p14:cNvPr>
                <p14:cNvContentPartPr/>
                <p14:nvPr/>
              </p14:nvContentPartPr>
              <p14:xfrm>
                <a:off x="3950120" y="2708853"/>
                <a:ext cx="359280" cy="426240"/>
              </p14:xfrm>
            </p:contentPart>
          </mc:Choice>
          <mc:Fallback xmlns=""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A4D88A4B-2688-42BD-B1AE-2FBC4C483DD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941120" y="2699853"/>
                  <a:ext cx="376920" cy="4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788CCE45-664F-41AD-B1BC-0D9AAC17E28C}"/>
                    </a:ext>
                  </a:extLst>
                </p14:cNvPr>
                <p14:cNvContentPartPr/>
                <p14:nvPr/>
              </p14:nvContentPartPr>
              <p14:xfrm>
                <a:off x="2074520" y="2712093"/>
                <a:ext cx="196560" cy="111960"/>
              </p14:xfrm>
            </p:contentPart>
          </mc:Choice>
          <mc:Fallback xmlns=""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788CCE45-664F-41AD-B1BC-0D9AAC17E28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065520" y="2703093"/>
                  <a:ext cx="2142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B587138C-EE46-4277-AFD6-5710700505ED}"/>
                    </a:ext>
                  </a:extLst>
                </p14:cNvPr>
                <p14:cNvContentPartPr/>
                <p14:nvPr/>
              </p14:nvContentPartPr>
              <p14:xfrm>
                <a:off x="2046440" y="2953653"/>
                <a:ext cx="65160" cy="151200"/>
              </p14:xfrm>
            </p:contentPart>
          </mc:Choice>
          <mc:Fallback xmlns=""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B587138C-EE46-4277-AFD6-5710700505E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037440" y="2944653"/>
                  <a:ext cx="828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B7FD99DD-A5F4-4815-BDCF-8E16111B2ED0}"/>
                    </a:ext>
                  </a:extLst>
                </p14:cNvPr>
                <p14:cNvContentPartPr/>
                <p14:nvPr/>
              </p14:nvContentPartPr>
              <p14:xfrm>
                <a:off x="2148680" y="2955453"/>
                <a:ext cx="340920" cy="462600"/>
              </p14:xfrm>
            </p:contentPart>
          </mc:Choice>
          <mc:Fallback xmlns=""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B7FD99DD-A5F4-4815-BDCF-8E16111B2ED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140040" y="2946453"/>
                  <a:ext cx="358560" cy="48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BE98D44E-3C7F-4180-A71B-92DA376A4608}"/>
                    </a:ext>
                  </a:extLst>
                </p14:cNvPr>
                <p14:cNvContentPartPr/>
                <p14:nvPr/>
              </p14:nvContentPartPr>
              <p14:xfrm>
                <a:off x="2431280" y="2698413"/>
                <a:ext cx="311760" cy="220680"/>
              </p14:xfrm>
            </p:contentPart>
          </mc:Choice>
          <mc:Fallback xmlns=""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BE98D44E-3C7F-4180-A71B-92DA376A460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422640" y="2689413"/>
                  <a:ext cx="3294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4D2B1F98-B90D-4404-8891-AD526AC23B41}"/>
                    </a:ext>
                  </a:extLst>
                </p14:cNvPr>
                <p14:cNvContentPartPr/>
                <p14:nvPr/>
              </p14:nvContentPartPr>
              <p14:xfrm>
                <a:off x="2664920" y="2651613"/>
                <a:ext cx="335880" cy="237600"/>
              </p14:xfrm>
            </p:contentPart>
          </mc:Choice>
          <mc:Fallback xmlns=""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4D2B1F98-B90D-4404-8891-AD526AC23B4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656280" y="2642613"/>
                  <a:ext cx="3535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A832E88B-1EE5-42E8-B436-29D96BF065A5}"/>
                    </a:ext>
                  </a:extLst>
                </p14:cNvPr>
                <p14:cNvContentPartPr/>
                <p14:nvPr/>
              </p14:nvContentPartPr>
              <p14:xfrm>
                <a:off x="2539640" y="2762133"/>
                <a:ext cx="408240" cy="420480"/>
              </p14:xfrm>
            </p:contentPart>
          </mc:Choice>
          <mc:Fallback xmlns=""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A832E88B-1EE5-42E8-B436-29D96BF065A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530640" y="2753493"/>
                  <a:ext cx="42588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4C45B55A-322A-4DCB-9C68-6F3470FCAF94}"/>
                    </a:ext>
                  </a:extLst>
                </p14:cNvPr>
                <p14:cNvContentPartPr/>
                <p14:nvPr/>
              </p14:nvContentPartPr>
              <p14:xfrm>
                <a:off x="2592560" y="2922693"/>
                <a:ext cx="377640" cy="405000"/>
              </p14:xfrm>
            </p:contentPart>
          </mc:Choice>
          <mc:Fallback xmlns=""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4C45B55A-322A-4DCB-9C68-6F3470FCAF9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583560" y="2914053"/>
                  <a:ext cx="39528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235F3774-84DB-4228-BCCB-D3A9E0464CA8}"/>
                    </a:ext>
                  </a:extLst>
                </p14:cNvPr>
                <p14:cNvContentPartPr/>
                <p14:nvPr/>
              </p14:nvContentPartPr>
              <p14:xfrm>
                <a:off x="2807480" y="2734773"/>
                <a:ext cx="225720" cy="433800"/>
              </p14:xfrm>
            </p:contentPart>
          </mc:Choice>
          <mc:Fallback xmlns=""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235F3774-84DB-4228-BCCB-D3A9E0464CA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798840" y="2726133"/>
                  <a:ext cx="24336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E0430590-6C5E-482E-B7B4-8DEAE97D3D66}"/>
                    </a:ext>
                  </a:extLst>
                </p14:cNvPr>
                <p14:cNvContentPartPr/>
                <p14:nvPr/>
              </p14:nvContentPartPr>
              <p14:xfrm>
                <a:off x="3004760" y="2704173"/>
                <a:ext cx="204840" cy="174600"/>
              </p14:xfrm>
            </p:contentPart>
          </mc:Choice>
          <mc:Fallback xmlns=""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E0430590-6C5E-482E-B7B4-8DEAE97D3D6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995760" y="2695533"/>
                  <a:ext cx="2224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8E1F5134-2C87-4775-A4C7-3C542B92CBD6}"/>
                    </a:ext>
                  </a:extLst>
                </p14:cNvPr>
                <p14:cNvContentPartPr/>
                <p14:nvPr/>
              </p14:nvContentPartPr>
              <p14:xfrm>
                <a:off x="3026360" y="2965533"/>
                <a:ext cx="239040" cy="160560"/>
              </p14:xfrm>
            </p:contentPart>
          </mc:Choice>
          <mc:Fallback xmlns=""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8E1F5134-2C87-4775-A4C7-3C542B92CBD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017720" y="2956533"/>
                  <a:ext cx="2566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D4A8CD8C-F8AC-4FAC-8447-2408327204D7}"/>
                    </a:ext>
                  </a:extLst>
                </p14:cNvPr>
                <p14:cNvContentPartPr/>
                <p14:nvPr/>
              </p14:nvContentPartPr>
              <p14:xfrm>
                <a:off x="3037880" y="2523093"/>
                <a:ext cx="189000" cy="986760"/>
              </p14:xfrm>
            </p:contentPart>
          </mc:Choice>
          <mc:Fallback xmlns=""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D4A8CD8C-F8AC-4FAC-8447-2408327204D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029240" y="2514453"/>
                  <a:ext cx="206640" cy="10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BB78D9A1-63E9-4D88-BF58-196923C1653F}"/>
                    </a:ext>
                  </a:extLst>
                </p14:cNvPr>
                <p14:cNvContentPartPr/>
                <p14:nvPr/>
              </p14:nvContentPartPr>
              <p14:xfrm>
                <a:off x="6525200" y="2644413"/>
                <a:ext cx="484920" cy="57960"/>
              </p14:xfrm>
            </p:contentPart>
          </mc:Choice>
          <mc:Fallback xmlns=""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BB78D9A1-63E9-4D88-BF58-196923C1653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516560" y="2635413"/>
                  <a:ext cx="5025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8BA754E6-E8BC-4ADB-B038-75BBEEA2AB71}"/>
                    </a:ext>
                  </a:extLst>
                </p14:cNvPr>
                <p14:cNvContentPartPr/>
                <p14:nvPr/>
              </p14:nvContentPartPr>
              <p14:xfrm>
                <a:off x="6012200" y="2468013"/>
                <a:ext cx="864720" cy="168480"/>
              </p14:xfrm>
            </p:contentPart>
          </mc:Choice>
          <mc:Fallback xmlns=""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8BA754E6-E8BC-4ADB-B038-75BBEEA2AB7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003560" y="2459373"/>
                  <a:ext cx="8823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1147D1AB-66DB-48A7-B3EC-0720F98C574F}"/>
                    </a:ext>
                  </a:extLst>
                </p14:cNvPr>
                <p14:cNvContentPartPr/>
                <p14:nvPr/>
              </p14:nvContentPartPr>
              <p14:xfrm>
                <a:off x="6757040" y="2223213"/>
                <a:ext cx="301680" cy="409680"/>
              </p14:xfrm>
            </p:contentPart>
          </mc:Choice>
          <mc:Fallback xmlns=""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1147D1AB-66DB-48A7-B3EC-0720F98C574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748040" y="2214213"/>
                  <a:ext cx="31932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AF313315-EE0D-4830-B4A7-F1A3E530DF38}"/>
                    </a:ext>
                  </a:extLst>
                </p14:cNvPr>
                <p14:cNvContentPartPr/>
                <p14:nvPr/>
              </p14:nvContentPartPr>
              <p14:xfrm>
                <a:off x="7360760" y="1908573"/>
                <a:ext cx="227160" cy="137880"/>
              </p14:xfrm>
            </p:contentPart>
          </mc:Choice>
          <mc:Fallback xmlns=""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AF313315-EE0D-4830-B4A7-F1A3E530DF3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351760" y="1899933"/>
                  <a:ext cx="2448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A063ADA7-3626-4045-89FA-31626BFA7636}"/>
                    </a:ext>
                  </a:extLst>
                </p14:cNvPr>
                <p14:cNvContentPartPr/>
                <p14:nvPr/>
              </p14:nvContentPartPr>
              <p14:xfrm>
                <a:off x="7379480" y="2096493"/>
                <a:ext cx="36360" cy="228240"/>
              </p14:xfrm>
            </p:contentPart>
          </mc:Choice>
          <mc:Fallback xmlns=""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A063ADA7-3626-4045-89FA-31626BFA763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370480" y="2087493"/>
                  <a:ext cx="540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A5F7E865-3EF5-4F6F-B63C-159ED85D0492}"/>
                    </a:ext>
                  </a:extLst>
                </p14:cNvPr>
                <p14:cNvContentPartPr/>
                <p14:nvPr/>
              </p14:nvContentPartPr>
              <p14:xfrm>
                <a:off x="7475960" y="2145453"/>
                <a:ext cx="412560" cy="606240"/>
              </p14:xfrm>
            </p:contentPart>
          </mc:Choice>
          <mc:Fallback xmlns=""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A5F7E865-3EF5-4F6F-B63C-159ED85D049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466960" y="2136453"/>
                  <a:ext cx="430200" cy="62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EB7F7075-26C2-4C4A-BDF5-9184292D485C}"/>
                    </a:ext>
                  </a:extLst>
                </p14:cNvPr>
                <p14:cNvContentPartPr/>
                <p14:nvPr/>
              </p14:nvContentPartPr>
              <p14:xfrm>
                <a:off x="7804280" y="1847013"/>
                <a:ext cx="64440" cy="299520"/>
              </p14:xfrm>
            </p:contentPart>
          </mc:Choice>
          <mc:Fallback xmlns=""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EB7F7075-26C2-4C4A-BDF5-9184292D485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795640" y="1838013"/>
                  <a:ext cx="8208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3ED2775D-2A72-4A8E-968F-047605E0109D}"/>
                    </a:ext>
                  </a:extLst>
                </p14:cNvPr>
                <p14:cNvContentPartPr/>
                <p14:nvPr/>
              </p14:nvContentPartPr>
              <p14:xfrm>
                <a:off x="7816160" y="1895613"/>
                <a:ext cx="319320" cy="228240"/>
              </p14:xfrm>
            </p:contentPart>
          </mc:Choice>
          <mc:Fallback xmlns=""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3ED2775D-2A72-4A8E-968F-047605E0109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807520" y="1886973"/>
                  <a:ext cx="3369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29AAE857-0FA1-448B-B109-F6574A8285C6}"/>
                    </a:ext>
                  </a:extLst>
                </p14:cNvPr>
                <p14:cNvContentPartPr/>
                <p14:nvPr/>
              </p14:nvContentPartPr>
              <p14:xfrm>
                <a:off x="8027120" y="1835853"/>
                <a:ext cx="252360" cy="234720"/>
              </p14:xfrm>
            </p:contentPart>
          </mc:Choice>
          <mc:Fallback xmlns=""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29AAE857-0FA1-448B-B109-F6574A8285C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018120" y="1827213"/>
                  <a:ext cx="2700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63D1880E-FB77-4F7B-9214-EDA1EAAB38A4}"/>
                    </a:ext>
                  </a:extLst>
                </p14:cNvPr>
                <p14:cNvContentPartPr/>
                <p14:nvPr/>
              </p14:nvContentPartPr>
              <p14:xfrm>
                <a:off x="7946120" y="2092893"/>
                <a:ext cx="95760" cy="256320"/>
              </p14:xfrm>
            </p:contentPart>
          </mc:Choice>
          <mc:Fallback xmlns=""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63D1880E-FB77-4F7B-9214-EDA1EAAB38A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937120" y="2083893"/>
                  <a:ext cx="11340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142C660D-7CA4-4564-A082-6BB4FB538D77}"/>
                    </a:ext>
                  </a:extLst>
                </p14:cNvPr>
                <p14:cNvContentPartPr/>
                <p14:nvPr/>
              </p14:nvContentPartPr>
              <p14:xfrm>
                <a:off x="8004800" y="2223573"/>
                <a:ext cx="359640" cy="472680"/>
              </p14:xfrm>
            </p:contentPart>
          </mc:Choice>
          <mc:Fallback xmlns=""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142C660D-7CA4-4564-A082-6BB4FB538D7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996160" y="2214933"/>
                  <a:ext cx="37728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805B0A38-F2E5-4F29-8168-94F5A10AF397}"/>
                    </a:ext>
                  </a:extLst>
                </p14:cNvPr>
                <p14:cNvContentPartPr/>
                <p14:nvPr/>
              </p14:nvContentPartPr>
              <p14:xfrm>
                <a:off x="8133680" y="2175333"/>
                <a:ext cx="192240" cy="473400"/>
              </p14:xfrm>
            </p:contentPart>
          </mc:Choice>
          <mc:Fallback xmlns=""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805B0A38-F2E5-4F29-8168-94F5A10AF39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125040" y="2166693"/>
                  <a:ext cx="20988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8" name="墨迹 37">
                  <a:extLst>
                    <a:ext uri="{FF2B5EF4-FFF2-40B4-BE49-F238E27FC236}">
                      <a16:creationId xmlns:a16="http://schemas.microsoft.com/office/drawing/2014/main" id="{543EE679-F77A-438E-A784-7D09F91B6036}"/>
                    </a:ext>
                  </a:extLst>
                </p14:cNvPr>
                <p14:cNvContentPartPr/>
                <p14:nvPr/>
              </p14:nvContentPartPr>
              <p14:xfrm>
                <a:off x="8330960" y="2028093"/>
                <a:ext cx="95040" cy="180000"/>
              </p14:xfrm>
            </p:contentPart>
          </mc:Choice>
          <mc:Fallback xmlns="">
            <p:pic>
              <p:nvPicPr>
                <p:cNvPr id="38" name="墨迹 37">
                  <a:extLst>
                    <a:ext uri="{FF2B5EF4-FFF2-40B4-BE49-F238E27FC236}">
                      <a16:creationId xmlns:a16="http://schemas.microsoft.com/office/drawing/2014/main" id="{543EE679-F77A-438E-A784-7D09F91B603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321960" y="2019093"/>
                  <a:ext cx="11268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D0F2B506-4FB1-405C-8F5E-104EC1508E97}"/>
                    </a:ext>
                  </a:extLst>
                </p14:cNvPr>
                <p14:cNvContentPartPr/>
                <p14:nvPr/>
              </p14:nvContentPartPr>
              <p14:xfrm>
                <a:off x="8396480" y="1974813"/>
                <a:ext cx="312840" cy="142560"/>
              </p14:xfrm>
            </p:contentPart>
          </mc:Choice>
          <mc:Fallback xmlns=""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D0F2B506-4FB1-405C-8F5E-104EC1508E9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387840" y="1965813"/>
                  <a:ext cx="33048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0" name="墨迹 39">
                  <a:extLst>
                    <a:ext uri="{FF2B5EF4-FFF2-40B4-BE49-F238E27FC236}">
                      <a16:creationId xmlns:a16="http://schemas.microsoft.com/office/drawing/2014/main" id="{17C9A95F-F48F-4998-8844-66E5F5003A57}"/>
                    </a:ext>
                  </a:extLst>
                </p14:cNvPr>
                <p14:cNvContentPartPr/>
                <p14:nvPr/>
              </p14:nvContentPartPr>
              <p14:xfrm>
                <a:off x="8408000" y="2234373"/>
                <a:ext cx="324360" cy="137880"/>
              </p14:xfrm>
            </p:contentPart>
          </mc:Choice>
          <mc:Fallback xmlns="">
            <p:pic>
              <p:nvPicPr>
                <p:cNvPr id="40" name="墨迹 39">
                  <a:extLst>
                    <a:ext uri="{FF2B5EF4-FFF2-40B4-BE49-F238E27FC236}">
                      <a16:creationId xmlns:a16="http://schemas.microsoft.com/office/drawing/2014/main" id="{17C9A95F-F48F-4998-8844-66E5F5003A5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399360" y="2225733"/>
                  <a:ext cx="3420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13942759-4A03-4108-B68C-1DC61A9A4119}"/>
                    </a:ext>
                  </a:extLst>
                </p14:cNvPr>
                <p14:cNvContentPartPr/>
                <p14:nvPr/>
              </p14:nvContentPartPr>
              <p14:xfrm>
                <a:off x="8527880" y="1676373"/>
                <a:ext cx="40320" cy="990000"/>
              </p14:xfrm>
            </p:contentPart>
          </mc:Choice>
          <mc:Fallback xmlns=""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13942759-4A03-4108-B68C-1DC61A9A411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519240" y="1667733"/>
                  <a:ext cx="57960" cy="10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8F287DAC-AE8B-44C9-9D72-6BB2D2E7DA0B}"/>
                    </a:ext>
                  </a:extLst>
                </p14:cNvPr>
                <p14:cNvContentPartPr/>
                <p14:nvPr/>
              </p14:nvContentPartPr>
              <p14:xfrm>
                <a:off x="8744600" y="1800933"/>
                <a:ext cx="361440" cy="279360"/>
              </p14:xfrm>
            </p:contentPart>
          </mc:Choice>
          <mc:Fallback xmlns=""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8F287DAC-AE8B-44C9-9D72-6BB2D2E7DA0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735960" y="1791933"/>
                  <a:ext cx="37908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3" name="墨迹 42">
                  <a:extLst>
                    <a:ext uri="{FF2B5EF4-FFF2-40B4-BE49-F238E27FC236}">
                      <a16:creationId xmlns:a16="http://schemas.microsoft.com/office/drawing/2014/main" id="{2921A95A-5178-4BA6-8DFF-1D397E932E69}"/>
                    </a:ext>
                  </a:extLst>
                </p14:cNvPr>
                <p14:cNvContentPartPr/>
                <p14:nvPr/>
              </p14:nvContentPartPr>
              <p14:xfrm>
                <a:off x="8836760" y="2171733"/>
                <a:ext cx="360720" cy="234360"/>
              </p14:xfrm>
            </p:contentPart>
          </mc:Choice>
          <mc:Fallback xmlns="">
            <p:pic>
              <p:nvPicPr>
                <p:cNvPr id="43" name="墨迹 42">
                  <a:extLst>
                    <a:ext uri="{FF2B5EF4-FFF2-40B4-BE49-F238E27FC236}">
                      <a16:creationId xmlns:a16="http://schemas.microsoft.com/office/drawing/2014/main" id="{2921A95A-5178-4BA6-8DFF-1D397E932E6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828120" y="2162733"/>
                  <a:ext cx="3783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4" name="墨迹 43">
                  <a:extLst>
                    <a:ext uri="{FF2B5EF4-FFF2-40B4-BE49-F238E27FC236}">
                      <a16:creationId xmlns:a16="http://schemas.microsoft.com/office/drawing/2014/main" id="{75388FAF-3F51-4A30-9529-888B7F9F97FB}"/>
                    </a:ext>
                  </a:extLst>
                </p14:cNvPr>
                <p14:cNvContentPartPr/>
                <p14:nvPr/>
              </p14:nvContentPartPr>
              <p14:xfrm>
                <a:off x="8857280" y="1409613"/>
                <a:ext cx="95040" cy="896400"/>
              </p14:xfrm>
            </p:contentPart>
          </mc:Choice>
          <mc:Fallback xmlns="">
            <p:pic>
              <p:nvPicPr>
                <p:cNvPr id="44" name="墨迹 43">
                  <a:extLst>
                    <a:ext uri="{FF2B5EF4-FFF2-40B4-BE49-F238E27FC236}">
                      <a16:creationId xmlns:a16="http://schemas.microsoft.com/office/drawing/2014/main" id="{75388FAF-3F51-4A30-9529-888B7F9F97F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848640" y="1400973"/>
                  <a:ext cx="112680" cy="914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8618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95C7AA6-770A-4CB6-B54F-DD1BFAFEC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494" y="967211"/>
            <a:ext cx="7515225" cy="351472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EC58B9A-7E38-4D6C-89EA-87751C7BD7C9}"/>
              </a:ext>
            </a:extLst>
          </p:cNvPr>
          <p:cNvSpPr txBox="1"/>
          <p:nvPr/>
        </p:nvSpPr>
        <p:spPr>
          <a:xfrm>
            <a:off x="596053" y="352213"/>
            <a:ext cx="30203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OpenAI</a:t>
            </a:r>
            <a:r>
              <a:rPr lang="zh-CN" altLang="en-US" dirty="0"/>
              <a:t>标准接口会执行这个</a:t>
            </a:r>
            <a:endParaRPr lang="en-US" altLang="zh-CN" dirty="0"/>
          </a:p>
          <a:p>
            <a:r>
              <a:rPr lang="zh-CN" altLang="en-US" dirty="0"/>
              <a:t>对输入进行包装，转换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B8E10FA-51EA-424A-9F75-52C95030D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107" y="5391631"/>
            <a:ext cx="12192000" cy="124956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24DF7A0-AC0A-45A9-B82E-2B1C127EAE85}"/>
              </a:ext>
            </a:extLst>
          </p:cNvPr>
          <p:cNvSpPr txBox="1"/>
          <p:nvPr/>
        </p:nvSpPr>
        <p:spPr>
          <a:xfrm>
            <a:off x="54187" y="4836160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对输出也进行了一次封装</a:t>
            </a:r>
          </a:p>
        </p:txBody>
      </p:sp>
    </p:spTree>
    <p:extLst>
      <p:ext uri="{BB962C8B-B14F-4D97-AF65-F5344CB8AC3E}">
        <p14:creationId xmlns:p14="http://schemas.microsoft.com/office/powerpoint/2010/main" val="324860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B3FE473E-07FB-41F4-9BFF-2FF0B9944559}"/>
              </a:ext>
            </a:extLst>
          </p:cNvPr>
          <p:cNvGrpSpPr/>
          <p:nvPr/>
        </p:nvGrpSpPr>
        <p:grpSpPr>
          <a:xfrm>
            <a:off x="448400" y="166533"/>
            <a:ext cx="4296240" cy="897480"/>
            <a:chOff x="448400" y="166533"/>
            <a:chExt cx="4296240" cy="89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4BE394C2-930A-4D1D-8109-8B5F072823ED}"/>
                    </a:ext>
                  </a:extLst>
                </p14:cNvPr>
                <p14:cNvContentPartPr/>
                <p14:nvPr/>
              </p14:nvContentPartPr>
              <p14:xfrm>
                <a:off x="448400" y="323853"/>
                <a:ext cx="378720" cy="588960"/>
              </p14:xfrm>
            </p:contentPart>
          </mc:Choice>
          <mc:Fallback xmlns=""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4BE394C2-930A-4D1D-8109-8B5F072823E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39760" y="314853"/>
                  <a:ext cx="396360" cy="60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9E273222-A25A-49C3-B1AC-0B5EB5EB624D}"/>
                    </a:ext>
                  </a:extLst>
                </p14:cNvPr>
                <p14:cNvContentPartPr/>
                <p14:nvPr/>
              </p14:nvContentPartPr>
              <p14:xfrm>
                <a:off x="1035920" y="207933"/>
                <a:ext cx="129240" cy="684000"/>
              </p14:xfrm>
            </p:contentPart>
          </mc:Choice>
          <mc:Fallback xmlns=""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9E273222-A25A-49C3-B1AC-0B5EB5EB624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27280" y="199293"/>
                  <a:ext cx="146880" cy="70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A5EB9DFB-AAE7-43DC-9B6D-3FC58891B234}"/>
                    </a:ext>
                  </a:extLst>
                </p14:cNvPr>
                <p14:cNvContentPartPr/>
                <p14:nvPr/>
              </p14:nvContentPartPr>
              <p14:xfrm>
                <a:off x="1301600" y="166533"/>
                <a:ext cx="111240" cy="716400"/>
              </p14:xfrm>
            </p:contentPart>
          </mc:Choice>
          <mc:Fallback xmlns=""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A5EB9DFB-AAE7-43DC-9B6D-3FC58891B23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92600" y="157533"/>
                  <a:ext cx="128880" cy="73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A9F110E3-04D9-44E5-B7D9-977337305D0E}"/>
                    </a:ext>
                  </a:extLst>
                </p14:cNvPr>
                <p14:cNvContentPartPr/>
                <p14:nvPr/>
              </p14:nvContentPartPr>
              <p14:xfrm>
                <a:off x="1624520" y="522213"/>
                <a:ext cx="432720" cy="308880"/>
              </p14:xfrm>
            </p:contentPart>
          </mc:Choice>
          <mc:Fallback xmlns=""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A9F110E3-04D9-44E5-B7D9-977337305D0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15520" y="513573"/>
                  <a:ext cx="45036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03F67058-B698-483F-90A1-F95323463486}"/>
                    </a:ext>
                  </a:extLst>
                </p14:cNvPr>
                <p14:cNvContentPartPr/>
                <p14:nvPr/>
              </p14:nvContentPartPr>
              <p14:xfrm>
                <a:off x="2586440" y="452013"/>
                <a:ext cx="213840" cy="17640"/>
              </p14:xfrm>
            </p:contentPart>
          </mc:Choice>
          <mc:Fallback xmlns=""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03F67058-B698-483F-90A1-F9532346348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577800" y="443013"/>
                  <a:ext cx="2314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476FF144-90B8-4C2E-9917-2AE079833208}"/>
                    </a:ext>
                  </a:extLst>
                </p14:cNvPr>
                <p14:cNvContentPartPr/>
                <p14:nvPr/>
              </p14:nvContentPartPr>
              <p14:xfrm>
                <a:off x="2597600" y="289293"/>
                <a:ext cx="283680" cy="577800"/>
              </p14:xfrm>
            </p:contentPart>
          </mc:Choice>
          <mc:Fallback xmlns=""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476FF144-90B8-4C2E-9917-2AE07983320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588600" y="280653"/>
                  <a:ext cx="301320" cy="59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E586EFB8-0C3C-4582-A7BD-4EFC7FDA1A2A}"/>
                    </a:ext>
                  </a:extLst>
                </p14:cNvPr>
                <p14:cNvContentPartPr/>
                <p14:nvPr/>
              </p14:nvContentPartPr>
              <p14:xfrm>
                <a:off x="2896400" y="273453"/>
                <a:ext cx="118800" cy="489960"/>
              </p14:xfrm>
            </p:contentPart>
          </mc:Choice>
          <mc:Fallback xmlns=""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E586EFB8-0C3C-4582-A7BD-4EFC7FDA1A2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87400" y="264813"/>
                  <a:ext cx="136440" cy="50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42D09D17-CDEA-45FC-BD14-658613DF3BDD}"/>
                    </a:ext>
                  </a:extLst>
                </p14:cNvPr>
                <p14:cNvContentPartPr/>
                <p14:nvPr/>
              </p14:nvContentPartPr>
              <p14:xfrm>
                <a:off x="2943200" y="351933"/>
                <a:ext cx="132480" cy="117360"/>
              </p14:xfrm>
            </p:contentPart>
          </mc:Choice>
          <mc:Fallback xmlns=""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42D09D17-CDEA-45FC-BD14-658613DF3BD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934200" y="342933"/>
                  <a:ext cx="1501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7A7914B4-7B32-4B98-86E8-C14AEDB66E63}"/>
                    </a:ext>
                  </a:extLst>
                </p14:cNvPr>
                <p14:cNvContentPartPr/>
                <p14:nvPr/>
              </p14:nvContentPartPr>
              <p14:xfrm>
                <a:off x="2981720" y="367773"/>
                <a:ext cx="122400" cy="270720"/>
              </p14:xfrm>
            </p:contentPart>
          </mc:Choice>
          <mc:Fallback xmlns=""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7A7914B4-7B32-4B98-86E8-C14AEDB66E6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972720" y="358773"/>
                  <a:ext cx="14004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6C6AE36A-28C5-4269-B099-E8F06415E763}"/>
                    </a:ext>
                  </a:extLst>
                </p14:cNvPr>
                <p14:cNvContentPartPr/>
                <p14:nvPr/>
              </p14:nvContentPartPr>
              <p14:xfrm>
                <a:off x="3256760" y="255453"/>
                <a:ext cx="275040" cy="283680"/>
              </p14:xfrm>
            </p:contentPart>
          </mc:Choice>
          <mc:Fallback xmlns=""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6C6AE36A-28C5-4269-B099-E8F06415E76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247760" y="246813"/>
                  <a:ext cx="29268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3F4708FE-DA58-4540-8808-565A797B087E}"/>
                    </a:ext>
                  </a:extLst>
                </p14:cNvPr>
                <p14:cNvContentPartPr/>
                <p14:nvPr/>
              </p14:nvContentPartPr>
              <p14:xfrm>
                <a:off x="3365480" y="227373"/>
                <a:ext cx="42120" cy="233280"/>
              </p14:xfrm>
            </p:contentPart>
          </mc:Choice>
          <mc:Fallback xmlns=""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3F4708FE-DA58-4540-8808-565A797B087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356840" y="218733"/>
                  <a:ext cx="5976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82AA7A67-6C3A-4D11-8F31-3A48608EF6EE}"/>
                    </a:ext>
                  </a:extLst>
                </p14:cNvPr>
                <p14:cNvContentPartPr/>
                <p14:nvPr/>
              </p14:nvContentPartPr>
              <p14:xfrm>
                <a:off x="3518120" y="178773"/>
                <a:ext cx="285120" cy="367200"/>
              </p14:xfrm>
            </p:contentPart>
          </mc:Choice>
          <mc:Fallback xmlns=""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82AA7A67-6C3A-4D11-8F31-3A48608EF6E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509120" y="169773"/>
                  <a:ext cx="30276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2CB0ECFF-B7B3-4B97-8034-843E9A41D2F6}"/>
                    </a:ext>
                  </a:extLst>
                </p14:cNvPr>
                <p14:cNvContentPartPr/>
                <p14:nvPr/>
              </p14:nvContentPartPr>
              <p14:xfrm>
                <a:off x="3486800" y="392973"/>
                <a:ext cx="541440" cy="510840"/>
              </p14:xfrm>
            </p:contentPart>
          </mc:Choice>
          <mc:Fallback xmlns=""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2CB0ECFF-B7B3-4B97-8034-843E9A41D2F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477800" y="383973"/>
                  <a:ext cx="559080" cy="52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5EC81BA3-C963-479C-9AEA-3563B19841F0}"/>
                    </a:ext>
                  </a:extLst>
                </p14:cNvPr>
                <p14:cNvContentPartPr/>
                <p14:nvPr/>
              </p14:nvContentPartPr>
              <p14:xfrm>
                <a:off x="1171640" y="481173"/>
                <a:ext cx="3573000" cy="582840"/>
              </p14:xfrm>
            </p:contentPart>
          </mc:Choice>
          <mc:Fallback xmlns=""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5EC81BA3-C963-479C-9AEA-3563B19841F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63000" y="472533"/>
                  <a:ext cx="3590640" cy="60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7376277F-F2BC-488A-9ABD-EC410D13F1E2}"/>
              </a:ext>
            </a:extLst>
          </p:cNvPr>
          <p:cNvGrpSpPr/>
          <p:nvPr/>
        </p:nvGrpSpPr>
        <p:grpSpPr>
          <a:xfrm>
            <a:off x="1255520" y="1371813"/>
            <a:ext cx="4521600" cy="3430080"/>
            <a:chOff x="1255520" y="1371813"/>
            <a:chExt cx="4521600" cy="343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167C1E9E-C780-4AF2-932E-4F8A896AD311}"/>
                    </a:ext>
                  </a:extLst>
                </p14:cNvPr>
                <p14:cNvContentPartPr/>
                <p14:nvPr/>
              </p14:nvContentPartPr>
              <p14:xfrm>
                <a:off x="2565200" y="2836293"/>
                <a:ext cx="208440" cy="637560"/>
              </p14:xfrm>
            </p:contentPart>
          </mc:Choice>
          <mc:Fallback xmlns=""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167C1E9E-C780-4AF2-932E-4F8A896AD31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556200" y="2827653"/>
                  <a:ext cx="226080" cy="65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D8BDC298-8456-4326-A470-61E736C3DA04}"/>
                    </a:ext>
                  </a:extLst>
                </p14:cNvPr>
                <p14:cNvContentPartPr/>
                <p14:nvPr/>
              </p14:nvContentPartPr>
              <p14:xfrm>
                <a:off x="2566640" y="2613813"/>
                <a:ext cx="1397520" cy="747000"/>
              </p14:xfrm>
            </p:contentPart>
          </mc:Choice>
          <mc:Fallback xmlns=""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D8BDC298-8456-4326-A470-61E736C3DA0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558000" y="2604813"/>
                  <a:ext cx="1415160" cy="76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1DCBD086-C0D9-4645-9D10-7CE95D3AD383}"/>
                    </a:ext>
                  </a:extLst>
                </p14:cNvPr>
                <p14:cNvContentPartPr/>
                <p14:nvPr/>
              </p14:nvContentPartPr>
              <p14:xfrm>
                <a:off x="2818280" y="3355773"/>
                <a:ext cx="1156320" cy="165960"/>
              </p14:xfrm>
            </p:contentPart>
          </mc:Choice>
          <mc:Fallback xmlns=""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1DCBD086-C0D9-4645-9D10-7CE95D3AD38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809280" y="3347133"/>
                  <a:ext cx="117396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4E22B32C-D00B-4065-9408-BCBAF564790F}"/>
                    </a:ext>
                  </a:extLst>
                </p14:cNvPr>
                <p14:cNvContentPartPr/>
                <p14:nvPr/>
              </p14:nvContentPartPr>
              <p14:xfrm>
                <a:off x="2830520" y="2956533"/>
                <a:ext cx="327960" cy="324000"/>
              </p14:xfrm>
            </p:contentPart>
          </mc:Choice>
          <mc:Fallback xmlns=""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4E22B32C-D00B-4065-9408-BCBAF564790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821880" y="2947533"/>
                  <a:ext cx="34560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87F3971E-6FFD-43A2-9F52-1967E32B99BA}"/>
                    </a:ext>
                  </a:extLst>
                </p14:cNvPr>
                <p14:cNvContentPartPr/>
                <p14:nvPr/>
              </p14:nvContentPartPr>
              <p14:xfrm>
                <a:off x="3127160" y="2952933"/>
                <a:ext cx="204120" cy="159120"/>
              </p14:xfrm>
            </p:contentPart>
          </mc:Choice>
          <mc:Fallback xmlns=""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87F3971E-6FFD-43A2-9F52-1967E32B99B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118160" y="2944293"/>
                  <a:ext cx="2217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1B9D198C-21EE-411F-A2B3-F416B7958222}"/>
                    </a:ext>
                  </a:extLst>
                </p14:cNvPr>
                <p14:cNvContentPartPr/>
                <p14:nvPr/>
              </p14:nvContentPartPr>
              <p14:xfrm>
                <a:off x="3401120" y="2793453"/>
                <a:ext cx="180000" cy="285120"/>
              </p14:xfrm>
            </p:contentPart>
          </mc:Choice>
          <mc:Fallback xmlns=""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1B9D198C-21EE-411F-A2B3-F416B795822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392120" y="2784453"/>
                  <a:ext cx="19764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8250D59A-0BB0-4DD7-AB8C-441F8A12284E}"/>
                    </a:ext>
                  </a:extLst>
                </p14:cNvPr>
                <p14:cNvContentPartPr/>
                <p14:nvPr/>
              </p14:nvContentPartPr>
              <p14:xfrm>
                <a:off x="3562400" y="2894973"/>
                <a:ext cx="119880" cy="162360"/>
              </p14:xfrm>
            </p:contentPart>
          </mc:Choice>
          <mc:Fallback xmlns=""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8250D59A-0BB0-4DD7-AB8C-441F8A12284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553760" y="2886333"/>
                  <a:ext cx="13752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B84A443C-50DE-42DD-8080-7831C5A02153}"/>
                    </a:ext>
                  </a:extLst>
                </p14:cNvPr>
                <p14:cNvContentPartPr/>
                <p14:nvPr/>
              </p14:nvContentPartPr>
              <p14:xfrm>
                <a:off x="3735200" y="2813253"/>
                <a:ext cx="220680" cy="336960"/>
              </p14:xfrm>
            </p:contentPart>
          </mc:Choice>
          <mc:Fallback xmlns=""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B84A443C-50DE-42DD-8080-7831C5A0215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726200" y="2804613"/>
                  <a:ext cx="23832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E2876CFF-98E9-45D3-BDC4-402F8C1BE578}"/>
                    </a:ext>
                  </a:extLst>
                </p14:cNvPr>
                <p14:cNvContentPartPr/>
                <p14:nvPr/>
              </p14:nvContentPartPr>
              <p14:xfrm>
                <a:off x="1255520" y="2150493"/>
                <a:ext cx="631080" cy="2462760"/>
              </p14:xfrm>
            </p:contentPart>
          </mc:Choice>
          <mc:Fallback xmlns=""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E2876CFF-98E9-45D3-BDC4-402F8C1BE57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246520" y="2141493"/>
                  <a:ext cx="648720" cy="248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6CB02C79-3B63-4FDE-9F47-43CA1EF3DFC3}"/>
                    </a:ext>
                  </a:extLst>
                </p14:cNvPr>
                <p14:cNvContentPartPr/>
                <p14:nvPr/>
              </p14:nvContentPartPr>
              <p14:xfrm>
                <a:off x="1461080" y="1371813"/>
                <a:ext cx="4299480" cy="2521080"/>
              </p14:xfrm>
            </p:contentPart>
          </mc:Choice>
          <mc:Fallback xmlns=""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6CB02C79-3B63-4FDE-9F47-43CA1EF3DFC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452080" y="1362813"/>
                  <a:ext cx="4317120" cy="253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C8027CCE-BFA0-466C-9430-128994D3314B}"/>
                    </a:ext>
                  </a:extLst>
                </p14:cNvPr>
                <p14:cNvContentPartPr/>
                <p14:nvPr/>
              </p14:nvContentPartPr>
              <p14:xfrm>
                <a:off x="2052920" y="3863733"/>
                <a:ext cx="3724200" cy="938160"/>
              </p14:xfrm>
            </p:contentPart>
          </mc:Choice>
          <mc:Fallback xmlns=""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C8027CCE-BFA0-466C-9430-128994D3314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043920" y="3855093"/>
                  <a:ext cx="3741840" cy="9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26912FB2-FD3D-48C4-98C6-2B231FEF7D8D}"/>
                    </a:ext>
                  </a:extLst>
                </p14:cNvPr>
                <p14:cNvContentPartPr/>
                <p14:nvPr/>
              </p14:nvContentPartPr>
              <p14:xfrm>
                <a:off x="1722800" y="2100813"/>
                <a:ext cx="345240" cy="376200"/>
              </p14:xfrm>
            </p:contentPart>
          </mc:Choice>
          <mc:Fallback xmlns=""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26912FB2-FD3D-48C4-98C6-2B231FEF7D8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714160" y="2091813"/>
                  <a:ext cx="36288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A8C319F0-EFBF-463D-B80A-6857E574F5C4}"/>
                    </a:ext>
                  </a:extLst>
                </p14:cNvPr>
                <p14:cNvContentPartPr/>
                <p14:nvPr/>
              </p14:nvContentPartPr>
              <p14:xfrm>
                <a:off x="2139320" y="1975533"/>
                <a:ext cx="158040" cy="515160"/>
              </p14:xfrm>
            </p:contentPart>
          </mc:Choice>
          <mc:Fallback xmlns=""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A8C319F0-EFBF-463D-B80A-6857E574F5C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130680" y="1966893"/>
                  <a:ext cx="175680" cy="53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5DC9FDDF-63E6-444E-BD07-A77DB3C58F87}"/>
                    </a:ext>
                  </a:extLst>
                </p14:cNvPr>
                <p14:cNvContentPartPr/>
                <p14:nvPr/>
              </p14:nvContentPartPr>
              <p14:xfrm>
                <a:off x="2342720" y="1890933"/>
                <a:ext cx="153720" cy="474120"/>
              </p14:xfrm>
            </p:contentPart>
          </mc:Choice>
          <mc:Fallback xmlns=""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5DC9FDDF-63E6-444E-BD07-A77DB3C58F8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333720" y="1881933"/>
                  <a:ext cx="17136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3B23DD97-6BCF-49D0-B6EC-B54AD9CA3681}"/>
                    </a:ext>
                  </a:extLst>
                </p14:cNvPr>
                <p14:cNvContentPartPr/>
                <p14:nvPr/>
              </p14:nvContentPartPr>
              <p14:xfrm>
                <a:off x="2498240" y="1966173"/>
                <a:ext cx="454680" cy="325080"/>
              </p14:xfrm>
            </p:contentPart>
          </mc:Choice>
          <mc:Fallback xmlns=""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3B23DD97-6BCF-49D0-B6EC-B54AD9CA368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489600" y="1957533"/>
                  <a:ext cx="472320" cy="34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id="{5758FEE5-D776-42F6-954C-86D3D22CDCEA}"/>
              </a:ext>
            </a:extLst>
          </p:cNvPr>
          <p:cNvGrpSpPr/>
          <p:nvPr/>
        </p:nvGrpSpPr>
        <p:grpSpPr>
          <a:xfrm>
            <a:off x="5630240" y="633093"/>
            <a:ext cx="2428200" cy="1861200"/>
            <a:chOff x="5630240" y="633093"/>
            <a:chExt cx="2428200" cy="186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3175103B-76C5-411D-B7C4-0FE1AB689D9F}"/>
                    </a:ext>
                  </a:extLst>
                </p14:cNvPr>
                <p14:cNvContentPartPr/>
                <p14:nvPr/>
              </p14:nvContentPartPr>
              <p14:xfrm>
                <a:off x="5630240" y="2250213"/>
                <a:ext cx="1464120" cy="236880"/>
              </p14:xfrm>
            </p:contentPart>
          </mc:Choice>
          <mc:Fallback xmlns=""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3175103B-76C5-411D-B7C4-0FE1AB689D9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621240" y="2241573"/>
                  <a:ext cx="14817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0" name="墨迹 39">
                  <a:extLst>
                    <a:ext uri="{FF2B5EF4-FFF2-40B4-BE49-F238E27FC236}">
                      <a16:creationId xmlns:a16="http://schemas.microsoft.com/office/drawing/2014/main" id="{90AA4177-409D-4449-80FF-E5337ECBC352}"/>
                    </a:ext>
                  </a:extLst>
                </p14:cNvPr>
                <p14:cNvContentPartPr/>
                <p14:nvPr/>
              </p14:nvContentPartPr>
              <p14:xfrm>
                <a:off x="6936320" y="2113413"/>
                <a:ext cx="517320" cy="380880"/>
              </p14:xfrm>
            </p:contentPart>
          </mc:Choice>
          <mc:Fallback xmlns="">
            <p:pic>
              <p:nvPicPr>
                <p:cNvPr id="40" name="墨迹 39">
                  <a:extLst>
                    <a:ext uri="{FF2B5EF4-FFF2-40B4-BE49-F238E27FC236}">
                      <a16:creationId xmlns:a16="http://schemas.microsoft.com/office/drawing/2014/main" id="{90AA4177-409D-4449-80FF-E5337ECBC35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927320" y="2104773"/>
                  <a:ext cx="53496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22DDDCDC-C5C0-446C-AE04-E10EFE6D55D1}"/>
                    </a:ext>
                  </a:extLst>
                </p14:cNvPr>
                <p14:cNvContentPartPr/>
                <p14:nvPr/>
              </p14:nvContentPartPr>
              <p14:xfrm>
                <a:off x="5842640" y="1661253"/>
                <a:ext cx="300240" cy="330120"/>
              </p14:xfrm>
            </p:contentPart>
          </mc:Choice>
          <mc:Fallback xmlns=""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22DDDCDC-C5C0-446C-AE04-E10EFE6D55D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833640" y="1652613"/>
                  <a:ext cx="317880" cy="34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墨迹 42">
                  <a:extLst>
                    <a:ext uri="{FF2B5EF4-FFF2-40B4-BE49-F238E27FC236}">
                      <a16:creationId xmlns:a16="http://schemas.microsoft.com/office/drawing/2014/main" id="{F69D3412-F909-4E44-ACDE-58C3A6F6F5E0}"/>
                    </a:ext>
                  </a:extLst>
                </p14:cNvPr>
                <p14:cNvContentPartPr/>
                <p14:nvPr/>
              </p14:nvContentPartPr>
              <p14:xfrm>
                <a:off x="6250520" y="1564053"/>
                <a:ext cx="236520" cy="742680"/>
              </p14:xfrm>
            </p:contentPart>
          </mc:Choice>
          <mc:Fallback xmlns="">
            <p:pic>
              <p:nvPicPr>
                <p:cNvPr id="43" name="墨迹 42">
                  <a:extLst>
                    <a:ext uri="{FF2B5EF4-FFF2-40B4-BE49-F238E27FC236}">
                      <a16:creationId xmlns:a16="http://schemas.microsoft.com/office/drawing/2014/main" id="{F69D3412-F909-4E44-ACDE-58C3A6F6F5E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241880" y="1555053"/>
                  <a:ext cx="254160" cy="76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4" name="墨迹 43">
                  <a:extLst>
                    <a:ext uri="{FF2B5EF4-FFF2-40B4-BE49-F238E27FC236}">
                      <a16:creationId xmlns:a16="http://schemas.microsoft.com/office/drawing/2014/main" id="{BEFD3A49-4F99-4018-80E0-7DA95BC39A8B}"/>
                    </a:ext>
                  </a:extLst>
                </p14:cNvPr>
                <p14:cNvContentPartPr/>
                <p14:nvPr/>
              </p14:nvContentPartPr>
              <p14:xfrm>
                <a:off x="6506840" y="1577733"/>
                <a:ext cx="279360" cy="332640"/>
              </p14:xfrm>
            </p:contentPart>
          </mc:Choice>
          <mc:Fallback xmlns="">
            <p:pic>
              <p:nvPicPr>
                <p:cNvPr id="44" name="墨迹 43">
                  <a:extLst>
                    <a:ext uri="{FF2B5EF4-FFF2-40B4-BE49-F238E27FC236}">
                      <a16:creationId xmlns:a16="http://schemas.microsoft.com/office/drawing/2014/main" id="{BEFD3A49-4F99-4018-80E0-7DA95BC39A8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497840" y="1569093"/>
                  <a:ext cx="29700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5" name="墨迹 44">
                  <a:extLst>
                    <a:ext uri="{FF2B5EF4-FFF2-40B4-BE49-F238E27FC236}">
                      <a16:creationId xmlns:a16="http://schemas.microsoft.com/office/drawing/2014/main" id="{1CE14BD4-FAB4-4ECA-8B1A-41227E0758E7}"/>
                    </a:ext>
                  </a:extLst>
                </p14:cNvPr>
                <p14:cNvContentPartPr/>
                <p14:nvPr/>
              </p14:nvContentPartPr>
              <p14:xfrm>
                <a:off x="6857120" y="1573773"/>
                <a:ext cx="161640" cy="270720"/>
              </p14:xfrm>
            </p:contentPart>
          </mc:Choice>
          <mc:Fallback xmlns="">
            <p:pic>
              <p:nvPicPr>
                <p:cNvPr id="45" name="墨迹 44">
                  <a:extLst>
                    <a:ext uri="{FF2B5EF4-FFF2-40B4-BE49-F238E27FC236}">
                      <a16:creationId xmlns:a16="http://schemas.microsoft.com/office/drawing/2014/main" id="{1CE14BD4-FAB4-4ECA-8B1A-41227E0758E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848480" y="1564773"/>
                  <a:ext cx="17928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739DDAFA-FB6D-4760-8D87-E0894B23205B}"/>
                    </a:ext>
                  </a:extLst>
                </p14:cNvPr>
                <p14:cNvContentPartPr/>
                <p14:nvPr/>
              </p14:nvContentPartPr>
              <p14:xfrm>
                <a:off x="7177880" y="1353453"/>
                <a:ext cx="24120" cy="538920"/>
              </p14:xfrm>
            </p:contentPart>
          </mc:Choice>
          <mc:Fallback xmlns=""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739DDAFA-FB6D-4760-8D87-E0894B23205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169240" y="1344813"/>
                  <a:ext cx="41760" cy="55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墨迹 46">
                  <a:extLst>
                    <a:ext uri="{FF2B5EF4-FFF2-40B4-BE49-F238E27FC236}">
                      <a16:creationId xmlns:a16="http://schemas.microsoft.com/office/drawing/2014/main" id="{216CB1C0-CBC6-46CB-993F-657996F08884}"/>
                    </a:ext>
                  </a:extLst>
                </p14:cNvPr>
                <p14:cNvContentPartPr/>
                <p14:nvPr/>
              </p14:nvContentPartPr>
              <p14:xfrm>
                <a:off x="7166000" y="1407453"/>
                <a:ext cx="264960" cy="443880"/>
              </p14:xfrm>
            </p:contentPart>
          </mc:Choice>
          <mc:Fallback xmlns="">
            <p:pic>
              <p:nvPicPr>
                <p:cNvPr id="47" name="墨迹 46">
                  <a:extLst>
                    <a:ext uri="{FF2B5EF4-FFF2-40B4-BE49-F238E27FC236}">
                      <a16:creationId xmlns:a16="http://schemas.microsoft.com/office/drawing/2014/main" id="{216CB1C0-CBC6-46CB-993F-657996F0888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157360" y="1398813"/>
                  <a:ext cx="282600" cy="46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8" name="墨迹 47">
                  <a:extLst>
                    <a:ext uri="{FF2B5EF4-FFF2-40B4-BE49-F238E27FC236}">
                      <a16:creationId xmlns:a16="http://schemas.microsoft.com/office/drawing/2014/main" id="{2791D4A4-24DD-4017-9814-92FD42A3011E}"/>
                    </a:ext>
                  </a:extLst>
                </p14:cNvPr>
                <p14:cNvContentPartPr/>
                <p14:nvPr/>
              </p14:nvContentPartPr>
              <p14:xfrm>
                <a:off x="7377680" y="1371813"/>
                <a:ext cx="353520" cy="410040"/>
              </p14:xfrm>
            </p:contentPart>
          </mc:Choice>
          <mc:Fallback xmlns="">
            <p:pic>
              <p:nvPicPr>
                <p:cNvPr id="48" name="墨迹 47">
                  <a:extLst>
                    <a:ext uri="{FF2B5EF4-FFF2-40B4-BE49-F238E27FC236}">
                      <a16:creationId xmlns:a16="http://schemas.microsoft.com/office/drawing/2014/main" id="{2791D4A4-24DD-4017-9814-92FD42A3011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369040" y="1362813"/>
                  <a:ext cx="37116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0" name="墨迹 49">
                  <a:extLst>
                    <a:ext uri="{FF2B5EF4-FFF2-40B4-BE49-F238E27FC236}">
                      <a16:creationId xmlns:a16="http://schemas.microsoft.com/office/drawing/2014/main" id="{3BA31D7B-64B5-4A99-8185-627AF2A0F4E0}"/>
                    </a:ext>
                  </a:extLst>
                </p14:cNvPr>
                <p14:cNvContentPartPr/>
                <p14:nvPr/>
              </p14:nvContentPartPr>
              <p14:xfrm>
                <a:off x="5953160" y="791133"/>
                <a:ext cx="410400" cy="578160"/>
              </p14:xfrm>
            </p:contentPart>
          </mc:Choice>
          <mc:Fallback xmlns="">
            <p:pic>
              <p:nvPicPr>
                <p:cNvPr id="50" name="墨迹 49">
                  <a:extLst>
                    <a:ext uri="{FF2B5EF4-FFF2-40B4-BE49-F238E27FC236}">
                      <a16:creationId xmlns:a16="http://schemas.microsoft.com/office/drawing/2014/main" id="{3BA31D7B-64B5-4A99-8185-627AF2A0F4E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944160" y="782133"/>
                  <a:ext cx="428040" cy="59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1" name="墨迹 50">
                  <a:extLst>
                    <a:ext uri="{FF2B5EF4-FFF2-40B4-BE49-F238E27FC236}">
                      <a16:creationId xmlns:a16="http://schemas.microsoft.com/office/drawing/2014/main" id="{DAAFEFD0-AC4B-45F2-843B-6409B0B14390}"/>
                    </a:ext>
                  </a:extLst>
                </p14:cNvPr>
                <p14:cNvContentPartPr/>
                <p14:nvPr/>
              </p14:nvContentPartPr>
              <p14:xfrm>
                <a:off x="6341960" y="801213"/>
                <a:ext cx="280080" cy="545040"/>
              </p14:xfrm>
            </p:contentPart>
          </mc:Choice>
          <mc:Fallback xmlns="">
            <p:pic>
              <p:nvPicPr>
                <p:cNvPr id="51" name="墨迹 50">
                  <a:extLst>
                    <a:ext uri="{FF2B5EF4-FFF2-40B4-BE49-F238E27FC236}">
                      <a16:creationId xmlns:a16="http://schemas.microsoft.com/office/drawing/2014/main" id="{DAAFEFD0-AC4B-45F2-843B-6409B0B1439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332960" y="792573"/>
                  <a:ext cx="297720" cy="56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2" name="墨迹 51">
                  <a:extLst>
                    <a:ext uri="{FF2B5EF4-FFF2-40B4-BE49-F238E27FC236}">
                      <a16:creationId xmlns:a16="http://schemas.microsoft.com/office/drawing/2014/main" id="{E43DDECE-6B58-490D-8635-E9E30373E04E}"/>
                    </a:ext>
                  </a:extLst>
                </p14:cNvPr>
                <p14:cNvContentPartPr/>
                <p14:nvPr/>
              </p14:nvContentPartPr>
              <p14:xfrm>
                <a:off x="6543200" y="796173"/>
                <a:ext cx="25200" cy="41400"/>
              </p14:xfrm>
            </p:contentPart>
          </mc:Choice>
          <mc:Fallback xmlns="">
            <p:pic>
              <p:nvPicPr>
                <p:cNvPr id="52" name="墨迹 51">
                  <a:extLst>
                    <a:ext uri="{FF2B5EF4-FFF2-40B4-BE49-F238E27FC236}">
                      <a16:creationId xmlns:a16="http://schemas.microsoft.com/office/drawing/2014/main" id="{E43DDECE-6B58-490D-8635-E9E30373E04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534560" y="787533"/>
                  <a:ext cx="428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3" name="墨迹 52">
                  <a:extLst>
                    <a:ext uri="{FF2B5EF4-FFF2-40B4-BE49-F238E27FC236}">
                      <a16:creationId xmlns:a16="http://schemas.microsoft.com/office/drawing/2014/main" id="{D2E6101A-78ED-4191-9F3A-BB9209EA8D03}"/>
                    </a:ext>
                  </a:extLst>
                </p14:cNvPr>
                <p14:cNvContentPartPr/>
                <p14:nvPr/>
              </p14:nvContentPartPr>
              <p14:xfrm>
                <a:off x="6547160" y="888333"/>
                <a:ext cx="266040" cy="331560"/>
              </p14:xfrm>
            </p:contentPart>
          </mc:Choice>
          <mc:Fallback xmlns="">
            <p:pic>
              <p:nvPicPr>
                <p:cNvPr id="53" name="墨迹 52">
                  <a:extLst>
                    <a:ext uri="{FF2B5EF4-FFF2-40B4-BE49-F238E27FC236}">
                      <a16:creationId xmlns:a16="http://schemas.microsoft.com/office/drawing/2014/main" id="{D2E6101A-78ED-4191-9F3A-BB9209EA8D0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538160" y="879693"/>
                  <a:ext cx="28368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4" name="墨迹 53">
                  <a:extLst>
                    <a:ext uri="{FF2B5EF4-FFF2-40B4-BE49-F238E27FC236}">
                      <a16:creationId xmlns:a16="http://schemas.microsoft.com/office/drawing/2014/main" id="{12C0FC72-28DF-40E0-A5DA-B88517388C16}"/>
                    </a:ext>
                  </a:extLst>
                </p14:cNvPr>
                <p14:cNvContentPartPr/>
                <p14:nvPr/>
              </p14:nvContentPartPr>
              <p14:xfrm>
                <a:off x="6790520" y="733173"/>
                <a:ext cx="102960" cy="475560"/>
              </p14:xfrm>
            </p:contentPart>
          </mc:Choice>
          <mc:Fallback xmlns="">
            <p:pic>
              <p:nvPicPr>
                <p:cNvPr id="54" name="墨迹 53">
                  <a:extLst>
                    <a:ext uri="{FF2B5EF4-FFF2-40B4-BE49-F238E27FC236}">
                      <a16:creationId xmlns:a16="http://schemas.microsoft.com/office/drawing/2014/main" id="{12C0FC72-28DF-40E0-A5DA-B88517388C1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781520" y="724173"/>
                  <a:ext cx="120600" cy="49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5" name="墨迹 54">
                  <a:extLst>
                    <a:ext uri="{FF2B5EF4-FFF2-40B4-BE49-F238E27FC236}">
                      <a16:creationId xmlns:a16="http://schemas.microsoft.com/office/drawing/2014/main" id="{B2C529DC-C2F5-485F-9843-837F6E1E00E3}"/>
                    </a:ext>
                  </a:extLst>
                </p14:cNvPr>
                <p14:cNvContentPartPr/>
                <p14:nvPr/>
              </p14:nvContentPartPr>
              <p14:xfrm>
                <a:off x="6889160" y="683493"/>
                <a:ext cx="269640" cy="528480"/>
              </p14:xfrm>
            </p:contentPart>
          </mc:Choice>
          <mc:Fallback xmlns="">
            <p:pic>
              <p:nvPicPr>
                <p:cNvPr id="55" name="墨迹 54">
                  <a:extLst>
                    <a:ext uri="{FF2B5EF4-FFF2-40B4-BE49-F238E27FC236}">
                      <a16:creationId xmlns:a16="http://schemas.microsoft.com/office/drawing/2014/main" id="{B2C529DC-C2F5-485F-9843-837F6E1E00E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880520" y="674853"/>
                  <a:ext cx="287280" cy="54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6" name="墨迹 55">
                  <a:extLst>
                    <a:ext uri="{FF2B5EF4-FFF2-40B4-BE49-F238E27FC236}">
                      <a16:creationId xmlns:a16="http://schemas.microsoft.com/office/drawing/2014/main" id="{1B7DDBC3-FEF3-4887-B4CD-31A0886A66CF}"/>
                    </a:ext>
                  </a:extLst>
                </p14:cNvPr>
                <p14:cNvContentPartPr/>
                <p14:nvPr/>
              </p14:nvContentPartPr>
              <p14:xfrm>
                <a:off x="7173920" y="691413"/>
                <a:ext cx="248760" cy="129960"/>
              </p14:xfrm>
            </p:contentPart>
          </mc:Choice>
          <mc:Fallback xmlns="">
            <p:pic>
              <p:nvPicPr>
                <p:cNvPr id="56" name="墨迹 55">
                  <a:extLst>
                    <a:ext uri="{FF2B5EF4-FFF2-40B4-BE49-F238E27FC236}">
                      <a16:creationId xmlns:a16="http://schemas.microsoft.com/office/drawing/2014/main" id="{1B7DDBC3-FEF3-4887-B4CD-31A0886A66C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164920" y="682413"/>
                  <a:ext cx="2664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7" name="墨迹 56">
                  <a:extLst>
                    <a:ext uri="{FF2B5EF4-FFF2-40B4-BE49-F238E27FC236}">
                      <a16:creationId xmlns:a16="http://schemas.microsoft.com/office/drawing/2014/main" id="{745FD3FC-0BD6-4B81-AE00-4D16DDC2DC1F}"/>
                    </a:ext>
                  </a:extLst>
                </p14:cNvPr>
                <p14:cNvContentPartPr/>
                <p14:nvPr/>
              </p14:nvContentPartPr>
              <p14:xfrm>
                <a:off x="7312160" y="644613"/>
                <a:ext cx="111240" cy="433800"/>
              </p14:xfrm>
            </p:contentPart>
          </mc:Choice>
          <mc:Fallback xmlns="">
            <p:pic>
              <p:nvPicPr>
                <p:cNvPr id="57" name="墨迹 56">
                  <a:extLst>
                    <a:ext uri="{FF2B5EF4-FFF2-40B4-BE49-F238E27FC236}">
                      <a16:creationId xmlns:a16="http://schemas.microsoft.com/office/drawing/2014/main" id="{745FD3FC-0BD6-4B81-AE00-4D16DDC2DC1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303160" y="635613"/>
                  <a:ext cx="12888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8" name="墨迹 57">
                  <a:extLst>
                    <a:ext uri="{FF2B5EF4-FFF2-40B4-BE49-F238E27FC236}">
                      <a16:creationId xmlns:a16="http://schemas.microsoft.com/office/drawing/2014/main" id="{1EC72B9E-D1D7-495A-AA01-132A4BD2F37F}"/>
                    </a:ext>
                  </a:extLst>
                </p14:cNvPr>
                <p14:cNvContentPartPr/>
                <p14:nvPr/>
              </p14:nvContentPartPr>
              <p14:xfrm>
                <a:off x="7408280" y="644973"/>
                <a:ext cx="321480" cy="479160"/>
              </p14:xfrm>
            </p:contentPart>
          </mc:Choice>
          <mc:Fallback xmlns="">
            <p:pic>
              <p:nvPicPr>
                <p:cNvPr id="58" name="墨迹 57">
                  <a:extLst>
                    <a:ext uri="{FF2B5EF4-FFF2-40B4-BE49-F238E27FC236}">
                      <a16:creationId xmlns:a16="http://schemas.microsoft.com/office/drawing/2014/main" id="{1EC72B9E-D1D7-495A-AA01-132A4BD2F37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399640" y="635973"/>
                  <a:ext cx="339120" cy="49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9" name="墨迹 58">
                  <a:extLst>
                    <a:ext uri="{FF2B5EF4-FFF2-40B4-BE49-F238E27FC236}">
                      <a16:creationId xmlns:a16="http://schemas.microsoft.com/office/drawing/2014/main" id="{E1704F3B-6194-473E-8038-69FBE05D3C41}"/>
                    </a:ext>
                  </a:extLst>
                </p14:cNvPr>
                <p14:cNvContentPartPr/>
                <p14:nvPr/>
              </p14:nvContentPartPr>
              <p14:xfrm>
                <a:off x="7743080" y="686373"/>
                <a:ext cx="108720" cy="171360"/>
              </p14:xfrm>
            </p:contentPart>
          </mc:Choice>
          <mc:Fallback xmlns="">
            <p:pic>
              <p:nvPicPr>
                <p:cNvPr id="59" name="墨迹 58">
                  <a:extLst>
                    <a:ext uri="{FF2B5EF4-FFF2-40B4-BE49-F238E27FC236}">
                      <a16:creationId xmlns:a16="http://schemas.microsoft.com/office/drawing/2014/main" id="{E1704F3B-6194-473E-8038-69FBE05D3C4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734080" y="677373"/>
                  <a:ext cx="12636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墨迹 59">
                  <a:extLst>
                    <a:ext uri="{FF2B5EF4-FFF2-40B4-BE49-F238E27FC236}">
                      <a16:creationId xmlns:a16="http://schemas.microsoft.com/office/drawing/2014/main" id="{C71C3928-540A-484A-B140-8221A1A66A3A}"/>
                    </a:ext>
                  </a:extLst>
                </p14:cNvPr>
                <p14:cNvContentPartPr/>
                <p14:nvPr/>
              </p14:nvContentPartPr>
              <p14:xfrm>
                <a:off x="7787360" y="633093"/>
                <a:ext cx="271080" cy="262440"/>
              </p14:xfrm>
            </p:contentPart>
          </mc:Choice>
          <mc:Fallback xmlns="">
            <p:pic>
              <p:nvPicPr>
                <p:cNvPr id="60" name="墨迹 59">
                  <a:extLst>
                    <a:ext uri="{FF2B5EF4-FFF2-40B4-BE49-F238E27FC236}">
                      <a16:creationId xmlns:a16="http://schemas.microsoft.com/office/drawing/2014/main" id="{C71C3928-540A-484A-B140-8221A1A66A3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778720" y="624093"/>
                  <a:ext cx="288720" cy="280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15424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6752F03-F4CF-477D-A5C4-ECB5470EAF5D}"/>
              </a:ext>
            </a:extLst>
          </p:cNvPr>
          <p:cNvSpPr txBox="1"/>
          <p:nvPr/>
        </p:nvSpPr>
        <p:spPr>
          <a:xfrm>
            <a:off x="690880" y="333494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AIMessage：大模型回答的</a:t>
            </a:r>
            <a:endParaRPr lang="en-US" altLang="zh-CN" dirty="0"/>
          </a:p>
          <a:p>
            <a:r>
              <a:rPr lang="en-US" altLang="zh-CN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SystemMessage</a:t>
            </a:r>
            <a:r>
              <a:rPr lang="en-US" altLang="zh-CN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zh-CN" alt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大模型的额人设</a:t>
            </a:r>
            <a:endParaRPr lang="en-US" altLang="zh-CN" b="0" dirty="0">
              <a:solidFill>
                <a:srgbClr val="4EC9B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HumanMessage</a:t>
            </a:r>
            <a:r>
              <a:rPr lang="zh-CN" altLang="en-US" dirty="0">
                <a:solidFill>
                  <a:srgbClr val="CCCCCC"/>
                </a:solidFill>
                <a:latin typeface="Consolas" panose="020B0609020204030204" pitchFamily="49" charset="0"/>
              </a:rPr>
              <a:t>：用户问的问题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511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DF9DC5E-17FD-4D7B-A220-EDF5ACABE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3" y="249468"/>
            <a:ext cx="12192000" cy="1224878"/>
          </a:xfrm>
          <a:prstGeom prst="rect">
            <a:avLst/>
          </a:prstGeom>
        </p:spPr>
      </p:pic>
      <p:sp>
        <p:nvSpPr>
          <p:cNvPr id="6" name="箭头: 右 5">
            <a:extLst>
              <a:ext uri="{FF2B5EF4-FFF2-40B4-BE49-F238E27FC236}">
                <a16:creationId xmlns:a16="http://schemas.microsoft.com/office/drawing/2014/main" id="{982B8D26-2FF5-4FF5-A526-5FFACC3C9AB9}"/>
              </a:ext>
            </a:extLst>
          </p:cNvPr>
          <p:cNvSpPr/>
          <p:nvPr/>
        </p:nvSpPr>
        <p:spPr>
          <a:xfrm rot="5400000">
            <a:off x="5168054" y="188976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1621A33-3B12-4465-91C2-59A42DF3E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735510"/>
            <a:ext cx="12192000" cy="1386980"/>
          </a:xfrm>
          <a:prstGeom prst="rect">
            <a:avLst/>
          </a:prstGeom>
        </p:spPr>
      </p:pic>
      <p:sp>
        <p:nvSpPr>
          <p:cNvPr id="9" name="箭头: 右 8">
            <a:extLst>
              <a:ext uri="{FF2B5EF4-FFF2-40B4-BE49-F238E27FC236}">
                <a16:creationId xmlns:a16="http://schemas.microsoft.com/office/drawing/2014/main" id="{72A38608-589D-4BD0-A2C5-FA16DAC20BE4}"/>
              </a:ext>
            </a:extLst>
          </p:cNvPr>
          <p:cNvSpPr/>
          <p:nvPr/>
        </p:nvSpPr>
        <p:spPr>
          <a:xfrm rot="5400000">
            <a:off x="5208695" y="454152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99FFF38-39B3-40CF-97EC-2F41B3F0CE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350" y="5273040"/>
            <a:ext cx="9029700" cy="149542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8156E917-498C-4CCE-98E7-5C53D6CB1B6E}"/>
              </a:ext>
            </a:extLst>
          </p:cNvPr>
          <p:cNvSpPr txBox="1"/>
          <p:nvPr/>
        </p:nvSpPr>
        <p:spPr>
          <a:xfrm>
            <a:off x="5899574" y="4513099"/>
            <a:ext cx="4390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openAI</a:t>
            </a:r>
            <a:r>
              <a:rPr lang="zh-CN" altLang="en-US" dirty="0"/>
              <a:t>和</a:t>
            </a:r>
            <a:r>
              <a:rPr lang="en-US" altLang="zh-CN" dirty="0" err="1"/>
              <a:t>langchain</a:t>
            </a:r>
            <a:r>
              <a:rPr lang="zh-CN" altLang="en-US" dirty="0"/>
              <a:t>都自动把这一层给做了</a:t>
            </a:r>
          </a:p>
        </p:txBody>
      </p:sp>
    </p:spTree>
    <p:extLst>
      <p:ext uri="{BB962C8B-B14F-4D97-AF65-F5344CB8AC3E}">
        <p14:creationId xmlns:p14="http://schemas.microsoft.com/office/powerpoint/2010/main" val="4046507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37E9EB1-EEC2-4A8B-A90D-2D677831665B}"/>
              </a:ext>
            </a:extLst>
          </p:cNvPr>
          <p:cNvSpPr txBox="1"/>
          <p:nvPr/>
        </p:nvSpPr>
        <p:spPr>
          <a:xfrm>
            <a:off x="1192107" y="298027"/>
            <a:ext cx="20056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Batch</a:t>
            </a:r>
          </a:p>
          <a:p>
            <a:r>
              <a:rPr lang="zh-CN" altLang="en-US" dirty="0"/>
              <a:t>对</a:t>
            </a:r>
            <a:r>
              <a:rPr lang="en-US" altLang="zh-CN" dirty="0"/>
              <a:t>GPU</a:t>
            </a:r>
            <a:r>
              <a:rPr lang="zh-CN" altLang="en-US" dirty="0"/>
              <a:t>的利用率高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5" name="墨迹 44">
                <a:extLst>
                  <a:ext uri="{FF2B5EF4-FFF2-40B4-BE49-F238E27FC236}">
                    <a16:creationId xmlns:a16="http://schemas.microsoft.com/office/drawing/2014/main" id="{61998345-F9D6-4068-92C7-5E52C5408298}"/>
                  </a:ext>
                </a:extLst>
              </p14:cNvPr>
              <p14:cNvContentPartPr/>
              <p14:nvPr/>
            </p14:nvContentPartPr>
            <p14:xfrm>
              <a:off x="6203720" y="1920093"/>
              <a:ext cx="23400" cy="40680"/>
            </p14:xfrm>
          </p:contentPart>
        </mc:Choice>
        <mc:Fallback xmlns="">
          <p:pic>
            <p:nvPicPr>
              <p:cNvPr id="45" name="墨迹 44">
                <a:extLst>
                  <a:ext uri="{FF2B5EF4-FFF2-40B4-BE49-F238E27FC236}">
                    <a16:creationId xmlns:a16="http://schemas.microsoft.com/office/drawing/2014/main" id="{61998345-F9D6-4068-92C7-5E52C540829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94720" y="1911453"/>
                <a:ext cx="4104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7" name="墨迹 46">
                <a:extLst>
                  <a:ext uri="{FF2B5EF4-FFF2-40B4-BE49-F238E27FC236}">
                    <a16:creationId xmlns:a16="http://schemas.microsoft.com/office/drawing/2014/main" id="{B07C982D-9435-4D18-BF8E-08F3D326F148}"/>
                  </a:ext>
                </a:extLst>
              </p14:cNvPr>
              <p14:cNvContentPartPr/>
              <p14:nvPr/>
            </p14:nvContentPartPr>
            <p14:xfrm>
              <a:off x="2162360" y="3317973"/>
              <a:ext cx="48240" cy="9720"/>
            </p14:xfrm>
          </p:contentPart>
        </mc:Choice>
        <mc:Fallback xmlns="">
          <p:pic>
            <p:nvPicPr>
              <p:cNvPr id="47" name="墨迹 46">
                <a:extLst>
                  <a:ext uri="{FF2B5EF4-FFF2-40B4-BE49-F238E27FC236}">
                    <a16:creationId xmlns:a16="http://schemas.microsoft.com/office/drawing/2014/main" id="{B07C982D-9435-4D18-BF8E-08F3D326F14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53720" y="3309333"/>
                <a:ext cx="65880" cy="27360"/>
              </a:xfrm>
              <a:prstGeom prst="rect">
                <a:avLst/>
              </a:prstGeom>
            </p:spPr>
          </p:pic>
        </mc:Fallback>
      </mc:AlternateContent>
      <p:sp>
        <p:nvSpPr>
          <p:cNvPr id="49" name="文本框 48">
            <a:extLst>
              <a:ext uri="{FF2B5EF4-FFF2-40B4-BE49-F238E27FC236}">
                <a16:creationId xmlns:a16="http://schemas.microsoft.com/office/drawing/2014/main" id="{464B46E2-31C7-44F9-A5C0-7B3D4BC6FB5E}"/>
              </a:ext>
            </a:extLst>
          </p:cNvPr>
          <p:cNvSpPr txBox="1"/>
          <p:nvPr/>
        </p:nvSpPr>
        <p:spPr>
          <a:xfrm>
            <a:off x="4077547" y="453813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减少内存到显存的搬运次数</a:t>
            </a:r>
          </a:p>
        </p:txBody>
      </p: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0A2CC6FA-5713-4645-8879-15FCD68BA21C}"/>
              </a:ext>
            </a:extLst>
          </p:cNvPr>
          <p:cNvGrpSpPr/>
          <p:nvPr/>
        </p:nvGrpSpPr>
        <p:grpSpPr>
          <a:xfrm>
            <a:off x="1258760" y="1031973"/>
            <a:ext cx="7525800" cy="3498840"/>
            <a:chOff x="1258760" y="1031973"/>
            <a:chExt cx="7525800" cy="349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E02AA902-8368-4DC7-8C21-7E22A07E13FC}"/>
                    </a:ext>
                  </a:extLst>
                </p14:cNvPr>
                <p14:cNvContentPartPr/>
                <p14:nvPr/>
              </p14:nvContentPartPr>
              <p14:xfrm>
                <a:off x="4398680" y="1730733"/>
                <a:ext cx="290520" cy="1215720"/>
              </p14:xfrm>
            </p:contentPart>
          </mc:Choice>
          <mc:Fallback xmlns=""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E02AA902-8368-4DC7-8C21-7E22A07E13F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390040" y="1721733"/>
                  <a:ext cx="308160" cy="12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50BB376B-7108-4D21-B49C-74F0316359A2}"/>
                    </a:ext>
                  </a:extLst>
                </p14:cNvPr>
                <p14:cNvContentPartPr/>
                <p14:nvPr/>
              </p14:nvContentPartPr>
              <p14:xfrm>
                <a:off x="4366280" y="1031973"/>
                <a:ext cx="3109320" cy="2046960"/>
              </p14:xfrm>
            </p:contentPart>
          </mc:Choice>
          <mc:Fallback xmlns=""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50BB376B-7108-4D21-B49C-74F0316359A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357280" y="1023333"/>
                  <a:ext cx="3126960" cy="20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528CD0B4-AF45-42BE-AFDF-3D8E2DB3BF5E}"/>
                    </a:ext>
                  </a:extLst>
                </p14:cNvPr>
                <p14:cNvContentPartPr/>
                <p14:nvPr/>
              </p14:nvContentPartPr>
              <p14:xfrm>
                <a:off x="4475000" y="3031773"/>
                <a:ext cx="3356640" cy="370080"/>
              </p14:xfrm>
            </p:contentPart>
          </mc:Choice>
          <mc:Fallback xmlns=""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528CD0B4-AF45-42BE-AFDF-3D8E2DB3BF5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466000" y="3023133"/>
                  <a:ext cx="337428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F3000926-8DC5-44F9-804C-097E553C0248}"/>
                    </a:ext>
                  </a:extLst>
                </p14:cNvPr>
                <p14:cNvContentPartPr/>
                <p14:nvPr/>
              </p14:nvContentPartPr>
              <p14:xfrm>
                <a:off x="5609720" y="1313133"/>
                <a:ext cx="66240" cy="17640"/>
              </p14:xfrm>
            </p:contentPart>
          </mc:Choice>
          <mc:Fallback xmlns=""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F3000926-8DC5-44F9-804C-097E553C024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600720" y="1304493"/>
                  <a:ext cx="838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85A32CAD-A207-4E53-AF17-4A0E0E6F272E}"/>
                    </a:ext>
                  </a:extLst>
                </p14:cNvPr>
                <p14:cNvContentPartPr/>
                <p14:nvPr/>
              </p14:nvContentPartPr>
              <p14:xfrm>
                <a:off x="5412080" y="1336893"/>
                <a:ext cx="361080" cy="370800"/>
              </p14:xfrm>
            </p:contentPart>
          </mc:Choice>
          <mc:Fallback xmlns=""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85A32CAD-A207-4E53-AF17-4A0E0E6F272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403440" y="1328253"/>
                  <a:ext cx="37872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09EF1E81-630F-4191-8E76-AD12C78EFAD1}"/>
                    </a:ext>
                  </a:extLst>
                </p14:cNvPr>
                <p14:cNvContentPartPr/>
                <p14:nvPr/>
              </p14:nvContentPartPr>
              <p14:xfrm>
                <a:off x="5842640" y="1354893"/>
                <a:ext cx="51480" cy="316800"/>
              </p14:xfrm>
            </p:contentPart>
          </mc:Choice>
          <mc:Fallback xmlns=""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09EF1E81-630F-4191-8E76-AD12C78EFAD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834000" y="1346253"/>
                  <a:ext cx="6912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D03FCAEE-8516-4DAF-8D11-CAC9AA499F3D}"/>
                    </a:ext>
                  </a:extLst>
                </p14:cNvPr>
                <p14:cNvContentPartPr/>
                <p14:nvPr/>
              </p14:nvContentPartPr>
              <p14:xfrm>
                <a:off x="5872880" y="1247973"/>
                <a:ext cx="171360" cy="188280"/>
              </p14:xfrm>
            </p:contentPart>
          </mc:Choice>
          <mc:Fallback xmlns=""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D03FCAEE-8516-4DAF-8D11-CAC9AA499F3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864240" y="1239333"/>
                  <a:ext cx="1890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A571FBC2-1088-41A6-AE5D-5AA68142B5AB}"/>
                    </a:ext>
                  </a:extLst>
                </p14:cNvPr>
                <p14:cNvContentPartPr/>
                <p14:nvPr/>
              </p14:nvContentPartPr>
              <p14:xfrm>
                <a:off x="6173120" y="1254093"/>
                <a:ext cx="465840" cy="385200"/>
              </p14:xfrm>
            </p:contentPart>
          </mc:Choice>
          <mc:Fallback xmlns=""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A571FBC2-1088-41A6-AE5D-5AA68142B5A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164480" y="1245453"/>
                  <a:ext cx="48348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4F5A1115-4C4C-4192-99AC-C97A42608ADD}"/>
                    </a:ext>
                  </a:extLst>
                </p14:cNvPr>
                <p14:cNvContentPartPr/>
                <p14:nvPr/>
              </p14:nvContentPartPr>
              <p14:xfrm>
                <a:off x="5550320" y="2676093"/>
                <a:ext cx="683640" cy="385920"/>
              </p14:xfrm>
            </p:contentPart>
          </mc:Choice>
          <mc:Fallback xmlns=""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4F5A1115-4C4C-4192-99AC-C97A42608AD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541680" y="2667093"/>
                  <a:ext cx="70128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F106522F-C7E5-44CB-A789-DE9F36D98334}"/>
                    </a:ext>
                  </a:extLst>
                </p14:cNvPr>
                <p14:cNvContentPartPr/>
                <p14:nvPr/>
              </p14:nvContentPartPr>
              <p14:xfrm>
                <a:off x="6474440" y="2472333"/>
                <a:ext cx="11160" cy="34200"/>
              </p14:xfrm>
            </p:contentPart>
          </mc:Choice>
          <mc:Fallback xmlns=""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F106522F-C7E5-44CB-A789-DE9F36D9833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465440" y="2463693"/>
                  <a:ext cx="2880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4D3EFF48-6822-412D-91A5-BBA87AED7DB0}"/>
                    </a:ext>
                  </a:extLst>
                </p14:cNvPr>
                <p14:cNvContentPartPr/>
                <p14:nvPr/>
              </p14:nvContentPartPr>
              <p14:xfrm>
                <a:off x="6472280" y="2367573"/>
                <a:ext cx="15840" cy="17640"/>
              </p14:xfrm>
            </p:contentPart>
          </mc:Choice>
          <mc:Fallback xmlns=""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4D3EFF48-6822-412D-91A5-BBA87AED7DB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463640" y="2358573"/>
                  <a:ext cx="334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4A4EC2C5-319E-40A5-A0D1-29F88F64F715}"/>
                    </a:ext>
                  </a:extLst>
                </p14:cNvPr>
                <p14:cNvContentPartPr/>
                <p14:nvPr/>
              </p14:nvContentPartPr>
              <p14:xfrm>
                <a:off x="6297320" y="2362533"/>
                <a:ext cx="630360" cy="533160"/>
              </p14:xfrm>
            </p:contentPart>
          </mc:Choice>
          <mc:Fallback xmlns=""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4A4EC2C5-319E-40A5-A0D1-29F88F64F71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288320" y="2353893"/>
                  <a:ext cx="648000" cy="55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C0672B08-6E9E-4C30-A6AC-4C074DCFBC1F}"/>
                    </a:ext>
                  </a:extLst>
                </p14:cNvPr>
                <p14:cNvContentPartPr/>
                <p14:nvPr/>
              </p14:nvContentPartPr>
              <p14:xfrm>
                <a:off x="7005440" y="2338053"/>
                <a:ext cx="231840" cy="606960"/>
              </p14:xfrm>
            </p:contentPart>
          </mc:Choice>
          <mc:Fallback xmlns=""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C0672B08-6E9E-4C30-A6AC-4C074DCFBC1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996440" y="2329053"/>
                  <a:ext cx="249480" cy="62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90CC77D8-BC24-412F-B588-2F8B90CD8438}"/>
                    </a:ext>
                  </a:extLst>
                </p14:cNvPr>
                <p14:cNvContentPartPr/>
                <p14:nvPr/>
              </p14:nvContentPartPr>
              <p14:xfrm>
                <a:off x="1258760" y="2186853"/>
                <a:ext cx="147240" cy="529560"/>
              </p14:xfrm>
            </p:contentPart>
          </mc:Choice>
          <mc:Fallback xmlns=""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90CC77D8-BC24-412F-B588-2F8B90CD843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250120" y="2178213"/>
                  <a:ext cx="164880" cy="54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02F0B825-F226-4A5B-B895-9B542A3CFFC9}"/>
                    </a:ext>
                  </a:extLst>
                </p14:cNvPr>
                <p14:cNvContentPartPr/>
                <p14:nvPr/>
              </p14:nvContentPartPr>
              <p14:xfrm>
                <a:off x="1334000" y="2045373"/>
                <a:ext cx="1034640" cy="530280"/>
              </p14:xfrm>
            </p:contentPart>
          </mc:Choice>
          <mc:Fallback xmlns=""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02F0B825-F226-4A5B-B895-9B542A3CFFC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325000" y="2036733"/>
                  <a:ext cx="1052280" cy="54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F9624E5F-5E94-4A7A-AEFC-BA5FB9465784}"/>
                    </a:ext>
                  </a:extLst>
                </p14:cNvPr>
                <p14:cNvContentPartPr/>
                <p14:nvPr/>
              </p14:nvContentPartPr>
              <p14:xfrm>
                <a:off x="1332200" y="2641533"/>
                <a:ext cx="881280" cy="72360"/>
              </p14:xfrm>
            </p:contentPart>
          </mc:Choice>
          <mc:Fallback xmlns=""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F9624E5F-5E94-4A7A-AEFC-BA5FB946578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323560" y="2632533"/>
                  <a:ext cx="8989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5D83BE88-3DEA-448C-9B4B-E4CEA5A674F1}"/>
                    </a:ext>
                  </a:extLst>
                </p14:cNvPr>
                <p14:cNvContentPartPr/>
                <p14:nvPr/>
              </p14:nvContentPartPr>
              <p14:xfrm>
                <a:off x="1381520" y="1979133"/>
                <a:ext cx="19080" cy="124200"/>
              </p14:xfrm>
            </p:contentPart>
          </mc:Choice>
          <mc:Fallback xmlns=""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5D83BE88-3DEA-448C-9B4B-E4CEA5A674F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372880" y="1970493"/>
                  <a:ext cx="367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16C67232-5BC7-477B-9497-C8E904FA0234}"/>
                    </a:ext>
                  </a:extLst>
                </p14:cNvPr>
                <p14:cNvContentPartPr/>
                <p14:nvPr/>
              </p14:nvContentPartPr>
              <p14:xfrm>
                <a:off x="1328600" y="1642533"/>
                <a:ext cx="63360" cy="89640"/>
              </p14:xfrm>
            </p:contentPart>
          </mc:Choice>
          <mc:Fallback xmlns=""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16C67232-5BC7-477B-9497-C8E904FA023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319960" y="1633893"/>
                  <a:ext cx="810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1B920E44-068C-42DA-B6CE-A7D610A5A68A}"/>
                    </a:ext>
                  </a:extLst>
                </p14:cNvPr>
                <p14:cNvContentPartPr/>
                <p14:nvPr/>
              </p14:nvContentPartPr>
              <p14:xfrm>
                <a:off x="1332200" y="1685013"/>
                <a:ext cx="61920" cy="332640"/>
              </p14:xfrm>
            </p:contentPart>
          </mc:Choice>
          <mc:Fallback xmlns=""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1B920E44-068C-42DA-B6CE-A7D610A5A68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323200" y="1676373"/>
                  <a:ext cx="7956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C27D331F-58A1-43DB-9606-71C164EC3A15}"/>
                    </a:ext>
                  </a:extLst>
                </p14:cNvPr>
                <p14:cNvContentPartPr/>
                <p14:nvPr/>
              </p14:nvContentPartPr>
              <p14:xfrm>
                <a:off x="1290440" y="1487373"/>
                <a:ext cx="12240" cy="11880"/>
              </p14:xfrm>
            </p:contentPart>
          </mc:Choice>
          <mc:Fallback xmlns=""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C27D331F-58A1-43DB-9606-71C164EC3A1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281440" y="1478373"/>
                  <a:ext cx="298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08E8DE19-5DA1-431C-A085-0BDD353B3F60}"/>
                    </a:ext>
                  </a:extLst>
                </p14:cNvPr>
                <p14:cNvContentPartPr/>
                <p14:nvPr/>
              </p14:nvContentPartPr>
              <p14:xfrm>
                <a:off x="1452800" y="1649013"/>
                <a:ext cx="246240" cy="465120"/>
              </p14:xfrm>
            </p:contentPart>
          </mc:Choice>
          <mc:Fallback xmlns=""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08E8DE19-5DA1-431C-A085-0BDD353B3F6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443800" y="1640013"/>
                  <a:ext cx="263880" cy="48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33F59578-5A3C-4825-90B4-C31F7A752F3D}"/>
                    </a:ext>
                  </a:extLst>
                </p14:cNvPr>
                <p14:cNvContentPartPr/>
                <p14:nvPr/>
              </p14:nvContentPartPr>
              <p14:xfrm>
                <a:off x="1791200" y="1656213"/>
                <a:ext cx="172800" cy="391320"/>
              </p14:xfrm>
            </p:contentPart>
          </mc:Choice>
          <mc:Fallback xmlns=""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33F59578-5A3C-4825-90B4-C31F7A752F3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782560" y="1647573"/>
                  <a:ext cx="19044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E570BC3D-6A25-46A4-B838-60A9DE02FEB7}"/>
                    </a:ext>
                  </a:extLst>
                </p14:cNvPr>
                <p14:cNvContentPartPr/>
                <p14:nvPr/>
              </p14:nvContentPartPr>
              <p14:xfrm>
                <a:off x="2036000" y="1626333"/>
                <a:ext cx="246960" cy="282600"/>
              </p14:xfrm>
            </p:contentPart>
          </mc:Choice>
          <mc:Fallback xmlns=""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E570BC3D-6A25-46A4-B838-60A9DE02FEB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027360" y="1617333"/>
                  <a:ext cx="26460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0CBB77C3-F568-48BA-9B51-307C7BAEB0FF}"/>
                    </a:ext>
                  </a:extLst>
                </p14:cNvPr>
                <p14:cNvContentPartPr/>
                <p14:nvPr/>
              </p14:nvContentPartPr>
              <p14:xfrm>
                <a:off x="2345960" y="1620933"/>
                <a:ext cx="147240" cy="50760"/>
              </p14:xfrm>
            </p:contentPart>
          </mc:Choice>
          <mc:Fallback xmlns=""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0CBB77C3-F568-48BA-9B51-307C7BAEB0F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336960" y="1612293"/>
                  <a:ext cx="1648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5A5E38C8-EA13-47BC-8EED-C1B315083B45}"/>
                    </a:ext>
                  </a:extLst>
                </p14:cNvPr>
                <p14:cNvContentPartPr/>
                <p14:nvPr/>
              </p14:nvContentPartPr>
              <p14:xfrm>
                <a:off x="2425160" y="1468653"/>
                <a:ext cx="132480" cy="451800"/>
              </p14:xfrm>
            </p:contentPart>
          </mc:Choice>
          <mc:Fallback xmlns=""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5A5E38C8-EA13-47BC-8EED-C1B315083B4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416520" y="1459653"/>
                  <a:ext cx="15012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682A3633-A027-4BE6-A51D-24491D41BC3C}"/>
                    </a:ext>
                  </a:extLst>
                </p14:cNvPr>
                <p14:cNvContentPartPr/>
                <p14:nvPr/>
              </p14:nvContentPartPr>
              <p14:xfrm>
                <a:off x="1447400" y="1544973"/>
                <a:ext cx="36360" cy="135000"/>
              </p14:xfrm>
            </p:contentPart>
          </mc:Choice>
          <mc:Fallback xmlns=""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682A3633-A027-4BE6-A51D-24491D41BC3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438400" y="1535973"/>
                  <a:ext cx="540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A7961492-D1A3-49C5-A59E-7009EB21631A}"/>
                    </a:ext>
                  </a:extLst>
                </p14:cNvPr>
                <p14:cNvContentPartPr/>
                <p14:nvPr/>
              </p14:nvContentPartPr>
              <p14:xfrm>
                <a:off x="1729280" y="1739373"/>
                <a:ext cx="53280" cy="383760"/>
              </p14:xfrm>
            </p:contentPart>
          </mc:Choice>
          <mc:Fallback xmlns=""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A7961492-D1A3-49C5-A59E-7009EB21631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720280" y="1730373"/>
                  <a:ext cx="7092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EE71FFAF-388C-4AD6-8BF0-13B8FD4D3605}"/>
                    </a:ext>
                  </a:extLst>
                </p14:cNvPr>
                <p14:cNvContentPartPr/>
                <p14:nvPr/>
              </p14:nvContentPartPr>
              <p14:xfrm>
                <a:off x="2041400" y="1918293"/>
                <a:ext cx="3073320" cy="399960"/>
              </p14:xfrm>
            </p:contentPart>
          </mc:Choice>
          <mc:Fallback xmlns=""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EE71FFAF-388C-4AD6-8BF0-13B8FD4D360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032400" y="1909293"/>
                  <a:ext cx="309096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3E5C10A9-6725-4D9A-AB57-4032CC1566C5}"/>
                    </a:ext>
                  </a:extLst>
                </p14:cNvPr>
                <p14:cNvContentPartPr/>
                <p14:nvPr/>
              </p14:nvContentPartPr>
              <p14:xfrm>
                <a:off x="4955960" y="1814613"/>
                <a:ext cx="387720" cy="321120"/>
              </p14:xfrm>
            </p:contentPart>
          </mc:Choice>
          <mc:Fallback xmlns=""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3E5C10A9-6725-4D9A-AB57-4032CC1566C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947320" y="1805613"/>
                  <a:ext cx="40536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4B467B13-FA55-4342-865E-62B1E63A6F83}"/>
                    </a:ext>
                  </a:extLst>
                </p14:cNvPr>
                <p14:cNvContentPartPr/>
                <p14:nvPr/>
              </p14:nvContentPartPr>
              <p14:xfrm>
                <a:off x="2448200" y="2648733"/>
                <a:ext cx="2760840" cy="532440"/>
              </p14:xfrm>
            </p:contentPart>
          </mc:Choice>
          <mc:Fallback xmlns=""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4B467B13-FA55-4342-865E-62B1E63A6F8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439560" y="2640093"/>
                  <a:ext cx="2778480" cy="55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墨迹 39">
                  <a:extLst>
                    <a:ext uri="{FF2B5EF4-FFF2-40B4-BE49-F238E27FC236}">
                      <a16:creationId xmlns:a16="http://schemas.microsoft.com/office/drawing/2014/main" id="{E52593DD-D80F-44AB-820E-C1B08067B2EE}"/>
                    </a:ext>
                  </a:extLst>
                </p14:cNvPr>
                <p14:cNvContentPartPr/>
                <p14:nvPr/>
              </p14:nvContentPartPr>
              <p14:xfrm>
                <a:off x="2357120" y="2933493"/>
                <a:ext cx="572760" cy="321840"/>
              </p14:xfrm>
            </p:contentPart>
          </mc:Choice>
          <mc:Fallback xmlns="">
            <p:pic>
              <p:nvPicPr>
                <p:cNvPr id="40" name="墨迹 39">
                  <a:extLst>
                    <a:ext uri="{FF2B5EF4-FFF2-40B4-BE49-F238E27FC236}">
                      <a16:creationId xmlns:a16="http://schemas.microsoft.com/office/drawing/2014/main" id="{E52593DD-D80F-44AB-820E-C1B08067B2E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48480" y="2924493"/>
                  <a:ext cx="59040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D89F1D20-D375-4203-AAAD-51E77D3DA6AF}"/>
                    </a:ext>
                  </a:extLst>
                </p14:cNvPr>
                <p14:cNvContentPartPr/>
                <p14:nvPr/>
              </p14:nvContentPartPr>
              <p14:xfrm>
                <a:off x="1423280" y="3225453"/>
                <a:ext cx="223200" cy="399600"/>
              </p14:xfrm>
            </p:contentPart>
          </mc:Choice>
          <mc:Fallback xmlns=""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D89F1D20-D375-4203-AAAD-51E77D3DA6A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414640" y="3216453"/>
                  <a:ext cx="24084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237BA31F-494F-44C3-9F46-59E8E588A12C}"/>
                    </a:ext>
                  </a:extLst>
                </p14:cNvPr>
                <p14:cNvContentPartPr/>
                <p14:nvPr/>
              </p14:nvContentPartPr>
              <p14:xfrm>
                <a:off x="1525160" y="2894253"/>
                <a:ext cx="1090800" cy="615600"/>
              </p14:xfrm>
            </p:contentPart>
          </mc:Choice>
          <mc:Fallback xmlns=""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237BA31F-494F-44C3-9F46-59E8E588A12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516520" y="2885253"/>
                  <a:ext cx="1108440" cy="63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3" name="墨迹 42">
                  <a:extLst>
                    <a:ext uri="{FF2B5EF4-FFF2-40B4-BE49-F238E27FC236}">
                      <a16:creationId xmlns:a16="http://schemas.microsoft.com/office/drawing/2014/main" id="{55C5F8A0-E4F7-4A1E-A95C-B509B438CEC0}"/>
                    </a:ext>
                  </a:extLst>
                </p14:cNvPr>
                <p14:cNvContentPartPr/>
                <p14:nvPr/>
              </p14:nvContentPartPr>
              <p14:xfrm>
                <a:off x="1817840" y="3507333"/>
                <a:ext cx="722160" cy="151920"/>
              </p14:xfrm>
            </p:contentPart>
          </mc:Choice>
          <mc:Fallback xmlns="">
            <p:pic>
              <p:nvPicPr>
                <p:cNvPr id="43" name="墨迹 42">
                  <a:extLst>
                    <a:ext uri="{FF2B5EF4-FFF2-40B4-BE49-F238E27FC236}">
                      <a16:creationId xmlns:a16="http://schemas.microsoft.com/office/drawing/2014/main" id="{55C5F8A0-E4F7-4A1E-A95C-B509B438CEC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808840" y="3498333"/>
                  <a:ext cx="7398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墨迹 49">
                  <a:extLst>
                    <a:ext uri="{FF2B5EF4-FFF2-40B4-BE49-F238E27FC236}">
                      <a16:creationId xmlns:a16="http://schemas.microsoft.com/office/drawing/2014/main" id="{8E4FF638-2173-4F86-B61B-DCDCEAAAB7B6}"/>
                    </a:ext>
                  </a:extLst>
                </p14:cNvPr>
                <p14:cNvContentPartPr/>
                <p14:nvPr/>
              </p14:nvContentPartPr>
              <p14:xfrm>
                <a:off x="4592720" y="4098093"/>
                <a:ext cx="322920" cy="199800"/>
              </p14:xfrm>
            </p:contentPart>
          </mc:Choice>
          <mc:Fallback xmlns="">
            <p:pic>
              <p:nvPicPr>
                <p:cNvPr id="50" name="墨迹 49">
                  <a:extLst>
                    <a:ext uri="{FF2B5EF4-FFF2-40B4-BE49-F238E27FC236}">
                      <a16:creationId xmlns:a16="http://schemas.microsoft.com/office/drawing/2014/main" id="{8E4FF638-2173-4F86-B61B-DCDCEAAAB7B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583720" y="4089453"/>
                  <a:ext cx="3405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1" name="墨迹 50">
                  <a:extLst>
                    <a:ext uri="{FF2B5EF4-FFF2-40B4-BE49-F238E27FC236}">
                      <a16:creationId xmlns:a16="http://schemas.microsoft.com/office/drawing/2014/main" id="{4B832ED0-6FBD-4C97-8020-EDBF421B5A02}"/>
                    </a:ext>
                  </a:extLst>
                </p14:cNvPr>
                <p14:cNvContentPartPr/>
                <p14:nvPr/>
              </p14:nvContentPartPr>
              <p14:xfrm>
                <a:off x="4566440" y="3790293"/>
                <a:ext cx="290160" cy="585720"/>
              </p14:xfrm>
            </p:contentPart>
          </mc:Choice>
          <mc:Fallback xmlns="">
            <p:pic>
              <p:nvPicPr>
                <p:cNvPr id="51" name="墨迹 50">
                  <a:extLst>
                    <a:ext uri="{FF2B5EF4-FFF2-40B4-BE49-F238E27FC236}">
                      <a16:creationId xmlns:a16="http://schemas.microsoft.com/office/drawing/2014/main" id="{4B832ED0-6FBD-4C97-8020-EDBF421B5A0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557440" y="3781293"/>
                  <a:ext cx="307800" cy="60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2" name="墨迹 51">
                  <a:extLst>
                    <a:ext uri="{FF2B5EF4-FFF2-40B4-BE49-F238E27FC236}">
                      <a16:creationId xmlns:a16="http://schemas.microsoft.com/office/drawing/2014/main" id="{E387C129-34CD-48CE-B821-86F23D656547}"/>
                    </a:ext>
                  </a:extLst>
                </p14:cNvPr>
                <p14:cNvContentPartPr/>
                <p14:nvPr/>
              </p14:nvContentPartPr>
              <p14:xfrm>
                <a:off x="4746080" y="4027893"/>
                <a:ext cx="169200" cy="502920"/>
              </p14:xfrm>
            </p:contentPart>
          </mc:Choice>
          <mc:Fallback xmlns="">
            <p:pic>
              <p:nvPicPr>
                <p:cNvPr id="52" name="墨迹 51">
                  <a:extLst>
                    <a:ext uri="{FF2B5EF4-FFF2-40B4-BE49-F238E27FC236}">
                      <a16:creationId xmlns:a16="http://schemas.microsoft.com/office/drawing/2014/main" id="{E387C129-34CD-48CE-B821-86F23D65654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737440" y="4018893"/>
                  <a:ext cx="186840" cy="52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3" name="墨迹 52">
                  <a:extLst>
                    <a:ext uri="{FF2B5EF4-FFF2-40B4-BE49-F238E27FC236}">
                      <a16:creationId xmlns:a16="http://schemas.microsoft.com/office/drawing/2014/main" id="{4BF36C10-3B96-46CB-BC7E-10ABE5963B39}"/>
                    </a:ext>
                  </a:extLst>
                </p14:cNvPr>
                <p14:cNvContentPartPr/>
                <p14:nvPr/>
              </p14:nvContentPartPr>
              <p14:xfrm>
                <a:off x="4929680" y="3858693"/>
                <a:ext cx="235440" cy="641520"/>
              </p14:xfrm>
            </p:contentPart>
          </mc:Choice>
          <mc:Fallback xmlns="">
            <p:pic>
              <p:nvPicPr>
                <p:cNvPr id="53" name="墨迹 52">
                  <a:extLst>
                    <a:ext uri="{FF2B5EF4-FFF2-40B4-BE49-F238E27FC236}">
                      <a16:creationId xmlns:a16="http://schemas.microsoft.com/office/drawing/2014/main" id="{4BF36C10-3B96-46CB-BC7E-10ABE5963B3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920680" y="3850053"/>
                  <a:ext cx="253080" cy="65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4" name="墨迹 53">
                  <a:extLst>
                    <a:ext uri="{FF2B5EF4-FFF2-40B4-BE49-F238E27FC236}">
                      <a16:creationId xmlns:a16="http://schemas.microsoft.com/office/drawing/2014/main" id="{9BA2DFF1-DD49-4766-8B52-471AC44A6187}"/>
                    </a:ext>
                  </a:extLst>
                </p14:cNvPr>
                <p14:cNvContentPartPr/>
                <p14:nvPr/>
              </p14:nvContentPartPr>
              <p14:xfrm>
                <a:off x="5104280" y="3792453"/>
                <a:ext cx="217440" cy="731520"/>
              </p14:xfrm>
            </p:contentPart>
          </mc:Choice>
          <mc:Fallback xmlns="">
            <p:pic>
              <p:nvPicPr>
                <p:cNvPr id="54" name="墨迹 53">
                  <a:extLst>
                    <a:ext uri="{FF2B5EF4-FFF2-40B4-BE49-F238E27FC236}">
                      <a16:creationId xmlns:a16="http://schemas.microsoft.com/office/drawing/2014/main" id="{9BA2DFF1-DD49-4766-8B52-471AC44A618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095280" y="3783453"/>
                  <a:ext cx="235080" cy="74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5" name="墨迹 54">
                  <a:extLst>
                    <a:ext uri="{FF2B5EF4-FFF2-40B4-BE49-F238E27FC236}">
                      <a16:creationId xmlns:a16="http://schemas.microsoft.com/office/drawing/2014/main" id="{129D9363-DF21-4AAC-9CA4-32D7B3824A14}"/>
                    </a:ext>
                  </a:extLst>
                </p14:cNvPr>
                <p14:cNvContentPartPr/>
                <p14:nvPr/>
              </p14:nvContentPartPr>
              <p14:xfrm>
                <a:off x="5431160" y="3872733"/>
                <a:ext cx="361440" cy="336600"/>
              </p14:xfrm>
            </p:contentPart>
          </mc:Choice>
          <mc:Fallback xmlns="">
            <p:pic>
              <p:nvPicPr>
                <p:cNvPr id="55" name="墨迹 54">
                  <a:extLst>
                    <a:ext uri="{FF2B5EF4-FFF2-40B4-BE49-F238E27FC236}">
                      <a16:creationId xmlns:a16="http://schemas.microsoft.com/office/drawing/2014/main" id="{129D9363-DF21-4AAC-9CA4-32D7B3824A1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422160" y="3864093"/>
                  <a:ext cx="379080" cy="35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7" name="墨迹 56">
                  <a:extLst>
                    <a:ext uri="{FF2B5EF4-FFF2-40B4-BE49-F238E27FC236}">
                      <a16:creationId xmlns:a16="http://schemas.microsoft.com/office/drawing/2014/main" id="{BE0063FA-E3FB-467A-9836-5A0FF9963454}"/>
                    </a:ext>
                  </a:extLst>
                </p14:cNvPr>
                <p14:cNvContentPartPr/>
                <p14:nvPr/>
              </p14:nvContentPartPr>
              <p14:xfrm>
                <a:off x="6239360" y="3715053"/>
                <a:ext cx="43200" cy="45000"/>
              </p14:xfrm>
            </p:contentPart>
          </mc:Choice>
          <mc:Fallback xmlns="">
            <p:pic>
              <p:nvPicPr>
                <p:cNvPr id="57" name="墨迹 56">
                  <a:extLst>
                    <a:ext uri="{FF2B5EF4-FFF2-40B4-BE49-F238E27FC236}">
                      <a16:creationId xmlns:a16="http://schemas.microsoft.com/office/drawing/2014/main" id="{BE0063FA-E3FB-467A-9836-5A0FF996345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230720" y="3706053"/>
                  <a:ext cx="6084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8" name="墨迹 57">
                  <a:extLst>
                    <a:ext uri="{FF2B5EF4-FFF2-40B4-BE49-F238E27FC236}">
                      <a16:creationId xmlns:a16="http://schemas.microsoft.com/office/drawing/2014/main" id="{ED8DC7F8-7372-41E0-99E3-FCCCEA364963}"/>
                    </a:ext>
                  </a:extLst>
                </p14:cNvPr>
                <p14:cNvContentPartPr/>
                <p14:nvPr/>
              </p14:nvContentPartPr>
              <p14:xfrm>
                <a:off x="6163760" y="3860133"/>
                <a:ext cx="205200" cy="561240"/>
              </p14:xfrm>
            </p:contentPart>
          </mc:Choice>
          <mc:Fallback xmlns="">
            <p:pic>
              <p:nvPicPr>
                <p:cNvPr id="58" name="墨迹 57">
                  <a:extLst>
                    <a:ext uri="{FF2B5EF4-FFF2-40B4-BE49-F238E27FC236}">
                      <a16:creationId xmlns:a16="http://schemas.microsoft.com/office/drawing/2014/main" id="{ED8DC7F8-7372-41E0-99E3-FCCCEA36496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154760" y="3851493"/>
                  <a:ext cx="222840" cy="57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9" name="墨迹 58">
                  <a:extLst>
                    <a:ext uri="{FF2B5EF4-FFF2-40B4-BE49-F238E27FC236}">
                      <a16:creationId xmlns:a16="http://schemas.microsoft.com/office/drawing/2014/main" id="{CE41E2DA-D372-4709-8E5E-C50461C651BF}"/>
                    </a:ext>
                  </a:extLst>
                </p14:cNvPr>
                <p14:cNvContentPartPr/>
                <p14:nvPr/>
              </p14:nvContentPartPr>
              <p14:xfrm>
                <a:off x="6375800" y="4143453"/>
                <a:ext cx="129960" cy="108360"/>
              </p14:xfrm>
            </p:contentPart>
          </mc:Choice>
          <mc:Fallback xmlns="">
            <p:pic>
              <p:nvPicPr>
                <p:cNvPr id="59" name="墨迹 58">
                  <a:extLst>
                    <a:ext uri="{FF2B5EF4-FFF2-40B4-BE49-F238E27FC236}">
                      <a16:creationId xmlns:a16="http://schemas.microsoft.com/office/drawing/2014/main" id="{CE41E2DA-D372-4709-8E5E-C50461C651B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367160" y="4134813"/>
                  <a:ext cx="1476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0" name="墨迹 59">
                  <a:extLst>
                    <a:ext uri="{FF2B5EF4-FFF2-40B4-BE49-F238E27FC236}">
                      <a16:creationId xmlns:a16="http://schemas.microsoft.com/office/drawing/2014/main" id="{75F58816-C947-48C6-A896-ECF0C37AC761}"/>
                    </a:ext>
                  </a:extLst>
                </p14:cNvPr>
                <p14:cNvContentPartPr/>
                <p14:nvPr/>
              </p14:nvContentPartPr>
              <p14:xfrm>
                <a:off x="6512600" y="3732333"/>
                <a:ext cx="122400" cy="42840"/>
              </p14:xfrm>
            </p:contentPart>
          </mc:Choice>
          <mc:Fallback xmlns="">
            <p:pic>
              <p:nvPicPr>
                <p:cNvPr id="60" name="墨迹 59">
                  <a:extLst>
                    <a:ext uri="{FF2B5EF4-FFF2-40B4-BE49-F238E27FC236}">
                      <a16:creationId xmlns:a16="http://schemas.microsoft.com/office/drawing/2014/main" id="{75F58816-C947-48C6-A896-ECF0C37AC76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503600" y="3723333"/>
                  <a:ext cx="1400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1" name="墨迹 60">
                  <a:extLst>
                    <a:ext uri="{FF2B5EF4-FFF2-40B4-BE49-F238E27FC236}">
                      <a16:creationId xmlns:a16="http://schemas.microsoft.com/office/drawing/2014/main" id="{9A48A86A-FA0E-4291-A0A3-2EB7FE1BD647}"/>
                    </a:ext>
                  </a:extLst>
                </p14:cNvPr>
                <p14:cNvContentPartPr/>
                <p14:nvPr/>
              </p14:nvContentPartPr>
              <p14:xfrm>
                <a:off x="6474800" y="3847893"/>
                <a:ext cx="270000" cy="645480"/>
              </p14:xfrm>
            </p:contentPart>
          </mc:Choice>
          <mc:Fallback xmlns="">
            <p:pic>
              <p:nvPicPr>
                <p:cNvPr id="61" name="墨迹 60">
                  <a:extLst>
                    <a:ext uri="{FF2B5EF4-FFF2-40B4-BE49-F238E27FC236}">
                      <a16:creationId xmlns:a16="http://schemas.microsoft.com/office/drawing/2014/main" id="{9A48A86A-FA0E-4291-A0A3-2EB7FE1BD64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466160" y="3839253"/>
                  <a:ext cx="287640" cy="66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2" name="墨迹 61">
                  <a:extLst>
                    <a:ext uri="{FF2B5EF4-FFF2-40B4-BE49-F238E27FC236}">
                      <a16:creationId xmlns:a16="http://schemas.microsoft.com/office/drawing/2014/main" id="{98A5340A-209A-4E99-80E6-63888561AB5E}"/>
                    </a:ext>
                  </a:extLst>
                </p14:cNvPr>
                <p14:cNvContentPartPr/>
                <p14:nvPr/>
              </p14:nvContentPartPr>
              <p14:xfrm>
                <a:off x="6591800" y="3721533"/>
                <a:ext cx="209520" cy="724320"/>
              </p14:xfrm>
            </p:contentPart>
          </mc:Choice>
          <mc:Fallback xmlns="">
            <p:pic>
              <p:nvPicPr>
                <p:cNvPr id="62" name="墨迹 61">
                  <a:extLst>
                    <a:ext uri="{FF2B5EF4-FFF2-40B4-BE49-F238E27FC236}">
                      <a16:creationId xmlns:a16="http://schemas.microsoft.com/office/drawing/2014/main" id="{98A5340A-209A-4E99-80E6-63888561AB5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583160" y="3712533"/>
                  <a:ext cx="227160" cy="74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3" name="墨迹 62">
                  <a:extLst>
                    <a:ext uri="{FF2B5EF4-FFF2-40B4-BE49-F238E27FC236}">
                      <a16:creationId xmlns:a16="http://schemas.microsoft.com/office/drawing/2014/main" id="{EF0CC5F3-3FF5-46DE-A864-02FFB7B195D2}"/>
                    </a:ext>
                  </a:extLst>
                </p14:cNvPr>
                <p14:cNvContentPartPr/>
                <p14:nvPr/>
              </p14:nvContentPartPr>
              <p14:xfrm>
                <a:off x="6642920" y="4251453"/>
                <a:ext cx="222120" cy="91800"/>
              </p14:xfrm>
            </p:contentPart>
          </mc:Choice>
          <mc:Fallback xmlns="">
            <p:pic>
              <p:nvPicPr>
                <p:cNvPr id="63" name="墨迹 62">
                  <a:extLst>
                    <a:ext uri="{FF2B5EF4-FFF2-40B4-BE49-F238E27FC236}">
                      <a16:creationId xmlns:a16="http://schemas.microsoft.com/office/drawing/2014/main" id="{EF0CC5F3-3FF5-46DE-A864-02FFB7B195D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634280" y="4242813"/>
                  <a:ext cx="2397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4" name="墨迹 63">
                  <a:extLst>
                    <a:ext uri="{FF2B5EF4-FFF2-40B4-BE49-F238E27FC236}">
                      <a16:creationId xmlns:a16="http://schemas.microsoft.com/office/drawing/2014/main" id="{5ABD7765-E7F7-4738-9357-9DB68D760A14}"/>
                    </a:ext>
                  </a:extLst>
                </p14:cNvPr>
                <p14:cNvContentPartPr/>
                <p14:nvPr/>
              </p14:nvContentPartPr>
              <p14:xfrm>
                <a:off x="6960440" y="3822333"/>
                <a:ext cx="257040" cy="78120"/>
              </p14:xfrm>
            </p:contentPart>
          </mc:Choice>
          <mc:Fallback xmlns="">
            <p:pic>
              <p:nvPicPr>
                <p:cNvPr id="64" name="墨迹 63">
                  <a:extLst>
                    <a:ext uri="{FF2B5EF4-FFF2-40B4-BE49-F238E27FC236}">
                      <a16:creationId xmlns:a16="http://schemas.microsoft.com/office/drawing/2014/main" id="{5ABD7765-E7F7-4738-9357-9DB68D760A1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951800" y="3813333"/>
                  <a:ext cx="2746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5" name="墨迹 64">
                  <a:extLst>
                    <a:ext uri="{FF2B5EF4-FFF2-40B4-BE49-F238E27FC236}">
                      <a16:creationId xmlns:a16="http://schemas.microsoft.com/office/drawing/2014/main" id="{72A251D4-BD9B-4B4C-A7AA-A43CAC811818}"/>
                    </a:ext>
                  </a:extLst>
                </p14:cNvPr>
                <p14:cNvContentPartPr/>
                <p14:nvPr/>
              </p14:nvContentPartPr>
              <p14:xfrm>
                <a:off x="6997160" y="3728013"/>
                <a:ext cx="378360" cy="681480"/>
              </p14:xfrm>
            </p:contentPart>
          </mc:Choice>
          <mc:Fallback xmlns="">
            <p:pic>
              <p:nvPicPr>
                <p:cNvPr id="65" name="墨迹 64">
                  <a:extLst>
                    <a:ext uri="{FF2B5EF4-FFF2-40B4-BE49-F238E27FC236}">
                      <a16:creationId xmlns:a16="http://schemas.microsoft.com/office/drawing/2014/main" id="{72A251D4-BD9B-4B4C-A7AA-A43CAC81181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988160" y="3719013"/>
                  <a:ext cx="396000" cy="69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6" name="墨迹 65">
                  <a:extLst>
                    <a:ext uri="{FF2B5EF4-FFF2-40B4-BE49-F238E27FC236}">
                      <a16:creationId xmlns:a16="http://schemas.microsoft.com/office/drawing/2014/main" id="{177301D5-E61C-4CCB-BB38-53626FCCB173}"/>
                    </a:ext>
                  </a:extLst>
                </p14:cNvPr>
                <p14:cNvContentPartPr/>
                <p14:nvPr/>
              </p14:nvContentPartPr>
              <p14:xfrm>
                <a:off x="7298120" y="3809373"/>
                <a:ext cx="161640" cy="530280"/>
              </p14:xfrm>
            </p:contentPart>
          </mc:Choice>
          <mc:Fallback xmlns="">
            <p:pic>
              <p:nvPicPr>
                <p:cNvPr id="66" name="墨迹 65">
                  <a:extLst>
                    <a:ext uri="{FF2B5EF4-FFF2-40B4-BE49-F238E27FC236}">
                      <a16:creationId xmlns:a16="http://schemas.microsoft.com/office/drawing/2014/main" id="{177301D5-E61C-4CCB-BB38-53626FCCB17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289120" y="3800733"/>
                  <a:ext cx="179280" cy="54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7" name="墨迹 66">
                  <a:extLst>
                    <a:ext uri="{FF2B5EF4-FFF2-40B4-BE49-F238E27FC236}">
                      <a16:creationId xmlns:a16="http://schemas.microsoft.com/office/drawing/2014/main" id="{35B93E08-609D-4EDD-8ADD-764AC474B6DF}"/>
                    </a:ext>
                  </a:extLst>
                </p14:cNvPr>
                <p14:cNvContentPartPr/>
                <p14:nvPr/>
              </p14:nvContentPartPr>
              <p14:xfrm>
                <a:off x="7773680" y="3656733"/>
                <a:ext cx="289800" cy="81000"/>
              </p14:xfrm>
            </p:contentPart>
          </mc:Choice>
          <mc:Fallback xmlns="">
            <p:pic>
              <p:nvPicPr>
                <p:cNvPr id="67" name="墨迹 66">
                  <a:extLst>
                    <a:ext uri="{FF2B5EF4-FFF2-40B4-BE49-F238E27FC236}">
                      <a16:creationId xmlns:a16="http://schemas.microsoft.com/office/drawing/2014/main" id="{35B93E08-609D-4EDD-8ADD-764AC474B6D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764680" y="3648093"/>
                  <a:ext cx="3074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8" name="墨迹 67">
                  <a:extLst>
                    <a:ext uri="{FF2B5EF4-FFF2-40B4-BE49-F238E27FC236}">
                      <a16:creationId xmlns:a16="http://schemas.microsoft.com/office/drawing/2014/main" id="{47A73C88-8CEB-4261-86E7-44CA71109C97}"/>
                    </a:ext>
                  </a:extLst>
                </p14:cNvPr>
                <p14:cNvContentPartPr/>
                <p14:nvPr/>
              </p14:nvContentPartPr>
              <p14:xfrm>
                <a:off x="7606280" y="3712893"/>
                <a:ext cx="223920" cy="427320"/>
              </p14:xfrm>
            </p:contentPart>
          </mc:Choice>
          <mc:Fallback xmlns="">
            <p:pic>
              <p:nvPicPr>
                <p:cNvPr id="68" name="墨迹 67">
                  <a:extLst>
                    <a:ext uri="{FF2B5EF4-FFF2-40B4-BE49-F238E27FC236}">
                      <a16:creationId xmlns:a16="http://schemas.microsoft.com/office/drawing/2014/main" id="{47A73C88-8CEB-4261-86E7-44CA71109C9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597640" y="3703893"/>
                  <a:ext cx="24156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9" name="墨迹 68">
                  <a:extLst>
                    <a:ext uri="{FF2B5EF4-FFF2-40B4-BE49-F238E27FC236}">
                      <a16:creationId xmlns:a16="http://schemas.microsoft.com/office/drawing/2014/main" id="{42C67459-FB0A-4ED6-960D-35EFF6769E29}"/>
                    </a:ext>
                  </a:extLst>
                </p14:cNvPr>
                <p14:cNvContentPartPr/>
                <p14:nvPr/>
              </p14:nvContentPartPr>
              <p14:xfrm>
                <a:off x="7890680" y="3518133"/>
                <a:ext cx="274320" cy="192960"/>
              </p14:xfrm>
            </p:contentPart>
          </mc:Choice>
          <mc:Fallback xmlns="">
            <p:pic>
              <p:nvPicPr>
                <p:cNvPr id="69" name="墨迹 68">
                  <a:extLst>
                    <a:ext uri="{FF2B5EF4-FFF2-40B4-BE49-F238E27FC236}">
                      <a16:creationId xmlns:a16="http://schemas.microsoft.com/office/drawing/2014/main" id="{42C67459-FB0A-4ED6-960D-35EFF6769E2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881680" y="3509133"/>
                  <a:ext cx="29196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0" name="墨迹 69">
                  <a:extLst>
                    <a:ext uri="{FF2B5EF4-FFF2-40B4-BE49-F238E27FC236}">
                      <a16:creationId xmlns:a16="http://schemas.microsoft.com/office/drawing/2014/main" id="{AE160E75-141C-4AE3-8653-54BC97D699DB}"/>
                    </a:ext>
                  </a:extLst>
                </p14:cNvPr>
                <p14:cNvContentPartPr/>
                <p14:nvPr/>
              </p14:nvContentPartPr>
              <p14:xfrm>
                <a:off x="7826600" y="3821613"/>
                <a:ext cx="418680" cy="256680"/>
              </p14:xfrm>
            </p:contentPart>
          </mc:Choice>
          <mc:Fallback xmlns="">
            <p:pic>
              <p:nvPicPr>
                <p:cNvPr id="70" name="墨迹 69">
                  <a:extLst>
                    <a:ext uri="{FF2B5EF4-FFF2-40B4-BE49-F238E27FC236}">
                      <a16:creationId xmlns:a16="http://schemas.microsoft.com/office/drawing/2014/main" id="{AE160E75-141C-4AE3-8653-54BC97D699D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817600" y="3812973"/>
                  <a:ext cx="4363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1" name="墨迹 70">
                  <a:extLst>
                    <a:ext uri="{FF2B5EF4-FFF2-40B4-BE49-F238E27FC236}">
                      <a16:creationId xmlns:a16="http://schemas.microsoft.com/office/drawing/2014/main" id="{724D214C-9C77-49AD-AD80-65383F50F200}"/>
                    </a:ext>
                  </a:extLst>
                </p14:cNvPr>
                <p14:cNvContentPartPr/>
                <p14:nvPr/>
              </p14:nvContentPartPr>
              <p14:xfrm>
                <a:off x="7923800" y="3704973"/>
                <a:ext cx="209520" cy="321840"/>
              </p14:xfrm>
            </p:contentPart>
          </mc:Choice>
          <mc:Fallback xmlns="">
            <p:pic>
              <p:nvPicPr>
                <p:cNvPr id="71" name="墨迹 70">
                  <a:extLst>
                    <a:ext uri="{FF2B5EF4-FFF2-40B4-BE49-F238E27FC236}">
                      <a16:creationId xmlns:a16="http://schemas.microsoft.com/office/drawing/2014/main" id="{724D214C-9C77-49AD-AD80-65383F50F20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915160" y="3695973"/>
                  <a:ext cx="22716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2" name="墨迹 71">
                  <a:extLst>
                    <a:ext uri="{FF2B5EF4-FFF2-40B4-BE49-F238E27FC236}">
                      <a16:creationId xmlns:a16="http://schemas.microsoft.com/office/drawing/2014/main" id="{F190B731-6CC7-4E9B-B8EA-48FBB559125B}"/>
                    </a:ext>
                  </a:extLst>
                </p14:cNvPr>
                <p14:cNvContentPartPr/>
                <p14:nvPr/>
              </p14:nvContentPartPr>
              <p14:xfrm>
                <a:off x="8045120" y="3924933"/>
                <a:ext cx="121680" cy="255600"/>
              </p14:xfrm>
            </p:contentPart>
          </mc:Choice>
          <mc:Fallback xmlns="">
            <p:pic>
              <p:nvPicPr>
                <p:cNvPr id="72" name="墨迹 71">
                  <a:extLst>
                    <a:ext uri="{FF2B5EF4-FFF2-40B4-BE49-F238E27FC236}">
                      <a16:creationId xmlns:a16="http://schemas.microsoft.com/office/drawing/2014/main" id="{F190B731-6CC7-4E9B-B8EA-48FBB559125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036120" y="3916293"/>
                  <a:ext cx="1393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3" name="墨迹 72">
                  <a:extLst>
                    <a:ext uri="{FF2B5EF4-FFF2-40B4-BE49-F238E27FC236}">
                      <a16:creationId xmlns:a16="http://schemas.microsoft.com/office/drawing/2014/main" id="{008652F3-E79F-4ECB-9F36-C8A1F689BF65}"/>
                    </a:ext>
                  </a:extLst>
                </p14:cNvPr>
                <p14:cNvContentPartPr/>
                <p14:nvPr/>
              </p14:nvContentPartPr>
              <p14:xfrm>
                <a:off x="5231360" y="1060413"/>
                <a:ext cx="1747440" cy="856080"/>
              </p14:xfrm>
            </p:contentPart>
          </mc:Choice>
          <mc:Fallback xmlns="">
            <p:pic>
              <p:nvPicPr>
                <p:cNvPr id="73" name="墨迹 72">
                  <a:extLst>
                    <a:ext uri="{FF2B5EF4-FFF2-40B4-BE49-F238E27FC236}">
                      <a16:creationId xmlns:a16="http://schemas.microsoft.com/office/drawing/2014/main" id="{008652F3-E79F-4ECB-9F36-C8A1F689BF6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222720" y="1051413"/>
                  <a:ext cx="1765080" cy="87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4" name="墨迹 73">
                  <a:extLst>
                    <a:ext uri="{FF2B5EF4-FFF2-40B4-BE49-F238E27FC236}">
                      <a16:creationId xmlns:a16="http://schemas.microsoft.com/office/drawing/2014/main" id="{ABC0FAA4-21D7-4929-93DB-76CCFED9FE43}"/>
                    </a:ext>
                  </a:extLst>
                </p14:cNvPr>
                <p14:cNvContentPartPr/>
                <p14:nvPr/>
              </p14:nvContentPartPr>
              <p14:xfrm>
                <a:off x="6827240" y="1209813"/>
                <a:ext cx="1826280" cy="288720"/>
              </p14:xfrm>
            </p:contentPart>
          </mc:Choice>
          <mc:Fallback xmlns="">
            <p:pic>
              <p:nvPicPr>
                <p:cNvPr id="74" name="墨迹 73">
                  <a:extLst>
                    <a:ext uri="{FF2B5EF4-FFF2-40B4-BE49-F238E27FC236}">
                      <a16:creationId xmlns:a16="http://schemas.microsoft.com/office/drawing/2014/main" id="{ABC0FAA4-21D7-4929-93DB-76CCFED9FE4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818600" y="1200813"/>
                  <a:ext cx="184392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5" name="墨迹 74">
                  <a:extLst>
                    <a:ext uri="{FF2B5EF4-FFF2-40B4-BE49-F238E27FC236}">
                      <a16:creationId xmlns:a16="http://schemas.microsoft.com/office/drawing/2014/main" id="{CFDAB16C-C080-4403-A7D0-8CD9E29450CC}"/>
                    </a:ext>
                  </a:extLst>
                </p14:cNvPr>
                <p14:cNvContentPartPr/>
                <p14:nvPr/>
              </p14:nvContentPartPr>
              <p14:xfrm>
                <a:off x="8134760" y="1062933"/>
                <a:ext cx="649800" cy="606600"/>
              </p14:xfrm>
            </p:contentPart>
          </mc:Choice>
          <mc:Fallback xmlns="">
            <p:pic>
              <p:nvPicPr>
                <p:cNvPr id="75" name="墨迹 74">
                  <a:extLst>
                    <a:ext uri="{FF2B5EF4-FFF2-40B4-BE49-F238E27FC236}">
                      <a16:creationId xmlns:a16="http://schemas.microsoft.com/office/drawing/2014/main" id="{CFDAB16C-C080-4403-A7D0-8CD9E29450C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125760" y="1054293"/>
                  <a:ext cx="667440" cy="624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77" name="文本框 76">
            <a:extLst>
              <a:ext uri="{FF2B5EF4-FFF2-40B4-BE49-F238E27FC236}">
                <a16:creationId xmlns:a16="http://schemas.microsoft.com/office/drawing/2014/main" id="{770647CD-CCD1-49F4-953B-AFBCE765BB9E}"/>
              </a:ext>
            </a:extLst>
          </p:cNvPr>
          <p:cNvSpPr txBox="1"/>
          <p:nvPr/>
        </p:nvSpPr>
        <p:spPr>
          <a:xfrm>
            <a:off x="9347200" y="59605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集装箱</a:t>
            </a:r>
          </a:p>
        </p:txBody>
      </p:sp>
      <p:grpSp>
        <p:nvGrpSpPr>
          <p:cNvPr id="125" name="组合 124">
            <a:extLst>
              <a:ext uri="{FF2B5EF4-FFF2-40B4-BE49-F238E27FC236}">
                <a16:creationId xmlns:a16="http://schemas.microsoft.com/office/drawing/2014/main" id="{06209CCB-4668-4BE5-B850-B5C038859199}"/>
              </a:ext>
            </a:extLst>
          </p:cNvPr>
          <p:cNvGrpSpPr/>
          <p:nvPr/>
        </p:nvGrpSpPr>
        <p:grpSpPr>
          <a:xfrm>
            <a:off x="863840" y="3922773"/>
            <a:ext cx="3064320" cy="2941920"/>
            <a:chOff x="863840" y="3922773"/>
            <a:chExt cx="3064320" cy="294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8" name="墨迹 77">
                  <a:extLst>
                    <a:ext uri="{FF2B5EF4-FFF2-40B4-BE49-F238E27FC236}">
                      <a16:creationId xmlns:a16="http://schemas.microsoft.com/office/drawing/2014/main" id="{DE4E8FEE-BC4E-4B0D-9CD8-FCA94E4EE7FA}"/>
                    </a:ext>
                  </a:extLst>
                </p14:cNvPr>
                <p14:cNvContentPartPr/>
                <p14:nvPr/>
              </p14:nvContentPartPr>
              <p14:xfrm>
                <a:off x="1291160" y="4363053"/>
                <a:ext cx="43920" cy="590760"/>
              </p14:xfrm>
            </p:contentPart>
          </mc:Choice>
          <mc:Fallback xmlns="">
            <p:pic>
              <p:nvPicPr>
                <p:cNvPr id="78" name="墨迹 77">
                  <a:extLst>
                    <a:ext uri="{FF2B5EF4-FFF2-40B4-BE49-F238E27FC236}">
                      <a16:creationId xmlns:a16="http://schemas.microsoft.com/office/drawing/2014/main" id="{DE4E8FEE-BC4E-4B0D-9CD8-FCA94E4EE7F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282520" y="4354053"/>
                  <a:ext cx="61560" cy="60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9" name="墨迹 78">
                  <a:extLst>
                    <a:ext uri="{FF2B5EF4-FFF2-40B4-BE49-F238E27FC236}">
                      <a16:creationId xmlns:a16="http://schemas.microsoft.com/office/drawing/2014/main" id="{7DDBB580-ACCB-4ED0-A5C2-1DE84DE270A9}"/>
                    </a:ext>
                  </a:extLst>
                </p14:cNvPr>
                <p14:cNvContentPartPr/>
                <p14:nvPr/>
              </p14:nvContentPartPr>
              <p14:xfrm>
                <a:off x="1255520" y="4779213"/>
                <a:ext cx="236880" cy="355320"/>
              </p14:xfrm>
            </p:contentPart>
          </mc:Choice>
          <mc:Fallback xmlns="">
            <p:pic>
              <p:nvPicPr>
                <p:cNvPr id="79" name="墨迹 78">
                  <a:extLst>
                    <a:ext uri="{FF2B5EF4-FFF2-40B4-BE49-F238E27FC236}">
                      <a16:creationId xmlns:a16="http://schemas.microsoft.com/office/drawing/2014/main" id="{7DDBB580-ACCB-4ED0-A5C2-1DE84DE270A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246520" y="4770573"/>
                  <a:ext cx="25452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1" name="墨迹 80">
                  <a:extLst>
                    <a:ext uri="{FF2B5EF4-FFF2-40B4-BE49-F238E27FC236}">
                      <a16:creationId xmlns:a16="http://schemas.microsoft.com/office/drawing/2014/main" id="{E4190E7B-804F-479B-85C2-8D4163A47F1F}"/>
                    </a:ext>
                  </a:extLst>
                </p14:cNvPr>
                <p14:cNvContentPartPr/>
                <p14:nvPr/>
              </p14:nvContentPartPr>
              <p14:xfrm>
                <a:off x="885800" y="4124013"/>
                <a:ext cx="36360" cy="207360"/>
              </p14:xfrm>
            </p:contentPart>
          </mc:Choice>
          <mc:Fallback xmlns="">
            <p:pic>
              <p:nvPicPr>
                <p:cNvPr id="81" name="墨迹 80">
                  <a:extLst>
                    <a:ext uri="{FF2B5EF4-FFF2-40B4-BE49-F238E27FC236}">
                      <a16:creationId xmlns:a16="http://schemas.microsoft.com/office/drawing/2014/main" id="{E4190E7B-804F-479B-85C2-8D4163A47F1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77160" y="4115373"/>
                  <a:ext cx="5400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2" name="墨迹 81">
                  <a:extLst>
                    <a:ext uri="{FF2B5EF4-FFF2-40B4-BE49-F238E27FC236}">
                      <a16:creationId xmlns:a16="http://schemas.microsoft.com/office/drawing/2014/main" id="{94BF278C-DC90-4378-82FA-73302F62CB93}"/>
                    </a:ext>
                  </a:extLst>
                </p14:cNvPr>
                <p14:cNvContentPartPr/>
                <p14:nvPr/>
              </p14:nvContentPartPr>
              <p14:xfrm>
                <a:off x="863840" y="3922773"/>
                <a:ext cx="68760" cy="64440"/>
              </p14:xfrm>
            </p:contentPart>
          </mc:Choice>
          <mc:Fallback xmlns="">
            <p:pic>
              <p:nvPicPr>
                <p:cNvPr id="82" name="墨迹 81">
                  <a:extLst>
                    <a:ext uri="{FF2B5EF4-FFF2-40B4-BE49-F238E27FC236}">
                      <a16:creationId xmlns:a16="http://schemas.microsoft.com/office/drawing/2014/main" id="{94BF278C-DC90-4378-82FA-73302F62CB9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54840" y="3914133"/>
                  <a:ext cx="864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3" name="墨迹 82">
                  <a:extLst>
                    <a:ext uri="{FF2B5EF4-FFF2-40B4-BE49-F238E27FC236}">
                      <a16:creationId xmlns:a16="http://schemas.microsoft.com/office/drawing/2014/main" id="{94B7A7D9-1044-4F6C-AB2F-2F69664CA78A}"/>
                    </a:ext>
                  </a:extLst>
                </p14:cNvPr>
                <p14:cNvContentPartPr/>
                <p14:nvPr/>
              </p14:nvContentPartPr>
              <p14:xfrm>
                <a:off x="1070480" y="4078653"/>
                <a:ext cx="42840" cy="168480"/>
              </p14:xfrm>
            </p:contentPart>
          </mc:Choice>
          <mc:Fallback xmlns="">
            <p:pic>
              <p:nvPicPr>
                <p:cNvPr id="83" name="墨迹 82">
                  <a:extLst>
                    <a:ext uri="{FF2B5EF4-FFF2-40B4-BE49-F238E27FC236}">
                      <a16:creationId xmlns:a16="http://schemas.microsoft.com/office/drawing/2014/main" id="{94B7A7D9-1044-4F6C-AB2F-2F69664CA78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61480" y="4069653"/>
                  <a:ext cx="604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4" name="墨迹 83">
                  <a:extLst>
                    <a:ext uri="{FF2B5EF4-FFF2-40B4-BE49-F238E27FC236}">
                      <a16:creationId xmlns:a16="http://schemas.microsoft.com/office/drawing/2014/main" id="{A883AE00-CCA3-426E-AB22-03B618980BE0}"/>
                    </a:ext>
                  </a:extLst>
                </p14:cNvPr>
                <p14:cNvContentPartPr/>
                <p14:nvPr/>
              </p14:nvContentPartPr>
              <p14:xfrm>
                <a:off x="1042040" y="4019973"/>
                <a:ext cx="171000" cy="403560"/>
              </p14:xfrm>
            </p:contentPart>
          </mc:Choice>
          <mc:Fallback xmlns="">
            <p:pic>
              <p:nvPicPr>
                <p:cNvPr id="84" name="墨迹 83">
                  <a:extLst>
                    <a:ext uri="{FF2B5EF4-FFF2-40B4-BE49-F238E27FC236}">
                      <a16:creationId xmlns:a16="http://schemas.microsoft.com/office/drawing/2014/main" id="{A883AE00-CCA3-426E-AB22-03B618980BE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33400" y="4011333"/>
                  <a:ext cx="18864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5" name="墨迹 84">
                  <a:extLst>
                    <a:ext uri="{FF2B5EF4-FFF2-40B4-BE49-F238E27FC236}">
                      <a16:creationId xmlns:a16="http://schemas.microsoft.com/office/drawing/2014/main" id="{15D928F3-6D71-4782-B266-9DCD58580901}"/>
                    </a:ext>
                  </a:extLst>
                </p14:cNvPr>
                <p14:cNvContentPartPr/>
                <p14:nvPr/>
              </p14:nvContentPartPr>
              <p14:xfrm>
                <a:off x="1266680" y="4024293"/>
                <a:ext cx="191880" cy="299880"/>
              </p14:xfrm>
            </p:contentPart>
          </mc:Choice>
          <mc:Fallback xmlns="">
            <p:pic>
              <p:nvPicPr>
                <p:cNvPr id="85" name="墨迹 84">
                  <a:extLst>
                    <a:ext uri="{FF2B5EF4-FFF2-40B4-BE49-F238E27FC236}">
                      <a16:creationId xmlns:a16="http://schemas.microsoft.com/office/drawing/2014/main" id="{15D928F3-6D71-4782-B266-9DCD5858090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258040" y="4015293"/>
                  <a:ext cx="20952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6" name="墨迹 85">
                  <a:extLst>
                    <a:ext uri="{FF2B5EF4-FFF2-40B4-BE49-F238E27FC236}">
                      <a16:creationId xmlns:a16="http://schemas.microsoft.com/office/drawing/2014/main" id="{740F6B2C-C115-4B2D-8DDC-0C1E51EE14BD}"/>
                    </a:ext>
                  </a:extLst>
                </p14:cNvPr>
                <p14:cNvContentPartPr/>
                <p14:nvPr/>
              </p14:nvContentPartPr>
              <p14:xfrm>
                <a:off x="1559720" y="4078293"/>
                <a:ext cx="212040" cy="182880"/>
              </p14:xfrm>
            </p:contentPart>
          </mc:Choice>
          <mc:Fallback xmlns="">
            <p:pic>
              <p:nvPicPr>
                <p:cNvPr id="86" name="墨迹 85">
                  <a:extLst>
                    <a:ext uri="{FF2B5EF4-FFF2-40B4-BE49-F238E27FC236}">
                      <a16:creationId xmlns:a16="http://schemas.microsoft.com/office/drawing/2014/main" id="{740F6B2C-C115-4B2D-8DDC-0C1E51EE14B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551080" y="4069293"/>
                  <a:ext cx="2296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7" name="墨迹 86">
                  <a:extLst>
                    <a:ext uri="{FF2B5EF4-FFF2-40B4-BE49-F238E27FC236}">
                      <a16:creationId xmlns:a16="http://schemas.microsoft.com/office/drawing/2014/main" id="{86CD1A68-5015-4F8D-A9E9-2112A0536ADC}"/>
                    </a:ext>
                  </a:extLst>
                </p14:cNvPr>
                <p14:cNvContentPartPr/>
                <p14:nvPr/>
              </p14:nvContentPartPr>
              <p14:xfrm>
                <a:off x="1874000" y="4057413"/>
                <a:ext cx="9720" cy="3960"/>
              </p14:xfrm>
            </p:contentPart>
          </mc:Choice>
          <mc:Fallback xmlns="">
            <p:pic>
              <p:nvPicPr>
                <p:cNvPr id="87" name="墨迹 86">
                  <a:extLst>
                    <a:ext uri="{FF2B5EF4-FFF2-40B4-BE49-F238E27FC236}">
                      <a16:creationId xmlns:a16="http://schemas.microsoft.com/office/drawing/2014/main" id="{86CD1A68-5015-4F8D-A9E9-2112A0536AD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865000" y="4048413"/>
                  <a:ext cx="273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8" name="墨迹 87">
                  <a:extLst>
                    <a:ext uri="{FF2B5EF4-FFF2-40B4-BE49-F238E27FC236}">
                      <a16:creationId xmlns:a16="http://schemas.microsoft.com/office/drawing/2014/main" id="{B9637A22-3136-449D-885E-BEE99BE2B7DA}"/>
                    </a:ext>
                  </a:extLst>
                </p14:cNvPr>
                <p14:cNvContentPartPr/>
                <p14:nvPr/>
              </p14:nvContentPartPr>
              <p14:xfrm>
                <a:off x="1851680" y="3958773"/>
                <a:ext cx="201600" cy="323280"/>
              </p14:xfrm>
            </p:contentPart>
          </mc:Choice>
          <mc:Fallback xmlns="">
            <p:pic>
              <p:nvPicPr>
                <p:cNvPr id="88" name="墨迹 87">
                  <a:extLst>
                    <a:ext uri="{FF2B5EF4-FFF2-40B4-BE49-F238E27FC236}">
                      <a16:creationId xmlns:a16="http://schemas.microsoft.com/office/drawing/2014/main" id="{B9637A22-3136-449D-885E-BEE99BE2B7D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843040" y="3950133"/>
                  <a:ext cx="21924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0" name="墨迹 89">
                  <a:extLst>
                    <a:ext uri="{FF2B5EF4-FFF2-40B4-BE49-F238E27FC236}">
                      <a16:creationId xmlns:a16="http://schemas.microsoft.com/office/drawing/2014/main" id="{07FE6031-F37E-4BA5-99A9-EEF966746E00}"/>
                    </a:ext>
                  </a:extLst>
                </p14:cNvPr>
                <p14:cNvContentPartPr/>
                <p14:nvPr/>
              </p14:nvContentPartPr>
              <p14:xfrm>
                <a:off x="874640" y="5258733"/>
                <a:ext cx="120600" cy="513000"/>
              </p14:xfrm>
            </p:contentPart>
          </mc:Choice>
          <mc:Fallback xmlns="">
            <p:pic>
              <p:nvPicPr>
                <p:cNvPr id="90" name="墨迹 89">
                  <a:extLst>
                    <a:ext uri="{FF2B5EF4-FFF2-40B4-BE49-F238E27FC236}">
                      <a16:creationId xmlns:a16="http://schemas.microsoft.com/office/drawing/2014/main" id="{07FE6031-F37E-4BA5-99A9-EEF966746E0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66000" y="5250093"/>
                  <a:ext cx="138240" cy="53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1" name="墨迹 90">
                  <a:extLst>
                    <a:ext uri="{FF2B5EF4-FFF2-40B4-BE49-F238E27FC236}">
                      <a16:creationId xmlns:a16="http://schemas.microsoft.com/office/drawing/2014/main" id="{9446B4BB-51B3-4A9E-8EDD-C832DF9DABFF}"/>
                    </a:ext>
                  </a:extLst>
                </p14:cNvPr>
                <p14:cNvContentPartPr/>
                <p14:nvPr/>
              </p14:nvContentPartPr>
              <p14:xfrm>
                <a:off x="919280" y="5125893"/>
                <a:ext cx="1410480" cy="500040"/>
              </p14:xfrm>
            </p:contentPart>
          </mc:Choice>
          <mc:Fallback xmlns="">
            <p:pic>
              <p:nvPicPr>
                <p:cNvPr id="91" name="墨迹 90">
                  <a:extLst>
                    <a:ext uri="{FF2B5EF4-FFF2-40B4-BE49-F238E27FC236}">
                      <a16:creationId xmlns:a16="http://schemas.microsoft.com/office/drawing/2014/main" id="{9446B4BB-51B3-4A9E-8EDD-C832DF9DABF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10640" y="5117253"/>
                  <a:ext cx="1428120" cy="51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2" name="墨迹 91">
                  <a:extLst>
                    <a:ext uri="{FF2B5EF4-FFF2-40B4-BE49-F238E27FC236}">
                      <a16:creationId xmlns:a16="http://schemas.microsoft.com/office/drawing/2014/main" id="{83B9F173-AD95-4CF0-89D3-09D1A61BD16A}"/>
                    </a:ext>
                  </a:extLst>
                </p14:cNvPr>
                <p14:cNvContentPartPr/>
                <p14:nvPr/>
              </p14:nvContentPartPr>
              <p14:xfrm>
                <a:off x="1084520" y="5719173"/>
                <a:ext cx="900720" cy="75240"/>
              </p14:xfrm>
            </p:contentPart>
          </mc:Choice>
          <mc:Fallback xmlns="">
            <p:pic>
              <p:nvPicPr>
                <p:cNvPr id="92" name="墨迹 91">
                  <a:extLst>
                    <a:ext uri="{FF2B5EF4-FFF2-40B4-BE49-F238E27FC236}">
                      <a16:creationId xmlns:a16="http://schemas.microsoft.com/office/drawing/2014/main" id="{83B9F173-AD95-4CF0-89D3-09D1A61BD16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75520" y="5710173"/>
                  <a:ext cx="9183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4" name="墨迹 93">
                  <a:extLst>
                    <a:ext uri="{FF2B5EF4-FFF2-40B4-BE49-F238E27FC236}">
                      <a16:creationId xmlns:a16="http://schemas.microsoft.com/office/drawing/2014/main" id="{66DA8430-3A42-4602-8F22-FE93D36EFAF2}"/>
                    </a:ext>
                  </a:extLst>
                </p14:cNvPr>
                <p14:cNvContentPartPr/>
                <p14:nvPr/>
              </p14:nvContentPartPr>
              <p14:xfrm>
                <a:off x="971120" y="5342973"/>
                <a:ext cx="174600" cy="316080"/>
              </p14:xfrm>
            </p:contentPart>
          </mc:Choice>
          <mc:Fallback xmlns="">
            <p:pic>
              <p:nvPicPr>
                <p:cNvPr id="94" name="墨迹 93">
                  <a:extLst>
                    <a:ext uri="{FF2B5EF4-FFF2-40B4-BE49-F238E27FC236}">
                      <a16:creationId xmlns:a16="http://schemas.microsoft.com/office/drawing/2014/main" id="{66DA8430-3A42-4602-8F22-FE93D36EFAF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62480" y="5334333"/>
                  <a:ext cx="19224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5" name="墨迹 94">
                  <a:extLst>
                    <a:ext uri="{FF2B5EF4-FFF2-40B4-BE49-F238E27FC236}">
                      <a16:creationId xmlns:a16="http://schemas.microsoft.com/office/drawing/2014/main" id="{4D1FC120-A661-4027-833B-E52673813E1A}"/>
                    </a:ext>
                  </a:extLst>
                </p14:cNvPr>
                <p14:cNvContentPartPr/>
                <p14:nvPr/>
              </p14:nvContentPartPr>
              <p14:xfrm>
                <a:off x="1159400" y="5449173"/>
                <a:ext cx="229320" cy="135000"/>
              </p14:xfrm>
            </p:contentPart>
          </mc:Choice>
          <mc:Fallback xmlns="">
            <p:pic>
              <p:nvPicPr>
                <p:cNvPr id="95" name="墨迹 94">
                  <a:extLst>
                    <a:ext uri="{FF2B5EF4-FFF2-40B4-BE49-F238E27FC236}">
                      <a16:creationId xmlns:a16="http://schemas.microsoft.com/office/drawing/2014/main" id="{4D1FC120-A661-4027-833B-E52673813E1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50760" y="5440533"/>
                  <a:ext cx="24696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6" name="墨迹 95">
                  <a:extLst>
                    <a:ext uri="{FF2B5EF4-FFF2-40B4-BE49-F238E27FC236}">
                      <a16:creationId xmlns:a16="http://schemas.microsoft.com/office/drawing/2014/main" id="{CBC98EF8-BEF3-485B-8FD4-F8C15980EC20}"/>
                    </a:ext>
                  </a:extLst>
                </p14:cNvPr>
                <p14:cNvContentPartPr/>
                <p14:nvPr/>
              </p14:nvContentPartPr>
              <p14:xfrm>
                <a:off x="1426880" y="5391933"/>
                <a:ext cx="159840" cy="203760"/>
              </p14:xfrm>
            </p:contentPart>
          </mc:Choice>
          <mc:Fallback xmlns="">
            <p:pic>
              <p:nvPicPr>
                <p:cNvPr id="96" name="墨迹 95">
                  <a:extLst>
                    <a:ext uri="{FF2B5EF4-FFF2-40B4-BE49-F238E27FC236}">
                      <a16:creationId xmlns:a16="http://schemas.microsoft.com/office/drawing/2014/main" id="{CBC98EF8-BEF3-485B-8FD4-F8C15980EC2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417880" y="5382933"/>
                  <a:ext cx="1774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7" name="墨迹 96">
                  <a:extLst>
                    <a:ext uri="{FF2B5EF4-FFF2-40B4-BE49-F238E27FC236}">
                      <a16:creationId xmlns:a16="http://schemas.microsoft.com/office/drawing/2014/main" id="{05C1EEDB-F28D-4426-8840-69C2444CDE1C}"/>
                    </a:ext>
                  </a:extLst>
                </p14:cNvPr>
                <p14:cNvContentPartPr/>
                <p14:nvPr/>
              </p14:nvContentPartPr>
              <p14:xfrm>
                <a:off x="1669880" y="5163333"/>
                <a:ext cx="130320" cy="362520"/>
              </p14:xfrm>
            </p:contentPart>
          </mc:Choice>
          <mc:Fallback xmlns="">
            <p:pic>
              <p:nvPicPr>
                <p:cNvPr id="97" name="墨迹 96">
                  <a:extLst>
                    <a:ext uri="{FF2B5EF4-FFF2-40B4-BE49-F238E27FC236}">
                      <a16:creationId xmlns:a16="http://schemas.microsoft.com/office/drawing/2014/main" id="{05C1EEDB-F28D-4426-8840-69C2444CDE1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661240" y="5154333"/>
                  <a:ext cx="14796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8" name="墨迹 97">
                  <a:extLst>
                    <a:ext uri="{FF2B5EF4-FFF2-40B4-BE49-F238E27FC236}">
                      <a16:creationId xmlns:a16="http://schemas.microsoft.com/office/drawing/2014/main" id="{D0FCB7E9-F10F-40C0-BC29-AF7BC15FB9DB}"/>
                    </a:ext>
                  </a:extLst>
                </p14:cNvPr>
                <p14:cNvContentPartPr/>
                <p14:nvPr/>
              </p14:nvContentPartPr>
              <p14:xfrm>
                <a:off x="1866800" y="5295093"/>
                <a:ext cx="184680" cy="318960"/>
              </p14:xfrm>
            </p:contentPart>
          </mc:Choice>
          <mc:Fallback xmlns="">
            <p:pic>
              <p:nvPicPr>
                <p:cNvPr id="98" name="墨迹 97">
                  <a:extLst>
                    <a:ext uri="{FF2B5EF4-FFF2-40B4-BE49-F238E27FC236}">
                      <a16:creationId xmlns:a16="http://schemas.microsoft.com/office/drawing/2014/main" id="{D0FCB7E9-F10F-40C0-BC29-AF7BC15FB9D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858160" y="5286093"/>
                  <a:ext cx="20232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0" name="墨迹 99">
                  <a:extLst>
                    <a:ext uri="{FF2B5EF4-FFF2-40B4-BE49-F238E27FC236}">
                      <a16:creationId xmlns:a16="http://schemas.microsoft.com/office/drawing/2014/main" id="{2E528C5E-F5F5-436A-AFAF-2047C64468AC}"/>
                    </a:ext>
                  </a:extLst>
                </p14:cNvPr>
                <p14:cNvContentPartPr/>
                <p14:nvPr/>
              </p14:nvContentPartPr>
              <p14:xfrm>
                <a:off x="2162360" y="5402013"/>
                <a:ext cx="146160" cy="29160"/>
              </p14:xfrm>
            </p:contentPart>
          </mc:Choice>
          <mc:Fallback xmlns="">
            <p:pic>
              <p:nvPicPr>
                <p:cNvPr id="100" name="墨迹 99">
                  <a:extLst>
                    <a:ext uri="{FF2B5EF4-FFF2-40B4-BE49-F238E27FC236}">
                      <a16:creationId xmlns:a16="http://schemas.microsoft.com/office/drawing/2014/main" id="{2E528C5E-F5F5-436A-AFAF-2047C64468A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153720" y="5393013"/>
                  <a:ext cx="1638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1" name="墨迹 100">
                  <a:extLst>
                    <a:ext uri="{FF2B5EF4-FFF2-40B4-BE49-F238E27FC236}">
                      <a16:creationId xmlns:a16="http://schemas.microsoft.com/office/drawing/2014/main" id="{64D14694-DD55-4862-8F2C-75FDEF7DCD5A}"/>
                    </a:ext>
                  </a:extLst>
                </p14:cNvPr>
                <p14:cNvContentPartPr/>
                <p14:nvPr/>
              </p14:nvContentPartPr>
              <p14:xfrm>
                <a:off x="2941400" y="5055693"/>
                <a:ext cx="157680" cy="276840"/>
              </p14:xfrm>
            </p:contentPart>
          </mc:Choice>
          <mc:Fallback xmlns="">
            <p:pic>
              <p:nvPicPr>
                <p:cNvPr id="101" name="墨迹 100">
                  <a:extLst>
                    <a:ext uri="{FF2B5EF4-FFF2-40B4-BE49-F238E27FC236}">
                      <a16:creationId xmlns:a16="http://schemas.microsoft.com/office/drawing/2014/main" id="{64D14694-DD55-4862-8F2C-75FDEF7DCD5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932760" y="5047053"/>
                  <a:ext cx="17532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2" name="墨迹 101">
                  <a:extLst>
                    <a:ext uri="{FF2B5EF4-FFF2-40B4-BE49-F238E27FC236}">
                      <a16:creationId xmlns:a16="http://schemas.microsoft.com/office/drawing/2014/main" id="{59E65996-D665-46FB-ABB0-401177447188}"/>
                    </a:ext>
                  </a:extLst>
                </p14:cNvPr>
                <p14:cNvContentPartPr/>
                <p14:nvPr/>
              </p14:nvContentPartPr>
              <p14:xfrm>
                <a:off x="3168560" y="5093133"/>
                <a:ext cx="247680" cy="170280"/>
              </p14:xfrm>
            </p:contentPart>
          </mc:Choice>
          <mc:Fallback xmlns="">
            <p:pic>
              <p:nvPicPr>
                <p:cNvPr id="102" name="墨迹 101">
                  <a:extLst>
                    <a:ext uri="{FF2B5EF4-FFF2-40B4-BE49-F238E27FC236}">
                      <a16:creationId xmlns:a16="http://schemas.microsoft.com/office/drawing/2014/main" id="{59E65996-D665-46FB-ABB0-40117744718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159920" y="5084493"/>
                  <a:ext cx="26532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3" name="墨迹 102">
                  <a:extLst>
                    <a:ext uri="{FF2B5EF4-FFF2-40B4-BE49-F238E27FC236}">
                      <a16:creationId xmlns:a16="http://schemas.microsoft.com/office/drawing/2014/main" id="{FF5B951F-36BA-4ACE-8978-0964D30E60B3}"/>
                    </a:ext>
                  </a:extLst>
                </p14:cNvPr>
                <p14:cNvContentPartPr/>
                <p14:nvPr/>
              </p14:nvContentPartPr>
              <p14:xfrm>
                <a:off x="3468080" y="5084133"/>
                <a:ext cx="140400" cy="218160"/>
              </p14:xfrm>
            </p:contentPart>
          </mc:Choice>
          <mc:Fallback xmlns="">
            <p:pic>
              <p:nvPicPr>
                <p:cNvPr id="103" name="墨迹 102">
                  <a:extLst>
                    <a:ext uri="{FF2B5EF4-FFF2-40B4-BE49-F238E27FC236}">
                      <a16:creationId xmlns:a16="http://schemas.microsoft.com/office/drawing/2014/main" id="{FF5B951F-36BA-4ACE-8978-0964D30E60B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459080" y="5075493"/>
                  <a:ext cx="1580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6" name="墨迹 105">
                  <a:extLst>
                    <a:ext uri="{FF2B5EF4-FFF2-40B4-BE49-F238E27FC236}">
                      <a16:creationId xmlns:a16="http://schemas.microsoft.com/office/drawing/2014/main" id="{A84E805C-0748-417F-A985-B2EAED79DFCB}"/>
                    </a:ext>
                  </a:extLst>
                </p14:cNvPr>
                <p14:cNvContentPartPr/>
                <p14:nvPr/>
              </p14:nvContentPartPr>
              <p14:xfrm>
                <a:off x="3161720" y="5087013"/>
                <a:ext cx="23400" cy="114840"/>
              </p14:xfrm>
            </p:contentPart>
          </mc:Choice>
          <mc:Fallback xmlns="">
            <p:pic>
              <p:nvPicPr>
                <p:cNvPr id="106" name="墨迹 105">
                  <a:extLst>
                    <a:ext uri="{FF2B5EF4-FFF2-40B4-BE49-F238E27FC236}">
                      <a16:creationId xmlns:a16="http://schemas.microsoft.com/office/drawing/2014/main" id="{A84E805C-0748-417F-A985-B2EAED79DFC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152720" y="5078373"/>
                  <a:ext cx="4104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8" name="墨迹 107">
                  <a:extLst>
                    <a:ext uri="{FF2B5EF4-FFF2-40B4-BE49-F238E27FC236}">
                      <a16:creationId xmlns:a16="http://schemas.microsoft.com/office/drawing/2014/main" id="{BC993C24-4747-4026-A8D6-02CD121C3DB9}"/>
                    </a:ext>
                  </a:extLst>
                </p14:cNvPr>
                <p14:cNvContentPartPr/>
                <p14:nvPr/>
              </p14:nvContentPartPr>
              <p14:xfrm>
                <a:off x="2975600" y="5443773"/>
                <a:ext cx="43920" cy="364320"/>
              </p14:xfrm>
            </p:contentPart>
          </mc:Choice>
          <mc:Fallback xmlns="">
            <p:pic>
              <p:nvPicPr>
                <p:cNvPr id="108" name="墨迹 107">
                  <a:extLst>
                    <a:ext uri="{FF2B5EF4-FFF2-40B4-BE49-F238E27FC236}">
                      <a16:creationId xmlns:a16="http://schemas.microsoft.com/office/drawing/2014/main" id="{BC993C24-4747-4026-A8D6-02CD121C3DB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966600" y="5434773"/>
                  <a:ext cx="6156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9" name="墨迹 108">
                  <a:extLst>
                    <a:ext uri="{FF2B5EF4-FFF2-40B4-BE49-F238E27FC236}">
                      <a16:creationId xmlns:a16="http://schemas.microsoft.com/office/drawing/2014/main" id="{7C6AAA82-64DD-46B5-8E32-A81FCE9A7120}"/>
                    </a:ext>
                  </a:extLst>
                </p14:cNvPr>
                <p14:cNvContentPartPr/>
                <p14:nvPr/>
              </p14:nvContentPartPr>
              <p14:xfrm>
                <a:off x="3123920" y="5475093"/>
                <a:ext cx="359640" cy="169200"/>
              </p14:xfrm>
            </p:contentPart>
          </mc:Choice>
          <mc:Fallback xmlns="">
            <p:pic>
              <p:nvPicPr>
                <p:cNvPr id="109" name="墨迹 108">
                  <a:extLst>
                    <a:ext uri="{FF2B5EF4-FFF2-40B4-BE49-F238E27FC236}">
                      <a16:creationId xmlns:a16="http://schemas.microsoft.com/office/drawing/2014/main" id="{7C6AAA82-64DD-46B5-8E32-A81FCE9A712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114920" y="5466453"/>
                  <a:ext cx="3772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0" name="墨迹 109">
                  <a:extLst>
                    <a:ext uri="{FF2B5EF4-FFF2-40B4-BE49-F238E27FC236}">
                      <a16:creationId xmlns:a16="http://schemas.microsoft.com/office/drawing/2014/main" id="{2D2240B3-26FE-4C7D-9B3E-69FFA888D3B1}"/>
                    </a:ext>
                  </a:extLst>
                </p14:cNvPr>
                <p14:cNvContentPartPr/>
                <p14:nvPr/>
              </p14:nvContentPartPr>
              <p14:xfrm>
                <a:off x="3615320" y="5262333"/>
                <a:ext cx="312840" cy="538200"/>
              </p14:xfrm>
            </p:contentPart>
          </mc:Choice>
          <mc:Fallback xmlns="">
            <p:pic>
              <p:nvPicPr>
                <p:cNvPr id="110" name="墨迹 109">
                  <a:extLst>
                    <a:ext uri="{FF2B5EF4-FFF2-40B4-BE49-F238E27FC236}">
                      <a16:creationId xmlns:a16="http://schemas.microsoft.com/office/drawing/2014/main" id="{2D2240B3-26FE-4C7D-9B3E-69FFA888D3B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606680" y="5253693"/>
                  <a:ext cx="330480" cy="55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2" name="墨迹 111">
                  <a:extLst>
                    <a:ext uri="{FF2B5EF4-FFF2-40B4-BE49-F238E27FC236}">
                      <a16:creationId xmlns:a16="http://schemas.microsoft.com/office/drawing/2014/main" id="{34DCC226-9075-446B-92F5-A6086D1FCB72}"/>
                    </a:ext>
                  </a:extLst>
                </p14:cNvPr>
                <p14:cNvContentPartPr/>
                <p14:nvPr/>
              </p14:nvContentPartPr>
              <p14:xfrm>
                <a:off x="1791200" y="5947773"/>
                <a:ext cx="41400" cy="385920"/>
              </p14:xfrm>
            </p:contentPart>
          </mc:Choice>
          <mc:Fallback xmlns="">
            <p:pic>
              <p:nvPicPr>
                <p:cNvPr id="112" name="墨迹 111">
                  <a:extLst>
                    <a:ext uri="{FF2B5EF4-FFF2-40B4-BE49-F238E27FC236}">
                      <a16:creationId xmlns:a16="http://schemas.microsoft.com/office/drawing/2014/main" id="{34DCC226-9075-446B-92F5-A6086D1FCB7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782560" y="5939133"/>
                  <a:ext cx="5904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3" name="墨迹 112">
                  <a:extLst>
                    <a:ext uri="{FF2B5EF4-FFF2-40B4-BE49-F238E27FC236}">
                      <a16:creationId xmlns:a16="http://schemas.microsoft.com/office/drawing/2014/main" id="{0FEFCBA5-B090-486F-B4F3-CC1F4098D235}"/>
                    </a:ext>
                  </a:extLst>
                </p14:cNvPr>
                <p14:cNvContentPartPr/>
                <p14:nvPr/>
              </p14:nvContentPartPr>
              <p14:xfrm>
                <a:off x="1709840" y="6171693"/>
                <a:ext cx="257400" cy="247680"/>
              </p14:xfrm>
            </p:contentPart>
          </mc:Choice>
          <mc:Fallback xmlns="">
            <p:pic>
              <p:nvPicPr>
                <p:cNvPr id="113" name="墨迹 112">
                  <a:extLst>
                    <a:ext uri="{FF2B5EF4-FFF2-40B4-BE49-F238E27FC236}">
                      <a16:creationId xmlns:a16="http://schemas.microsoft.com/office/drawing/2014/main" id="{0FEFCBA5-B090-486F-B4F3-CC1F4098D23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701200" y="6163053"/>
                  <a:ext cx="27504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4" name="墨迹 113">
                  <a:extLst>
                    <a:ext uri="{FF2B5EF4-FFF2-40B4-BE49-F238E27FC236}">
                      <a16:creationId xmlns:a16="http://schemas.microsoft.com/office/drawing/2014/main" id="{C9A9B277-2336-43BF-894F-8F44880F0A68}"/>
                    </a:ext>
                  </a:extLst>
                </p14:cNvPr>
                <p14:cNvContentPartPr/>
                <p14:nvPr/>
              </p14:nvContentPartPr>
              <p14:xfrm>
                <a:off x="1758080" y="6553293"/>
                <a:ext cx="315360" cy="8280"/>
              </p14:xfrm>
            </p:contentPart>
          </mc:Choice>
          <mc:Fallback xmlns="">
            <p:pic>
              <p:nvPicPr>
                <p:cNvPr id="114" name="墨迹 113">
                  <a:extLst>
                    <a:ext uri="{FF2B5EF4-FFF2-40B4-BE49-F238E27FC236}">
                      <a16:creationId xmlns:a16="http://schemas.microsoft.com/office/drawing/2014/main" id="{C9A9B277-2336-43BF-894F-8F44880F0A6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749080" y="6544293"/>
                  <a:ext cx="3330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5" name="墨迹 114">
                  <a:extLst>
                    <a:ext uri="{FF2B5EF4-FFF2-40B4-BE49-F238E27FC236}">
                      <a16:creationId xmlns:a16="http://schemas.microsoft.com/office/drawing/2014/main" id="{77929A21-00DF-4791-BDF6-B8E833483C0C}"/>
                    </a:ext>
                  </a:extLst>
                </p14:cNvPr>
                <p14:cNvContentPartPr/>
                <p14:nvPr/>
              </p14:nvContentPartPr>
              <p14:xfrm>
                <a:off x="1874720" y="6415053"/>
                <a:ext cx="331560" cy="449640"/>
              </p14:xfrm>
            </p:contentPart>
          </mc:Choice>
          <mc:Fallback xmlns="">
            <p:pic>
              <p:nvPicPr>
                <p:cNvPr id="115" name="墨迹 114">
                  <a:extLst>
                    <a:ext uri="{FF2B5EF4-FFF2-40B4-BE49-F238E27FC236}">
                      <a16:creationId xmlns:a16="http://schemas.microsoft.com/office/drawing/2014/main" id="{77929A21-00DF-4791-BDF6-B8E833483C0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866080" y="6406413"/>
                  <a:ext cx="34920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6" name="墨迹 115">
                  <a:extLst>
                    <a:ext uri="{FF2B5EF4-FFF2-40B4-BE49-F238E27FC236}">
                      <a16:creationId xmlns:a16="http://schemas.microsoft.com/office/drawing/2014/main" id="{64D9EA90-16C0-4AE9-A3D3-EE019CF7274F}"/>
                    </a:ext>
                  </a:extLst>
                </p14:cNvPr>
                <p14:cNvContentPartPr/>
                <p14:nvPr/>
              </p14:nvContentPartPr>
              <p14:xfrm>
                <a:off x="2235080" y="6334573"/>
                <a:ext cx="191520" cy="361440"/>
              </p14:xfrm>
            </p:contentPart>
          </mc:Choice>
          <mc:Fallback xmlns="">
            <p:pic>
              <p:nvPicPr>
                <p:cNvPr id="116" name="墨迹 115">
                  <a:extLst>
                    <a:ext uri="{FF2B5EF4-FFF2-40B4-BE49-F238E27FC236}">
                      <a16:creationId xmlns:a16="http://schemas.microsoft.com/office/drawing/2014/main" id="{64D9EA90-16C0-4AE9-A3D3-EE019CF7274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2226080" y="6325933"/>
                  <a:ext cx="20916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7" name="墨迹 116">
                  <a:extLst>
                    <a:ext uri="{FF2B5EF4-FFF2-40B4-BE49-F238E27FC236}">
                      <a16:creationId xmlns:a16="http://schemas.microsoft.com/office/drawing/2014/main" id="{27F40911-D97B-4FEB-8C9E-FA01C440CCC4}"/>
                    </a:ext>
                  </a:extLst>
                </p14:cNvPr>
                <p14:cNvContentPartPr/>
                <p14:nvPr/>
              </p14:nvContentPartPr>
              <p14:xfrm>
                <a:off x="2235800" y="6249973"/>
                <a:ext cx="367200" cy="349920"/>
              </p14:xfrm>
            </p:contentPart>
          </mc:Choice>
          <mc:Fallback xmlns="">
            <p:pic>
              <p:nvPicPr>
                <p:cNvPr id="117" name="墨迹 116">
                  <a:extLst>
                    <a:ext uri="{FF2B5EF4-FFF2-40B4-BE49-F238E27FC236}">
                      <a16:creationId xmlns:a16="http://schemas.microsoft.com/office/drawing/2014/main" id="{27F40911-D97B-4FEB-8C9E-FA01C440CCC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226800" y="6241333"/>
                  <a:ext cx="38484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8" name="墨迹 117">
                  <a:extLst>
                    <a:ext uri="{FF2B5EF4-FFF2-40B4-BE49-F238E27FC236}">
                      <a16:creationId xmlns:a16="http://schemas.microsoft.com/office/drawing/2014/main" id="{9BB7A48F-3285-4B67-B8D8-574AC4E9488B}"/>
                    </a:ext>
                  </a:extLst>
                </p14:cNvPr>
                <p14:cNvContentPartPr/>
                <p14:nvPr/>
              </p14:nvContentPartPr>
              <p14:xfrm>
                <a:off x="2461880" y="6146293"/>
                <a:ext cx="150480" cy="149760"/>
              </p14:xfrm>
            </p:contentPart>
          </mc:Choice>
          <mc:Fallback xmlns="">
            <p:pic>
              <p:nvPicPr>
                <p:cNvPr id="118" name="墨迹 117">
                  <a:extLst>
                    <a:ext uri="{FF2B5EF4-FFF2-40B4-BE49-F238E27FC236}">
                      <a16:creationId xmlns:a16="http://schemas.microsoft.com/office/drawing/2014/main" id="{9BB7A48F-3285-4B67-B8D8-574AC4E9488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453240" y="6137653"/>
                  <a:ext cx="16812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9" name="墨迹 118">
                  <a:extLst>
                    <a:ext uri="{FF2B5EF4-FFF2-40B4-BE49-F238E27FC236}">
                      <a16:creationId xmlns:a16="http://schemas.microsoft.com/office/drawing/2014/main" id="{1B598B0E-5659-472F-9822-4BE3DB45A1E2}"/>
                    </a:ext>
                  </a:extLst>
                </p14:cNvPr>
                <p14:cNvContentPartPr/>
                <p14:nvPr/>
              </p14:nvContentPartPr>
              <p14:xfrm>
                <a:off x="2491040" y="6353653"/>
                <a:ext cx="12240" cy="72360"/>
              </p14:xfrm>
            </p:contentPart>
          </mc:Choice>
          <mc:Fallback xmlns="">
            <p:pic>
              <p:nvPicPr>
                <p:cNvPr id="119" name="墨迹 118">
                  <a:extLst>
                    <a:ext uri="{FF2B5EF4-FFF2-40B4-BE49-F238E27FC236}">
                      <a16:creationId xmlns:a16="http://schemas.microsoft.com/office/drawing/2014/main" id="{1B598B0E-5659-472F-9822-4BE3DB45A1E2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482040" y="6344653"/>
                  <a:ext cx="2988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1" name="墨迹 120">
                  <a:extLst>
                    <a:ext uri="{FF2B5EF4-FFF2-40B4-BE49-F238E27FC236}">
                      <a16:creationId xmlns:a16="http://schemas.microsoft.com/office/drawing/2014/main" id="{55D7BC16-190B-47F3-A96F-64F0312B4D48}"/>
                    </a:ext>
                  </a:extLst>
                </p14:cNvPr>
                <p14:cNvContentPartPr/>
                <p14:nvPr/>
              </p14:nvContentPartPr>
              <p14:xfrm>
                <a:off x="2470520" y="6295333"/>
                <a:ext cx="372240" cy="352440"/>
              </p14:xfrm>
            </p:contentPart>
          </mc:Choice>
          <mc:Fallback xmlns="">
            <p:pic>
              <p:nvPicPr>
                <p:cNvPr id="121" name="墨迹 120">
                  <a:extLst>
                    <a:ext uri="{FF2B5EF4-FFF2-40B4-BE49-F238E27FC236}">
                      <a16:creationId xmlns:a16="http://schemas.microsoft.com/office/drawing/2014/main" id="{55D7BC16-190B-47F3-A96F-64F0312B4D4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461520" y="6286333"/>
                  <a:ext cx="38988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2" name="墨迹 121">
                  <a:extLst>
                    <a:ext uri="{FF2B5EF4-FFF2-40B4-BE49-F238E27FC236}">
                      <a16:creationId xmlns:a16="http://schemas.microsoft.com/office/drawing/2014/main" id="{1D1F714F-15C4-466C-A807-9B55503E98BC}"/>
                    </a:ext>
                  </a:extLst>
                </p14:cNvPr>
                <p14:cNvContentPartPr/>
                <p14:nvPr/>
              </p14:nvContentPartPr>
              <p14:xfrm>
                <a:off x="2825480" y="6158173"/>
                <a:ext cx="137880" cy="221040"/>
              </p14:xfrm>
            </p:contentPart>
          </mc:Choice>
          <mc:Fallback xmlns="">
            <p:pic>
              <p:nvPicPr>
                <p:cNvPr id="122" name="墨迹 121">
                  <a:extLst>
                    <a:ext uri="{FF2B5EF4-FFF2-40B4-BE49-F238E27FC236}">
                      <a16:creationId xmlns:a16="http://schemas.microsoft.com/office/drawing/2014/main" id="{1D1F714F-15C4-466C-A807-9B55503E98B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2816480" y="6149533"/>
                  <a:ext cx="1555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3" name="墨迹 122">
                  <a:extLst>
                    <a:ext uri="{FF2B5EF4-FFF2-40B4-BE49-F238E27FC236}">
                      <a16:creationId xmlns:a16="http://schemas.microsoft.com/office/drawing/2014/main" id="{830F15C9-77E3-4501-9B8E-1426CE246990}"/>
                    </a:ext>
                  </a:extLst>
                </p14:cNvPr>
                <p14:cNvContentPartPr/>
                <p14:nvPr/>
              </p14:nvContentPartPr>
              <p14:xfrm>
                <a:off x="2905760" y="6203173"/>
                <a:ext cx="83880" cy="174960"/>
              </p14:xfrm>
            </p:contentPart>
          </mc:Choice>
          <mc:Fallback xmlns="">
            <p:pic>
              <p:nvPicPr>
                <p:cNvPr id="123" name="墨迹 122">
                  <a:extLst>
                    <a:ext uri="{FF2B5EF4-FFF2-40B4-BE49-F238E27FC236}">
                      <a16:creationId xmlns:a16="http://schemas.microsoft.com/office/drawing/2014/main" id="{830F15C9-77E3-4501-9B8E-1426CE24699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896760" y="6194533"/>
                  <a:ext cx="10152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4" name="墨迹 123">
                  <a:extLst>
                    <a:ext uri="{FF2B5EF4-FFF2-40B4-BE49-F238E27FC236}">
                      <a16:creationId xmlns:a16="http://schemas.microsoft.com/office/drawing/2014/main" id="{5629F52D-1CFB-4BEF-9C4A-B983CB308DD4}"/>
                    </a:ext>
                  </a:extLst>
                </p14:cNvPr>
                <p14:cNvContentPartPr/>
                <p14:nvPr/>
              </p14:nvContentPartPr>
              <p14:xfrm>
                <a:off x="2804960" y="6383893"/>
                <a:ext cx="281880" cy="351720"/>
              </p14:xfrm>
            </p:contentPart>
          </mc:Choice>
          <mc:Fallback xmlns="">
            <p:pic>
              <p:nvPicPr>
                <p:cNvPr id="124" name="墨迹 123">
                  <a:extLst>
                    <a:ext uri="{FF2B5EF4-FFF2-40B4-BE49-F238E27FC236}">
                      <a16:creationId xmlns:a16="http://schemas.microsoft.com/office/drawing/2014/main" id="{5629F52D-1CFB-4BEF-9C4A-B983CB308DD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795960" y="6374893"/>
                  <a:ext cx="299520" cy="369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71729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74ABF22-F758-45B9-B5EE-88AD9EA215C2}"/>
              </a:ext>
            </a:extLst>
          </p:cNvPr>
          <p:cNvSpPr txBox="1"/>
          <p:nvPr/>
        </p:nvSpPr>
        <p:spPr>
          <a:xfrm>
            <a:off x="1028991" y="1347892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用户友好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04BF518-B134-4DF7-88C8-B77F063D952C}"/>
              </a:ext>
            </a:extLst>
          </p:cNvPr>
          <p:cNvSpPr txBox="1"/>
          <p:nvPr/>
        </p:nvSpPr>
        <p:spPr>
          <a:xfrm>
            <a:off x="5212080" y="1347892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机器友好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381F498-6D22-4DDB-AEC8-D456A58B20A7}"/>
              </a:ext>
            </a:extLst>
          </p:cNvPr>
          <p:cNvSpPr/>
          <p:nvPr/>
        </p:nvSpPr>
        <p:spPr>
          <a:xfrm>
            <a:off x="2810933" y="948267"/>
            <a:ext cx="2228427" cy="14562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langchain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2750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E33B6ED-F44E-4158-98DD-578142601401}"/>
              </a:ext>
            </a:extLst>
          </p:cNvPr>
          <p:cNvSpPr txBox="1"/>
          <p:nvPr/>
        </p:nvSpPr>
        <p:spPr>
          <a:xfrm>
            <a:off x="1002453" y="711200"/>
            <a:ext cx="3594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llm.invoke</a:t>
            </a:r>
            <a:r>
              <a:rPr lang="en-US" altLang="zh-CN" dirty="0"/>
              <a:t>  </a:t>
            </a:r>
            <a:r>
              <a:rPr lang="zh-CN" altLang="en-US" dirty="0"/>
              <a:t>默认是</a:t>
            </a:r>
            <a:r>
              <a:rPr lang="en-US" altLang="zh-CN" dirty="0" err="1"/>
              <a:t>HumanMessage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198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25628E19-3D54-4A15-A268-4475CA70FF8F}"/>
                  </a:ext>
                </a:extLst>
              </p14:cNvPr>
              <p14:cNvContentPartPr/>
              <p14:nvPr/>
            </p14:nvContentPartPr>
            <p14:xfrm>
              <a:off x="4090160" y="1776093"/>
              <a:ext cx="250560" cy="1086480"/>
            </p14:xfrm>
          </p:contentPart>
        </mc:Choice>
        <mc:Fallback xmlns=""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25628E19-3D54-4A15-A268-4475CA70FF8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81520" y="1767093"/>
                <a:ext cx="268200" cy="11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B9319D8E-F038-410E-883C-2C4EA7E7853C}"/>
                  </a:ext>
                </a:extLst>
              </p14:cNvPr>
              <p14:cNvContentPartPr/>
              <p14:nvPr/>
            </p14:nvContentPartPr>
            <p14:xfrm>
              <a:off x="4050200" y="1075173"/>
              <a:ext cx="3018960" cy="1775880"/>
            </p14:xfrm>
          </p:contentPart>
        </mc:Choice>
        <mc:Fallback xmlns=""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B9319D8E-F038-410E-883C-2C4EA7E7853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41200" y="1066173"/>
                <a:ext cx="3036600" cy="179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6541AEE5-1AC4-46CC-B9C0-36619E781D3F}"/>
                  </a:ext>
                </a:extLst>
              </p14:cNvPr>
              <p14:cNvContentPartPr/>
              <p14:nvPr/>
            </p14:nvContentPartPr>
            <p14:xfrm>
              <a:off x="4077200" y="2365413"/>
              <a:ext cx="3473640" cy="818280"/>
            </p14:xfrm>
          </p:contentPart>
        </mc:Choice>
        <mc:Fallback xmlns=""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6541AEE5-1AC4-46CC-B9C0-36619E781D3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68560" y="2356413"/>
                <a:ext cx="3491280" cy="83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74516B21-F8E2-46E4-A13B-4356708DA338}"/>
                  </a:ext>
                </a:extLst>
              </p14:cNvPr>
              <p14:cNvContentPartPr/>
              <p14:nvPr/>
            </p14:nvContentPartPr>
            <p14:xfrm>
              <a:off x="4619000" y="1992813"/>
              <a:ext cx="298080" cy="83880"/>
            </p14:xfrm>
          </p:contentPart>
        </mc:Choice>
        <mc:Fallback xmlns=""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74516B21-F8E2-46E4-A13B-4356708DA33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610360" y="1984173"/>
                <a:ext cx="31572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95165B4E-11FB-48D6-BCB1-04916D07274A}"/>
                  </a:ext>
                </a:extLst>
              </p14:cNvPr>
              <p14:cNvContentPartPr/>
              <p14:nvPr/>
            </p14:nvContentPartPr>
            <p14:xfrm>
              <a:off x="4711880" y="1868613"/>
              <a:ext cx="400680" cy="649080"/>
            </p14:xfrm>
          </p:contentPart>
        </mc:Choice>
        <mc:Fallback xmlns=""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95165B4E-11FB-48D6-BCB1-04916D07274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703240" y="1859613"/>
                <a:ext cx="418320" cy="66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6D88A1A7-6D25-44E5-A572-3FA00BB96B4A}"/>
                  </a:ext>
                </a:extLst>
              </p14:cNvPr>
              <p14:cNvContentPartPr/>
              <p14:nvPr/>
            </p14:nvContentPartPr>
            <p14:xfrm>
              <a:off x="5058560" y="1974093"/>
              <a:ext cx="184680" cy="74520"/>
            </p14:xfrm>
          </p:contentPart>
        </mc:Choice>
        <mc:Fallback xmlns=""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6D88A1A7-6D25-44E5-A572-3FA00BB96B4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049560" y="1965453"/>
                <a:ext cx="20232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1E52774C-6D79-4E9B-9D71-953BCD9ED248}"/>
                  </a:ext>
                </a:extLst>
              </p14:cNvPr>
              <p14:cNvContentPartPr/>
              <p14:nvPr/>
            </p14:nvContentPartPr>
            <p14:xfrm>
              <a:off x="5082680" y="1831533"/>
              <a:ext cx="373680" cy="565200"/>
            </p14:xfrm>
          </p:contentPart>
        </mc:Choice>
        <mc:Fallback xmlns=""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1E52774C-6D79-4E9B-9D71-953BCD9ED24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073680" y="1822533"/>
                <a:ext cx="391320" cy="58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8388BD29-C402-4AD1-835C-8598BF3B662A}"/>
                  </a:ext>
                </a:extLst>
              </p14:cNvPr>
              <p14:cNvContentPartPr/>
              <p14:nvPr/>
            </p14:nvContentPartPr>
            <p14:xfrm>
              <a:off x="5333600" y="1780773"/>
              <a:ext cx="144360" cy="177840"/>
            </p14:xfrm>
          </p:contentPart>
        </mc:Choice>
        <mc:Fallback xmlns=""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8388BD29-C402-4AD1-835C-8598BF3B662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324960" y="1772133"/>
                <a:ext cx="16200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2F311B83-BFD5-4B66-917E-B1A502A6D81E}"/>
                  </a:ext>
                </a:extLst>
              </p14:cNvPr>
              <p14:cNvContentPartPr/>
              <p14:nvPr/>
            </p14:nvContentPartPr>
            <p14:xfrm>
              <a:off x="5341520" y="1972653"/>
              <a:ext cx="170280" cy="400320"/>
            </p14:xfrm>
          </p:contentPart>
        </mc:Choice>
        <mc:Fallback xmlns=""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2F311B83-BFD5-4B66-917E-B1A502A6D81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332520" y="1964013"/>
                <a:ext cx="187920" cy="41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ABB25B8A-B092-4B16-8D01-348260995010}"/>
                  </a:ext>
                </a:extLst>
              </p14:cNvPr>
              <p14:cNvContentPartPr/>
              <p14:nvPr/>
            </p14:nvContentPartPr>
            <p14:xfrm>
              <a:off x="5499560" y="2360373"/>
              <a:ext cx="201600" cy="37800"/>
            </p14:xfrm>
          </p:contentPart>
        </mc:Choice>
        <mc:Fallback xmlns=""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ABB25B8A-B092-4B16-8D01-34826099501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490920" y="2351373"/>
                <a:ext cx="21924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D4C32A79-B165-4F24-9066-A0DAF552BD83}"/>
                  </a:ext>
                </a:extLst>
              </p14:cNvPr>
              <p14:cNvContentPartPr/>
              <p14:nvPr/>
            </p14:nvContentPartPr>
            <p14:xfrm>
              <a:off x="2763920" y="2294853"/>
              <a:ext cx="1083960" cy="239040"/>
            </p14:xfrm>
          </p:contentPart>
        </mc:Choice>
        <mc:Fallback xmlns=""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D4C32A79-B165-4F24-9066-A0DAF552BD83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755280" y="2285853"/>
                <a:ext cx="1101600" cy="25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590E7E26-B06E-42D7-A18E-AAB4D0457E4D}"/>
                  </a:ext>
                </a:extLst>
              </p14:cNvPr>
              <p14:cNvContentPartPr/>
              <p14:nvPr/>
            </p14:nvContentPartPr>
            <p14:xfrm>
              <a:off x="3636200" y="2120973"/>
              <a:ext cx="357840" cy="467280"/>
            </p14:xfrm>
          </p:contentPart>
        </mc:Choice>
        <mc:Fallback xmlns=""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590E7E26-B06E-42D7-A18E-AAB4D0457E4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627200" y="2112333"/>
                <a:ext cx="375480" cy="48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498DD129-72F4-4F7A-A39F-55FA05080E81}"/>
                  </a:ext>
                </a:extLst>
              </p14:cNvPr>
              <p14:cNvContentPartPr/>
              <p14:nvPr/>
            </p14:nvContentPartPr>
            <p14:xfrm>
              <a:off x="1029080" y="2384133"/>
              <a:ext cx="297360" cy="76680"/>
            </p14:xfrm>
          </p:contentPart>
        </mc:Choice>
        <mc:Fallback xmlns=""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498DD129-72F4-4F7A-A39F-55FA05080E8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20440" y="2375133"/>
                <a:ext cx="31500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7" name="墨迹 16">
                <a:extLst>
                  <a:ext uri="{FF2B5EF4-FFF2-40B4-BE49-F238E27FC236}">
                    <a16:creationId xmlns:a16="http://schemas.microsoft.com/office/drawing/2014/main" id="{147FBC38-24E1-4C7C-8B5B-F7C981E8EB13}"/>
                  </a:ext>
                </a:extLst>
              </p14:cNvPr>
              <p14:cNvContentPartPr/>
              <p14:nvPr/>
            </p14:nvContentPartPr>
            <p14:xfrm>
              <a:off x="1085240" y="2697693"/>
              <a:ext cx="123840" cy="31320"/>
            </p14:xfrm>
          </p:contentPart>
        </mc:Choice>
        <mc:Fallback xmlns="">
          <p:pic>
            <p:nvPicPr>
              <p:cNvPr id="17" name="墨迹 16">
                <a:extLst>
                  <a:ext uri="{FF2B5EF4-FFF2-40B4-BE49-F238E27FC236}">
                    <a16:creationId xmlns:a16="http://schemas.microsoft.com/office/drawing/2014/main" id="{147FBC38-24E1-4C7C-8B5B-F7C981E8EB1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76600" y="2688693"/>
                <a:ext cx="14148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8" name="墨迹 17">
                <a:extLst>
                  <a:ext uri="{FF2B5EF4-FFF2-40B4-BE49-F238E27FC236}">
                    <a16:creationId xmlns:a16="http://schemas.microsoft.com/office/drawing/2014/main" id="{6CE59263-7C6C-4059-A8F1-B6AB68B3E12C}"/>
                  </a:ext>
                </a:extLst>
              </p14:cNvPr>
              <p14:cNvContentPartPr/>
              <p14:nvPr/>
            </p14:nvContentPartPr>
            <p14:xfrm>
              <a:off x="1109360" y="2810373"/>
              <a:ext cx="55800" cy="96120"/>
            </p14:xfrm>
          </p:contentPart>
        </mc:Choice>
        <mc:Fallback xmlns="">
          <p:pic>
            <p:nvPicPr>
              <p:cNvPr id="18" name="墨迹 17">
                <a:extLst>
                  <a:ext uri="{FF2B5EF4-FFF2-40B4-BE49-F238E27FC236}">
                    <a16:creationId xmlns:a16="http://schemas.microsoft.com/office/drawing/2014/main" id="{6CE59263-7C6C-4059-A8F1-B6AB68B3E12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100720" y="2801733"/>
                <a:ext cx="7344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9" name="墨迹 18">
                <a:extLst>
                  <a:ext uri="{FF2B5EF4-FFF2-40B4-BE49-F238E27FC236}">
                    <a16:creationId xmlns:a16="http://schemas.microsoft.com/office/drawing/2014/main" id="{C8D5D2E4-ED3E-44D9-8ABB-36E20D6CBD8A}"/>
                  </a:ext>
                </a:extLst>
              </p14:cNvPr>
              <p14:cNvContentPartPr/>
              <p14:nvPr/>
            </p14:nvContentPartPr>
            <p14:xfrm>
              <a:off x="1175960" y="2562693"/>
              <a:ext cx="426960" cy="664200"/>
            </p14:xfrm>
          </p:contentPart>
        </mc:Choice>
        <mc:Fallback xmlns="">
          <p:pic>
            <p:nvPicPr>
              <p:cNvPr id="19" name="墨迹 18">
                <a:extLst>
                  <a:ext uri="{FF2B5EF4-FFF2-40B4-BE49-F238E27FC236}">
                    <a16:creationId xmlns:a16="http://schemas.microsoft.com/office/drawing/2014/main" id="{C8D5D2E4-ED3E-44D9-8ABB-36E20D6CBD8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167320" y="2553693"/>
                <a:ext cx="444600" cy="68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0" name="墨迹 19">
                <a:extLst>
                  <a:ext uri="{FF2B5EF4-FFF2-40B4-BE49-F238E27FC236}">
                    <a16:creationId xmlns:a16="http://schemas.microsoft.com/office/drawing/2014/main" id="{0EBC09DA-345A-4352-BBA7-3DC7BBE1E055}"/>
                  </a:ext>
                </a:extLst>
              </p14:cNvPr>
              <p14:cNvContentPartPr/>
              <p14:nvPr/>
            </p14:nvContentPartPr>
            <p14:xfrm>
              <a:off x="1544600" y="2250933"/>
              <a:ext cx="30240" cy="10440"/>
            </p14:xfrm>
          </p:contentPart>
        </mc:Choice>
        <mc:Fallback xmlns="">
          <p:pic>
            <p:nvPicPr>
              <p:cNvPr id="20" name="墨迹 19">
                <a:extLst>
                  <a:ext uri="{FF2B5EF4-FFF2-40B4-BE49-F238E27FC236}">
                    <a16:creationId xmlns:a16="http://schemas.microsoft.com/office/drawing/2014/main" id="{0EBC09DA-345A-4352-BBA7-3DC7BBE1E05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535960" y="2242293"/>
                <a:ext cx="4788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1" name="墨迹 20">
                <a:extLst>
                  <a:ext uri="{FF2B5EF4-FFF2-40B4-BE49-F238E27FC236}">
                    <a16:creationId xmlns:a16="http://schemas.microsoft.com/office/drawing/2014/main" id="{07AD2169-A6DD-4658-AB5F-39CC9F5C584D}"/>
                  </a:ext>
                </a:extLst>
              </p14:cNvPr>
              <p14:cNvContentPartPr/>
              <p14:nvPr/>
            </p14:nvContentPartPr>
            <p14:xfrm>
              <a:off x="1238240" y="2627133"/>
              <a:ext cx="138600" cy="256320"/>
            </p14:xfrm>
          </p:contentPart>
        </mc:Choice>
        <mc:Fallback xmlns="">
          <p:pic>
            <p:nvPicPr>
              <p:cNvPr id="21" name="墨迹 20">
                <a:extLst>
                  <a:ext uri="{FF2B5EF4-FFF2-40B4-BE49-F238E27FC236}">
                    <a16:creationId xmlns:a16="http://schemas.microsoft.com/office/drawing/2014/main" id="{07AD2169-A6DD-4658-AB5F-39CC9F5C584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229600" y="2618133"/>
                <a:ext cx="15624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2" name="墨迹 21">
                <a:extLst>
                  <a:ext uri="{FF2B5EF4-FFF2-40B4-BE49-F238E27FC236}">
                    <a16:creationId xmlns:a16="http://schemas.microsoft.com/office/drawing/2014/main" id="{9BBB49E3-DDF4-461F-940D-D43C4B4237B0}"/>
                  </a:ext>
                </a:extLst>
              </p14:cNvPr>
              <p14:cNvContentPartPr/>
              <p14:nvPr/>
            </p14:nvContentPartPr>
            <p14:xfrm>
              <a:off x="1534160" y="2279013"/>
              <a:ext cx="284040" cy="590400"/>
            </p14:xfrm>
          </p:contentPart>
        </mc:Choice>
        <mc:Fallback xmlns="">
          <p:pic>
            <p:nvPicPr>
              <p:cNvPr id="22" name="墨迹 21">
                <a:extLst>
                  <a:ext uri="{FF2B5EF4-FFF2-40B4-BE49-F238E27FC236}">
                    <a16:creationId xmlns:a16="http://schemas.microsoft.com/office/drawing/2014/main" id="{9BBB49E3-DDF4-461F-940D-D43C4B4237B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525160" y="2270373"/>
                <a:ext cx="301680" cy="60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3" name="墨迹 22">
                <a:extLst>
                  <a:ext uri="{FF2B5EF4-FFF2-40B4-BE49-F238E27FC236}">
                    <a16:creationId xmlns:a16="http://schemas.microsoft.com/office/drawing/2014/main" id="{C20DA2AB-FDF9-4176-A8B7-735C977C7B4A}"/>
                  </a:ext>
                </a:extLst>
              </p14:cNvPr>
              <p14:cNvContentPartPr/>
              <p14:nvPr/>
            </p14:nvContentPartPr>
            <p14:xfrm>
              <a:off x="1807400" y="2151933"/>
              <a:ext cx="298080" cy="454680"/>
            </p14:xfrm>
          </p:contentPart>
        </mc:Choice>
        <mc:Fallback xmlns="">
          <p:pic>
            <p:nvPicPr>
              <p:cNvPr id="23" name="墨迹 22">
                <a:extLst>
                  <a:ext uri="{FF2B5EF4-FFF2-40B4-BE49-F238E27FC236}">
                    <a16:creationId xmlns:a16="http://schemas.microsoft.com/office/drawing/2014/main" id="{C20DA2AB-FDF9-4176-A8B7-735C977C7B4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798760" y="2142933"/>
                <a:ext cx="315720" cy="47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4" name="墨迹 23">
                <a:extLst>
                  <a:ext uri="{FF2B5EF4-FFF2-40B4-BE49-F238E27FC236}">
                    <a16:creationId xmlns:a16="http://schemas.microsoft.com/office/drawing/2014/main" id="{A6241D37-5528-42CD-9F72-B1A306540ACC}"/>
                  </a:ext>
                </a:extLst>
              </p14:cNvPr>
              <p14:cNvContentPartPr/>
              <p14:nvPr/>
            </p14:nvContentPartPr>
            <p14:xfrm>
              <a:off x="2113040" y="2290533"/>
              <a:ext cx="302400" cy="391320"/>
            </p14:xfrm>
          </p:contentPart>
        </mc:Choice>
        <mc:Fallback xmlns="">
          <p:pic>
            <p:nvPicPr>
              <p:cNvPr id="24" name="墨迹 23">
                <a:extLst>
                  <a:ext uri="{FF2B5EF4-FFF2-40B4-BE49-F238E27FC236}">
                    <a16:creationId xmlns:a16="http://schemas.microsoft.com/office/drawing/2014/main" id="{A6241D37-5528-42CD-9F72-B1A306540AC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104400" y="2281893"/>
                <a:ext cx="320040" cy="40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组合 33">
            <a:extLst>
              <a:ext uri="{FF2B5EF4-FFF2-40B4-BE49-F238E27FC236}">
                <a16:creationId xmlns:a16="http://schemas.microsoft.com/office/drawing/2014/main" id="{F4FCAF75-8277-41FE-85A1-5B8BFADF2B1F}"/>
              </a:ext>
            </a:extLst>
          </p:cNvPr>
          <p:cNvGrpSpPr/>
          <p:nvPr/>
        </p:nvGrpSpPr>
        <p:grpSpPr>
          <a:xfrm>
            <a:off x="6974120" y="1042053"/>
            <a:ext cx="4277160" cy="979920"/>
            <a:chOff x="6974120" y="1042053"/>
            <a:chExt cx="4277160" cy="97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E3979F07-EF30-47B9-A591-6767ED2EF1FC}"/>
                    </a:ext>
                  </a:extLst>
                </p14:cNvPr>
                <p14:cNvContentPartPr/>
                <p14:nvPr/>
              </p14:nvContentPartPr>
              <p14:xfrm>
                <a:off x="6974120" y="1636053"/>
                <a:ext cx="1231560" cy="213120"/>
              </p14:xfrm>
            </p:contentPart>
          </mc:Choice>
          <mc:Fallback xmlns=""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E3979F07-EF30-47B9-A591-6767ED2EF1F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965120" y="1627413"/>
                  <a:ext cx="124920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22F37C83-4C69-428D-8E56-B91004EEC739}"/>
                    </a:ext>
                  </a:extLst>
                </p14:cNvPr>
                <p14:cNvContentPartPr/>
                <p14:nvPr/>
              </p14:nvContentPartPr>
              <p14:xfrm>
                <a:off x="7932080" y="1350933"/>
                <a:ext cx="426960" cy="520920"/>
              </p14:xfrm>
            </p:contentPart>
          </mc:Choice>
          <mc:Fallback xmlns=""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22F37C83-4C69-428D-8E56-B91004EEC73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923080" y="1341933"/>
                  <a:ext cx="444600" cy="53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314F73A0-7C59-4965-8388-DEA24462A491}"/>
                    </a:ext>
                  </a:extLst>
                </p14:cNvPr>
                <p14:cNvContentPartPr/>
                <p14:nvPr/>
              </p14:nvContentPartPr>
              <p14:xfrm>
                <a:off x="8730920" y="1204413"/>
                <a:ext cx="362160" cy="609120"/>
              </p14:xfrm>
            </p:contentPart>
          </mc:Choice>
          <mc:Fallback xmlns=""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314F73A0-7C59-4965-8388-DEA24462A49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721920" y="1195773"/>
                  <a:ext cx="379800" cy="62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404CDCBC-B0C2-4817-B20A-9AED5AA75E89}"/>
                    </a:ext>
                  </a:extLst>
                </p14:cNvPr>
                <p14:cNvContentPartPr/>
                <p14:nvPr/>
              </p14:nvContentPartPr>
              <p14:xfrm>
                <a:off x="9103160" y="1042053"/>
                <a:ext cx="353520" cy="639720"/>
              </p14:xfrm>
            </p:contentPart>
          </mc:Choice>
          <mc:Fallback xmlns=""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404CDCBC-B0C2-4817-B20A-9AED5AA75E8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094160" y="1033413"/>
                  <a:ext cx="371160" cy="65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BA63EE3A-ED7E-4017-8784-12553D3AC91A}"/>
                    </a:ext>
                  </a:extLst>
                </p14:cNvPr>
                <p14:cNvContentPartPr/>
                <p14:nvPr/>
              </p14:nvContentPartPr>
              <p14:xfrm>
                <a:off x="9609320" y="1141413"/>
                <a:ext cx="356040" cy="577080"/>
              </p14:xfrm>
            </p:contentPart>
          </mc:Choice>
          <mc:Fallback xmlns=""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BA63EE3A-ED7E-4017-8784-12553D3AC91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600680" y="1132773"/>
                  <a:ext cx="373680" cy="59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9413F127-3AFB-4556-8E0A-7D79CD34A502}"/>
                    </a:ext>
                  </a:extLst>
                </p14:cNvPr>
                <p14:cNvContentPartPr/>
                <p14:nvPr/>
              </p14:nvContentPartPr>
              <p14:xfrm>
                <a:off x="8907680" y="1721013"/>
                <a:ext cx="2343600" cy="300960"/>
              </p14:xfrm>
            </p:contentPart>
          </mc:Choice>
          <mc:Fallback xmlns=""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9413F127-3AFB-4556-8E0A-7D79CD34A50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898680" y="1712373"/>
                  <a:ext cx="2361240" cy="31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D1918AD6-0C08-4820-8A1B-0520D5295D0C}"/>
              </a:ext>
            </a:extLst>
          </p:cNvPr>
          <p:cNvGrpSpPr/>
          <p:nvPr/>
        </p:nvGrpSpPr>
        <p:grpSpPr>
          <a:xfrm>
            <a:off x="8903360" y="2435613"/>
            <a:ext cx="1243440" cy="578520"/>
            <a:chOff x="8903360" y="2435613"/>
            <a:chExt cx="1243440" cy="57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169B2993-659D-4893-A94F-59D8DA8C21A1}"/>
                    </a:ext>
                  </a:extLst>
                </p14:cNvPr>
                <p14:cNvContentPartPr/>
                <p14:nvPr/>
              </p14:nvContentPartPr>
              <p14:xfrm>
                <a:off x="8903360" y="2489973"/>
                <a:ext cx="160560" cy="54000"/>
              </p14:xfrm>
            </p:contentPart>
          </mc:Choice>
          <mc:Fallback xmlns=""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169B2993-659D-4893-A94F-59D8DA8C21A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894720" y="2481333"/>
                  <a:ext cx="1782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5E0A3768-25D9-4B0A-9F06-91731D6D372A}"/>
                    </a:ext>
                  </a:extLst>
                </p14:cNvPr>
                <p14:cNvContentPartPr/>
                <p14:nvPr/>
              </p14:nvContentPartPr>
              <p14:xfrm>
                <a:off x="8960600" y="2435613"/>
                <a:ext cx="282960" cy="578520"/>
              </p14:xfrm>
            </p:contentPart>
          </mc:Choice>
          <mc:Fallback xmlns=""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5E0A3768-25D9-4B0A-9F06-91731D6D372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951600" y="2426973"/>
                  <a:ext cx="300600" cy="59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0B8BB589-8FEE-4A8E-9728-53063FD294A8}"/>
                    </a:ext>
                  </a:extLst>
                </p14:cNvPr>
                <p14:cNvContentPartPr/>
                <p14:nvPr/>
              </p14:nvContentPartPr>
              <p14:xfrm>
                <a:off x="9308720" y="2562333"/>
                <a:ext cx="167760" cy="399240"/>
              </p14:xfrm>
            </p:contentPart>
          </mc:Choice>
          <mc:Fallback xmlns=""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0B8BB589-8FEE-4A8E-9728-53063FD294A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299720" y="2553693"/>
                  <a:ext cx="18540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墨迹 37">
                  <a:extLst>
                    <a:ext uri="{FF2B5EF4-FFF2-40B4-BE49-F238E27FC236}">
                      <a16:creationId xmlns:a16="http://schemas.microsoft.com/office/drawing/2014/main" id="{1749E075-056C-4B69-A1DF-E68C0EB13B52}"/>
                    </a:ext>
                  </a:extLst>
                </p14:cNvPr>
                <p14:cNvContentPartPr/>
                <p14:nvPr/>
              </p14:nvContentPartPr>
              <p14:xfrm>
                <a:off x="9532280" y="2663853"/>
                <a:ext cx="234360" cy="192600"/>
              </p14:xfrm>
            </p:contentPart>
          </mc:Choice>
          <mc:Fallback xmlns="">
            <p:pic>
              <p:nvPicPr>
                <p:cNvPr id="38" name="墨迹 37">
                  <a:extLst>
                    <a:ext uri="{FF2B5EF4-FFF2-40B4-BE49-F238E27FC236}">
                      <a16:creationId xmlns:a16="http://schemas.microsoft.com/office/drawing/2014/main" id="{1749E075-056C-4B69-A1DF-E68C0EB13B5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523280" y="2654853"/>
                  <a:ext cx="2520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F070B84B-D663-450E-B4AC-B560A03C463D}"/>
                    </a:ext>
                  </a:extLst>
                </p14:cNvPr>
                <p14:cNvContentPartPr/>
                <p14:nvPr/>
              </p14:nvContentPartPr>
              <p14:xfrm>
                <a:off x="9813800" y="2586813"/>
                <a:ext cx="333000" cy="328320"/>
              </p14:xfrm>
            </p:contentPart>
          </mc:Choice>
          <mc:Fallback xmlns=""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F070B84B-D663-450E-B4AC-B560A03C463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805160" y="2578173"/>
                  <a:ext cx="350640" cy="345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9216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76ACD67-4EED-417C-BD7B-DCA18AA0E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6746" y="1319602"/>
            <a:ext cx="12192000" cy="1875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4633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49DEA55-DFE6-4E9D-ABD3-931102EC3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059" y="230610"/>
            <a:ext cx="10239375" cy="275272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58CAFED-C4CF-4D58-978B-723FFCBB0627}"/>
              </a:ext>
            </a:extLst>
          </p:cNvPr>
          <p:cNvSpPr txBox="1"/>
          <p:nvPr/>
        </p:nvSpPr>
        <p:spPr>
          <a:xfrm>
            <a:off x="2702559" y="4558454"/>
            <a:ext cx="10293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llm</a:t>
            </a:r>
            <a:r>
              <a:rPr lang="zh-CN" altLang="en-US" dirty="0"/>
              <a:t>用来兜底</a:t>
            </a:r>
            <a:r>
              <a:rPr lang="en-US" altLang="zh-CN" dirty="0"/>
              <a:t>,</a:t>
            </a:r>
            <a:r>
              <a:rPr lang="zh-CN" altLang="en-US" dirty="0"/>
              <a:t>输出无法转成</a:t>
            </a:r>
            <a:r>
              <a:rPr lang="en-US" altLang="zh-CN" dirty="0"/>
              <a:t>json</a:t>
            </a:r>
            <a:r>
              <a:rPr lang="zh-CN" altLang="en-US" dirty="0"/>
              <a:t>，利用大模型修改输出（跟用户的输入没有关系），一般来说修改</a:t>
            </a:r>
            <a:r>
              <a:rPr lang="en-US" altLang="zh-CN" dirty="0"/>
              <a:t>3</a:t>
            </a:r>
            <a:r>
              <a:rPr lang="zh-CN" altLang="en-US" dirty="0"/>
              <a:t>次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D706318-911F-43E4-89E0-5CF7F9450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185" y="3206208"/>
            <a:ext cx="11487150" cy="77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4798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5ADD006-40E3-4CEB-B43D-87805C4FE21C}"/>
              </a:ext>
            </a:extLst>
          </p:cNvPr>
          <p:cNvSpPr txBox="1"/>
          <p:nvPr/>
        </p:nvSpPr>
        <p:spPr>
          <a:xfrm>
            <a:off x="1878167" y="50104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输入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EA17CD6-8B68-47E3-B1B5-91A3310A5103}"/>
              </a:ext>
            </a:extLst>
          </p:cNvPr>
          <p:cNvSpPr/>
          <p:nvPr/>
        </p:nvSpPr>
        <p:spPr>
          <a:xfrm>
            <a:off x="738293" y="1225973"/>
            <a:ext cx="2926080" cy="10634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llm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62404B2-5E36-4DD4-89C7-282908AC917C}"/>
              </a:ext>
            </a:extLst>
          </p:cNvPr>
          <p:cNvSpPr/>
          <p:nvPr/>
        </p:nvSpPr>
        <p:spPr>
          <a:xfrm>
            <a:off x="738293" y="2644987"/>
            <a:ext cx="2926080" cy="10634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工具列表</a:t>
            </a:r>
            <a:endParaRPr lang="en-US" altLang="zh-CN" dirty="0"/>
          </a:p>
          <a:p>
            <a:pPr algn="ctr"/>
            <a:r>
              <a:rPr lang="zh-CN" altLang="en-US" dirty="0"/>
              <a:t> 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24DA72E-9A7B-4872-98E9-F8F9E8836DB4}"/>
              </a:ext>
            </a:extLst>
          </p:cNvPr>
          <p:cNvSpPr/>
          <p:nvPr/>
        </p:nvSpPr>
        <p:spPr>
          <a:xfrm>
            <a:off x="738293" y="4165600"/>
            <a:ext cx="2926080" cy="10634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各个工具的输出</a:t>
            </a:r>
            <a:endParaRPr lang="en-US" altLang="zh-CN" dirty="0"/>
          </a:p>
          <a:p>
            <a:pPr algn="ctr"/>
            <a:r>
              <a:rPr lang="zh-CN" altLang="en-US" dirty="0"/>
              <a:t>进行拼接 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6A90F1-0CFD-4175-9A1C-691325EF8931}"/>
              </a:ext>
            </a:extLst>
          </p:cNvPr>
          <p:cNvSpPr/>
          <p:nvPr/>
        </p:nvSpPr>
        <p:spPr>
          <a:xfrm>
            <a:off x="738293" y="5632027"/>
            <a:ext cx="2926080" cy="10634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llm</a:t>
            </a:r>
            <a:endParaRPr lang="zh-CN" altLang="en-US" dirty="0"/>
          </a:p>
        </p:txBody>
      </p:sp>
      <p:sp>
        <p:nvSpPr>
          <p:cNvPr id="9" name="箭头: 下 8">
            <a:extLst>
              <a:ext uri="{FF2B5EF4-FFF2-40B4-BE49-F238E27FC236}">
                <a16:creationId xmlns:a16="http://schemas.microsoft.com/office/drawing/2014/main" id="{02940989-E8CA-4C8B-8384-7E93134D3272}"/>
              </a:ext>
            </a:extLst>
          </p:cNvPr>
          <p:cNvSpPr/>
          <p:nvPr/>
        </p:nvSpPr>
        <p:spPr>
          <a:xfrm rot="16200000">
            <a:off x="3906518" y="5876714"/>
            <a:ext cx="521547" cy="5740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50C8C0-28BF-4612-88CE-71BE14816864}"/>
              </a:ext>
            </a:extLst>
          </p:cNvPr>
          <p:cNvSpPr/>
          <p:nvPr/>
        </p:nvSpPr>
        <p:spPr>
          <a:xfrm>
            <a:off x="4934373" y="5632027"/>
            <a:ext cx="2926080" cy="10634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最终结果</a:t>
            </a:r>
          </a:p>
        </p:txBody>
      </p:sp>
      <p:sp>
        <p:nvSpPr>
          <p:cNvPr id="11" name="箭头: 下 10">
            <a:extLst>
              <a:ext uri="{FF2B5EF4-FFF2-40B4-BE49-F238E27FC236}">
                <a16:creationId xmlns:a16="http://schemas.microsoft.com/office/drawing/2014/main" id="{53F87EBC-0A24-4BEE-959B-D16FA362D7A4}"/>
              </a:ext>
            </a:extLst>
          </p:cNvPr>
          <p:cNvSpPr/>
          <p:nvPr/>
        </p:nvSpPr>
        <p:spPr>
          <a:xfrm>
            <a:off x="1878167" y="2203874"/>
            <a:ext cx="521547" cy="5740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下 11">
            <a:extLst>
              <a:ext uri="{FF2B5EF4-FFF2-40B4-BE49-F238E27FC236}">
                <a16:creationId xmlns:a16="http://schemas.microsoft.com/office/drawing/2014/main" id="{C95CB6A6-8403-48ED-80D0-8F721F4B0F04}"/>
              </a:ext>
            </a:extLst>
          </p:cNvPr>
          <p:cNvSpPr/>
          <p:nvPr/>
        </p:nvSpPr>
        <p:spPr>
          <a:xfrm>
            <a:off x="1940558" y="3677074"/>
            <a:ext cx="521547" cy="5740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51C76244-FED8-4C5C-940F-A615E59DE903}"/>
              </a:ext>
            </a:extLst>
          </p:cNvPr>
          <p:cNvSpPr/>
          <p:nvPr/>
        </p:nvSpPr>
        <p:spPr>
          <a:xfrm>
            <a:off x="2002951" y="5150274"/>
            <a:ext cx="521547" cy="57403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F6D5956-3C3C-42F5-905C-2636E4349F61}"/>
              </a:ext>
            </a:extLst>
          </p:cNvPr>
          <p:cNvSpPr txBox="1"/>
          <p:nvPr/>
        </p:nvSpPr>
        <p:spPr>
          <a:xfrm>
            <a:off x="6272107" y="988907"/>
            <a:ext cx="264687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Function call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Langchain</a:t>
            </a:r>
            <a:r>
              <a:rPr lang="zh-CN" altLang="en-US" dirty="0"/>
              <a:t>的</a:t>
            </a:r>
            <a:r>
              <a:rPr lang="en-US" altLang="zh-CN" dirty="0"/>
              <a:t>function call</a:t>
            </a:r>
          </a:p>
          <a:p>
            <a:endParaRPr lang="en-US" altLang="zh-CN" dirty="0"/>
          </a:p>
          <a:p>
            <a:r>
              <a:rPr lang="zh-CN" altLang="en-US" dirty="0"/>
              <a:t>输入的时候</a:t>
            </a:r>
            <a:r>
              <a:rPr lang="en-US" altLang="zh-CN" dirty="0"/>
              <a:t>+</a:t>
            </a:r>
            <a:r>
              <a:rPr lang="zh-CN" altLang="en-US" dirty="0"/>
              <a:t>提示词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输出的时候</a:t>
            </a:r>
            <a:r>
              <a:rPr lang="en-US" altLang="zh-CN" dirty="0"/>
              <a:t>+</a:t>
            </a:r>
            <a:r>
              <a:rPr lang="zh-CN" altLang="en-US" dirty="0"/>
              <a:t>结构化解析</a:t>
            </a:r>
          </a:p>
        </p:txBody>
      </p:sp>
    </p:spTree>
    <p:extLst>
      <p:ext uri="{BB962C8B-B14F-4D97-AF65-F5344CB8AC3E}">
        <p14:creationId xmlns:p14="http://schemas.microsoft.com/office/powerpoint/2010/main" val="23402560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7A8305D-F825-49A2-9562-E8704C66DCC6}"/>
              </a:ext>
            </a:extLst>
          </p:cNvPr>
          <p:cNvSpPr txBox="1"/>
          <p:nvPr/>
        </p:nvSpPr>
        <p:spPr>
          <a:xfrm>
            <a:off x="541867" y="304800"/>
            <a:ext cx="26661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本地部署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直接启动（原生加载）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707A175-DF3A-462E-A4F2-BE3A06BE8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67" y="1556752"/>
            <a:ext cx="10837333" cy="407816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3F3D474-E2C2-418F-B36A-44AF7E35550A}"/>
              </a:ext>
            </a:extLst>
          </p:cNvPr>
          <p:cNvSpPr txBox="1"/>
          <p:nvPr/>
        </p:nvSpPr>
        <p:spPr>
          <a:xfrm>
            <a:off x="3352800" y="3048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3"/>
              </a:rPr>
              <a:t>首页 </a:t>
            </a:r>
            <a:r>
              <a:rPr lang="en-US" altLang="zh-CN" dirty="0">
                <a:hlinkClick r:id="rId3"/>
              </a:rPr>
              <a:t>· </a:t>
            </a:r>
            <a:r>
              <a:rPr lang="zh-CN" altLang="en-US" dirty="0">
                <a:hlinkClick r:id="rId3"/>
              </a:rPr>
              <a:t>魔搭社区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0471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7A8305D-F825-49A2-9562-E8704C66DCC6}"/>
              </a:ext>
            </a:extLst>
          </p:cNvPr>
          <p:cNvSpPr txBox="1"/>
          <p:nvPr/>
        </p:nvSpPr>
        <p:spPr>
          <a:xfrm>
            <a:off x="541867" y="304800"/>
            <a:ext cx="26420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本地部署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直接启动（</a:t>
            </a:r>
            <a:r>
              <a:rPr lang="en-US" altLang="zh-CN" dirty="0" err="1"/>
              <a:t>Vllm</a:t>
            </a:r>
            <a:r>
              <a:rPr lang="zh-CN" altLang="en-US" dirty="0"/>
              <a:t>调用）</a:t>
            </a:r>
          </a:p>
        </p:txBody>
      </p:sp>
    </p:spTree>
    <p:extLst>
      <p:ext uri="{BB962C8B-B14F-4D97-AF65-F5344CB8AC3E}">
        <p14:creationId xmlns:p14="http://schemas.microsoft.com/office/powerpoint/2010/main" val="37959773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213290F-82CF-41DD-8583-69D5F92A0497}"/>
              </a:ext>
            </a:extLst>
          </p:cNvPr>
          <p:cNvSpPr txBox="1"/>
          <p:nvPr/>
        </p:nvSpPr>
        <p:spPr>
          <a:xfrm>
            <a:off x="535093" y="304800"/>
            <a:ext cx="18662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远程访问</a:t>
            </a:r>
            <a:endParaRPr lang="en-US" altLang="zh-CN" dirty="0"/>
          </a:p>
          <a:p>
            <a:r>
              <a:rPr lang="en-US" altLang="zh-CN" dirty="0" err="1"/>
              <a:t>OpenAI</a:t>
            </a:r>
            <a:r>
              <a:rPr lang="zh-CN" altLang="en-US" dirty="0"/>
              <a:t>标准接口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EB91136-48C7-49E1-B366-2D841583C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257300"/>
            <a:ext cx="112395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1780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213290F-82CF-41DD-8583-69D5F92A0497}"/>
              </a:ext>
            </a:extLst>
          </p:cNvPr>
          <p:cNvSpPr txBox="1"/>
          <p:nvPr/>
        </p:nvSpPr>
        <p:spPr>
          <a:xfrm>
            <a:off x="535093" y="304800"/>
            <a:ext cx="19062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远程访问</a:t>
            </a:r>
            <a:endParaRPr lang="en-US" altLang="zh-CN" dirty="0"/>
          </a:p>
          <a:p>
            <a:r>
              <a:rPr lang="en-US" altLang="zh-CN" dirty="0"/>
              <a:t>Request</a:t>
            </a:r>
            <a:r>
              <a:rPr lang="zh-CN" altLang="en-US" dirty="0"/>
              <a:t>请求接口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A6AD083-BC70-467F-B7A3-FC6E9B51B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454" y="1228130"/>
            <a:ext cx="10868025" cy="5429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131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68EB530-0436-42F5-979E-49B924B06A7F}"/>
              </a:ext>
            </a:extLst>
          </p:cNvPr>
          <p:cNvSpPr txBox="1"/>
          <p:nvPr/>
        </p:nvSpPr>
        <p:spPr>
          <a:xfrm>
            <a:off x="596053" y="331893"/>
            <a:ext cx="589776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存在问题：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输入的封装，各类角色，需要人写，容易错，非标准化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输出的封装，</a:t>
            </a:r>
            <a:r>
              <a:rPr lang="en-US" altLang="zh-CN" dirty="0"/>
              <a:t>json</a:t>
            </a:r>
            <a:r>
              <a:rPr lang="zh-CN" altLang="en-US" dirty="0"/>
              <a:t>格式这些都需要自己处理</a:t>
            </a:r>
          </a:p>
        </p:txBody>
      </p:sp>
    </p:spTree>
    <p:extLst>
      <p:ext uri="{BB962C8B-B14F-4D97-AF65-F5344CB8AC3E}">
        <p14:creationId xmlns:p14="http://schemas.microsoft.com/office/powerpoint/2010/main" val="25684922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0997516-200B-4144-9B78-B9B84BA196E1}"/>
              </a:ext>
            </a:extLst>
          </p:cNvPr>
          <p:cNvSpPr txBox="1"/>
          <p:nvPr/>
        </p:nvSpPr>
        <p:spPr>
          <a:xfrm>
            <a:off x="535093" y="291253"/>
            <a:ext cx="1691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LangChain</a:t>
            </a:r>
            <a:r>
              <a:rPr lang="zh-CN" altLang="en-US" dirty="0"/>
              <a:t>封装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D698A75-66EE-4D22-A494-8A9D3EE32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93" y="865803"/>
            <a:ext cx="10946221" cy="5365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3258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29E5A2D-CD0C-49B2-99F0-77555FEF1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264" y="1309369"/>
            <a:ext cx="10744845" cy="375708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A2D140E-6270-479F-AB6F-FAD450406E17}"/>
              </a:ext>
            </a:extLst>
          </p:cNvPr>
          <p:cNvSpPr txBox="1"/>
          <p:nvPr/>
        </p:nvSpPr>
        <p:spPr>
          <a:xfrm>
            <a:off x="826347" y="32512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结果的高度封装</a:t>
            </a:r>
          </a:p>
        </p:txBody>
      </p:sp>
    </p:spTree>
    <p:extLst>
      <p:ext uri="{BB962C8B-B14F-4D97-AF65-F5344CB8AC3E}">
        <p14:creationId xmlns:p14="http://schemas.microsoft.com/office/powerpoint/2010/main" val="12308734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组合 86">
            <a:extLst>
              <a:ext uri="{FF2B5EF4-FFF2-40B4-BE49-F238E27FC236}">
                <a16:creationId xmlns:a16="http://schemas.microsoft.com/office/drawing/2014/main" id="{C62BF6DF-D7E9-41DF-AD9B-8473C3665D15}"/>
              </a:ext>
            </a:extLst>
          </p:cNvPr>
          <p:cNvGrpSpPr/>
          <p:nvPr/>
        </p:nvGrpSpPr>
        <p:grpSpPr>
          <a:xfrm>
            <a:off x="1063733" y="226653"/>
            <a:ext cx="11422800" cy="2889720"/>
            <a:chOff x="1063733" y="226653"/>
            <a:chExt cx="11422800" cy="288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墨迹 1">
                  <a:extLst>
                    <a:ext uri="{FF2B5EF4-FFF2-40B4-BE49-F238E27FC236}">
                      <a16:creationId xmlns:a16="http://schemas.microsoft.com/office/drawing/2014/main" id="{94C5C2B1-2584-45D3-A259-EFC8A9A108E3}"/>
                    </a:ext>
                  </a:extLst>
                </p14:cNvPr>
                <p14:cNvContentPartPr/>
                <p14:nvPr/>
              </p14:nvContentPartPr>
              <p14:xfrm>
                <a:off x="3461693" y="2144373"/>
                <a:ext cx="141120" cy="961200"/>
              </p14:xfrm>
            </p:contentPart>
          </mc:Choice>
          <mc:Fallback>
            <p:pic>
              <p:nvPicPr>
                <p:cNvPr id="2" name="墨迹 1">
                  <a:extLst>
                    <a:ext uri="{FF2B5EF4-FFF2-40B4-BE49-F238E27FC236}">
                      <a16:creationId xmlns:a16="http://schemas.microsoft.com/office/drawing/2014/main" id="{94C5C2B1-2584-45D3-A259-EFC8A9A108E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453053" y="2135373"/>
                  <a:ext cx="158760" cy="9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墨迹 2">
                  <a:extLst>
                    <a:ext uri="{FF2B5EF4-FFF2-40B4-BE49-F238E27FC236}">
                      <a16:creationId xmlns:a16="http://schemas.microsoft.com/office/drawing/2014/main" id="{B332108D-D2E8-4259-9670-510818DFD793}"/>
                    </a:ext>
                  </a:extLst>
                </p14:cNvPr>
                <p14:cNvContentPartPr/>
                <p14:nvPr/>
              </p14:nvContentPartPr>
              <p14:xfrm>
                <a:off x="3409853" y="1989573"/>
                <a:ext cx="2154960" cy="979200"/>
              </p14:xfrm>
            </p:contentPart>
          </mc:Choice>
          <mc:Fallback>
            <p:pic>
              <p:nvPicPr>
                <p:cNvPr id="3" name="墨迹 2">
                  <a:extLst>
                    <a:ext uri="{FF2B5EF4-FFF2-40B4-BE49-F238E27FC236}">
                      <a16:creationId xmlns:a16="http://schemas.microsoft.com/office/drawing/2014/main" id="{B332108D-D2E8-4259-9670-510818DFD79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400853" y="1980933"/>
                  <a:ext cx="2172600" cy="9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C66D653B-35DD-4065-89C6-751FE9F3AAD7}"/>
                    </a:ext>
                  </a:extLst>
                </p14:cNvPr>
                <p14:cNvContentPartPr/>
                <p14:nvPr/>
              </p14:nvContentPartPr>
              <p14:xfrm>
                <a:off x="3543773" y="3004413"/>
                <a:ext cx="1651320" cy="111960"/>
              </p14:xfrm>
            </p:contentPart>
          </mc:Choice>
          <mc:Fallback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C66D653B-35DD-4065-89C6-751FE9F3AAD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535133" y="2995773"/>
                  <a:ext cx="16689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04997817-98FC-4BA0-97A5-3993F1B853D7}"/>
                    </a:ext>
                  </a:extLst>
                </p14:cNvPr>
                <p14:cNvContentPartPr/>
                <p14:nvPr/>
              </p14:nvContentPartPr>
              <p14:xfrm>
                <a:off x="3827093" y="2081373"/>
                <a:ext cx="88200" cy="109800"/>
              </p14:xfrm>
            </p:contentPart>
          </mc:Choice>
          <mc:Fallback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04997817-98FC-4BA0-97A5-3993F1B853D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818093" y="2072373"/>
                  <a:ext cx="1058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29AC8EEC-4424-418C-BAD6-AD9974DD23F8}"/>
                    </a:ext>
                  </a:extLst>
                </p14:cNvPr>
                <p14:cNvContentPartPr/>
                <p14:nvPr/>
              </p14:nvContentPartPr>
              <p14:xfrm>
                <a:off x="3730253" y="2270013"/>
                <a:ext cx="208080" cy="347400"/>
              </p14:xfrm>
            </p:contentPart>
          </mc:Choice>
          <mc:Fallback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29AC8EEC-4424-418C-BAD6-AD9974DD23F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721253" y="2261013"/>
                  <a:ext cx="22572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70183A10-5845-4866-B621-3779E41EF70B}"/>
                    </a:ext>
                  </a:extLst>
                </p14:cNvPr>
                <p14:cNvContentPartPr/>
                <p14:nvPr/>
              </p14:nvContentPartPr>
              <p14:xfrm>
                <a:off x="3729893" y="2105133"/>
                <a:ext cx="228600" cy="34704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70183A10-5845-4866-B621-3779E41EF70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720893" y="2096493"/>
                  <a:ext cx="24624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04C4E99D-65CE-41DF-A55B-8C9A3A2D34AB}"/>
                    </a:ext>
                  </a:extLst>
                </p14:cNvPr>
                <p14:cNvContentPartPr/>
                <p14:nvPr/>
              </p14:nvContentPartPr>
              <p14:xfrm>
                <a:off x="4083053" y="2469453"/>
                <a:ext cx="280080" cy="39888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04C4E99D-65CE-41DF-A55B-8C9A3A2D34A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074053" y="2460813"/>
                  <a:ext cx="29772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C4B1F17B-DE3E-4712-B655-7C27A5260EAD}"/>
                    </a:ext>
                  </a:extLst>
                </p14:cNvPr>
                <p14:cNvContentPartPr/>
                <p14:nvPr/>
              </p14:nvContentPartPr>
              <p14:xfrm>
                <a:off x="4452413" y="2338773"/>
                <a:ext cx="44640" cy="36360"/>
              </p14:xfrm>
            </p:contentPart>
          </mc:Choice>
          <mc:Fallback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C4B1F17B-DE3E-4712-B655-7C27A5260EA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443773" y="2329773"/>
                  <a:ext cx="622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A5FA22FF-2769-4F42-9D8A-3330E8C35249}"/>
                    </a:ext>
                  </a:extLst>
                </p14:cNvPr>
                <p14:cNvContentPartPr/>
                <p14:nvPr/>
              </p14:nvContentPartPr>
              <p14:xfrm>
                <a:off x="4085573" y="2281173"/>
                <a:ext cx="172800" cy="808560"/>
              </p14:xfrm>
            </p:contentPart>
          </mc:Choice>
          <mc:Fallback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A5FA22FF-2769-4F42-9D8A-3330E8C3524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076573" y="2272533"/>
                  <a:ext cx="190440" cy="82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5893C7FA-2AC8-4A20-A371-C2A605F41FFF}"/>
                    </a:ext>
                  </a:extLst>
                </p14:cNvPr>
                <p14:cNvContentPartPr/>
                <p14:nvPr/>
              </p14:nvContentPartPr>
              <p14:xfrm>
                <a:off x="4398773" y="2268933"/>
                <a:ext cx="136800" cy="691560"/>
              </p14:xfrm>
            </p:contentPart>
          </mc:Choice>
          <mc:Fallback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5893C7FA-2AC8-4A20-A371-C2A605F41FF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389773" y="2260293"/>
                  <a:ext cx="154440" cy="70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37182A3C-1A92-480F-BEA1-092510360B18}"/>
                    </a:ext>
                  </a:extLst>
                </p14:cNvPr>
                <p14:cNvContentPartPr/>
                <p14:nvPr/>
              </p14:nvContentPartPr>
              <p14:xfrm>
                <a:off x="4594613" y="2511933"/>
                <a:ext cx="385200" cy="295560"/>
              </p14:xfrm>
            </p:contentPart>
          </mc:Choice>
          <mc:Fallback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37182A3C-1A92-480F-BEA1-092510360B1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585973" y="2503293"/>
                  <a:ext cx="40284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7E1612B9-8533-41A9-907A-457D300D4178}"/>
                    </a:ext>
                  </a:extLst>
                </p14:cNvPr>
                <p14:cNvContentPartPr/>
                <p14:nvPr/>
              </p14:nvContentPartPr>
              <p14:xfrm>
                <a:off x="2650253" y="2636493"/>
                <a:ext cx="747000" cy="105480"/>
              </p14:xfrm>
            </p:contentPart>
          </mc:Choice>
          <mc:Fallback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7E1612B9-8533-41A9-907A-457D300D417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641613" y="2627493"/>
                  <a:ext cx="7646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9D94361B-7870-4072-AF1B-38B98BD0A552}"/>
                    </a:ext>
                  </a:extLst>
                </p14:cNvPr>
                <p14:cNvContentPartPr/>
                <p14:nvPr/>
              </p14:nvContentPartPr>
              <p14:xfrm>
                <a:off x="3100973" y="2377293"/>
                <a:ext cx="402840" cy="491040"/>
              </p14:xfrm>
            </p:contentPart>
          </mc:Choice>
          <mc:Fallback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9D94361B-7870-4072-AF1B-38B98BD0A55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091973" y="2368293"/>
                  <a:ext cx="420480" cy="50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E7906D5E-DF60-45D6-8443-0135198CA5C2}"/>
                    </a:ext>
                  </a:extLst>
                </p14:cNvPr>
                <p14:cNvContentPartPr/>
                <p14:nvPr/>
              </p14:nvContentPartPr>
              <p14:xfrm>
                <a:off x="1866893" y="2340933"/>
                <a:ext cx="100080" cy="27000"/>
              </p14:xfrm>
            </p:contentPart>
          </mc:Choice>
          <mc:Fallback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E7906D5E-DF60-45D6-8443-0135198CA5C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858253" y="2331933"/>
                  <a:ext cx="1177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20EEEEA6-8208-4D95-867F-46106428DDCE}"/>
                    </a:ext>
                  </a:extLst>
                </p14:cNvPr>
                <p14:cNvContentPartPr/>
                <p14:nvPr/>
              </p14:nvContentPartPr>
              <p14:xfrm>
                <a:off x="1669973" y="2428053"/>
                <a:ext cx="217080" cy="453600"/>
              </p14:xfrm>
            </p:contentPart>
          </mc:Choice>
          <mc:Fallback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20EEEEA6-8208-4D95-867F-46106428DDC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660973" y="2419053"/>
                  <a:ext cx="23472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51C1984D-981B-473D-A9AC-99586AB79AB6}"/>
                    </a:ext>
                  </a:extLst>
                </p14:cNvPr>
                <p14:cNvContentPartPr/>
                <p14:nvPr/>
              </p14:nvContentPartPr>
              <p14:xfrm>
                <a:off x="1942133" y="2289813"/>
                <a:ext cx="228240" cy="409680"/>
              </p14:xfrm>
            </p:contentPart>
          </mc:Choice>
          <mc:Fallback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51C1984D-981B-473D-A9AC-99586AB79AB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933133" y="2281173"/>
                  <a:ext cx="24588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23015CE3-248D-43C7-A2A8-2F0877EC6B3E}"/>
                    </a:ext>
                  </a:extLst>
                </p14:cNvPr>
                <p14:cNvContentPartPr/>
                <p14:nvPr/>
              </p14:nvContentPartPr>
              <p14:xfrm>
                <a:off x="2215373" y="2365053"/>
                <a:ext cx="280800" cy="390960"/>
              </p14:xfrm>
            </p:contentPart>
          </mc:Choice>
          <mc:Fallback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23015CE3-248D-43C7-A2A8-2F0877EC6B3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206733" y="2356053"/>
                  <a:ext cx="29844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50EF21FA-F2AE-4791-AF38-B5FF0538B6E9}"/>
                    </a:ext>
                  </a:extLst>
                </p14:cNvPr>
                <p14:cNvContentPartPr/>
                <p14:nvPr/>
              </p14:nvContentPartPr>
              <p14:xfrm>
                <a:off x="1128533" y="1204773"/>
                <a:ext cx="136440" cy="1746720"/>
              </p14:xfrm>
            </p:contentPart>
          </mc:Choice>
          <mc:Fallback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50EF21FA-F2AE-4791-AF38-B5FF0538B6E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19893" y="1196133"/>
                  <a:ext cx="154080" cy="176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3BD525D6-1831-4B85-AF7E-98DDFADB1936}"/>
                    </a:ext>
                  </a:extLst>
                </p14:cNvPr>
                <p14:cNvContentPartPr/>
                <p14:nvPr/>
              </p14:nvContentPartPr>
              <p14:xfrm>
                <a:off x="1063733" y="1060413"/>
                <a:ext cx="1746720" cy="1823040"/>
              </p14:xfrm>
            </p:contentPart>
          </mc:Choice>
          <mc:Fallback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3BD525D6-1831-4B85-AF7E-98DDFADB193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54733" y="1051413"/>
                  <a:ext cx="1764360" cy="18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6F0DACAC-9D7F-4C3C-A65D-629A5B7CF8E9}"/>
                    </a:ext>
                  </a:extLst>
                </p14:cNvPr>
                <p14:cNvContentPartPr/>
                <p14:nvPr/>
              </p14:nvContentPartPr>
              <p14:xfrm>
                <a:off x="1111613" y="2900733"/>
                <a:ext cx="1558800" cy="40680"/>
              </p14:xfrm>
            </p:contentPart>
          </mc:Choice>
          <mc:Fallback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6F0DACAC-9D7F-4C3C-A65D-629A5B7CF8E9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02973" y="2892093"/>
                  <a:ext cx="15764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DC1E1300-06F6-451A-9AFC-C27174A8B320}"/>
                    </a:ext>
                  </a:extLst>
                </p14:cNvPr>
                <p14:cNvContentPartPr/>
                <p14:nvPr/>
              </p14:nvContentPartPr>
              <p14:xfrm>
                <a:off x="1239053" y="1994973"/>
                <a:ext cx="1559520" cy="113400"/>
              </p14:xfrm>
            </p:contentPart>
          </mc:Choice>
          <mc:Fallback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DC1E1300-06F6-451A-9AFC-C27174A8B32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230053" y="1986333"/>
                  <a:ext cx="15771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5229CFAB-8E6C-43F7-BC01-CE043DA7698F}"/>
                    </a:ext>
                  </a:extLst>
                </p14:cNvPr>
                <p14:cNvContentPartPr/>
                <p14:nvPr/>
              </p14:nvContentPartPr>
              <p14:xfrm>
                <a:off x="1248773" y="1263453"/>
                <a:ext cx="232920" cy="448200"/>
              </p14:xfrm>
            </p:contentPart>
          </mc:Choice>
          <mc:Fallback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5229CFAB-8E6C-43F7-BC01-CE043DA7698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239773" y="1254453"/>
                  <a:ext cx="25056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979A11D8-3AD9-4476-BAC1-6604EEE2A323}"/>
                    </a:ext>
                  </a:extLst>
                </p14:cNvPr>
                <p14:cNvContentPartPr/>
                <p14:nvPr/>
              </p14:nvContentPartPr>
              <p14:xfrm>
                <a:off x="1460093" y="1289373"/>
                <a:ext cx="251280" cy="235440"/>
              </p14:xfrm>
            </p:contentPart>
          </mc:Choice>
          <mc:Fallback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979A11D8-3AD9-4476-BAC1-6604EEE2A32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451093" y="1280733"/>
                  <a:ext cx="26892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DC79B3EA-A528-4FA9-9DE7-989C0FE8FD98}"/>
                    </a:ext>
                  </a:extLst>
                </p14:cNvPr>
                <p14:cNvContentPartPr/>
                <p14:nvPr/>
              </p14:nvContentPartPr>
              <p14:xfrm>
                <a:off x="1693013" y="1359213"/>
                <a:ext cx="146880" cy="154440"/>
              </p14:xfrm>
            </p:contentPart>
          </mc:Choice>
          <mc:Fallback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DC79B3EA-A528-4FA9-9DE7-989C0FE8FD9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684373" y="1350213"/>
                  <a:ext cx="1645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6DD80E30-7BB8-469B-8800-BEF0A2A3D26D}"/>
                    </a:ext>
                  </a:extLst>
                </p14:cNvPr>
                <p14:cNvContentPartPr/>
                <p14:nvPr/>
              </p14:nvContentPartPr>
              <p14:xfrm>
                <a:off x="1891733" y="1385853"/>
                <a:ext cx="210960" cy="174240"/>
              </p14:xfrm>
            </p:contentPart>
          </mc:Choice>
          <mc:Fallback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6DD80E30-7BB8-469B-8800-BEF0A2A3D26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883093" y="1377213"/>
                  <a:ext cx="2286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BE2AA653-A621-4E4A-86B8-B84FF57039A2}"/>
                    </a:ext>
                  </a:extLst>
                </p14:cNvPr>
                <p14:cNvContentPartPr/>
                <p14:nvPr/>
              </p14:nvContentPartPr>
              <p14:xfrm>
                <a:off x="2182613" y="1393773"/>
                <a:ext cx="16920" cy="21960"/>
              </p14:xfrm>
            </p:contentPart>
          </mc:Choice>
          <mc:Fallback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BE2AA653-A621-4E4A-86B8-B84FF57039A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173973" y="1384773"/>
                  <a:ext cx="345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28BE701B-7492-410F-8497-C2159B424FE7}"/>
                    </a:ext>
                  </a:extLst>
                </p14:cNvPr>
                <p14:cNvContentPartPr/>
                <p14:nvPr/>
              </p14:nvContentPartPr>
              <p14:xfrm>
                <a:off x="2123213" y="1349133"/>
                <a:ext cx="165600" cy="458640"/>
              </p14:xfrm>
            </p:contentPart>
          </mc:Choice>
          <mc:Fallback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28BE701B-7492-410F-8497-C2159B424FE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114573" y="1340133"/>
                  <a:ext cx="183240" cy="47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AEEC861E-609F-40DA-B7FB-16A0FED0E75F}"/>
                    </a:ext>
                  </a:extLst>
                </p14:cNvPr>
                <p14:cNvContentPartPr/>
                <p14:nvPr/>
              </p14:nvContentPartPr>
              <p14:xfrm>
                <a:off x="2325893" y="1364973"/>
                <a:ext cx="226440" cy="37800"/>
              </p14:xfrm>
            </p:contentPart>
          </mc:Choice>
          <mc:Fallback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AEEC861E-609F-40DA-B7FB-16A0FED0E75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317253" y="1356333"/>
                  <a:ext cx="2440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墨迹 37">
                  <a:extLst>
                    <a:ext uri="{FF2B5EF4-FFF2-40B4-BE49-F238E27FC236}">
                      <a16:creationId xmlns:a16="http://schemas.microsoft.com/office/drawing/2014/main" id="{16EF2AEC-829A-4783-B383-A598394A7604}"/>
                    </a:ext>
                  </a:extLst>
                </p14:cNvPr>
                <p14:cNvContentPartPr/>
                <p14:nvPr/>
              </p14:nvContentPartPr>
              <p14:xfrm>
                <a:off x="2396813" y="1192533"/>
                <a:ext cx="184680" cy="480600"/>
              </p14:xfrm>
            </p:contentPart>
          </mc:Choice>
          <mc:Fallback>
            <p:pic>
              <p:nvPicPr>
                <p:cNvPr id="38" name="墨迹 37">
                  <a:extLst>
                    <a:ext uri="{FF2B5EF4-FFF2-40B4-BE49-F238E27FC236}">
                      <a16:creationId xmlns:a16="http://schemas.microsoft.com/office/drawing/2014/main" id="{16EF2AEC-829A-4783-B383-A598394A760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388173" y="1183533"/>
                  <a:ext cx="202320" cy="49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墨迹 39">
                  <a:extLst>
                    <a:ext uri="{FF2B5EF4-FFF2-40B4-BE49-F238E27FC236}">
                      <a16:creationId xmlns:a16="http://schemas.microsoft.com/office/drawing/2014/main" id="{E5116D5F-6CBF-4350-A49B-13152B42654D}"/>
                    </a:ext>
                  </a:extLst>
                </p14:cNvPr>
                <p14:cNvContentPartPr/>
                <p14:nvPr/>
              </p14:nvContentPartPr>
              <p14:xfrm>
                <a:off x="1155173" y="1103613"/>
                <a:ext cx="1582920" cy="654480"/>
              </p14:xfrm>
            </p:contentPart>
          </mc:Choice>
          <mc:Fallback>
            <p:pic>
              <p:nvPicPr>
                <p:cNvPr id="40" name="墨迹 39">
                  <a:extLst>
                    <a:ext uri="{FF2B5EF4-FFF2-40B4-BE49-F238E27FC236}">
                      <a16:creationId xmlns:a16="http://schemas.microsoft.com/office/drawing/2014/main" id="{E5116D5F-6CBF-4350-A49B-13152B42654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46533" y="1094613"/>
                  <a:ext cx="1600560" cy="67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0968911B-48C8-490A-AE6D-727F6234C0D9}"/>
                    </a:ext>
                  </a:extLst>
                </p14:cNvPr>
                <p14:cNvContentPartPr/>
                <p14:nvPr/>
              </p14:nvContentPartPr>
              <p14:xfrm>
                <a:off x="2299973" y="592413"/>
                <a:ext cx="696240" cy="560160"/>
              </p14:xfrm>
            </p:contentPart>
          </mc:Choice>
          <mc:Fallback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0968911B-48C8-490A-AE6D-727F6234C0D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290973" y="583413"/>
                  <a:ext cx="713880" cy="57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2817A530-523D-4E3F-A734-5523EE0DC550}"/>
                    </a:ext>
                  </a:extLst>
                </p14:cNvPr>
                <p14:cNvContentPartPr/>
                <p14:nvPr/>
              </p14:nvContentPartPr>
              <p14:xfrm>
                <a:off x="2930333" y="520053"/>
                <a:ext cx="157320" cy="172080"/>
              </p14:xfrm>
            </p:contentPart>
          </mc:Choice>
          <mc:Fallback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2817A530-523D-4E3F-A734-5523EE0DC55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921333" y="511413"/>
                  <a:ext cx="1749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墨迹 42">
                  <a:extLst>
                    <a:ext uri="{FF2B5EF4-FFF2-40B4-BE49-F238E27FC236}">
                      <a16:creationId xmlns:a16="http://schemas.microsoft.com/office/drawing/2014/main" id="{D49984DA-7BC9-44C5-B0D7-241A1F312077}"/>
                    </a:ext>
                  </a:extLst>
                </p14:cNvPr>
                <p14:cNvContentPartPr/>
                <p14:nvPr/>
              </p14:nvContentPartPr>
              <p14:xfrm>
                <a:off x="3348293" y="289293"/>
                <a:ext cx="129240" cy="470520"/>
              </p14:xfrm>
            </p:contentPart>
          </mc:Choice>
          <mc:Fallback>
            <p:pic>
              <p:nvPicPr>
                <p:cNvPr id="43" name="墨迹 42">
                  <a:extLst>
                    <a:ext uri="{FF2B5EF4-FFF2-40B4-BE49-F238E27FC236}">
                      <a16:creationId xmlns:a16="http://schemas.microsoft.com/office/drawing/2014/main" id="{D49984DA-7BC9-44C5-B0D7-241A1F31207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339653" y="280653"/>
                  <a:ext cx="14688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墨迹 43">
                  <a:extLst>
                    <a:ext uri="{FF2B5EF4-FFF2-40B4-BE49-F238E27FC236}">
                      <a16:creationId xmlns:a16="http://schemas.microsoft.com/office/drawing/2014/main" id="{19BEA9FA-8441-4C27-83C6-9B98B6C0EAA4}"/>
                    </a:ext>
                  </a:extLst>
                </p14:cNvPr>
                <p14:cNvContentPartPr/>
                <p14:nvPr/>
              </p14:nvContentPartPr>
              <p14:xfrm>
                <a:off x="3513893" y="505653"/>
                <a:ext cx="369000" cy="153360"/>
              </p14:xfrm>
            </p:contentPart>
          </mc:Choice>
          <mc:Fallback>
            <p:pic>
              <p:nvPicPr>
                <p:cNvPr id="44" name="墨迹 43">
                  <a:extLst>
                    <a:ext uri="{FF2B5EF4-FFF2-40B4-BE49-F238E27FC236}">
                      <a16:creationId xmlns:a16="http://schemas.microsoft.com/office/drawing/2014/main" id="{19BEA9FA-8441-4C27-83C6-9B98B6C0EAA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504893" y="497013"/>
                  <a:ext cx="38664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墨迹 44">
                  <a:extLst>
                    <a:ext uri="{FF2B5EF4-FFF2-40B4-BE49-F238E27FC236}">
                      <a16:creationId xmlns:a16="http://schemas.microsoft.com/office/drawing/2014/main" id="{29255DC2-FFCB-43AE-AC74-BA379C937BB1}"/>
                    </a:ext>
                  </a:extLst>
                </p14:cNvPr>
                <p14:cNvContentPartPr/>
                <p14:nvPr/>
              </p14:nvContentPartPr>
              <p14:xfrm>
                <a:off x="3877853" y="470373"/>
                <a:ext cx="267120" cy="156960"/>
              </p14:xfrm>
            </p:contentPart>
          </mc:Choice>
          <mc:Fallback>
            <p:pic>
              <p:nvPicPr>
                <p:cNvPr id="45" name="墨迹 44">
                  <a:extLst>
                    <a:ext uri="{FF2B5EF4-FFF2-40B4-BE49-F238E27FC236}">
                      <a16:creationId xmlns:a16="http://schemas.microsoft.com/office/drawing/2014/main" id="{29255DC2-FFCB-43AE-AC74-BA379C937BB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868853" y="461733"/>
                  <a:ext cx="2847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1558B5C2-EA42-4EB9-84CD-034E2CEE1435}"/>
                    </a:ext>
                  </a:extLst>
                </p14:cNvPr>
                <p14:cNvContentPartPr/>
                <p14:nvPr/>
              </p14:nvContentPartPr>
              <p14:xfrm>
                <a:off x="4105373" y="522213"/>
                <a:ext cx="293040" cy="367560"/>
              </p14:xfrm>
            </p:contentPart>
          </mc:Choice>
          <mc:Fallback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1558B5C2-EA42-4EB9-84CD-034E2CEE143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096373" y="513573"/>
                  <a:ext cx="31068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墨迹 46">
                  <a:extLst>
                    <a:ext uri="{FF2B5EF4-FFF2-40B4-BE49-F238E27FC236}">
                      <a16:creationId xmlns:a16="http://schemas.microsoft.com/office/drawing/2014/main" id="{DF864DED-133F-4399-9F91-47748CC8272A}"/>
                    </a:ext>
                  </a:extLst>
                </p14:cNvPr>
                <p14:cNvContentPartPr/>
                <p14:nvPr/>
              </p14:nvContentPartPr>
              <p14:xfrm>
                <a:off x="4489853" y="446253"/>
                <a:ext cx="235800" cy="267840"/>
              </p14:xfrm>
            </p:contentPart>
          </mc:Choice>
          <mc:Fallback>
            <p:pic>
              <p:nvPicPr>
                <p:cNvPr id="47" name="墨迹 46">
                  <a:extLst>
                    <a:ext uri="{FF2B5EF4-FFF2-40B4-BE49-F238E27FC236}">
                      <a16:creationId xmlns:a16="http://schemas.microsoft.com/office/drawing/2014/main" id="{DF864DED-133F-4399-9F91-47748CC8272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481213" y="437253"/>
                  <a:ext cx="25344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墨迹 47">
                  <a:extLst>
                    <a:ext uri="{FF2B5EF4-FFF2-40B4-BE49-F238E27FC236}">
                      <a16:creationId xmlns:a16="http://schemas.microsoft.com/office/drawing/2014/main" id="{88AB757B-A895-4511-8C44-8758AE1E71A2}"/>
                    </a:ext>
                  </a:extLst>
                </p14:cNvPr>
                <p14:cNvContentPartPr/>
                <p14:nvPr/>
              </p14:nvContentPartPr>
              <p14:xfrm>
                <a:off x="4718813" y="243933"/>
                <a:ext cx="237240" cy="475560"/>
              </p14:xfrm>
            </p:contentPart>
          </mc:Choice>
          <mc:Fallback>
            <p:pic>
              <p:nvPicPr>
                <p:cNvPr id="48" name="墨迹 47">
                  <a:extLst>
                    <a:ext uri="{FF2B5EF4-FFF2-40B4-BE49-F238E27FC236}">
                      <a16:creationId xmlns:a16="http://schemas.microsoft.com/office/drawing/2014/main" id="{88AB757B-A895-4511-8C44-8758AE1E71A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710173" y="235293"/>
                  <a:ext cx="254880" cy="49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9" name="墨迹 48">
                  <a:extLst>
                    <a:ext uri="{FF2B5EF4-FFF2-40B4-BE49-F238E27FC236}">
                      <a16:creationId xmlns:a16="http://schemas.microsoft.com/office/drawing/2014/main" id="{11E8A71A-6391-4B40-8513-381AFEAE23E9}"/>
                    </a:ext>
                  </a:extLst>
                </p14:cNvPr>
                <p14:cNvContentPartPr/>
                <p14:nvPr/>
              </p14:nvContentPartPr>
              <p14:xfrm>
                <a:off x="5077013" y="561813"/>
                <a:ext cx="15840" cy="7560"/>
              </p14:xfrm>
            </p:contentPart>
          </mc:Choice>
          <mc:Fallback>
            <p:pic>
              <p:nvPicPr>
                <p:cNvPr id="49" name="墨迹 48">
                  <a:extLst>
                    <a:ext uri="{FF2B5EF4-FFF2-40B4-BE49-F238E27FC236}">
                      <a16:creationId xmlns:a16="http://schemas.microsoft.com/office/drawing/2014/main" id="{11E8A71A-6391-4B40-8513-381AFEAE23E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068373" y="553173"/>
                  <a:ext cx="334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0" name="墨迹 49">
                  <a:extLst>
                    <a:ext uri="{FF2B5EF4-FFF2-40B4-BE49-F238E27FC236}">
                      <a16:creationId xmlns:a16="http://schemas.microsoft.com/office/drawing/2014/main" id="{8131A9FE-FC9F-46DD-A245-7371D7AE53E8}"/>
                    </a:ext>
                  </a:extLst>
                </p14:cNvPr>
                <p14:cNvContentPartPr/>
                <p14:nvPr/>
              </p14:nvContentPartPr>
              <p14:xfrm>
                <a:off x="4984853" y="359853"/>
                <a:ext cx="321120" cy="360720"/>
              </p14:xfrm>
            </p:contentPart>
          </mc:Choice>
          <mc:Fallback>
            <p:pic>
              <p:nvPicPr>
                <p:cNvPr id="50" name="墨迹 49">
                  <a:extLst>
                    <a:ext uri="{FF2B5EF4-FFF2-40B4-BE49-F238E27FC236}">
                      <a16:creationId xmlns:a16="http://schemas.microsoft.com/office/drawing/2014/main" id="{8131A9FE-FC9F-46DD-A245-7371D7AE53E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976213" y="350853"/>
                  <a:ext cx="33876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墨迹 50">
                  <a:extLst>
                    <a:ext uri="{FF2B5EF4-FFF2-40B4-BE49-F238E27FC236}">
                      <a16:creationId xmlns:a16="http://schemas.microsoft.com/office/drawing/2014/main" id="{15FE38D3-463E-4B27-973D-3C400B002CB6}"/>
                    </a:ext>
                  </a:extLst>
                </p14:cNvPr>
                <p14:cNvContentPartPr/>
                <p14:nvPr/>
              </p14:nvContentPartPr>
              <p14:xfrm>
                <a:off x="5374733" y="564333"/>
                <a:ext cx="201960" cy="173880"/>
              </p14:xfrm>
            </p:contentPart>
          </mc:Choice>
          <mc:Fallback>
            <p:pic>
              <p:nvPicPr>
                <p:cNvPr id="51" name="墨迹 50">
                  <a:extLst>
                    <a:ext uri="{FF2B5EF4-FFF2-40B4-BE49-F238E27FC236}">
                      <a16:creationId xmlns:a16="http://schemas.microsoft.com/office/drawing/2014/main" id="{15FE38D3-463E-4B27-973D-3C400B002CB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366093" y="555693"/>
                  <a:ext cx="21960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0DE1EF33-59DC-4747-9290-5BCD89A80E72}"/>
                    </a:ext>
                  </a:extLst>
                </p14:cNvPr>
                <p14:cNvContentPartPr/>
                <p14:nvPr/>
              </p14:nvContentPartPr>
              <p14:xfrm>
                <a:off x="5632493" y="2494653"/>
                <a:ext cx="913320" cy="66600"/>
              </p14:xfrm>
            </p:contentPart>
          </mc:Choice>
          <mc:Fallback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0DE1EF33-59DC-4747-9290-5BCD89A80E7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623853" y="2486013"/>
                  <a:ext cx="93096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80F09AE3-DA75-40C1-90D2-365AEF00C94E}"/>
                    </a:ext>
                  </a:extLst>
                </p14:cNvPr>
                <p14:cNvContentPartPr/>
                <p14:nvPr/>
              </p14:nvContentPartPr>
              <p14:xfrm>
                <a:off x="6308213" y="2250213"/>
                <a:ext cx="365040" cy="45036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80F09AE3-DA75-40C1-90D2-365AEF00C94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299573" y="2241573"/>
                  <a:ext cx="38268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8F6D20CD-E445-4334-BA06-042B5DF3FA84}"/>
                    </a:ext>
                  </a:extLst>
                </p14:cNvPr>
                <p14:cNvContentPartPr/>
                <p14:nvPr/>
              </p14:nvContentPartPr>
              <p14:xfrm>
                <a:off x="7046573" y="2164533"/>
                <a:ext cx="496800" cy="44280"/>
              </p14:xfrm>
            </p:contentPart>
          </mc:Choice>
          <mc:Fallback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8F6D20CD-E445-4334-BA06-042B5DF3FA8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037573" y="2155893"/>
                  <a:ext cx="5144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A0B527E0-BFAD-4900-B3BB-F5AFEDF26041}"/>
                    </a:ext>
                  </a:extLst>
                </p14:cNvPr>
                <p14:cNvContentPartPr/>
                <p14:nvPr/>
              </p14:nvContentPartPr>
              <p14:xfrm>
                <a:off x="7176173" y="1909293"/>
                <a:ext cx="293040" cy="761040"/>
              </p14:xfrm>
            </p:contentPart>
          </mc:Choice>
          <mc:Fallback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A0B527E0-BFAD-4900-B3BB-F5AFEDF2604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167533" y="1900653"/>
                  <a:ext cx="310680" cy="77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43A7DCDB-18FE-47D5-BFAD-68FE7921E2E1}"/>
                    </a:ext>
                  </a:extLst>
                </p14:cNvPr>
                <p14:cNvContentPartPr/>
                <p14:nvPr/>
              </p14:nvContentPartPr>
              <p14:xfrm>
                <a:off x="6735893" y="2058333"/>
                <a:ext cx="280440" cy="584640"/>
              </p14:xfrm>
            </p:contentPart>
          </mc:Choice>
          <mc:Fallback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43A7DCDB-18FE-47D5-BFAD-68FE7921E2E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727253" y="2049333"/>
                  <a:ext cx="298080" cy="60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23ED83C6-1D8B-42F9-A9B8-C878E34BF13A}"/>
                    </a:ext>
                  </a:extLst>
                </p14:cNvPr>
                <p14:cNvContentPartPr/>
                <p14:nvPr/>
              </p14:nvContentPartPr>
              <p14:xfrm>
                <a:off x="7509173" y="2013333"/>
                <a:ext cx="611280" cy="626760"/>
              </p14:xfrm>
            </p:contentPart>
          </mc:Choice>
          <mc:Fallback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23ED83C6-1D8B-42F9-A9B8-C878E34BF13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500173" y="2004333"/>
                  <a:ext cx="628920" cy="64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3" name="墨迹 52">
                  <a:extLst>
                    <a:ext uri="{FF2B5EF4-FFF2-40B4-BE49-F238E27FC236}">
                      <a16:creationId xmlns:a16="http://schemas.microsoft.com/office/drawing/2014/main" id="{C3D81B49-9E02-4ED8-B2EE-12095B7AFEA9}"/>
                    </a:ext>
                  </a:extLst>
                </p14:cNvPr>
                <p14:cNvContentPartPr/>
                <p14:nvPr/>
              </p14:nvContentPartPr>
              <p14:xfrm>
                <a:off x="6730853" y="1792293"/>
                <a:ext cx="182880" cy="1123560"/>
              </p14:xfrm>
            </p:contentPart>
          </mc:Choice>
          <mc:Fallback>
            <p:pic>
              <p:nvPicPr>
                <p:cNvPr id="53" name="墨迹 52">
                  <a:extLst>
                    <a:ext uri="{FF2B5EF4-FFF2-40B4-BE49-F238E27FC236}">
                      <a16:creationId xmlns:a16="http://schemas.microsoft.com/office/drawing/2014/main" id="{C3D81B49-9E02-4ED8-B2EE-12095B7AFEA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722213" y="1783293"/>
                  <a:ext cx="200520" cy="11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4" name="墨迹 53">
                  <a:extLst>
                    <a:ext uri="{FF2B5EF4-FFF2-40B4-BE49-F238E27FC236}">
                      <a16:creationId xmlns:a16="http://schemas.microsoft.com/office/drawing/2014/main" id="{06464C4C-699E-4EE7-B32E-15E38C771EAB}"/>
                    </a:ext>
                  </a:extLst>
                </p14:cNvPr>
                <p14:cNvContentPartPr/>
                <p14:nvPr/>
              </p14:nvContentPartPr>
              <p14:xfrm>
                <a:off x="6847853" y="1565853"/>
                <a:ext cx="1683000" cy="1252080"/>
              </p14:xfrm>
            </p:contentPart>
          </mc:Choice>
          <mc:Fallback>
            <p:pic>
              <p:nvPicPr>
                <p:cNvPr id="54" name="墨迹 53">
                  <a:extLst>
                    <a:ext uri="{FF2B5EF4-FFF2-40B4-BE49-F238E27FC236}">
                      <a16:creationId xmlns:a16="http://schemas.microsoft.com/office/drawing/2014/main" id="{06464C4C-699E-4EE7-B32E-15E38C771EA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838853" y="1557213"/>
                  <a:ext cx="1700640" cy="12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5" name="墨迹 54">
                  <a:extLst>
                    <a:ext uri="{FF2B5EF4-FFF2-40B4-BE49-F238E27FC236}">
                      <a16:creationId xmlns:a16="http://schemas.microsoft.com/office/drawing/2014/main" id="{E0296FDA-3DB1-4088-BBA2-8F5D041C3347}"/>
                    </a:ext>
                  </a:extLst>
                </p14:cNvPr>
                <p14:cNvContentPartPr/>
                <p14:nvPr/>
              </p14:nvContentPartPr>
              <p14:xfrm>
                <a:off x="6695933" y="2702013"/>
                <a:ext cx="1431000" cy="108000"/>
              </p14:xfrm>
            </p:contentPart>
          </mc:Choice>
          <mc:Fallback>
            <p:pic>
              <p:nvPicPr>
                <p:cNvPr id="55" name="墨迹 54">
                  <a:extLst>
                    <a:ext uri="{FF2B5EF4-FFF2-40B4-BE49-F238E27FC236}">
                      <a16:creationId xmlns:a16="http://schemas.microsoft.com/office/drawing/2014/main" id="{E0296FDA-3DB1-4088-BBA2-8F5D041C334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687293" y="2693013"/>
                  <a:ext cx="14486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7" name="墨迹 56">
                  <a:extLst>
                    <a:ext uri="{FF2B5EF4-FFF2-40B4-BE49-F238E27FC236}">
                      <a16:creationId xmlns:a16="http://schemas.microsoft.com/office/drawing/2014/main" id="{C151BBFC-ECE9-4A12-81D0-E73F399B8BB7}"/>
                    </a:ext>
                  </a:extLst>
                </p14:cNvPr>
                <p14:cNvContentPartPr/>
                <p14:nvPr/>
              </p14:nvContentPartPr>
              <p14:xfrm>
                <a:off x="7875653" y="2186133"/>
                <a:ext cx="1599480" cy="94680"/>
              </p14:xfrm>
            </p:contentPart>
          </mc:Choice>
          <mc:Fallback>
            <p:pic>
              <p:nvPicPr>
                <p:cNvPr id="57" name="墨迹 56">
                  <a:extLst>
                    <a:ext uri="{FF2B5EF4-FFF2-40B4-BE49-F238E27FC236}">
                      <a16:creationId xmlns:a16="http://schemas.microsoft.com/office/drawing/2014/main" id="{C151BBFC-ECE9-4A12-81D0-E73F399B8BB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867013" y="2177493"/>
                  <a:ext cx="16171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8" name="墨迹 57">
                  <a:extLst>
                    <a:ext uri="{FF2B5EF4-FFF2-40B4-BE49-F238E27FC236}">
                      <a16:creationId xmlns:a16="http://schemas.microsoft.com/office/drawing/2014/main" id="{9E4AAF8D-B855-459E-9E97-380EB8507648}"/>
                    </a:ext>
                  </a:extLst>
                </p14:cNvPr>
                <p14:cNvContentPartPr/>
                <p14:nvPr/>
              </p14:nvContentPartPr>
              <p14:xfrm>
                <a:off x="9269213" y="1976973"/>
                <a:ext cx="387000" cy="492120"/>
              </p14:xfrm>
            </p:contentPart>
          </mc:Choice>
          <mc:Fallback>
            <p:pic>
              <p:nvPicPr>
                <p:cNvPr id="58" name="墨迹 57">
                  <a:extLst>
                    <a:ext uri="{FF2B5EF4-FFF2-40B4-BE49-F238E27FC236}">
                      <a16:creationId xmlns:a16="http://schemas.microsoft.com/office/drawing/2014/main" id="{9E4AAF8D-B855-459E-9E97-380EB850764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260573" y="1967973"/>
                  <a:ext cx="404640" cy="50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9" name="墨迹 58">
                  <a:extLst>
                    <a:ext uri="{FF2B5EF4-FFF2-40B4-BE49-F238E27FC236}">
                      <a16:creationId xmlns:a16="http://schemas.microsoft.com/office/drawing/2014/main" id="{3B261F0F-3B9F-4158-AE40-892D99FEEF57}"/>
                    </a:ext>
                  </a:extLst>
                </p14:cNvPr>
                <p14:cNvContentPartPr/>
                <p14:nvPr/>
              </p14:nvContentPartPr>
              <p14:xfrm>
                <a:off x="9731093" y="1748373"/>
                <a:ext cx="201600" cy="877320"/>
              </p14:xfrm>
            </p:contentPart>
          </mc:Choice>
          <mc:Fallback>
            <p:pic>
              <p:nvPicPr>
                <p:cNvPr id="59" name="墨迹 58">
                  <a:extLst>
                    <a:ext uri="{FF2B5EF4-FFF2-40B4-BE49-F238E27FC236}">
                      <a16:creationId xmlns:a16="http://schemas.microsoft.com/office/drawing/2014/main" id="{3B261F0F-3B9F-4158-AE40-892D99FEEF5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722093" y="1739373"/>
                  <a:ext cx="219240" cy="89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0" name="墨迹 59">
                  <a:extLst>
                    <a:ext uri="{FF2B5EF4-FFF2-40B4-BE49-F238E27FC236}">
                      <a16:creationId xmlns:a16="http://schemas.microsoft.com/office/drawing/2014/main" id="{47262ABB-E412-4D7E-924F-481D130DD5F5}"/>
                    </a:ext>
                  </a:extLst>
                </p14:cNvPr>
                <p14:cNvContentPartPr/>
                <p14:nvPr/>
              </p14:nvContentPartPr>
              <p14:xfrm>
                <a:off x="9805253" y="1799853"/>
                <a:ext cx="1202040" cy="906840"/>
              </p14:xfrm>
            </p:contentPart>
          </mc:Choice>
          <mc:Fallback>
            <p:pic>
              <p:nvPicPr>
                <p:cNvPr id="60" name="墨迹 59">
                  <a:extLst>
                    <a:ext uri="{FF2B5EF4-FFF2-40B4-BE49-F238E27FC236}">
                      <a16:creationId xmlns:a16="http://schemas.microsoft.com/office/drawing/2014/main" id="{47262ABB-E412-4D7E-924F-481D130DD5F5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796253" y="1790853"/>
                  <a:ext cx="1219680" cy="9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1" name="墨迹 60">
                  <a:extLst>
                    <a:ext uri="{FF2B5EF4-FFF2-40B4-BE49-F238E27FC236}">
                      <a16:creationId xmlns:a16="http://schemas.microsoft.com/office/drawing/2014/main" id="{D393D4F0-CDFA-44AB-B1B0-F674EF737A60}"/>
                    </a:ext>
                  </a:extLst>
                </p14:cNvPr>
                <p14:cNvContentPartPr/>
                <p14:nvPr/>
              </p14:nvContentPartPr>
              <p14:xfrm>
                <a:off x="9891293" y="2478813"/>
                <a:ext cx="695880" cy="148320"/>
              </p14:xfrm>
            </p:contentPart>
          </mc:Choice>
          <mc:Fallback>
            <p:pic>
              <p:nvPicPr>
                <p:cNvPr id="61" name="墨迹 60">
                  <a:extLst>
                    <a:ext uri="{FF2B5EF4-FFF2-40B4-BE49-F238E27FC236}">
                      <a16:creationId xmlns:a16="http://schemas.microsoft.com/office/drawing/2014/main" id="{D393D4F0-CDFA-44AB-B1B0-F674EF737A6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882653" y="2470173"/>
                  <a:ext cx="7135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2" name="墨迹 61">
                  <a:extLst>
                    <a:ext uri="{FF2B5EF4-FFF2-40B4-BE49-F238E27FC236}">
                      <a16:creationId xmlns:a16="http://schemas.microsoft.com/office/drawing/2014/main" id="{99C23FF6-3984-4CE1-8B84-6578D7AD19D7}"/>
                    </a:ext>
                  </a:extLst>
                </p14:cNvPr>
                <p14:cNvContentPartPr/>
                <p14:nvPr/>
              </p14:nvContentPartPr>
              <p14:xfrm>
                <a:off x="9865013" y="1875453"/>
                <a:ext cx="167760" cy="519480"/>
              </p14:xfrm>
            </p:contentPart>
          </mc:Choice>
          <mc:Fallback>
            <p:pic>
              <p:nvPicPr>
                <p:cNvPr id="62" name="墨迹 61">
                  <a:extLst>
                    <a:ext uri="{FF2B5EF4-FFF2-40B4-BE49-F238E27FC236}">
                      <a16:creationId xmlns:a16="http://schemas.microsoft.com/office/drawing/2014/main" id="{99C23FF6-3984-4CE1-8B84-6578D7AD19D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856013" y="1866813"/>
                  <a:ext cx="18540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3" name="墨迹 62">
                  <a:extLst>
                    <a:ext uri="{FF2B5EF4-FFF2-40B4-BE49-F238E27FC236}">
                      <a16:creationId xmlns:a16="http://schemas.microsoft.com/office/drawing/2014/main" id="{A0BFCC56-596A-40D4-8192-3EABA3C4AC04}"/>
                    </a:ext>
                  </a:extLst>
                </p14:cNvPr>
                <p14:cNvContentPartPr/>
                <p14:nvPr/>
              </p14:nvContentPartPr>
              <p14:xfrm>
                <a:off x="10055093" y="1938813"/>
                <a:ext cx="164160" cy="78120"/>
              </p14:xfrm>
            </p:contentPart>
          </mc:Choice>
          <mc:Fallback>
            <p:pic>
              <p:nvPicPr>
                <p:cNvPr id="63" name="墨迹 62">
                  <a:extLst>
                    <a:ext uri="{FF2B5EF4-FFF2-40B4-BE49-F238E27FC236}">
                      <a16:creationId xmlns:a16="http://schemas.microsoft.com/office/drawing/2014/main" id="{A0BFCC56-596A-40D4-8192-3EABA3C4AC0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046453" y="1930173"/>
                  <a:ext cx="18180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4" name="墨迹 63">
                  <a:extLst>
                    <a:ext uri="{FF2B5EF4-FFF2-40B4-BE49-F238E27FC236}">
                      <a16:creationId xmlns:a16="http://schemas.microsoft.com/office/drawing/2014/main" id="{6B987B05-EA2F-4CED-B53D-B7C166AA5A30}"/>
                    </a:ext>
                  </a:extLst>
                </p14:cNvPr>
                <p14:cNvContentPartPr/>
                <p14:nvPr/>
              </p14:nvContentPartPr>
              <p14:xfrm>
                <a:off x="10099013" y="1843053"/>
                <a:ext cx="131400" cy="478080"/>
              </p14:xfrm>
            </p:contentPart>
          </mc:Choice>
          <mc:Fallback>
            <p:pic>
              <p:nvPicPr>
                <p:cNvPr id="64" name="墨迹 63">
                  <a:extLst>
                    <a:ext uri="{FF2B5EF4-FFF2-40B4-BE49-F238E27FC236}">
                      <a16:creationId xmlns:a16="http://schemas.microsoft.com/office/drawing/2014/main" id="{6B987B05-EA2F-4CED-B53D-B7C166AA5A3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090373" y="1834053"/>
                  <a:ext cx="149040" cy="49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5" name="墨迹 64">
                  <a:extLst>
                    <a:ext uri="{FF2B5EF4-FFF2-40B4-BE49-F238E27FC236}">
                      <a16:creationId xmlns:a16="http://schemas.microsoft.com/office/drawing/2014/main" id="{1B3DE196-9289-484B-AEAF-32527528068A}"/>
                    </a:ext>
                  </a:extLst>
                </p14:cNvPr>
                <p14:cNvContentPartPr/>
                <p14:nvPr/>
              </p14:nvContentPartPr>
              <p14:xfrm>
                <a:off x="10285493" y="2033853"/>
                <a:ext cx="138600" cy="38520"/>
              </p14:xfrm>
            </p:contentPart>
          </mc:Choice>
          <mc:Fallback>
            <p:pic>
              <p:nvPicPr>
                <p:cNvPr id="65" name="墨迹 64">
                  <a:extLst>
                    <a:ext uri="{FF2B5EF4-FFF2-40B4-BE49-F238E27FC236}">
                      <a16:creationId xmlns:a16="http://schemas.microsoft.com/office/drawing/2014/main" id="{1B3DE196-9289-484B-AEAF-32527528068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276853" y="2024853"/>
                  <a:ext cx="1562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6" name="墨迹 65">
                  <a:extLst>
                    <a:ext uri="{FF2B5EF4-FFF2-40B4-BE49-F238E27FC236}">
                      <a16:creationId xmlns:a16="http://schemas.microsoft.com/office/drawing/2014/main" id="{396D385D-BE93-4671-B754-2747B38E5C4C}"/>
                    </a:ext>
                  </a:extLst>
                </p14:cNvPr>
                <p14:cNvContentPartPr/>
                <p14:nvPr/>
              </p14:nvContentPartPr>
              <p14:xfrm>
                <a:off x="10340213" y="1915773"/>
                <a:ext cx="38880" cy="393840"/>
              </p14:xfrm>
            </p:contentPart>
          </mc:Choice>
          <mc:Fallback>
            <p:pic>
              <p:nvPicPr>
                <p:cNvPr id="66" name="墨迹 65">
                  <a:extLst>
                    <a:ext uri="{FF2B5EF4-FFF2-40B4-BE49-F238E27FC236}">
                      <a16:creationId xmlns:a16="http://schemas.microsoft.com/office/drawing/2014/main" id="{396D385D-BE93-4671-B754-2747B38E5C4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331213" y="1907133"/>
                  <a:ext cx="5652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7" name="墨迹 66">
                  <a:extLst>
                    <a:ext uri="{FF2B5EF4-FFF2-40B4-BE49-F238E27FC236}">
                      <a16:creationId xmlns:a16="http://schemas.microsoft.com/office/drawing/2014/main" id="{143FCFCD-7291-4BB8-B4C6-3DFD88372689}"/>
                    </a:ext>
                  </a:extLst>
                </p14:cNvPr>
                <p14:cNvContentPartPr/>
                <p14:nvPr/>
              </p14:nvContentPartPr>
              <p14:xfrm>
                <a:off x="10323293" y="1872573"/>
                <a:ext cx="374040" cy="411840"/>
              </p14:xfrm>
            </p:contentPart>
          </mc:Choice>
          <mc:Fallback>
            <p:pic>
              <p:nvPicPr>
                <p:cNvPr id="67" name="墨迹 66">
                  <a:extLst>
                    <a:ext uri="{FF2B5EF4-FFF2-40B4-BE49-F238E27FC236}">
                      <a16:creationId xmlns:a16="http://schemas.microsoft.com/office/drawing/2014/main" id="{143FCFCD-7291-4BB8-B4C6-3DFD8837268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314293" y="1863933"/>
                  <a:ext cx="39168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68" name="墨迹 67">
                  <a:extLst>
                    <a:ext uri="{FF2B5EF4-FFF2-40B4-BE49-F238E27FC236}">
                      <a16:creationId xmlns:a16="http://schemas.microsoft.com/office/drawing/2014/main" id="{D2D17525-6F9E-48A6-83ED-DB1A8859CEE4}"/>
                    </a:ext>
                  </a:extLst>
                </p14:cNvPr>
                <p14:cNvContentPartPr/>
                <p14:nvPr/>
              </p14:nvContentPartPr>
              <p14:xfrm>
                <a:off x="10594373" y="2056173"/>
                <a:ext cx="43200" cy="137880"/>
              </p14:xfrm>
            </p:contentPart>
          </mc:Choice>
          <mc:Fallback>
            <p:pic>
              <p:nvPicPr>
                <p:cNvPr id="68" name="墨迹 67">
                  <a:extLst>
                    <a:ext uri="{FF2B5EF4-FFF2-40B4-BE49-F238E27FC236}">
                      <a16:creationId xmlns:a16="http://schemas.microsoft.com/office/drawing/2014/main" id="{D2D17525-6F9E-48A6-83ED-DB1A8859CEE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585733" y="2047173"/>
                  <a:ext cx="608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69" name="墨迹 68">
                  <a:extLst>
                    <a:ext uri="{FF2B5EF4-FFF2-40B4-BE49-F238E27FC236}">
                      <a16:creationId xmlns:a16="http://schemas.microsoft.com/office/drawing/2014/main" id="{C21C2EA5-9262-4482-84A3-085DCD4ADE33}"/>
                    </a:ext>
                  </a:extLst>
                </p14:cNvPr>
                <p14:cNvContentPartPr/>
                <p14:nvPr/>
              </p14:nvContentPartPr>
              <p14:xfrm>
                <a:off x="10698773" y="1908573"/>
                <a:ext cx="239040" cy="402480"/>
              </p14:xfrm>
            </p:contentPart>
          </mc:Choice>
          <mc:Fallback>
            <p:pic>
              <p:nvPicPr>
                <p:cNvPr id="69" name="墨迹 68">
                  <a:extLst>
                    <a:ext uri="{FF2B5EF4-FFF2-40B4-BE49-F238E27FC236}">
                      <a16:creationId xmlns:a16="http://schemas.microsoft.com/office/drawing/2014/main" id="{C21C2EA5-9262-4482-84A3-085DCD4ADE3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690133" y="1899933"/>
                  <a:ext cx="256680" cy="42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0" name="墨迹 69">
                  <a:extLst>
                    <a:ext uri="{FF2B5EF4-FFF2-40B4-BE49-F238E27FC236}">
                      <a16:creationId xmlns:a16="http://schemas.microsoft.com/office/drawing/2014/main" id="{5D558A53-9B1D-4A9C-804D-E65ABF06FF72}"/>
                    </a:ext>
                  </a:extLst>
                </p14:cNvPr>
                <p14:cNvContentPartPr/>
                <p14:nvPr/>
              </p14:nvContentPartPr>
              <p14:xfrm>
                <a:off x="10815413" y="2134653"/>
                <a:ext cx="212040" cy="240480"/>
              </p14:xfrm>
            </p:contentPart>
          </mc:Choice>
          <mc:Fallback>
            <p:pic>
              <p:nvPicPr>
                <p:cNvPr id="70" name="墨迹 69">
                  <a:extLst>
                    <a:ext uri="{FF2B5EF4-FFF2-40B4-BE49-F238E27FC236}">
                      <a16:creationId xmlns:a16="http://schemas.microsoft.com/office/drawing/2014/main" id="{5D558A53-9B1D-4A9C-804D-E65ABF06FF7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806773" y="2125653"/>
                  <a:ext cx="22968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1" name="墨迹 70">
                  <a:extLst>
                    <a:ext uri="{FF2B5EF4-FFF2-40B4-BE49-F238E27FC236}">
                      <a16:creationId xmlns:a16="http://schemas.microsoft.com/office/drawing/2014/main" id="{56BFC1EC-2893-45F2-A61A-14E9383D5F24}"/>
                    </a:ext>
                  </a:extLst>
                </p14:cNvPr>
                <p14:cNvContentPartPr/>
                <p14:nvPr/>
              </p14:nvContentPartPr>
              <p14:xfrm>
                <a:off x="10227533" y="999213"/>
                <a:ext cx="49680" cy="911160"/>
              </p14:xfrm>
            </p:contentPart>
          </mc:Choice>
          <mc:Fallback>
            <p:pic>
              <p:nvPicPr>
                <p:cNvPr id="71" name="墨迹 70">
                  <a:extLst>
                    <a:ext uri="{FF2B5EF4-FFF2-40B4-BE49-F238E27FC236}">
                      <a16:creationId xmlns:a16="http://schemas.microsoft.com/office/drawing/2014/main" id="{56BFC1EC-2893-45F2-A61A-14E9383D5F2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218893" y="990573"/>
                  <a:ext cx="67320" cy="9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2" name="墨迹 71">
                  <a:extLst>
                    <a:ext uri="{FF2B5EF4-FFF2-40B4-BE49-F238E27FC236}">
                      <a16:creationId xmlns:a16="http://schemas.microsoft.com/office/drawing/2014/main" id="{915709FA-BB1C-49FA-A42C-A223A4BA9FDF}"/>
                    </a:ext>
                  </a:extLst>
                </p14:cNvPr>
                <p14:cNvContentPartPr/>
                <p14:nvPr/>
              </p14:nvContentPartPr>
              <p14:xfrm>
                <a:off x="10190813" y="1050693"/>
                <a:ext cx="9720" cy="3960"/>
              </p14:xfrm>
            </p:contentPart>
          </mc:Choice>
          <mc:Fallback>
            <p:pic>
              <p:nvPicPr>
                <p:cNvPr id="72" name="墨迹 71">
                  <a:extLst>
                    <a:ext uri="{FF2B5EF4-FFF2-40B4-BE49-F238E27FC236}">
                      <a16:creationId xmlns:a16="http://schemas.microsoft.com/office/drawing/2014/main" id="{915709FA-BB1C-49FA-A42C-A223A4BA9FDF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0182173" y="1042053"/>
                  <a:ext cx="273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4" name="墨迹 73">
                  <a:extLst>
                    <a:ext uri="{FF2B5EF4-FFF2-40B4-BE49-F238E27FC236}">
                      <a16:creationId xmlns:a16="http://schemas.microsoft.com/office/drawing/2014/main" id="{EA89B629-840B-4821-B3B2-66F1B7BEFE07}"/>
                    </a:ext>
                  </a:extLst>
                </p14:cNvPr>
                <p14:cNvContentPartPr/>
                <p14:nvPr/>
              </p14:nvContentPartPr>
              <p14:xfrm>
                <a:off x="10003253" y="1101093"/>
                <a:ext cx="88200" cy="158400"/>
              </p14:xfrm>
            </p:contentPart>
          </mc:Choice>
          <mc:Fallback>
            <p:pic>
              <p:nvPicPr>
                <p:cNvPr id="74" name="墨迹 73">
                  <a:extLst>
                    <a:ext uri="{FF2B5EF4-FFF2-40B4-BE49-F238E27FC236}">
                      <a16:creationId xmlns:a16="http://schemas.microsoft.com/office/drawing/2014/main" id="{EA89B629-840B-4821-B3B2-66F1B7BEFE0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994253" y="1092453"/>
                  <a:ext cx="1058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5" name="墨迹 74">
                  <a:extLst>
                    <a:ext uri="{FF2B5EF4-FFF2-40B4-BE49-F238E27FC236}">
                      <a16:creationId xmlns:a16="http://schemas.microsoft.com/office/drawing/2014/main" id="{884D6C66-DFFB-4433-BECD-B48D816EEDF6}"/>
                    </a:ext>
                  </a:extLst>
                </p14:cNvPr>
                <p14:cNvContentPartPr/>
                <p14:nvPr/>
              </p14:nvContentPartPr>
              <p14:xfrm>
                <a:off x="10289093" y="1068693"/>
                <a:ext cx="129960" cy="209520"/>
              </p14:xfrm>
            </p:contentPart>
          </mc:Choice>
          <mc:Fallback>
            <p:pic>
              <p:nvPicPr>
                <p:cNvPr id="75" name="墨迹 74">
                  <a:extLst>
                    <a:ext uri="{FF2B5EF4-FFF2-40B4-BE49-F238E27FC236}">
                      <a16:creationId xmlns:a16="http://schemas.microsoft.com/office/drawing/2014/main" id="{884D6C66-DFFB-4433-BECD-B48D816EEDF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280093" y="1060053"/>
                  <a:ext cx="1476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6" name="墨迹 75">
                  <a:extLst>
                    <a:ext uri="{FF2B5EF4-FFF2-40B4-BE49-F238E27FC236}">
                      <a16:creationId xmlns:a16="http://schemas.microsoft.com/office/drawing/2014/main" id="{66437C00-1279-4DDD-882F-725DF04E8103}"/>
                    </a:ext>
                  </a:extLst>
                </p14:cNvPr>
                <p14:cNvContentPartPr/>
                <p14:nvPr/>
              </p14:nvContentPartPr>
              <p14:xfrm>
                <a:off x="9021533" y="256893"/>
                <a:ext cx="80640" cy="511200"/>
              </p14:xfrm>
            </p:contentPart>
          </mc:Choice>
          <mc:Fallback>
            <p:pic>
              <p:nvPicPr>
                <p:cNvPr id="76" name="墨迹 75">
                  <a:extLst>
                    <a:ext uri="{FF2B5EF4-FFF2-40B4-BE49-F238E27FC236}">
                      <a16:creationId xmlns:a16="http://schemas.microsoft.com/office/drawing/2014/main" id="{66437C00-1279-4DDD-882F-725DF04E810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012893" y="247893"/>
                  <a:ext cx="98280" cy="52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77" name="墨迹 76">
                  <a:extLst>
                    <a:ext uri="{FF2B5EF4-FFF2-40B4-BE49-F238E27FC236}">
                      <a16:creationId xmlns:a16="http://schemas.microsoft.com/office/drawing/2014/main" id="{9C939922-3025-48D7-9966-596876903C61}"/>
                    </a:ext>
                  </a:extLst>
                </p14:cNvPr>
                <p14:cNvContentPartPr/>
                <p14:nvPr/>
              </p14:nvContentPartPr>
              <p14:xfrm>
                <a:off x="9096053" y="387933"/>
                <a:ext cx="714600" cy="285840"/>
              </p14:xfrm>
            </p:contentPart>
          </mc:Choice>
          <mc:Fallback>
            <p:pic>
              <p:nvPicPr>
                <p:cNvPr id="77" name="墨迹 76">
                  <a:extLst>
                    <a:ext uri="{FF2B5EF4-FFF2-40B4-BE49-F238E27FC236}">
                      <a16:creationId xmlns:a16="http://schemas.microsoft.com/office/drawing/2014/main" id="{9C939922-3025-48D7-9966-596876903C6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087053" y="378933"/>
                  <a:ext cx="73224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78" name="墨迹 77">
                  <a:extLst>
                    <a:ext uri="{FF2B5EF4-FFF2-40B4-BE49-F238E27FC236}">
                      <a16:creationId xmlns:a16="http://schemas.microsoft.com/office/drawing/2014/main" id="{F2EBE09B-36CB-46D7-87D9-6AB81BD65B30}"/>
                    </a:ext>
                  </a:extLst>
                </p14:cNvPr>
                <p14:cNvContentPartPr/>
                <p14:nvPr/>
              </p14:nvContentPartPr>
              <p14:xfrm>
                <a:off x="9909653" y="378573"/>
                <a:ext cx="103680" cy="48600"/>
              </p14:xfrm>
            </p:contentPart>
          </mc:Choice>
          <mc:Fallback>
            <p:pic>
              <p:nvPicPr>
                <p:cNvPr id="78" name="墨迹 77">
                  <a:extLst>
                    <a:ext uri="{FF2B5EF4-FFF2-40B4-BE49-F238E27FC236}">
                      <a16:creationId xmlns:a16="http://schemas.microsoft.com/office/drawing/2014/main" id="{F2EBE09B-36CB-46D7-87D9-6AB81BD65B3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900653" y="369933"/>
                  <a:ext cx="1213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79" name="墨迹 78">
                  <a:extLst>
                    <a:ext uri="{FF2B5EF4-FFF2-40B4-BE49-F238E27FC236}">
                      <a16:creationId xmlns:a16="http://schemas.microsoft.com/office/drawing/2014/main" id="{A5DF547F-6676-4AB9-837C-7126F1FA2FA1}"/>
                    </a:ext>
                  </a:extLst>
                </p14:cNvPr>
                <p14:cNvContentPartPr/>
                <p14:nvPr/>
              </p14:nvContentPartPr>
              <p14:xfrm>
                <a:off x="10033133" y="410253"/>
                <a:ext cx="4680" cy="8280"/>
              </p14:xfrm>
            </p:contentPart>
          </mc:Choice>
          <mc:Fallback>
            <p:pic>
              <p:nvPicPr>
                <p:cNvPr id="79" name="墨迹 78">
                  <a:extLst>
                    <a:ext uri="{FF2B5EF4-FFF2-40B4-BE49-F238E27FC236}">
                      <a16:creationId xmlns:a16="http://schemas.microsoft.com/office/drawing/2014/main" id="{A5DF547F-6676-4AB9-837C-7126F1FA2FA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024133" y="401253"/>
                  <a:ext cx="223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0" name="墨迹 79">
                  <a:extLst>
                    <a:ext uri="{FF2B5EF4-FFF2-40B4-BE49-F238E27FC236}">
                      <a16:creationId xmlns:a16="http://schemas.microsoft.com/office/drawing/2014/main" id="{DB64E66F-1087-4FA1-9790-2FE519179C9F}"/>
                    </a:ext>
                  </a:extLst>
                </p14:cNvPr>
                <p14:cNvContentPartPr/>
                <p14:nvPr/>
              </p14:nvContentPartPr>
              <p14:xfrm>
                <a:off x="9642893" y="442653"/>
                <a:ext cx="420120" cy="415440"/>
              </p14:xfrm>
            </p:contentPart>
          </mc:Choice>
          <mc:Fallback>
            <p:pic>
              <p:nvPicPr>
                <p:cNvPr id="80" name="墨迹 79">
                  <a:extLst>
                    <a:ext uri="{FF2B5EF4-FFF2-40B4-BE49-F238E27FC236}">
                      <a16:creationId xmlns:a16="http://schemas.microsoft.com/office/drawing/2014/main" id="{DB64E66F-1087-4FA1-9790-2FE519179C9F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634253" y="434013"/>
                  <a:ext cx="437760" cy="4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1" name="墨迹 80">
                  <a:extLst>
                    <a:ext uri="{FF2B5EF4-FFF2-40B4-BE49-F238E27FC236}">
                      <a16:creationId xmlns:a16="http://schemas.microsoft.com/office/drawing/2014/main" id="{AA154AED-5B47-4743-871D-35B3F0075DAC}"/>
                    </a:ext>
                  </a:extLst>
                </p14:cNvPr>
                <p14:cNvContentPartPr/>
                <p14:nvPr/>
              </p14:nvContentPartPr>
              <p14:xfrm>
                <a:off x="10056893" y="395133"/>
                <a:ext cx="247680" cy="269280"/>
              </p14:xfrm>
            </p:contentPart>
          </mc:Choice>
          <mc:Fallback>
            <p:pic>
              <p:nvPicPr>
                <p:cNvPr id="81" name="墨迹 80">
                  <a:extLst>
                    <a:ext uri="{FF2B5EF4-FFF2-40B4-BE49-F238E27FC236}">
                      <a16:creationId xmlns:a16="http://schemas.microsoft.com/office/drawing/2014/main" id="{AA154AED-5B47-4743-871D-35B3F0075DA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047893" y="386133"/>
                  <a:ext cx="26532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2" name="墨迹 81">
                  <a:extLst>
                    <a:ext uri="{FF2B5EF4-FFF2-40B4-BE49-F238E27FC236}">
                      <a16:creationId xmlns:a16="http://schemas.microsoft.com/office/drawing/2014/main" id="{C563F93A-311F-4794-9159-15964D38A9F6}"/>
                    </a:ext>
                  </a:extLst>
                </p14:cNvPr>
                <p14:cNvContentPartPr/>
                <p14:nvPr/>
              </p14:nvContentPartPr>
              <p14:xfrm>
                <a:off x="10260653" y="264813"/>
                <a:ext cx="208800" cy="361800"/>
              </p14:xfrm>
            </p:contentPart>
          </mc:Choice>
          <mc:Fallback>
            <p:pic>
              <p:nvPicPr>
                <p:cNvPr id="82" name="墨迹 81">
                  <a:extLst>
                    <a:ext uri="{FF2B5EF4-FFF2-40B4-BE49-F238E27FC236}">
                      <a16:creationId xmlns:a16="http://schemas.microsoft.com/office/drawing/2014/main" id="{C563F93A-311F-4794-9159-15964D38A9F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251653" y="255813"/>
                  <a:ext cx="226440" cy="37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3" name="墨迹 82">
                  <a:extLst>
                    <a:ext uri="{FF2B5EF4-FFF2-40B4-BE49-F238E27FC236}">
                      <a16:creationId xmlns:a16="http://schemas.microsoft.com/office/drawing/2014/main" id="{9C5B0EDB-B71E-4C26-BE42-F9FA8CBBEF06}"/>
                    </a:ext>
                  </a:extLst>
                </p14:cNvPr>
                <p14:cNvContentPartPr/>
                <p14:nvPr/>
              </p14:nvContentPartPr>
              <p14:xfrm>
                <a:off x="10486373" y="470733"/>
                <a:ext cx="384840" cy="144000"/>
              </p14:xfrm>
            </p:contentPart>
          </mc:Choice>
          <mc:Fallback>
            <p:pic>
              <p:nvPicPr>
                <p:cNvPr id="83" name="墨迹 82">
                  <a:extLst>
                    <a:ext uri="{FF2B5EF4-FFF2-40B4-BE49-F238E27FC236}">
                      <a16:creationId xmlns:a16="http://schemas.microsoft.com/office/drawing/2014/main" id="{9C5B0EDB-B71E-4C26-BE42-F9FA8CBBEF0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477373" y="462093"/>
                  <a:ext cx="40248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84" name="墨迹 83">
                  <a:extLst>
                    <a:ext uri="{FF2B5EF4-FFF2-40B4-BE49-F238E27FC236}">
                      <a16:creationId xmlns:a16="http://schemas.microsoft.com/office/drawing/2014/main" id="{BEE4CBC4-4DBD-46D5-8932-77290B98B965}"/>
                    </a:ext>
                  </a:extLst>
                </p14:cNvPr>
                <p14:cNvContentPartPr/>
                <p14:nvPr/>
              </p14:nvContentPartPr>
              <p14:xfrm>
                <a:off x="10837733" y="226653"/>
                <a:ext cx="26640" cy="20520"/>
              </p14:xfrm>
            </p:contentPart>
          </mc:Choice>
          <mc:Fallback>
            <p:pic>
              <p:nvPicPr>
                <p:cNvPr id="84" name="墨迹 83">
                  <a:extLst>
                    <a:ext uri="{FF2B5EF4-FFF2-40B4-BE49-F238E27FC236}">
                      <a16:creationId xmlns:a16="http://schemas.microsoft.com/office/drawing/2014/main" id="{BEE4CBC4-4DBD-46D5-8932-77290B98B96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828733" y="218013"/>
                  <a:ext cx="442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85" name="墨迹 84">
                  <a:extLst>
                    <a:ext uri="{FF2B5EF4-FFF2-40B4-BE49-F238E27FC236}">
                      <a16:creationId xmlns:a16="http://schemas.microsoft.com/office/drawing/2014/main" id="{8946F3DD-8BFC-400C-BAC1-35B222004213}"/>
                    </a:ext>
                  </a:extLst>
                </p14:cNvPr>
                <p14:cNvContentPartPr/>
                <p14:nvPr/>
              </p14:nvContentPartPr>
              <p14:xfrm>
                <a:off x="10929173" y="423933"/>
                <a:ext cx="338040" cy="300960"/>
              </p14:xfrm>
            </p:contentPart>
          </mc:Choice>
          <mc:Fallback>
            <p:pic>
              <p:nvPicPr>
                <p:cNvPr id="85" name="墨迹 84">
                  <a:extLst>
                    <a:ext uri="{FF2B5EF4-FFF2-40B4-BE49-F238E27FC236}">
                      <a16:creationId xmlns:a16="http://schemas.microsoft.com/office/drawing/2014/main" id="{8946F3DD-8BFC-400C-BAC1-35B22200421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920173" y="414933"/>
                  <a:ext cx="35568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86" name="墨迹 85">
                  <a:extLst>
                    <a:ext uri="{FF2B5EF4-FFF2-40B4-BE49-F238E27FC236}">
                      <a16:creationId xmlns:a16="http://schemas.microsoft.com/office/drawing/2014/main" id="{9557E932-5AE4-45F1-8E41-F3D9F5E68D42}"/>
                    </a:ext>
                  </a:extLst>
                </p14:cNvPr>
                <p14:cNvContentPartPr/>
                <p14:nvPr/>
              </p14:nvContentPartPr>
              <p14:xfrm>
                <a:off x="8592773" y="1048533"/>
                <a:ext cx="3893760" cy="129960"/>
              </p14:xfrm>
            </p:contentPart>
          </mc:Choice>
          <mc:Fallback>
            <p:pic>
              <p:nvPicPr>
                <p:cNvPr id="86" name="墨迹 85">
                  <a:extLst>
                    <a:ext uri="{FF2B5EF4-FFF2-40B4-BE49-F238E27FC236}">
                      <a16:creationId xmlns:a16="http://schemas.microsoft.com/office/drawing/2014/main" id="{9557E932-5AE4-45F1-8E41-F3D9F5E68D4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583773" y="1039893"/>
                  <a:ext cx="3911400" cy="147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277974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C289324-849D-49AB-A09A-686EF2D3C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0422" y="1434803"/>
            <a:ext cx="16214558" cy="3394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2587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198CAF6-E54D-4CA6-831D-9A74AB6E3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447532" y="1598457"/>
            <a:ext cx="23054290" cy="251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3534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7ABCA2A-175A-4237-B9E0-EA678F510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042" y="217910"/>
            <a:ext cx="11268075" cy="542925"/>
          </a:xfrm>
          <a:prstGeom prst="rect">
            <a:avLst/>
          </a:prstGeom>
        </p:spPr>
      </p:pic>
      <p:sp>
        <p:nvSpPr>
          <p:cNvPr id="65" name="文本框 64">
            <a:extLst>
              <a:ext uri="{FF2B5EF4-FFF2-40B4-BE49-F238E27FC236}">
                <a16:creationId xmlns:a16="http://schemas.microsoft.com/office/drawing/2014/main" id="{DCD70583-B193-457C-A9FD-0AEFF9856EE1}"/>
              </a:ext>
            </a:extLst>
          </p:cNvPr>
          <p:cNvSpPr txBox="1"/>
          <p:nvPr/>
        </p:nvSpPr>
        <p:spPr>
          <a:xfrm>
            <a:off x="7342293" y="1081653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前提是大模型足够强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36" name="墨迹 235">
                <a:extLst>
                  <a:ext uri="{FF2B5EF4-FFF2-40B4-BE49-F238E27FC236}">
                    <a16:creationId xmlns:a16="http://schemas.microsoft.com/office/drawing/2014/main" id="{C8E3B1D8-3C4A-45C3-B3B3-26BB7BC9DC25}"/>
                  </a:ext>
                </a:extLst>
              </p14:cNvPr>
              <p14:cNvContentPartPr/>
              <p14:nvPr/>
            </p14:nvContentPartPr>
            <p14:xfrm>
              <a:off x="9708773" y="5393373"/>
              <a:ext cx="676080" cy="77040"/>
            </p14:xfrm>
          </p:contentPart>
        </mc:Choice>
        <mc:Fallback>
          <p:pic>
            <p:nvPicPr>
              <p:cNvPr id="236" name="墨迹 235">
                <a:extLst>
                  <a:ext uri="{FF2B5EF4-FFF2-40B4-BE49-F238E27FC236}">
                    <a16:creationId xmlns:a16="http://schemas.microsoft.com/office/drawing/2014/main" id="{C8E3B1D8-3C4A-45C3-B3B3-26BB7BC9DC2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99773" y="5384733"/>
                <a:ext cx="69372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37" name="墨迹 236">
                <a:extLst>
                  <a:ext uri="{FF2B5EF4-FFF2-40B4-BE49-F238E27FC236}">
                    <a16:creationId xmlns:a16="http://schemas.microsoft.com/office/drawing/2014/main" id="{5B6F8A56-7803-4158-919F-B6BA6FB5F4FA}"/>
                  </a:ext>
                </a:extLst>
              </p14:cNvPr>
              <p14:cNvContentPartPr/>
              <p14:nvPr/>
            </p14:nvContentPartPr>
            <p14:xfrm>
              <a:off x="9446693" y="4243173"/>
              <a:ext cx="1035360" cy="1407960"/>
            </p14:xfrm>
          </p:contentPart>
        </mc:Choice>
        <mc:Fallback>
          <p:pic>
            <p:nvPicPr>
              <p:cNvPr id="237" name="墨迹 236">
                <a:extLst>
                  <a:ext uri="{FF2B5EF4-FFF2-40B4-BE49-F238E27FC236}">
                    <a16:creationId xmlns:a16="http://schemas.microsoft.com/office/drawing/2014/main" id="{5B6F8A56-7803-4158-919F-B6BA6FB5F4F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437693" y="4234533"/>
                <a:ext cx="1053000" cy="142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0" name="组合 239">
            <a:extLst>
              <a:ext uri="{FF2B5EF4-FFF2-40B4-BE49-F238E27FC236}">
                <a16:creationId xmlns:a16="http://schemas.microsoft.com/office/drawing/2014/main" id="{0CAE2535-1D95-432D-BC8A-0544689EA7EC}"/>
              </a:ext>
            </a:extLst>
          </p:cNvPr>
          <p:cNvGrpSpPr/>
          <p:nvPr/>
        </p:nvGrpSpPr>
        <p:grpSpPr>
          <a:xfrm>
            <a:off x="703373" y="634173"/>
            <a:ext cx="9436680" cy="6192000"/>
            <a:chOff x="703373" y="634173"/>
            <a:chExt cx="9436680" cy="619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564D186D-824D-4C2C-8FAB-6FF71B9CEDFC}"/>
                    </a:ext>
                  </a:extLst>
                </p14:cNvPr>
                <p14:cNvContentPartPr/>
                <p14:nvPr/>
              </p14:nvContentPartPr>
              <p14:xfrm>
                <a:off x="1425893" y="1993173"/>
                <a:ext cx="61560" cy="738720"/>
              </p14:xfrm>
            </p:contentPart>
          </mc:Choice>
          <mc:Fallback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564D186D-824D-4C2C-8FAB-6FF71B9CEDF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416893" y="1984173"/>
                  <a:ext cx="79200" cy="75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E5E9632A-0A5B-4B91-8D1C-7050799800FA}"/>
                    </a:ext>
                  </a:extLst>
                </p14:cNvPr>
                <p14:cNvContentPartPr/>
                <p14:nvPr/>
              </p14:nvContentPartPr>
              <p14:xfrm>
                <a:off x="1563053" y="1915053"/>
                <a:ext cx="1385280" cy="748080"/>
              </p14:xfrm>
            </p:contentPart>
          </mc:Choice>
          <mc:Fallback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E5E9632A-0A5B-4B91-8D1C-7050799800F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554413" y="1906413"/>
                  <a:ext cx="1402920" cy="76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3C36BE15-3416-4DD3-94A5-C7DB3F88B9A0}"/>
                    </a:ext>
                  </a:extLst>
                </p14:cNvPr>
                <p14:cNvContentPartPr/>
                <p14:nvPr/>
              </p14:nvContentPartPr>
              <p14:xfrm>
                <a:off x="1451453" y="2661693"/>
                <a:ext cx="1426320" cy="111960"/>
              </p14:xfrm>
            </p:contentPart>
          </mc:Choice>
          <mc:Fallback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3C36BE15-3416-4DD3-94A5-C7DB3F88B9A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442813" y="2652693"/>
                  <a:ext cx="14439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A1DA825D-B584-448C-8448-9ECFF1430117}"/>
                    </a:ext>
                  </a:extLst>
                </p14:cNvPr>
                <p14:cNvContentPartPr/>
                <p14:nvPr/>
              </p14:nvContentPartPr>
              <p14:xfrm>
                <a:off x="2072813" y="1406733"/>
                <a:ext cx="85320" cy="54252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A1DA825D-B584-448C-8448-9ECFF143011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063813" y="1398093"/>
                  <a:ext cx="102960" cy="56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81F5062C-D01F-4515-BDC2-6511F7B7BECD}"/>
                    </a:ext>
                  </a:extLst>
                </p14:cNvPr>
                <p14:cNvContentPartPr/>
                <p14:nvPr/>
              </p14:nvContentPartPr>
              <p14:xfrm>
                <a:off x="1959053" y="1638933"/>
                <a:ext cx="307440" cy="343800"/>
              </p14:xfrm>
            </p:contentPart>
          </mc:Choice>
          <mc:Fallback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81F5062C-D01F-4515-BDC2-6511F7B7BEC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950413" y="1630293"/>
                  <a:ext cx="32508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0CAF97A2-0279-4DCE-81DC-A7ECC7AF4D06}"/>
                    </a:ext>
                  </a:extLst>
                </p14:cNvPr>
                <p14:cNvContentPartPr/>
                <p14:nvPr/>
              </p14:nvContentPartPr>
              <p14:xfrm>
                <a:off x="1662773" y="835053"/>
                <a:ext cx="229320" cy="416520"/>
              </p14:xfrm>
            </p:contentPart>
          </mc:Choice>
          <mc:Fallback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0CAF97A2-0279-4DCE-81DC-A7ECC7AF4D0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654133" y="826413"/>
                  <a:ext cx="246960" cy="4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3CEAD8CD-D856-4243-A08C-7C217024CBEA}"/>
                    </a:ext>
                  </a:extLst>
                </p14:cNvPr>
                <p14:cNvContentPartPr/>
                <p14:nvPr/>
              </p14:nvContentPartPr>
              <p14:xfrm>
                <a:off x="1980653" y="1031253"/>
                <a:ext cx="140400" cy="33480"/>
              </p14:xfrm>
            </p:contentPart>
          </mc:Choice>
          <mc:Fallback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3CEAD8CD-D856-4243-A08C-7C217024CBEA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971653" y="1022613"/>
                  <a:ext cx="15804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48031DFE-7C59-4DA6-8598-81FA45879C6E}"/>
                    </a:ext>
                  </a:extLst>
                </p14:cNvPr>
                <p14:cNvContentPartPr/>
                <p14:nvPr/>
              </p14:nvContentPartPr>
              <p14:xfrm>
                <a:off x="2029253" y="882573"/>
                <a:ext cx="60120" cy="371520"/>
              </p14:xfrm>
            </p:contentPart>
          </mc:Choice>
          <mc:Fallback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48031DFE-7C59-4DA6-8598-81FA45879C6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020253" y="873933"/>
                  <a:ext cx="7776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E8C2692F-C05A-4BEB-B058-37FA58EEA020}"/>
                    </a:ext>
                  </a:extLst>
                </p14:cNvPr>
                <p14:cNvContentPartPr/>
                <p14:nvPr/>
              </p14:nvContentPartPr>
              <p14:xfrm>
                <a:off x="2174333" y="853773"/>
                <a:ext cx="193680" cy="291600"/>
              </p14:xfrm>
            </p:contentPart>
          </mc:Choice>
          <mc:Fallback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E8C2692F-C05A-4BEB-B058-37FA58EEA02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165333" y="845133"/>
                  <a:ext cx="21132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0BA575F4-C6C8-4FD2-9DF0-B31EC7F077B8}"/>
                    </a:ext>
                  </a:extLst>
                </p14:cNvPr>
                <p14:cNvContentPartPr/>
                <p14:nvPr/>
              </p14:nvContentPartPr>
              <p14:xfrm>
                <a:off x="2285933" y="845133"/>
                <a:ext cx="337320" cy="345600"/>
              </p14:xfrm>
            </p:contentPart>
          </mc:Choice>
          <mc:Fallback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0BA575F4-C6C8-4FD2-9DF0-B31EC7F077B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277293" y="836493"/>
                  <a:ext cx="35496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CE91AB90-7EF6-4D87-86C4-DC7FB93AD50F}"/>
                    </a:ext>
                  </a:extLst>
                </p14:cNvPr>
                <p14:cNvContentPartPr/>
                <p14:nvPr/>
              </p14:nvContentPartPr>
              <p14:xfrm>
                <a:off x="1370453" y="634173"/>
                <a:ext cx="401400" cy="613440"/>
              </p14:xfrm>
            </p:contentPart>
          </mc:Choice>
          <mc:Fallback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CE91AB90-7EF6-4D87-86C4-DC7FB93AD50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361813" y="625173"/>
                  <a:ext cx="419040" cy="63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C51BB3E1-7F04-4D20-95BF-EE2EB4E4F74D}"/>
                    </a:ext>
                  </a:extLst>
                </p14:cNvPr>
                <p14:cNvContentPartPr/>
                <p14:nvPr/>
              </p14:nvContentPartPr>
              <p14:xfrm>
                <a:off x="2688773" y="837933"/>
                <a:ext cx="341640" cy="236880"/>
              </p14:xfrm>
            </p:contentPart>
          </mc:Choice>
          <mc:Fallback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C51BB3E1-7F04-4D20-95BF-EE2EB4E4F74D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679773" y="829293"/>
                  <a:ext cx="35928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D63C48BF-CBCB-4CCC-A87F-7AF59978AFB9}"/>
                    </a:ext>
                  </a:extLst>
                </p14:cNvPr>
                <p14:cNvContentPartPr/>
                <p14:nvPr/>
              </p14:nvContentPartPr>
              <p14:xfrm>
                <a:off x="2755373" y="741813"/>
                <a:ext cx="296280" cy="380880"/>
              </p14:xfrm>
            </p:contentPart>
          </mc:Choice>
          <mc:Fallback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D63C48BF-CBCB-4CCC-A87F-7AF59978AFB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746373" y="732813"/>
                  <a:ext cx="31392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314915F1-DCEB-4FF3-99BD-5CCE1DD3662D}"/>
                    </a:ext>
                  </a:extLst>
                </p14:cNvPr>
                <p14:cNvContentPartPr/>
                <p14:nvPr/>
              </p14:nvContentPartPr>
              <p14:xfrm>
                <a:off x="3145613" y="788973"/>
                <a:ext cx="278640" cy="285120"/>
              </p14:xfrm>
            </p:contentPart>
          </mc:Choice>
          <mc:Fallback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314915F1-DCEB-4FF3-99BD-5CCE1DD3662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136613" y="780333"/>
                  <a:ext cx="29628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BEB43739-BF09-46CD-A507-77600EE5A330}"/>
                    </a:ext>
                  </a:extLst>
                </p14:cNvPr>
                <p14:cNvContentPartPr/>
                <p14:nvPr/>
              </p14:nvContentPartPr>
              <p14:xfrm>
                <a:off x="3305813" y="817773"/>
                <a:ext cx="92520" cy="486360"/>
              </p14:xfrm>
            </p:contentPart>
          </mc:Choice>
          <mc:Fallback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BEB43739-BF09-46CD-A507-77600EE5A330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296813" y="809133"/>
                  <a:ext cx="110160" cy="50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9C2FFB07-A9A1-4358-840D-51748912849E}"/>
                    </a:ext>
                  </a:extLst>
                </p14:cNvPr>
                <p14:cNvContentPartPr/>
                <p14:nvPr/>
              </p14:nvContentPartPr>
              <p14:xfrm>
                <a:off x="3674093" y="837933"/>
                <a:ext cx="53280" cy="18144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9C2FFB07-A9A1-4358-840D-51748912849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665453" y="829293"/>
                  <a:ext cx="7092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460E288F-4C3B-49E4-BBF4-19F5A40B5897}"/>
                    </a:ext>
                  </a:extLst>
                </p14:cNvPr>
                <p14:cNvContentPartPr/>
                <p14:nvPr/>
              </p14:nvContentPartPr>
              <p14:xfrm>
                <a:off x="3591653" y="813453"/>
                <a:ext cx="347400" cy="261720"/>
              </p14:xfrm>
            </p:contentPart>
          </mc:Choice>
          <mc:Fallback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460E288F-4C3B-49E4-BBF4-19F5A40B589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582653" y="804453"/>
                  <a:ext cx="36504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71D62B31-DF5B-40FA-A27C-8D3EE8CD3866}"/>
                    </a:ext>
                  </a:extLst>
                </p14:cNvPr>
                <p14:cNvContentPartPr/>
                <p14:nvPr/>
              </p14:nvContentPartPr>
              <p14:xfrm>
                <a:off x="3797213" y="1081653"/>
                <a:ext cx="144720" cy="177120"/>
              </p14:xfrm>
            </p:contentPart>
          </mc:Choice>
          <mc:Fallback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71D62B31-DF5B-40FA-A27C-8D3EE8CD3866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788213" y="1073013"/>
                  <a:ext cx="16236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30A93067-45E7-4FF7-B953-65B24FD580F9}"/>
                    </a:ext>
                  </a:extLst>
                </p14:cNvPr>
                <p14:cNvContentPartPr/>
                <p14:nvPr/>
              </p14:nvContentPartPr>
              <p14:xfrm>
                <a:off x="3675893" y="825693"/>
                <a:ext cx="540360" cy="507240"/>
              </p14:xfrm>
            </p:contentPart>
          </mc:Choice>
          <mc:Fallback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30A93067-45E7-4FF7-B953-65B24FD580F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667253" y="817053"/>
                  <a:ext cx="558000" cy="52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4D6E25D8-E343-43BA-8209-45076CAE351A}"/>
                    </a:ext>
                  </a:extLst>
                </p14:cNvPr>
                <p14:cNvContentPartPr/>
                <p14:nvPr/>
              </p14:nvContentPartPr>
              <p14:xfrm>
                <a:off x="4083053" y="881853"/>
                <a:ext cx="210960" cy="220320"/>
              </p14:xfrm>
            </p:contentPart>
          </mc:Choice>
          <mc:Fallback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4D6E25D8-E343-43BA-8209-45076CAE351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074053" y="873213"/>
                  <a:ext cx="2286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590E3002-E1AF-40AB-BEBC-12809988016A}"/>
                    </a:ext>
                  </a:extLst>
                </p14:cNvPr>
                <p14:cNvContentPartPr/>
                <p14:nvPr/>
              </p14:nvContentPartPr>
              <p14:xfrm>
                <a:off x="4215173" y="887973"/>
                <a:ext cx="216000" cy="291600"/>
              </p14:xfrm>
            </p:contentPart>
          </mc:Choice>
          <mc:Fallback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590E3002-E1AF-40AB-BEBC-12809988016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206533" y="879333"/>
                  <a:ext cx="23364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41C4E1D0-DF1C-4B0E-9DEE-4525BFBE77EE}"/>
                    </a:ext>
                  </a:extLst>
                </p14:cNvPr>
                <p14:cNvContentPartPr/>
                <p14:nvPr/>
              </p14:nvContentPartPr>
              <p14:xfrm>
                <a:off x="4253693" y="1041333"/>
                <a:ext cx="155520" cy="70920"/>
              </p14:xfrm>
            </p:contentPart>
          </mc:Choice>
          <mc:Fallback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41C4E1D0-DF1C-4B0E-9DEE-4525BFBE77E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244693" y="1032693"/>
                  <a:ext cx="17316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1BD52ED8-5DB6-4A84-9ED9-6DBBBE5B2A46}"/>
                    </a:ext>
                  </a:extLst>
                </p14:cNvPr>
                <p14:cNvContentPartPr/>
                <p14:nvPr/>
              </p14:nvContentPartPr>
              <p14:xfrm>
                <a:off x="4644293" y="776013"/>
                <a:ext cx="11520" cy="270000"/>
              </p14:xfrm>
            </p:contentPart>
          </mc:Choice>
          <mc:Fallback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1BD52ED8-5DB6-4A84-9ED9-6DBBBE5B2A4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635653" y="767373"/>
                  <a:ext cx="2916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BBB14893-F7CE-496D-8972-07119F6DD4CE}"/>
                    </a:ext>
                  </a:extLst>
                </p14:cNvPr>
                <p14:cNvContentPartPr/>
                <p14:nvPr/>
              </p14:nvContentPartPr>
              <p14:xfrm>
                <a:off x="4303013" y="894093"/>
                <a:ext cx="513720" cy="391320"/>
              </p14:xfrm>
            </p:contentPart>
          </mc:Choice>
          <mc:Fallback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BBB14893-F7CE-496D-8972-07119F6DD4C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294373" y="885453"/>
                  <a:ext cx="53136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C4DCE129-EFEA-4D92-B69F-F6F564C1E8F8}"/>
                    </a:ext>
                  </a:extLst>
                </p14:cNvPr>
                <p14:cNvContentPartPr/>
                <p14:nvPr/>
              </p14:nvContentPartPr>
              <p14:xfrm>
                <a:off x="1710653" y="2135733"/>
                <a:ext cx="335880" cy="293760"/>
              </p14:xfrm>
            </p:contentPart>
          </mc:Choice>
          <mc:Fallback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C4DCE129-EFEA-4D92-B69F-F6F564C1E8F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701653" y="2126733"/>
                  <a:ext cx="35352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CA544E7C-3B1C-4C26-8EAF-AA9CB3EDC1F6}"/>
                    </a:ext>
                  </a:extLst>
                </p14:cNvPr>
                <p14:cNvContentPartPr/>
                <p14:nvPr/>
              </p14:nvContentPartPr>
              <p14:xfrm>
                <a:off x="2029253" y="2202693"/>
                <a:ext cx="159120" cy="258480"/>
              </p14:xfrm>
            </p:contentPart>
          </mc:Choice>
          <mc:Fallback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CA544E7C-3B1C-4C26-8EAF-AA9CB3EDC1F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020253" y="2194053"/>
                  <a:ext cx="17676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3ADD5E4D-77F8-413B-98C9-0C3DB1BC4AF2}"/>
                    </a:ext>
                  </a:extLst>
                </p14:cNvPr>
                <p14:cNvContentPartPr/>
                <p14:nvPr/>
              </p14:nvContentPartPr>
              <p14:xfrm>
                <a:off x="2262173" y="2234373"/>
                <a:ext cx="178560" cy="246240"/>
              </p14:xfrm>
            </p:contentPart>
          </mc:Choice>
          <mc:Fallback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3ADD5E4D-77F8-413B-98C9-0C3DB1BC4AF2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253173" y="2225733"/>
                  <a:ext cx="19620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F2D0D0AC-5257-44FD-BB6C-2F9850F38756}"/>
                    </a:ext>
                  </a:extLst>
                </p14:cNvPr>
                <p14:cNvContentPartPr/>
                <p14:nvPr/>
              </p14:nvContentPartPr>
              <p14:xfrm>
                <a:off x="2350013" y="2231133"/>
                <a:ext cx="294480" cy="322920"/>
              </p14:xfrm>
            </p:contentPart>
          </mc:Choice>
          <mc:Fallback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F2D0D0AC-5257-44FD-BB6C-2F9850F3875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341013" y="2222133"/>
                  <a:ext cx="31212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159DA880-327F-4865-884C-5EABF64E9879}"/>
                    </a:ext>
                  </a:extLst>
                </p14:cNvPr>
                <p14:cNvContentPartPr/>
                <p14:nvPr/>
              </p14:nvContentPartPr>
              <p14:xfrm>
                <a:off x="2746733" y="2565213"/>
                <a:ext cx="42120" cy="206640"/>
              </p14:xfrm>
            </p:contentPart>
          </mc:Choice>
          <mc:Fallback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159DA880-327F-4865-884C-5EABF64E987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738093" y="2556573"/>
                  <a:ext cx="597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6251E826-AC4A-42B2-9048-8F6C90BF1E16}"/>
                    </a:ext>
                  </a:extLst>
                </p14:cNvPr>
                <p14:cNvContentPartPr/>
                <p14:nvPr/>
              </p14:nvContentPartPr>
              <p14:xfrm>
                <a:off x="1723613" y="1238613"/>
                <a:ext cx="2113200" cy="168120"/>
              </p14:xfrm>
            </p:contentPart>
          </mc:Choice>
          <mc:Fallback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6251E826-AC4A-42B2-9048-8F6C90BF1E1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714973" y="1229613"/>
                  <a:ext cx="213084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29D21224-2C34-4D67-988E-7BB7E15A735A}"/>
                    </a:ext>
                  </a:extLst>
                </p14:cNvPr>
                <p14:cNvContentPartPr/>
                <p14:nvPr/>
              </p14:nvContentPartPr>
              <p14:xfrm>
                <a:off x="2715053" y="1654413"/>
                <a:ext cx="834840" cy="70560"/>
              </p14:xfrm>
            </p:contentPart>
          </mc:Choice>
          <mc:Fallback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29D21224-2C34-4D67-988E-7BB7E15A735A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706413" y="1645773"/>
                  <a:ext cx="8524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0" name="墨迹 39">
                  <a:extLst>
                    <a:ext uri="{FF2B5EF4-FFF2-40B4-BE49-F238E27FC236}">
                      <a16:creationId xmlns:a16="http://schemas.microsoft.com/office/drawing/2014/main" id="{E2FB5952-1242-4730-89E9-03F4212330C9}"/>
                    </a:ext>
                  </a:extLst>
                </p14:cNvPr>
                <p14:cNvContentPartPr/>
                <p14:nvPr/>
              </p14:nvContentPartPr>
              <p14:xfrm>
                <a:off x="2564213" y="1454613"/>
                <a:ext cx="369000" cy="365760"/>
              </p14:xfrm>
            </p:contentPart>
          </mc:Choice>
          <mc:Fallback>
            <p:pic>
              <p:nvPicPr>
                <p:cNvPr id="40" name="墨迹 39">
                  <a:extLst>
                    <a:ext uri="{FF2B5EF4-FFF2-40B4-BE49-F238E27FC236}">
                      <a16:creationId xmlns:a16="http://schemas.microsoft.com/office/drawing/2014/main" id="{E2FB5952-1242-4730-89E9-03F4212330C9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555573" y="1445973"/>
                  <a:ext cx="38664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8BACCA7B-58FD-483A-9F8E-1E5F43B75B80}"/>
                    </a:ext>
                  </a:extLst>
                </p14:cNvPr>
                <p14:cNvContentPartPr/>
                <p14:nvPr/>
              </p14:nvContentPartPr>
              <p14:xfrm>
                <a:off x="2239493" y="1443453"/>
                <a:ext cx="381600" cy="384480"/>
              </p14:xfrm>
            </p:contentPart>
          </mc:Choice>
          <mc:Fallback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8BACCA7B-58FD-483A-9F8E-1E5F43B75B8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230493" y="1434813"/>
                  <a:ext cx="39924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B15D3125-8EA7-4448-B77D-F6F8BF6FB1F1}"/>
                    </a:ext>
                  </a:extLst>
                </p14:cNvPr>
                <p14:cNvContentPartPr/>
                <p14:nvPr/>
              </p14:nvContentPartPr>
              <p14:xfrm>
                <a:off x="2338853" y="1528413"/>
                <a:ext cx="276840" cy="283680"/>
              </p14:xfrm>
            </p:contentPart>
          </mc:Choice>
          <mc:Fallback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B15D3125-8EA7-4448-B77D-F6F8BF6FB1F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330213" y="1519413"/>
                  <a:ext cx="29448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4" name="墨迹 43">
                  <a:extLst>
                    <a:ext uri="{FF2B5EF4-FFF2-40B4-BE49-F238E27FC236}">
                      <a16:creationId xmlns:a16="http://schemas.microsoft.com/office/drawing/2014/main" id="{B139F6C9-1F63-49B1-AB5D-2BCD3D91CE3C}"/>
                    </a:ext>
                  </a:extLst>
                </p14:cNvPr>
                <p14:cNvContentPartPr/>
                <p14:nvPr/>
              </p14:nvContentPartPr>
              <p14:xfrm>
                <a:off x="3791093" y="1484493"/>
                <a:ext cx="207000" cy="21960"/>
              </p14:xfrm>
            </p:contentPart>
          </mc:Choice>
          <mc:Fallback>
            <p:pic>
              <p:nvPicPr>
                <p:cNvPr id="44" name="墨迹 43">
                  <a:extLst>
                    <a:ext uri="{FF2B5EF4-FFF2-40B4-BE49-F238E27FC236}">
                      <a16:creationId xmlns:a16="http://schemas.microsoft.com/office/drawing/2014/main" id="{B139F6C9-1F63-49B1-AB5D-2BCD3D91CE3C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3782453" y="1475493"/>
                  <a:ext cx="2246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5" name="墨迹 44">
                  <a:extLst>
                    <a:ext uri="{FF2B5EF4-FFF2-40B4-BE49-F238E27FC236}">
                      <a16:creationId xmlns:a16="http://schemas.microsoft.com/office/drawing/2014/main" id="{4281AF9F-6EDF-4D95-A8DB-0836C63FB607}"/>
                    </a:ext>
                  </a:extLst>
                </p14:cNvPr>
                <p14:cNvContentPartPr/>
                <p14:nvPr/>
              </p14:nvContentPartPr>
              <p14:xfrm>
                <a:off x="3711893" y="1538493"/>
                <a:ext cx="413280" cy="359640"/>
              </p14:xfrm>
            </p:contentPart>
          </mc:Choice>
          <mc:Fallback>
            <p:pic>
              <p:nvPicPr>
                <p:cNvPr id="45" name="墨迹 44">
                  <a:extLst>
                    <a:ext uri="{FF2B5EF4-FFF2-40B4-BE49-F238E27FC236}">
                      <a16:creationId xmlns:a16="http://schemas.microsoft.com/office/drawing/2014/main" id="{4281AF9F-6EDF-4D95-A8DB-0836C63FB60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3703253" y="1529493"/>
                  <a:ext cx="43092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9E9F65A9-1589-4A68-AC5D-D25771109CA1}"/>
                    </a:ext>
                  </a:extLst>
                </p14:cNvPr>
                <p14:cNvContentPartPr/>
                <p14:nvPr/>
              </p14:nvContentPartPr>
              <p14:xfrm>
                <a:off x="4194653" y="1447773"/>
                <a:ext cx="41400" cy="17640"/>
              </p14:xfrm>
            </p:contentPart>
          </mc:Choice>
          <mc:Fallback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9E9F65A9-1589-4A68-AC5D-D25771109CA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186013" y="1439133"/>
                  <a:ext cx="590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47" name="墨迹 46">
                  <a:extLst>
                    <a:ext uri="{FF2B5EF4-FFF2-40B4-BE49-F238E27FC236}">
                      <a16:creationId xmlns:a16="http://schemas.microsoft.com/office/drawing/2014/main" id="{6F4975A8-12F8-43B7-8A1E-EAEF896A0412}"/>
                    </a:ext>
                  </a:extLst>
                </p14:cNvPr>
                <p14:cNvContentPartPr/>
                <p14:nvPr/>
              </p14:nvContentPartPr>
              <p14:xfrm>
                <a:off x="4141013" y="1426893"/>
                <a:ext cx="47160" cy="226080"/>
              </p14:xfrm>
            </p:contentPart>
          </mc:Choice>
          <mc:Fallback>
            <p:pic>
              <p:nvPicPr>
                <p:cNvPr id="47" name="墨迹 46">
                  <a:extLst>
                    <a:ext uri="{FF2B5EF4-FFF2-40B4-BE49-F238E27FC236}">
                      <a16:creationId xmlns:a16="http://schemas.microsoft.com/office/drawing/2014/main" id="{6F4975A8-12F8-43B7-8A1E-EAEF896A041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4132373" y="1418253"/>
                  <a:ext cx="648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48" name="墨迹 47">
                  <a:extLst>
                    <a:ext uri="{FF2B5EF4-FFF2-40B4-BE49-F238E27FC236}">
                      <a16:creationId xmlns:a16="http://schemas.microsoft.com/office/drawing/2014/main" id="{BCBE5AA6-6E5F-40E6-9EB7-6079DC856A73}"/>
                    </a:ext>
                  </a:extLst>
                </p14:cNvPr>
                <p14:cNvContentPartPr/>
                <p14:nvPr/>
              </p14:nvContentPartPr>
              <p14:xfrm>
                <a:off x="4142453" y="1361373"/>
                <a:ext cx="223560" cy="247680"/>
              </p14:xfrm>
            </p:contentPart>
          </mc:Choice>
          <mc:Fallback>
            <p:pic>
              <p:nvPicPr>
                <p:cNvPr id="48" name="墨迹 47">
                  <a:extLst>
                    <a:ext uri="{FF2B5EF4-FFF2-40B4-BE49-F238E27FC236}">
                      <a16:creationId xmlns:a16="http://schemas.microsoft.com/office/drawing/2014/main" id="{BCBE5AA6-6E5F-40E6-9EB7-6079DC856A73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133453" y="1352733"/>
                  <a:ext cx="24120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49" name="墨迹 48">
                  <a:extLst>
                    <a:ext uri="{FF2B5EF4-FFF2-40B4-BE49-F238E27FC236}">
                      <a16:creationId xmlns:a16="http://schemas.microsoft.com/office/drawing/2014/main" id="{17B2C080-80D9-4A17-B0ED-1D57844D7A65}"/>
                    </a:ext>
                  </a:extLst>
                </p14:cNvPr>
                <p14:cNvContentPartPr/>
                <p14:nvPr/>
              </p14:nvContentPartPr>
              <p14:xfrm>
                <a:off x="4110413" y="1539213"/>
                <a:ext cx="373680" cy="370080"/>
              </p14:xfrm>
            </p:contentPart>
          </mc:Choice>
          <mc:Fallback>
            <p:pic>
              <p:nvPicPr>
                <p:cNvPr id="49" name="墨迹 48">
                  <a:extLst>
                    <a:ext uri="{FF2B5EF4-FFF2-40B4-BE49-F238E27FC236}">
                      <a16:creationId xmlns:a16="http://schemas.microsoft.com/office/drawing/2014/main" id="{17B2C080-80D9-4A17-B0ED-1D57844D7A6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101773" y="1530573"/>
                  <a:ext cx="39132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0" name="墨迹 49">
                  <a:extLst>
                    <a:ext uri="{FF2B5EF4-FFF2-40B4-BE49-F238E27FC236}">
                      <a16:creationId xmlns:a16="http://schemas.microsoft.com/office/drawing/2014/main" id="{6EAEEDC0-1A61-41BD-84FE-E0E72DFABB66}"/>
                    </a:ext>
                  </a:extLst>
                </p14:cNvPr>
                <p14:cNvContentPartPr/>
                <p14:nvPr/>
              </p14:nvContentPartPr>
              <p14:xfrm>
                <a:off x="4533773" y="1465053"/>
                <a:ext cx="160560" cy="393840"/>
              </p14:xfrm>
            </p:contentPart>
          </mc:Choice>
          <mc:Fallback>
            <p:pic>
              <p:nvPicPr>
                <p:cNvPr id="50" name="墨迹 49">
                  <a:extLst>
                    <a:ext uri="{FF2B5EF4-FFF2-40B4-BE49-F238E27FC236}">
                      <a16:creationId xmlns:a16="http://schemas.microsoft.com/office/drawing/2014/main" id="{6EAEEDC0-1A61-41BD-84FE-E0E72DFABB6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524773" y="1456053"/>
                  <a:ext cx="17820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1" name="墨迹 50">
                  <a:extLst>
                    <a:ext uri="{FF2B5EF4-FFF2-40B4-BE49-F238E27FC236}">
                      <a16:creationId xmlns:a16="http://schemas.microsoft.com/office/drawing/2014/main" id="{B74569A8-3144-4F1E-B975-56CDB1959B41}"/>
                    </a:ext>
                  </a:extLst>
                </p14:cNvPr>
                <p14:cNvContentPartPr/>
                <p14:nvPr/>
              </p14:nvContentPartPr>
              <p14:xfrm>
                <a:off x="4603613" y="1636053"/>
                <a:ext cx="102600" cy="227520"/>
              </p14:xfrm>
            </p:contentPart>
          </mc:Choice>
          <mc:Fallback>
            <p:pic>
              <p:nvPicPr>
                <p:cNvPr id="51" name="墨迹 50">
                  <a:extLst>
                    <a:ext uri="{FF2B5EF4-FFF2-40B4-BE49-F238E27FC236}">
                      <a16:creationId xmlns:a16="http://schemas.microsoft.com/office/drawing/2014/main" id="{B74569A8-3144-4F1E-B975-56CDB1959B41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594613" y="1627413"/>
                  <a:ext cx="12024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2" name="墨迹 51">
                  <a:extLst>
                    <a:ext uri="{FF2B5EF4-FFF2-40B4-BE49-F238E27FC236}">
                      <a16:creationId xmlns:a16="http://schemas.microsoft.com/office/drawing/2014/main" id="{51BB0C4C-0CA5-4039-9E80-32F8999DE033}"/>
                    </a:ext>
                  </a:extLst>
                </p14:cNvPr>
                <p14:cNvContentPartPr/>
                <p14:nvPr/>
              </p14:nvContentPartPr>
              <p14:xfrm>
                <a:off x="4589933" y="1737933"/>
                <a:ext cx="148680" cy="173520"/>
              </p14:xfrm>
            </p:contentPart>
          </mc:Choice>
          <mc:Fallback>
            <p:pic>
              <p:nvPicPr>
                <p:cNvPr id="52" name="墨迹 51">
                  <a:extLst>
                    <a:ext uri="{FF2B5EF4-FFF2-40B4-BE49-F238E27FC236}">
                      <a16:creationId xmlns:a16="http://schemas.microsoft.com/office/drawing/2014/main" id="{51BB0C4C-0CA5-4039-9E80-32F8999DE033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581293" y="1728933"/>
                  <a:ext cx="1663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3" name="墨迹 52">
                  <a:extLst>
                    <a:ext uri="{FF2B5EF4-FFF2-40B4-BE49-F238E27FC236}">
                      <a16:creationId xmlns:a16="http://schemas.microsoft.com/office/drawing/2014/main" id="{C6C8A94F-60CD-4F44-A1A0-1734B25E643B}"/>
                    </a:ext>
                  </a:extLst>
                </p14:cNvPr>
                <p14:cNvContentPartPr/>
                <p14:nvPr/>
              </p14:nvContentPartPr>
              <p14:xfrm>
                <a:off x="4842293" y="1432653"/>
                <a:ext cx="147240" cy="470880"/>
              </p14:xfrm>
            </p:contentPart>
          </mc:Choice>
          <mc:Fallback>
            <p:pic>
              <p:nvPicPr>
                <p:cNvPr id="53" name="墨迹 52">
                  <a:extLst>
                    <a:ext uri="{FF2B5EF4-FFF2-40B4-BE49-F238E27FC236}">
                      <a16:creationId xmlns:a16="http://schemas.microsoft.com/office/drawing/2014/main" id="{C6C8A94F-60CD-4F44-A1A0-1734B25E643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833653" y="1423653"/>
                  <a:ext cx="164880" cy="48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54" name="墨迹 53">
                  <a:extLst>
                    <a:ext uri="{FF2B5EF4-FFF2-40B4-BE49-F238E27FC236}">
                      <a16:creationId xmlns:a16="http://schemas.microsoft.com/office/drawing/2014/main" id="{79F52009-114B-4F05-B4ED-8518F559928A}"/>
                    </a:ext>
                  </a:extLst>
                </p14:cNvPr>
                <p14:cNvContentPartPr/>
                <p14:nvPr/>
              </p14:nvContentPartPr>
              <p14:xfrm>
                <a:off x="5133533" y="1436253"/>
                <a:ext cx="280080" cy="105480"/>
              </p14:xfrm>
            </p:contentPart>
          </mc:Choice>
          <mc:Fallback>
            <p:pic>
              <p:nvPicPr>
                <p:cNvPr id="54" name="墨迹 53">
                  <a:extLst>
                    <a:ext uri="{FF2B5EF4-FFF2-40B4-BE49-F238E27FC236}">
                      <a16:creationId xmlns:a16="http://schemas.microsoft.com/office/drawing/2014/main" id="{79F52009-114B-4F05-B4ED-8518F559928A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5124533" y="1427613"/>
                  <a:ext cx="2977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55" name="墨迹 54">
                  <a:extLst>
                    <a:ext uri="{FF2B5EF4-FFF2-40B4-BE49-F238E27FC236}">
                      <a16:creationId xmlns:a16="http://schemas.microsoft.com/office/drawing/2014/main" id="{9B937313-8DC9-4D4E-A399-58D76783B278}"/>
                    </a:ext>
                  </a:extLst>
                </p14:cNvPr>
                <p14:cNvContentPartPr/>
                <p14:nvPr/>
              </p14:nvContentPartPr>
              <p14:xfrm>
                <a:off x="5190413" y="1344093"/>
                <a:ext cx="414360" cy="461880"/>
              </p14:xfrm>
            </p:contentPart>
          </mc:Choice>
          <mc:Fallback>
            <p:pic>
              <p:nvPicPr>
                <p:cNvPr id="55" name="墨迹 54">
                  <a:extLst>
                    <a:ext uri="{FF2B5EF4-FFF2-40B4-BE49-F238E27FC236}">
                      <a16:creationId xmlns:a16="http://schemas.microsoft.com/office/drawing/2014/main" id="{9B937313-8DC9-4D4E-A399-58D76783B278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5181773" y="1335453"/>
                  <a:ext cx="43200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56" name="墨迹 55">
                  <a:extLst>
                    <a:ext uri="{FF2B5EF4-FFF2-40B4-BE49-F238E27FC236}">
                      <a16:creationId xmlns:a16="http://schemas.microsoft.com/office/drawing/2014/main" id="{584315E7-0409-466D-8938-471456E9063B}"/>
                    </a:ext>
                  </a:extLst>
                </p14:cNvPr>
                <p14:cNvContentPartPr/>
                <p14:nvPr/>
              </p14:nvContentPartPr>
              <p14:xfrm>
                <a:off x="5479853" y="1229973"/>
                <a:ext cx="190800" cy="189360"/>
              </p14:xfrm>
            </p:contentPart>
          </mc:Choice>
          <mc:Fallback>
            <p:pic>
              <p:nvPicPr>
                <p:cNvPr id="56" name="墨迹 55">
                  <a:extLst>
                    <a:ext uri="{FF2B5EF4-FFF2-40B4-BE49-F238E27FC236}">
                      <a16:creationId xmlns:a16="http://schemas.microsoft.com/office/drawing/2014/main" id="{584315E7-0409-466D-8938-471456E9063B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470853" y="1220973"/>
                  <a:ext cx="2084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57" name="墨迹 56">
                  <a:extLst>
                    <a:ext uri="{FF2B5EF4-FFF2-40B4-BE49-F238E27FC236}">
                      <a16:creationId xmlns:a16="http://schemas.microsoft.com/office/drawing/2014/main" id="{BCD87FA3-C279-4479-8E90-3FD2E662E234}"/>
                    </a:ext>
                  </a:extLst>
                </p14:cNvPr>
                <p14:cNvContentPartPr/>
                <p14:nvPr/>
              </p14:nvContentPartPr>
              <p14:xfrm>
                <a:off x="5560133" y="1330413"/>
                <a:ext cx="123120" cy="141840"/>
              </p14:xfrm>
            </p:contentPart>
          </mc:Choice>
          <mc:Fallback>
            <p:pic>
              <p:nvPicPr>
                <p:cNvPr id="57" name="墨迹 56">
                  <a:extLst>
                    <a:ext uri="{FF2B5EF4-FFF2-40B4-BE49-F238E27FC236}">
                      <a16:creationId xmlns:a16="http://schemas.microsoft.com/office/drawing/2014/main" id="{BCD87FA3-C279-4479-8E90-3FD2E662E234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551133" y="1321773"/>
                  <a:ext cx="1407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58" name="墨迹 57">
                  <a:extLst>
                    <a:ext uri="{FF2B5EF4-FFF2-40B4-BE49-F238E27FC236}">
                      <a16:creationId xmlns:a16="http://schemas.microsoft.com/office/drawing/2014/main" id="{DB7350C3-6948-4AFC-B77F-91A89709DE62}"/>
                    </a:ext>
                  </a:extLst>
                </p14:cNvPr>
                <p14:cNvContentPartPr/>
                <p14:nvPr/>
              </p14:nvContentPartPr>
              <p14:xfrm>
                <a:off x="5471933" y="1506813"/>
                <a:ext cx="236160" cy="177480"/>
              </p14:xfrm>
            </p:contentPart>
          </mc:Choice>
          <mc:Fallback>
            <p:pic>
              <p:nvPicPr>
                <p:cNvPr id="58" name="墨迹 57">
                  <a:extLst>
                    <a:ext uri="{FF2B5EF4-FFF2-40B4-BE49-F238E27FC236}">
                      <a16:creationId xmlns:a16="http://schemas.microsoft.com/office/drawing/2014/main" id="{DB7350C3-6948-4AFC-B77F-91A89709DE62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462933" y="1497813"/>
                  <a:ext cx="2538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59" name="墨迹 58">
                  <a:extLst>
                    <a:ext uri="{FF2B5EF4-FFF2-40B4-BE49-F238E27FC236}">
                      <a16:creationId xmlns:a16="http://schemas.microsoft.com/office/drawing/2014/main" id="{D1AF2ABA-8B46-4225-9889-46EF04098FC9}"/>
                    </a:ext>
                  </a:extLst>
                </p14:cNvPr>
                <p14:cNvContentPartPr/>
                <p14:nvPr/>
              </p14:nvContentPartPr>
              <p14:xfrm>
                <a:off x="5503613" y="1512573"/>
                <a:ext cx="190800" cy="216000"/>
              </p14:xfrm>
            </p:contentPart>
          </mc:Choice>
          <mc:Fallback>
            <p:pic>
              <p:nvPicPr>
                <p:cNvPr id="59" name="墨迹 58">
                  <a:extLst>
                    <a:ext uri="{FF2B5EF4-FFF2-40B4-BE49-F238E27FC236}">
                      <a16:creationId xmlns:a16="http://schemas.microsoft.com/office/drawing/2014/main" id="{D1AF2ABA-8B46-4225-9889-46EF04098FC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494613" y="1503933"/>
                  <a:ext cx="2084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0" name="墨迹 59">
                  <a:extLst>
                    <a:ext uri="{FF2B5EF4-FFF2-40B4-BE49-F238E27FC236}">
                      <a16:creationId xmlns:a16="http://schemas.microsoft.com/office/drawing/2014/main" id="{D7E5FBD8-D0F1-42B3-A734-96D702374648}"/>
                    </a:ext>
                  </a:extLst>
                </p14:cNvPr>
                <p14:cNvContentPartPr/>
                <p14:nvPr/>
              </p14:nvContentPartPr>
              <p14:xfrm>
                <a:off x="5938133" y="1253733"/>
                <a:ext cx="169200" cy="379440"/>
              </p14:xfrm>
            </p:contentPart>
          </mc:Choice>
          <mc:Fallback>
            <p:pic>
              <p:nvPicPr>
                <p:cNvPr id="60" name="墨迹 59">
                  <a:extLst>
                    <a:ext uri="{FF2B5EF4-FFF2-40B4-BE49-F238E27FC236}">
                      <a16:creationId xmlns:a16="http://schemas.microsoft.com/office/drawing/2014/main" id="{D7E5FBD8-D0F1-42B3-A734-96D702374648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929133" y="1244733"/>
                  <a:ext cx="18684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61" name="墨迹 60">
                  <a:extLst>
                    <a:ext uri="{FF2B5EF4-FFF2-40B4-BE49-F238E27FC236}">
                      <a16:creationId xmlns:a16="http://schemas.microsoft.com/office/drawing/2014/main" id="{18042DCC-AAAB-4F37-8133-F57AA4EAEBA6}"/>
                    </a:ext>
                  </a:extLst>
                </p14:cNvPr>
                <p14:cNvContentPartPr/>
                <p14:nvPr/>
              </p14:nvContentPartPr>
              <p14:xfrm>
                <a:off x="5879093" y="1465773"/>
                <a:ext cx="342360" cy="86040"/>
              </p14:xfrm>
            </p:contentPart>
          </mc:Choice>
          <mc:Fallback>
            <p:pic>
              <p:nvPicPr>
                <p:cNvPr id="61" name="墨迹 60">
                  <a:extLst>
                    <a:ext uri="{FF2B5EF4-FFF2-40B4-BE49-F238E27FC236}">
                      <a16:creationId xmlns:a16="http://schemas.microsoft.com/office/drawing/2014/main" id="{18042DCC-AAAB-4F37-8133-F57AA4EAEBA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870453" y="1456773"/>
                  <a:ext cx="3600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62" name="墨迹 61">
                  <a:extLst>
                    <a:ext uri="{FF2B5EF4-FFF2-40B4-BE49-F238E27FC236}">
                      <a16:creationId xmlns:a16="http://schemas.microsoft.com/office/drawing/2014/main" id="{20E30AA2-5995-44AA-8334-26D5226FED8E}"/>
                    </a:ext>
                  </a:extLst>
                </p14:cNvPr>
                <p14:cNvContentPartPr/>
                <p14:nvPr/>
              </p14:nvContentPartPr>
              <p14:xfrm>
                <a:off x="6106973" y="1178853"/>
                <a:ext cx="35280" cy="182160"/>
              </p14:xfrm>
            </p:contentPart>
          </mc:Choice>
          <mc:Fallback>
            <p:pic>
              <p:nvPicPr>
                <p:cNvPr id="62" name="墨迹 61">
                  <a:extLst>
                    <a:ext uri="{FF2B5EF4-FFF2-40B4-BE49-F238E27FC236}">
                      <a16:creationId xmlns:a16="http://schemas.microsoft.com/office/drawing/2014/main" id="{20E30AA2-5995-44AA-8334-26D5226FED8E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098333" y="1169853"/>
                  <a:ext cx="529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63" name="墨迹 62">
                  <a:extLst>
                    <a:ext uri="{FF2B5EF4-FFF2-40B4-BE49-F238E27FC236}">
                      <a16:creationId xmlns:a16="http://schemas.microsoft.com/office/drawing/2014/main" id="{5DA6EC1B-6103-4E54-9FCE-1FD7CB9B966C}"/>
                    </a:ext>
                  </a:extLst>
                </p14:cNvPr>
                <p14:cNvContentPartPr/>
                <p14:nvPr/>
              </p14:nvContentPartPr>
              <p14:xfrm>
                <a:off x="5737613" y="1278213"/>
                <a:ext cx="435960" cy="435960"/>
              </p14:xfrm>
            </p:contentPart>
          </mc:Choice>
          <mc:Fallback>
            <p:pic>
              <p:nvPicPr>
                <p:cNvPr id="63" name="墨迹 62">
                  <a:extLst>
                    <a:ext uri="{FF2B5EF4-FFF2-40B4-BE49-F238E27FC236}">
                      <a16:creationId xmlns:a16="http://schemas.microsoft.com/office/drawing/2014/main" id="{5DA6EC1B-6103-4E54-9FCE-1FD7CB9B966C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728613" y="1269213"/>
                  <a:ext cx="45360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66" name="墨迹 65">
                  <a:extLst>
                    <a:ext uri="{FF2B5EF4-FFF2-40B4-BE49-F238E27FC236}">
                      <a16:creationId xmlns:a16="http://schemas.microsoft.com/office/drawing/2014/main" id="{1E6FE6F4-FCB1-4FA3-AE13-29F55BBCF077}"/>
                    </a:ext>
                  </a:extLst>
                </p14:cNvPr>
                <p14:cNvContentPartPr/>
                <p14:nvPr/>
              </p14:nvContentPartPr>
              <p14:xfrm>
                <a:off x="1945373" y="2753493"/>
                <a:ext cx="90360" cy="486720"/>
              </p14:xfrm>
            </p:contentPart>
          </mc:Choice>
          <mc:Fallback>
            <p:pic>
              <p:nvPicPr>
                <p:cNvPr id="66" name="墨迹 65">
                  <a:extLst>
                    <a:ext uri="{FF2B5EF4-FFF2-40B4-BE49-F238E27FC236}">
                      <a16:creationId xmlns:a16="http://schemas.microsoft.com/office/drawing/2014/main" id="{1E6FE6F4-FCB1-4FA3-AE13-29F55BBCF077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936733" y="2744853"/>
                  <a:ext cx="10800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67" name="墨迹 66">
                  <a:extLst>
                    <a:ext uri="{FF2B5EF4-FFF2-40B4-BE49-F238E27FC236}">
                      <a16:creationId xmlns:a16="http://schemas.microsoft.com/office/drawing/2014/main" id="{CA03006A-C23D-44FC-9677-8DC82D209F2D}"/>
                    </a:ext>
                  </a:extLst>
                </p14:cNvPr>
                <p14:cNvContentPartPr/>
                <p14:nvPr/>
              </p14:nvContentPartPr>
              <p14:xfrm>
                <a:off x="1868333" y="3130773"/>
                <a:ext cx="277920" cy="228240"/>
              </p14:xfrm>
            </p:contentPart>
          </mc:Choice>
          <mc:Fallback>
            <p:pic>
              <p:nvPicPr>
                <p:cNvPr id="67" name="墨迹 66">
                  <a:extLst>
                    <a:ext uri="{FF2B5EF4-FFF2-40B4-BE49-F238E27FC236}">
                      <a16:creationId xmlns:a16="http://schemas.microsoft.com/office/drawing/2014/main" id="{CA03006A-C23D-44FC-9677-8DC82D209F2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859693" y="3121773"/>
                  <a:ext cx="29556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68" name="墨迹 67">
                  <a:extLst>
                    <a:ext uri="{FF2B5EF4-FFF2-40B4-BE49-F238E27FC236}">
                      <a16:creationId xmlns:a16="http://schemas.microsoft.com/office/drawing/2014/main" id="{953122AA-AAAF-4BFD-8C1B-000C5C72BAF5}"/>
                    </a:ext>
                  </a:extLst>
                </p14:cNvPr>
                <p14:cNvContentPartPr/>
                <p14:nvPr/>
              </p14:nvContentPartPr>
              <p14:xfrm>
                <a:off x="749093" y="3599853"/>
                <a:ext cx="71280" cy="47880"/>
              </p14:xfrm>
            </p:contentPart>
          </mc:Choice>
          <mc:Fallback>
            <p:pic>
              <p:nvPicPr>
                <p:cNvPr id="68" name="墨迹 67">
                  <a:extLst>
                    <a:ext uri="{FF2B5EF4-FFF2-40B4-BE49-F238E27FC236}">
                      <a16:creationId xmlns:a16="http://schemas.microsoft.com/office/drawing/2014/main" id="{953122AA-AAAF-4BFD-8C1B-000C5C72BAF5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40453" y="3591213"/>
                  <a:ext cx="889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69" name="墨迹 68">
                  <a:extLst>
                    <a:ext uri="{FF2B5EF4-FFF2-40B4-BE49-F238E27FC236}">
                      <a16:creationId xmlns:a16="http://schemas.microsoft.com/office/drawing/2014/main" id="{1BD0722B-0A92-4E9E-B78C-1F6A54D85B1A}"/>
                    </a:ext>
                  </a:extLst>
                </p14:cNvPr>
                <p14:cNvContentPartPr/>
                <p14:nvPr/>
              </p14:nvContentPartPr>
              <p14:xfrm>
                <a:off x="996773" y="3644493"/>
                <a:ext cx="470520" cy="21960"/>
              </p14:xfrm>
            </p:contentPart>
          </mc:Choice>
          <mc:Fallback>
            <p:pic>
              <p:nvPicPr>
                <p:cNvPr id="69" name="墨迹 68">
                  <a:extLst>
                    <a:ext uri="{FF2B5EF4-FFF2-40B4-BE49-F238E27FC236}">
                      <a16:creationId xmlns:a16="http://schemas.microsoft.com/office/drawing/2014/main" id="{1BD0722B-0A92-4E9E-B78C-1F6A54D85B1A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987773" y="3635853"/>
                  <a:ext cx="4881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0" name="墨迹 69">
                  <a:extLst>
                    <a:ext uri="{FF2B5EF4-FFF2-40B4-BE49-F238E27FC236}">
                      <a16:creationId xmlns:a16="http://schemas.microsoft.com/office/drawing/2014/main" id="{561321F6-8AB0-4140-9BE0-D3EB7F36272A}"/>
                    </a:ext>
                  </a:extLst>
                </p14:cNvPr>
                <p14:cNvContentPartPr/>
                <p14:nvPr/>
              </p14:nvContentPartPr>
              <p14:xfrm>
                <a:off x="1813973" y="3656013"/>
                <a:ext cx="514800" cy="83160"/>
              </p14:xfrm>
            </p:contentPart>
          </mc:Choice>
          <mc:Fallback>
            <p:pic>
              <p:nvPicPr>
                <p:cNvPr id="70" name="墨迹 69">
                  <a:extLst>
                    <a:ext uri="{FF2B5EF4-FFF2-40B4-BE49-F238E27FC236}">
                      <a16:creationId xmlns:a16="http://schemas.microsoft.com/office/drawing/2014/main" id="{561321F6-8AB0-4140-9BE0-D3EB7F36272A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805333" y="3647373"/>
                  <a:ext cx="5324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1" name="墨迹 70">
                  <a:extLst>
                    <a:ext uri="{FF2B5EF4-FFF2-40B4-BE49-F238E27FC236}">
                      <a16:creationId xmlns:a16="http://schemas.microsoft.com/office/drawing/2014/main" id="{CDEF8DF3-8320-4730-87FB-FF789C017A34}"/>
                    </a:ext>
                  </a:extLst>
                </p14:cNvPr>
                <p14:cNvContentPartPr/>
                <p14:nvPr/>
              </p14:nvContentPartPr>
              <p14:xfrm>
                <a:off x="2678333" y="3697773"/>
                <a:ext cx="481680" cy="64440"/>
              </p14:xfrm>
            </p:contentPart>
          </mc:Choice>
          <mc:Fallback>
            <p:pic>
              <p:nvPicPr>
                <p:cNvPr id="71" name="墨迹 70">
                  <a:extLst>
                    <a:ext uri="{FF2B5EF4-FFF2-40B4-BE49-F238E27FC236}">
                      <a16:creationId xmlns:a16="http://schemas.microsoft.com/office/drawing/2014/main" id="{CDEF8DF3-8320-4730-87FB-FF789C017A34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2669693" y="3689133"/>
                  <a:ext cx="4993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74" name="墨迹 73">
                  <a:extLst>
                    <a:ext uri="{FF2B5EF4-FFF2-40B4-BE49-F238E27FC236}">
                      <a16:creationId xmlns:a16="http://schemas.microsoft.com/office/drawing/2014/main" id="{C9F22588-4BE2-4751-987C-CA6F7CA4418C}"/>
                    </a:ext>
                  </a:extLst>
                </p14:cNvPr>
                <p14:cNvContentPartPr/>
                <p14:nvPr/>
              </p14:nvContentPartPr>
              <p14:xfrm>
                <a:off x="1469093" y="3489333"/>
                <a:ext cx="487800" cy="262440"/>
              </p14:xfrm>
            </p:contentPart>
          </mc:Choice>
          <mc:Fallback>
            <p:pic>
              <p:nvPicPr>
                <p:cNvPr id="74" name="墨迹 73">
                  <a:extLst>
                    <a:ext uri="{FF2B5EF4-FFF2-40B4-BE49-F238E27FC236}">
                      <a16:creationId xmlns:a16="http://schemas.microsoft.com/office/drawing/2014/main" id="{C9F22588-4BE2-4751-987C-CA6F7CA4418C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460453" y="3480333"/>
                  <a:ext cx="50544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75" name="墨迹 74">
                  <a:extLst>
                    <a:ext uri="{FF2B5EF4-FFF2-40B4-BE49-F238E27FC236}">
                      <a16:creationId xmlns:a16="http://schemas.microsoft.com/office/drawing/2014/main" id="{12D56279-4C27-4248-854B-7D3745ADB2E5}"/>
                    </a:ext>
                  </a:extLst>
                </p14:cNvPr>
                <p14:cNvContentPartPr/>
                <p14:nvPr/>
              </p14:nvContentPartPr>
              <p14:xfrm>
                <a:off x="1816493" y="3387813"/>
                <a:ext cx="151560" cy="367200"/>
              </p14:xfrm>
            </p:contentPart>
          </mc:Choice>
          <mc:Fallback>
            <p:pic>
              <p:nvPicPr>
                <p:cNvPr id="75" name="墨迹 74">
                  <a:extLst>
                    <a:ext uri="{FF2B5EF4-FFF2-40B4-BE49-F238E27FC236}">
                      <a16:creationId xmlns:a16="http://schemas.microsoft.com/office/drawing/2014/main" id="{12D56279-4C27-4248-854B-7D3745ADB2E5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807853" y="3379173"/>
                  <a:ext cx="16920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76" name="墨迹 75">
                  <a:extLst>
                    <a:ext uri="{FF2B5EF4-FFF2-40B4-BE49-F238E27FC236}">
                      <a16:creationId xmlns:a16="http://schemas.microsoft.com/office/drawing/2014/main" id="{00109B39-FCEB-4B92-B7ED-229785509943}"/>
                    </a:ext>
                  </a:extLst>
                </p14:cNvPr>
                <p14:cNvContentPartPr/>
                <p14:nvPr/>
              </p14:nvContentPartPr>
              <p14:xfrm>
                <a:off x="1983173" y="3517413"/>
                <a:ext cx="202320" cy="273960"/>
              </p14:xfrm>
            </p:contentPart>
          </mc:Choice>
          <mc:Fallback>
            <p:pic>
              <p:nvPicPr>
                <p:cNvPr id="76" name="墨迹 75">
                  <a:extLst>
                    <a:ext uri="{FF2B5EF4-FFF2-40B4-BE49-F238E27FC236}">
                      <a16:creationId xmlns:a16="http://schemas.microsoft.com/office/drawing/2014/main" id="{00109B39-FCEB-4B92-B7ED-229785509943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974533" y="3508413"/>
                  <a:ext cx="219960" cy="29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78" name="墨迹 77">
                  <a:extLst>
                    <a:ext uri="{FF2B5EF4-FFF2-40B4-BE49-F238E27FC236}">
                      <a16:creationId xmlns:a16="http://schemas.microsoft.com/office/drawing/2014/main" id="{AF745266-769B-414A-9B64-98844B97F6C1}"/>
                    </a:ext>
                  </a:extLst>
                </p14:cNvPr>
                <p14:cNvContentPartPr/>
                <p14:nvPr/>
              </p14:nvContentPartPr>
              <p14:xfrm>
                <a:off x="1731173" y="3816213"/>
                <a:ext cx="134280" cy="523440"/>
              </p14:xfrm>
            </p:contentPart>
          </mc:Choice>
          <mc:Fallback>
            <p:pic>
              <p:nvPicPr>
                <p:cNvPr id="78" name="墨迹 77">
                  <a:extLst>
                    <a:ext uri="{FF2B5EF4-FFF2-40B4-BE49-F238E27FC236}">
                      <a16:creationId xmlns:a16="http://schemas.microsoft.com/office/drawing/2014/main" id="{AF745266-769B-414A-9B64-98844B97F6C1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722533" y="3807573"/>
                  <a:ext cx="151920" cy="54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79" name="墨迹 78">
                  <a:extLst>
                    <a:ext uri="{FF2B5EF4-FFF2-40B4-BE49-F238E27FC236}">
                      <a16:creationId xmlns:a16="http://schemas.microsoft.com/office/drawing/2014/main" id="{90F841A7-C360-4611-A0CE-D80CA83B930D}"/>
                    </a:ext>
                  </a:extLst>
                </p14:cNvPr>
                <p14:cNvContentPartPr/>
                <p14:nvPr/>
              </p14:nvContentPartPr>
              <p14:xfrm>
                <a:off x="1608053" y="4233453"/>
                <a:ext cx="436320" cy="325440"/>
              </p14:xfrm>
            </p:contentPart>
          </mc:Choice>
          <mc:Fallback>
            <p:pic>
              <p:nvPicPr>
                <p:cNvPr id="79" name="墨迹 78">
                  <a:extLst>
                    <a:ext uri="{FF2B5EF4-FFF2-40B4-BE49-F238E27FC236}">
                      <a16:creationId xmlns:a16="http://schemas.microsoft.com/office/drawing/2014/main" id="{90F841A7-C360-4611-A0CE-D80CA83B930D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599053" y="4224813"/>
                  <a:ext cx="45396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1" name="墨迹 80">
                  <a:extLst>
                    <a:ext uri="{FF2B5EF4-FFF2-40B4-BE49-F238E27FC236}">
                      <a16:creationId xmlns:a16="http://schemas.microsoft.com/office/drawing/2014/main" id="{288C1566-4388-42DC-BE3E-5235F19D7329}"/>
                    </a:ext>
                  </a:extLst>
                </p14:cNvPr>
                <p14:cNvContentPartPr/>
                <p14:nvPr/>
              </p14:nvContentPartPr>
              <p14:xfrm>
                <a:off x="946373" y="4602813"/>
                <a:ext cx="267840" cy="372600"/>
              </p14:xfrm>
            </p:contentPart>
          </mc:Choice>
          <mc:Fallback>
            <p:pic>
              <p:nvPicPr>
                <p:cNvPr id="81" name="墨迹 80">
                  <a:extLst>
                    <a:ext uri="{FF2B5EF4-FFF2-40B4-BE49-F238E27FC236}">
                      <a16:creationId xmlns:a16="http://schemas.microsoft.com/office/drawing/2014/main" id="{288C1566-4388-42DC-BE3E-5235F19D7329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37373" y="4593813"/>
                  <a:ext cx="28548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2" name="墨迹 81">
                  <a:extLst>
                    <a:ext uri="{FF2B5EF4-FFF2-40B4-BE49-F238E27FC236}">
                      <a16:creationId xmlns:a16="http://schemas.microsoft.com/office/drawing/2014/main" id="{F2B1142C-FDDC-4B80-8091-99CB52A002E5}"/>
                    </a:ext>
                  </a:extLst>
                </p14:cNvPr>
                <p14:cNvContentPartPr/>
                <p14:nvPr/>
              </p14:nvContentPartPr>
              <p14:xfrm>
                <a:off x="1198733" y="4718373"/>
                <a:ext cx="195480" cy="177120"/>
              </p14:xfrm>
            </p:contentPart>
          </mc:Choice>
          <mc:Fallback>
            <p:pic>
              <p:nvPicPr>
                <p:cNvPr id="82" name="墨迹 81">
                  <a:extLst>
                    <a:ext uri="{FF2B5EF4-FFF2-40B4-BE49-F238E27FC236}">
                      <a16:creationId xmlns:a16="http://schemas.microsoft.com/office/drawing/2014/main" id="{F2B1142C-FDDC-4B80-8091-99CB52A002E5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189733" y="4709733"/>
                  <a:ext cx="2131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83" name="墨迹 82">
                  <a:extLst>
                    <a:ext uri="{FF2B5EF4-FFF2-40B4-BE49-F238E27FC236}">
                      <a16:creationId xmlns:a16="http://schemas.microsoft.com/office/drawing/2014/main" id="{1ADE5A71-F751-43D6-B298-60A8DF0ABECD}"/>
                    </a:ext>
                  </a:extLst>
                </p14:cNvPr>
                <p14:cNvContentPartPr/>
                <p14:nvPr/>
              </p14:nvContentPartPr>
              <p14:xfrm>
                <a:off x="1470533" y="4712973"/>
                <a:ext cx="220320" cy="219600"/>
              </p14:xfrm>
            </p:contentPart>
          </mc:Choice>
          <mc:Fallback>
            <p:pic>
              <p:nvPicPr>
                <p:cNvPr id="83" name="墨迹 82">
                  <a:extLst>
                    <a:ext uri="{FF2B5EF4-FFF2-40B4-BE49-F238E27FC236}">
                      <a16:creationId xmlns:a16="http://schemas.microsoft.com/office/drawing/2014/main" id="{1ADE5A71-F751-43D6-B298-60A8DF0ABECD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461533" y="4704333"/>
                  <a:ext cx="2379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84" name="墨迹 83">
                  <a:extLst>
                    <a:ext uri="{FF2B5EF4-FFF2-40B4-BE49-F238E27FC236}">
                      <a16:creationId xmlns:a16="http://schemas.microsoft.com/office/drawing/2014/main" id="{C99C7CF7-E6AD-41BF-97E4-B802C2CDFC42}"/>
                    </a:ext>
                  </a:extLst>
                </p14:cNvPr>
                <p14:cNvContentPartPr/>
                <p14:nvPr/>
              </p14:nvContentPartPr>
              <p14:xfrm>
                <a:off x="1823333" y="4608933"/>
                <a:ext cx="171000" cy="358560"/>
              </p14:xfrm>
            </p:contentPart>
          </mc:Choice>
          <mc:Fallback>
            <p:pic>
              <p:nvPicPr>
                <p:cNvPr id="84" name="墨迹 83">
                  <a:extLst>
                    <a:ext uri="{FF2B5EF4-FFF2-40B4-BE49-F238E27FC236}">
                      <a16:creationId xmlns:a16="http://schemas.microsoft.com/office/drawing/2014/main" id="{C99C7CF7-E6AD-41BF-97E4-B802C2CDFC42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814693" y="4599933"/>
                  <a:ext cx="18864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85" name="墨迹 84">
                  <a:extLst>
                    <a:ext uri="{FF2B5EF4-FFF2-40B4-BE49-F238E27FC236}">
                      <a16:creationId xmlns:a16="http://schemas.microsoft.com/office/drawing/2014/main" id="{8A1ED5EB-DDAB-4DC4-908E-7B86F26B1109}"/>
                    </a:ext>
                  </a:extLst>
                </p14:cNvPr>
                <p14:cNvContentPartPr/>
                <p14:nvPr/>
              </p14:nvContentPartPr>
              <p14:xfrm>
                <a:off x="2008013" y="4700013"/>
                <a:ext cx="149040" cy="234000"/>
              </p14:xfrm>
            </p:contentPart>
          </mc:Choice>
          <mc:Fallback>
            <p:pic>
              <p:nvPicPr>
                <p:cNvPr id="85" name="墨迹 84">
                  <a:extLst>
                    <a:ext uri="{FF2B5EF4-FFF2-40B4-BE49-F238E27FC236}">
                      <a16:creationId xmlns:a16="http://schemas.microsoft.com/office/drawing/2014/main" id="{8A1ED5EB-DDAB-4DC4-908E-7B86F26B1109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999373" y="4691373"/>
                  <a:ext cx="16668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86" name="墨迹 85">
                  <a:extLst>
                    <a:ext uri="{FF2B5EF4-FFF2-40B4-BE49-F238E27FC236}">
                      <a16:creationId xmlns:a16="http://schemas.microsoft.com/office/drawing/2014/main" id="{9626E38F-E137-42AC-AE65-B2DAC061998C}"/>
                    </a:ext>
                  </a:extLst>
                </p14:cNvPr>
                <p14:cNvContentPartPr/>
                <p14:nvPr/>
              </p14:nvContentPartPr>
              <p14:xfrm>
                <a:off x="2244533" y="4718733"/>
                <a:ext cx="163800" cy="209880"/>
              </p14:xfrm>
            </p:contentPart>
          </mc:Choice>
          <mc:Fallback>
            <p:pic>
              <p:nvPicPr>
                <p:cNvPr id="86" name="墨迹 85">
                  <a:extLst>
                    <a:ext uri="{FF2B5EF4-FFF2-40B4-BE49-F238E27FC236}">
                      <a16:creationId xmlns:a16="http://schemas.microsoft.com/office/drawing/2014/main" id="{9626E38F-E137-42AC-AE65-B2DAC061998C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235533" y="4710093"/>
                  <a:ext cx="18144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87" name="墨迹 86">
                  <a:extLst>
                    <a:ext uri="{FF2B5EF4-FFF2-40B4-BE49-F238E27FC236}">
                      <a16:creationId xmlns:a16="http://schemas.microsoft.com/office/drawing/2014/main" id="{22D57CC4-5C36-4D0A-8CC9-E9616BD341F8}"/>
                    </a:ext>
                  </a:extLst>
                </p14:cNvPr>
                <p14:cNvContentPartPr/>
                <p14:nvPr/>
              </p14:nvContentPartPr>
              <p14:xfrm>
                <a:off x="2464133" y="4614333"/>
                <a:ext cx="317880" cy="384840"/>
              </p14:xfrm>
            </p:contentPart>
          </mc:Choice>
          <mc:Fallback>
            <p:pic>
              <p:nvPicPr>
                <p:cNvPr id="87" name="墨迹 86">
                  <a:extLst>
                    <a:ext uri="{FF2B5EF4-FFF2-40B4-BE49-F238E27FC236}">
                      <a16:creationId xmlns:a16="http://schemas.microsoft.com/office/drawing/2014/main" id="{22D57CC4-5C36-4D0A-8CC9-E9616BD341F8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455493" y="4605693"/>
                  <a:ext cx="33552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88" name="墨迹 87">
                  <a:extLst>
                    <a:ext uri="{FF2B5EF4-FFF2-40B4-BE49-F238E27FC236}">
                      <a16:creationId xmlns:a16="http://schemas.microsoft.com/office/drawing/2014/main" id="{BCBCE2D0-FB73-4A84-BAC6-29802021A3BE}"/>
                    </a:ext>
                  </a:extLst>
                </p14:cNvPr>
                <p14:cNvContentPartPr/>
                <p14:nvPr/>
              </p14:nvContentPartPr>
              <p14:xfrm>
                <a:off x="1064093" y="5301213"/>
                <a:ext cx="322920" cy="58680"/>
              </p14:xfrm>
            </p:contentPart>
          </mc:Choice>
          <mc:Fallback>
            <p:pic>
              <p:nvPicPr>
                <p:cNvPr id="88" name="墨迹 87">
                  <a:extLst>
                    <a:ext uri="{FF2B5EF4-FFF2-40B4-BE49-F238E27FC236}">
                      <a16:creationId xmlns:a16="http://schemas.microsoft.com/office/drawing/2014/main" id="{BCBCE2D0-FB73-4A84-BAC6-29802021A3BE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055093" y="5292573"/>
                  <a:ext cx="3405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89" name="墨迹 88">
                  <a:extLst>
                    <a:ext uri="{FF2B5EF4-FFF2-40B4-BE49-F238E27FC236}">
                      <a16:creationId xmlns:a16="http://schemas.microsoft.com/office/drawing/2014/main" id="{6C588C6C-43F1-4C28-BE61-9E4E8802DAB1}"/>
                    </a:ext>
                  </a:extLst>
                </p14:cNvPr>
                <p14:cNvContentPartPr/>
                <p14:nvPr/>
              </p14:nvContentPartPr>
              <p14:xfrm>
                <a:off x="1164893" y="5179893"/>
                <a:ext cx="139320" cy="399240"/>
              </p14:xfrm>
            </p:contentPart>
          </mc:Choice>
          <mc:Fallback>
            <p:pic>
              <p:nvPicPr>
                <p:cNvPr id="89" name="墨迹 88">
                  <a:extLst>
                    <a:ext uri="{FF2B5EF4-FFF2-40B4-BE49-F238E27FC236}">
                      <a16:creationId xmlns:a16="http://schemas.microsoft.com/office/drawing/2014/main" id="{6C588C6C-43F1-4C28-BE61-9E4E8802DAB1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156253" y="5170893"/>
                  <a:ext cx="15696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0" name="墨迹 89">
                  <a:extLst>
                    <a:ext uri="{FF2B5EF4-FFF2-40B4-BE49-F238E27FC236}">
                      <a16:creationId xmlns:a16="http://schemas.microsoft.com/office/drawing/2014/main" id="{6C0F6330-62BC-497D-86C6-1EBCEC2BF297}"/>
                    </a:ext>
                  </a:extLst>
                </p14:cNvPr>
                <p14:cNvContentPartPr/>
                <p14:nvPr/>
              </p14:nvContentPartPr>
              <p14:xfrm>
                <a:off x="1311053" y="5339733"/>
                <a:ext cx="188280" cy="218880"/>
              </p14:xfrm>
            </p:contentPart>
          </mc:Choice>
          <mc:Fallback>
            <p:pic>
              <p:nvPicPr>
                <p:cNvPr id="90" name="墨迹 89">
                  <a:extLst>
                    <a:ext uri="{FF2B5EF4-FFF2-40B4-BE49-F238E27FC236}">
                      <a16:creationId xmlns:a16="http://schemas.microsoft.com/office/drawing/2014/main" id="{6C0F6330-62BC-497D-86C6-1EBCEC2BF297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302053" y="5331093"/>
                  <a:ext cx="20592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1" name="墨迹 90">
                  <a:extLst>
                    <a:ext uri="{FF2B5EF4-FFF2-40B4-BE49-F238E27FC236}">
                      <a16:creationId xmlns:a16="http://schemas.microsoft.com/office/drawing/2014/main" id="{B7FB5A65-AABC-47BF-8825-3F0860515DA3}"/>
                    </a:ext>
                  </a:extLst>
                </p14:cNvPr>
                <p14:cNvContentPartPr/>
                <p14:nvPr/>
              </p14:nvContentPartPr>
              <p14:xfrm>
                <a:off x="1617413" y="5132373"/>
                <a:ext cx="484560" cy="429120"/>
              </p14:xfrm>
            </p:contentPart>
          </mc:Choice>
          <mc:Fallback>
            <p:pic>
              <p:nvPicPr>
                <p:cNvPr id="91" name="墨迹 90">
                  <a:extLst>
                    <a:ext uri="{FF2B5EF4-FFF2-40B4-BE49-F238E27FC236}">
                      <a16:creationId xmlns:a16="http://schemas.microsoft.com/office/drawing/2014/main" id="{B7FB5A65-AABC-47BF-8825-3F0860515DA3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608413" y="5123373"/>
                  <a:ext cx="50220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92" name="墨迹 91">
                  <a:extLst>
                    <a:ext uri="{FF2B5EF4-FFF2-40B4-BE49-F238E27FC236}">
                      <a16:creationId xmlns:a16="http://schemas.microsoft.com/office/drawing/2014/main" id="{FE724383-42AB-4779-B7EE-9005A84917E4}"/>
                    </a:ext>
                  </a:extLst>
                </p14:cNvPr>
                <p14:cNvContentPartPr/>
                <p14:nvPr/>
              </p14:nvContentPartPr>
              <p14:xfrm>
                <a:off x="2010173" y="5197173"/>
                <a:ext cx="320040" cy="305640"/>
              </p14:xfrm>
            </p:contentPart>
          </mc:Choice>
          <mc:Fallback>
            <p:pic>
              <p:nvPicPr>
                <p:cNvPr id="92" name="墨迹 91">
                  <a:extLst>
                    <a:ext uri="{FF2B5EF4-FFF2-40B4-BE49-F238E27FC236}">
                      <a16:creationId xmlns:a16="http://schemas.microsoft.com/office/drawing/2014/main" id="{FE724383-42AB-4779-B7EE-9005A84917E4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2001533" y="5188173"/>
                  <a:ext cx="33768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93" name="墨迹 92">
                  <a:extLst>
                    <a:ext uri="{FF2B5EF4-FFF2-40B4-BE49-F238E27FC236}">
                      <a16:creationId xmlns:a16="http://schemas.microsoft.com/office/drawing/2014/main" id="{B9A07242-47E0-4B43-8DA3-FFE75705F3E4}"/>
                    </a:ext>
                  </a:extLst>
                </p14:cNvPr>
                <p14:cNvContentPartPr/>
                <p14:nvPr/>
              </p14:nvContentPartPr>
              <p14:xfrm>
                <a:off x="703373" y="4692813"/>
                <a:ext cx="229320" cy="2079720"/>
              </p14:xfrm>
            </p:contentPart>
          </mc:Choice>
          <mc:Fallback>
            <p:pic>
              <p:nvPicPr>
                <p:cNvPr id="93" name="墨迹 92">
                  <a:extLst>
                    <a:ext uri="{FF2B5EF4-FFF2-40B4-BE49-F238E27FC236}">
                      <a16:creationId xmlns:a16="http://schemas.microsoft.com/office/drawing/2014/main" id="{B9A07242-47E0-4B43-8DA3-FFE75705F3E4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94373" y="4684173"/>
                  <a:ext cx="246960" cy="20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94" name="墨迹 93">
                  <a:extLst>
                    <a:ext uri="{FF2B5EF4-FFF2-40B4-BE49-F238E27FC236}">
                      <a16:creationId xmlns:a16="http://schemas.microsoft.com/office/drawing/2014/main" id="{CA71561B-A666-4E3B-BF11-3E932E13F9E0}"/>
                    </a:ext>
                  </a:extLst>
                </p14:cNvPr>
                <p14:cNvContentPartPr/>
                <p14:nvPr/>
              </p14:nvContentPartPr>
              <p14:xfrm>
                <a:off x="1358573" y="6135333"/>
                <a:ext cx="40320" cy="88920"/>
              </p14:xfrm>
            </p:contentPart>
          </mc:Choice>
          <mc:Fallback>
            <p:pic>
              <p:nvPicPr>
                <p:cNvPr id="94" name="墨迹 93">
                  <a:extLst>
                    <a:ext uri="{FF2B5EF4-FFF2-40B4-BE49-F238E27FC236}">
                      <a16:creationId xmlns:a16="http://schemas.microsoft.com/office/drawing/2014/main" id="{CA71561B-A666-4E3B-BF11-3E932E13F9E0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349573" y="6126693"/>
                  <a:ext cx="579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95" name="墨迹 94">
                  <a:extLst>
                    <a:ext uri="{FF2B5EF4-FFF2-40B4-BE49-F238E27FC236}">
                      <a16:creationId xmlns:a16="http://schemas.microsoft.com/office/drawing/2014/main" id="{D3525BF1-62A0-4131-882E-A65F09B29A3A}"/>
                    </a:ext>
                  </a:extLst>
                </p14:cNvPr>
                <p14:cNvContentPartPr/>
                <p14:nvPr/>
              </p14:nvContentPartPr>
              <p14:xfrm>
                <a:off x="1364333" y="6331893"/>
                <a:ext cx="164160" cy="133560"/>
              </p14:xfrm>
            </p:contentPart>
          </mc:Choice>
          <mc:Fallback>
            <p:pic>
              <p:nvPicPr>
                <p:cNvPr id="95" name="墨迹 94">
                  <a:extLst>
                    <a:ext uri="{FF2B5EF4-FFF2-40B4-BE49-F238E27FC236}">
                      <a16:creationId xmlns:a16="http://schemas.microsoft.com/office/drawing/2014/main" id="{D3525BF1-62A0-4131-882E-A65F09B29A3A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355693" y="6322893"/>
                  <a:ext cx="1818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97" name="墨迹 96">
                  <a:extLst>
                    <a:ext uri="{FF2B5EF4-FFF2-40B4-BE49-F238E27FC236}">
                      <a16:creationId xmlns:a16="http://schemas.microsoft.com/office/drawing/2014/main" id="{FB2954D3-F0EA-4A49-9854-8A94DF03AD5C}"/>
                    </a:ext>
                  </a:extLst>
                </p14:cNvPr>
                <p14:cNvContentPartPr/>
                <p14:nvPr/>
              </p14:nvContentPartPr>
              <p14:xfrm>
                <a:off x="1513733" y="5468253"/>
                <a:ext cx="17280" cy="72360"/>
              </p14:xfrm>
            </p:contentPart>
          </mc:Choice>
          <mc:Fallback>
            <p:pic>
              <p:nvPicPr>
                <p:cNvPr id="97" name="墨迹 96">
                  <a:extLst>
                    <a:ext uri="{FF2B5EF4-FFF2-40B4-BE49-F238E27FC236}">
                      <a16:creationId xmlns:a16="http://schemas.microsoft.com/office/drawing/2014/main" id="{FB2954D3-F0EA-4A49-9854-8A94DF03AD5C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504733" y="5459253"/>
                  <a:ext cx="349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96" name="墨迹 95">
                  <a:extLst>
                    <a:ext uri="{FF2B5EF4-FFF2-40B4-BE49-F238E27FC236}">
                      <a16:creationId xmlns:a16="http://schemas.microsoft.com/office/drawing/2014/main" id="{5980AEB6-A25A-4760-9292-743112F9173F}"/>
                    </a:ext>
                  </a:extLst>
                </p14:cNvPr>
                <p14:cNvContentPartPr/>
                <p14:nvPr/>
              </p14:nvContentPartPr>
              <p14:xfrm>
                <a:off x="1437053" y="6786213"/>
                <a:ext cx="43200" cy="21960"/>
              </p14:xfrm>
            </p:contentPart>
          </mc:Choice>
          <mc:Fallback>
            <p:pic>
              <p:nvPicPr>
                <p:cNvPr id="96" name="墨迹 95">
                  <a:extLst>
                    <a:ext uri="{FF2B5EF4-FFF2-40B4-BE49-F238E27FC236}">
                      <a16:creationId xmlns:a16="http://schemas.microsoft.com/office/drawing/2014/main" id="{5980AEB6-A25A-4760-9292-743112F9173F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428053" y="6777573"/>
                  <a:ext cx="608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98" name="墨迹 97">
                  <a:extLst>
                    <a:ext uri="{FF2B5EF4-FFF2-40B4-BE49-F238E27FC236}">
                      <a16:creationId xmlns:a16="http://schemas.microsoft.com/office/drawing/2014/main" id="{FED6EB53-0D1E-48B7-90E0-5D88A2252D4C}"/>
                    </a:ext>
                  </a:extLst>
                </p14:cNvPr>
                <p14:cNvContentPartPr/>
                <p14:nvPr/>
              </p14:nvContentPartPr>
              <p14:xfrm>
                <a:off x="1558013" y="6820053"/>
                <a:ext cx="22680" cy="6120"/>
              </p14:xfrm>
            </p:contentPart>
          </mc:Choice>
          <mc:Fallback>
            <p:pic>
              <p:nvPicPr>
                <p:cNvPr id="98" name="墨迹 97">
                  <a:extLst>
                    <a:ext uri="{FF2B5EF4-FFF2-40B4-BE49-F238E27FC236}">
                      <a16:creationId xmlns:a16="http://schemas.microsoft.com/office/drawing/2014/main" id="{FED6EB53-0D1E-48B7-90E0-5D88A2252D4C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549373" y="6811053"/>
                  <a:ext cx="403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01" name="墨迹 100">
                  <a:extLst>
                    <a:ext uri="{FF2B5EF4-FFF2-40B4-BE49-F238E27FC236}">
                      <a16:creationId xmlns:a16="http://schemas.microsoft.com/office/drawing/2014/main" id="{425A01E7-2125-4620-9A80-F4081E03AF5D}"/>
                    </a:ext>
                  </a:extLst>
                </p14:cNvPr>
                <p14:cNvContentPartPr/>
                <p14:nvPr/>
              </p14:nvContentPartPr>
              <p14:xfrm>
                <a:off x="2290973" y="4808013"/>
                <a:ext cx="17280" cy="6120"/>
              </p14:xfrm>
            </p:contentPart>
          </mc:Choice>
          <mc:Fallback>
            <p:pic>
              <p:nvPicPr>
                <p:cNvPr id="101" name="墨迹 100">
                  <a:extLst>
                    <a:ext uri="{FF2B5EF4-FFF2-40B4-BE49-F238E27FC236}">
                      <a16:creationId xmlns:a16="http://schemas.microsoft.com/office/drawing/2014/main" id="{425A01E7-2125-4620-9A80-F4081E03AF5D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2282333" y="4799373"/>
                  <a:ext cx="349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02" name="墨迹 101">
                  <a:extLst>
                    <a:ext uri="{FF2B5EF4-FFF2-40B4-BE49-F238E27FC236}">
                      <a16:creationId xmlns:a16="http://schemas.microsoft.com/office/drawing/2014/main" id="{BE2589E8-D3C9-4A71-B5E4-612605A5833B}"/>
                    </a:ext>
                  </a:extLst>
                </p14:cNvPr>
                <p14:cNvContentPartPr/>
                <p14:nvPr/>
              </p14:nvContentPartPr>
              <p14:xfrm>
                <a:off x="2573573" y="4703613"/>
                <a:ext cx="38880" cy="15480"/>
              </p14:xfrm>
            </p:contentPart>
          </mc:Choice>
          <mc:Fallback>
            <p:pic>
              <p:nvPicPr>
                <p:cNvPr id="102" name="墨迹 101">
                  <a:extLst>
                    <a:ext uri="{FF2B5EF4-FFF2-40B4-BE49-F238E27FC236}">
                      <a16:creationId xmlns:a16="http://schemas.microsoft.com/office/drawing/2014/main" id="{BE2589E8-D3C9-4A71-B5E4-612605A5833B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2564573" y="4694973"/>
                  <a:ext cx="565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03" name="墨迹 102">
                  <a:extLst>
                    <a:ext uri="{FF2B5EF4-FFF2-40B4-BE49-F238E27FC236}">
                      <a16:creationId xmlns:a16="http://schemas.microsoft.com/office/drawing/2014/main" id="{22D06F66-BB91-4C4C-81F1-D7A925A874CB}"/>
                    </a:ext>
                  </a:extLst>
                </p14:cNvPr>
                <p14:cNvContentPartPr/>
                <p14:nvPr/>
              </p14:nvContentPartPr>
              <p14:xfrm>
                <a:off x="2866253" y="4648533"/>
                <a:ext cx="154800" cy="32040"/>
              </p14:xfrm>
            </p:contentPart>
          </mc:Choice>
          <mc:Fallback>
            <p:pic>
              <p:nvPicPr>
                <p:cNvPr id="103" name="墨迹 102">
                  <a:extLst>
                    <a:ext uri="{FF2B5EF4-FFF2-40B4-BE49-F238E27FC236}">
                      <a16:creationId xmlns:a16="http://schemas.microsoft.com/office/drawing/2014/main" id="{22D06F66-BB91-4C4C-81F1-D7A925A874CB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2857253" y="4639533"/>
                  <a:ext cx="1724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04" name="墨迹 103">
                  <a:extLst>
                    <a:ext uri="{FF2B5EF4-FFF2-40B4-BE49-F238E27FC236}">
                      <a16:creationId xmlns:a16="http://schemas.microsoft.com/office/drawing/2014/main" id="{890510E6-2E94-4CF7-8707-1329C5A5F3ED}"/>
                    </a:ext>
                  </a:extLst>
                </p14:cNvPr>
                <p14:cNvContentPartPr/>
                <p14:nvPr/>
              </p14:nvContentPartPr>
              <p14:xfrm>
                <a:off x="2837093" y="4780653"/>
                <a:ext cx="244440" cy="17640"/>
              </p14:xfrm>
            </p:contentPart>
          </mc:Choice>
          <mc:Fallback>
            <p:pic>
              <p:nvPicPr>
                <p:cNvPr id="104" name="墨迹 103">
                  <a:extLst>
                    <a:ext uri="{FF2B5EF4-FFF2-40B4-BE49-F238E27FC236}">
                      <a16:creationId xmlns:a16="http://schemas.microsoft.com/office/drawing/2014/main" id="{890510E6-2E94-4CF7-8707-1329C5A5F3ED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2828453" y="4772013"/>
                  <a:ext cx="2620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05" name="墨迹 104">
                  <a:extLst>
                    <a:ext uri="{FF2B5EF4-FFF2-40B4-BE49-F238E27FC236}">
                      <a16:creationId xmlns:a16="http://schemas.microsoft.com/office/drawing/2014/main" id="{BCE46F33-3126-4142-8536-10A2F59E64A6}"/>
                    </a:ext>
                  </a:extLst>
                </p14:cNvPr>
                <p14:cNvContentPartPr/>
                <p14:nvPr/>
              </p14:nvContentPartPr>
              <p14:xfrm>
                <a:off x="3234893" y="4496613"/>
                <a:ext cx="20880" cy="93960"/>
              </p14:xfrm>
            </p:contentPart>
          </mc:Choice>
          <mc:Fallback>
            <p:pic>
              <p:nvPicPr>
                <p:cNvPr id="105" name="墨迹 104">
                  <a:extLst>
                    <a:ext uri="{FF2B5EF4-FFF2-40B4-BE49-F238E27FC236}">
                      <a16:creationId xmlns:a16="http://schemas.microsoft.com/office/drawing/2014/main" id="{BCE46F33-3126-4142-8536-10A2F59E64A6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3225893" y="4487973"/>
                  <a:ext cx="385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06" name="墨迹 105">
                  <a:extLst>
                    <a:ext uri="{FF2B5EF4-FFF2-40B4-BE49-F238E27FC236}">
                      <a16:creationId xmlns:a16="http://schemas.microsoft.com/office/drawing/2014/main" id="{47DB3F2E-25F9-479E-8BC6-D8D9B1B06BB0}"/>
                    </a:ext>
                  </a:extLst>
                </p14:cNvPr>
                <p14:cNvContentPartPr/>
                <p14:nvPr/>
              </p14:nvContentPartPr>
              <p14:xfrm>
                <a:off x="3329573" y="4452693"/>
                <a:ext cx="20880" cy="101160"/>
              </p14:xfrm>
            </p:contentPart>
          </mc:Choice>
          <mc:Fallback>
            <p:pic>
              <p:nvPicPr>
                <p:cNvPr id="106" name="墨迹 105">
                  <a:extLst>
                    <a:ext uri="{FF2B5EF4-FFF2-40B4-BE49-F238E27FC236}">
                      <a16:creationId xmlns:a16="http://schemas.microsoft.com/office/drawing/2014/main" id="{47DB3F2E-25F9-479E-8BC6-D8D9B1B06BB0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3320573" y="4444053"/>
                  <a:ext cx="385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07" name="墨迹 106">
                  <a:extLst>
                    <a:ext uri="{FF2B5EF4-FFF2-40B4-BE49-F238E27FC236}">
                      <a16:creationId xmlns:a16="http://schemas.microsoft.com/office/drawing/2014/main" id="{7977D7C2-3989-471B-866A-351660E0BB24}"/>
                    </a:ext>
                  </a:extLst>
                </p14:cNvPr>
                <p14:cNvContentPartPr/>
                <p14:nvPr/>
              </p14:nvContentPartPr>
              <p14:xfrm>
                <a:off x="3725573" y="4474293"/>
                <a:ext cx="14760" cy="93960"/>
              </p14:xfrm>
            </p:contentPart>
          </mc:Choice>
          <mc:Fallback>
            <p:pic>
              <p:nvPicPr>
                <p:cNvPr id="107" name="墨迹 106">
                  <a:extLst>
                    <a:ext uri="{FF2B5EF4-FFF2-40B4-BE49-F238E27FC236}">
                      <a16:creationId xmlns:a16="http://schemas.microsoft.com/office/drawing/2014/main" id="{7977D7C2-3989-471B-866A-351660E0BB24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3716573" y="4465653"/>
                  <a:ext cx="324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08" name="墨迹 107">
                  <a:extLst>
                    <a:ext uri="{FF2B5EF4-FFF2-40B4-BE49-F238E27FC236}">
                      <a16:creationId xmlns:a16="http://schemas.microsoft.com/office/drawing/2014/main" id="{F8CF36CF-823F-4E5C-B060-C431658AB770}"/>
                    </a:ext>
                  </a:extLst>
                </p14:cNvPr>
                <p14:cNvContentPartPr/>
                <p14:nvPr/>
              </p14:nvContentPartPr>
              <p14:xfrm>
                <a:off x="3759773" y="4410933"/>
                <a:ext cx="62640" cy="160560"/>
              </p14:xfrm>
            </p:contentPart>
          </mc:Choice>
          <mc:Fallback>
            <p:pic>
              <p:nvPicPr>
                <p:cNvPr id="108" name="墨迹 107">
                  <a:extLst>
                    <a:ext uri="{FF2B5EF4-FFF2-40B4-BE49-F238E27FC236}">
                      <a16:creationId xmlns:a16="http://schemas.microsoft.com/office/drawing/2014/main" id="{F8CF36CF-823F-4E5C-B060-C431658AB770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3750773" y="4402293"/>
                  <a:ext cx="8028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09" name="墨迹 108">
                  <a:extLst>
                    <a:ext uri="{FF2B5EF4-FFF2-40B4-BE49-F238E27FC236}">
                      <a16:creationId xmlns:a16="http://schemas.microsoft.com/office/drawing/2014/main" id="{70F3EC50-7AED-48E6-8411-20E1DECF7781}"/>
                    </a:ext>
                  </a:extLst>
                </p14:cNvPr>
                <p14:cNvContentPartPr/>
                <p14:nvPr/>
              </p14:nvContentPartPr>
              <p14:xfrm>
                <a:off x="2741693" y="5166213"/>
                <a:ext cx="155520" cy="24120"/>
              </p14:xfrm>
            </p:contentPart>
          </mc:Choice>
          <mc:Fallback>
            <p:pic>
              <p:nvPicPr>
                <p:cNvPr id="109" name="墨迹 108">
                  <a:extLst>
                    <a:ext uri="{FF2B5EF4-FFF2-40B4-BE49-F238E27FC236}">
                      <a16:creationId xmlns:a16="http://schemas.microsoft.com/office/drawing/2014/main" id="{70F3EC50-7AED-48E6-8411-20E1DECF7781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2732693" y="5157213"/>
                  <a:ext cx="1731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10" name="墨迹 109">
                  <a:extLst>
                    <a:ext uri="{FF2B5EF4-FFF2-40B4-BE49-F238E27FC236}">
                      <a16:creationId xmlns:a16="http://schemas.microsoft.com/office/drawing/2014/main" id="{F67484F3-EF6D-4E62-8F0F-B0D7F064F9F1}"/>
                    </a:ext>
                  </a:extLst>
                </p14:cNvPr>
                <p14:cNvContentPartPr/>
                <p14:nvPr/>
              </p14:nvContentPartPr>
              <p14:xfrm>
                <a:off x="2648453" y="5278173"/>
                <a:ext cx="322200" cy="99720"/>
              </p14:xfrm>
            </p:contentPart>
          </mc:Choice>
          <mc:Fallback>
            <p:pic>
              <p:nvPicPr>
                <p:cNvPr id="110" name="墨迹 109">
                  <a:extLst>
                    <a:ext uri="{FF2B5EF4-FFF2-40B4-BE49-F238E27FC236}">
                      <a16:creationId xmlns:a16="http://schemas.microsoft.com/office/drawing/2014/main" id="{F67484F3-EF6D-4E62-8F0F-B0D7F064F9F1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2639813" y="5269533"/>
                  <a:ext cx="3398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11" name="墨迹 110">
                  <a:extLst>
                    <a:ext uri="{FF2B5EF4-FFF2-40B4-BE49-F238E27FC236}">
                      <a16:creationId xmlns:a16="http://schemas.microsoft.com/office/drawing/2014/main" id="{3B5E89E0-9A9B-4551-A6AB-35B867B85E8E}"/>
                    </a:ext>
                  </a:extLst>
                </p14:cNvPr>
                <p14:cNvContentPartPr/>
                <p14:nvPr/>
              </p14:nvContentPartPr>
              <p14:xfrm>
                <a:off x="2608853" y="5124453"/>
                <a:ext cx="356760" cy="33480"/>
              </p14:xfrm>
            </p:contentPart>
          </mc:Choice>
          <mc:Fallback>
            <p:pic>
              <p:nvPicPr>
                <p:cNvPr id="111" name="墨迹 110">
                  <a:extLst>
                    <a:ext uri="{FF2B5EF4-FFF2-40B4-BE49-F238E27FC236}">
                      <a16:creationId xmlns:a16="http://schemas.microsoft.com/office/drawing/2014/main" id="{3B5E89E0-9A9B-4551-A6AB-35B867B85E8E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2600213" y="5115453"/>
                  <a:ext cx="3744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13" name="墨迹 112">
                  <a:extLst>
                    <a:ext uri="{FF2B5EF4-FFF2-40B4-BE49-F238E27FC236}">
                      <a16:creationId xmlns:a16="http://schemas.microsoft.com/office/drawing/2014/main" id="{D7996BCE-F681-40CE-80C7-5190358C31CF}"/>
                    </a:ext>
                  </a:extLst>
                </p14:cNvPr>
                <p14:cNvContentPartPr/>
                <p14:nvPr/>
              </p14:nvContentPartPr>
              <p14:xfrm>
                <a:off x="3239933" y="4784613"/>
                <a:ext cx="343440" cy="187920"/>
              </p14:xfrm>
            </p:contentPart>
          </mc:Choice>
          <mc:Fallback>
            <p:pic>
              <p:nvPicPr>
                <p:cNvPr id="113" name="墨迹 112">
                  <a:extLst>
                    <a:ext uri="{FF2B5EF4-FFF2-40B4-BE49-F238E27FC236}">
                      <a16:creationId xmlns:a16="http://schemas.microsoft.com/office/drawing/2014/main" id="{D7996BCE-F681-40CE-80C7-5190358C31CF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3231293" y="4775973"/>
                  <a:ext cx="3610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14" name="墨迹 113">
                  <a:extLst>
                    <a:ext uri="{FF2B5EF4-FFF2-40B4-BE49-F238E27FC236}">
                      <a16:creationId xmlns:a16="http://schemas.microsoft.com/office/drawing/2014/main" id="{F8B3AD75-5480-4649-BF7C-51A21AEF6EEA}"/>
                    </a:ext>
                  </a:extLst>
                </p14:cNvPr>
                <p14:cNvContentPartPr/>
                <p14:nvPr/>
              </p14:nvContentPartPr>
              <p14:xfrm>
                <a:off x="3630173" y="4689933"/>
                <a:ext cx="232200" cy="279720"/>
              </p14:xfrm>
            </p:contentPart>
          </mc:Choice>
          <mc:Fallback>
            <p:pic>
              <p:nvPicPr>
                <p:cNvPr id="114" name="墨迹 113">
                  <a:extLst>
                    <a:ext uri="{FF2B5EF4-FFF2-40B4-BE49-F238E27FC236}">
                      <a16:creationId xmlns:a16="http://schemas.microsoft.com/office/drawing/2014/main" id="{F8B3AD75-5480-4649-BF7C-51A21AEF6EEA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3621533" y="4681293"/>
                  <a:ext cx="249840" cy="29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15" name="墨迹 114">
                  <a:extLst>
                    <a:ext uri="{FF2B5EF4-FFF2-40B4-BE49-F238E27FC236}">
                      <a16:creationId xmlns:a16="http://schemas.microsoft.com/office/drawing/2014/main" id="{D4A23C46-2983-484A-8438-600EBCF30DE3}"/>
                    </a:ext>
                  </a:extLst>
                </p14:cNvPr>
                <p14:cNvContentPartPr/>
                <p14:nvPr/>
              </p14:nvContentPartPr>
              <p14:xfrm>
                <a:off x="3986933" y="4599933"/>
                <a:ext cx="299520" cy="265680"/>
              </p14:xfrm>
            </p:contentPart>
          </mc:Choice>
          <mc:Fallback>
            <p:pic>
              <p:nvPicPr>
                <p:cNvPr id="115" name="墨迹 114">
                  <a:extLst>
                    <a:ext uri="{FF2B5EF4-FFF2-40B4-BE49-F238E27FC236}">
                      <a16:creationId xmlns:a16="http://schemas.microsoft.com/office/drawing/2014/main" id="{D4A23C46-2983-484A-8438-600EBCF30DE3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3978293" y="4590933"/>
                  <a:ext cx="31716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17" name="墨迹 116">
                  <a:extLst>
                    <a:ext uri="{FF2B5EF4-FFF2-40B4-BE49-F238E27FC236}">
                      <a16:creationId xmlns:a16="http://schemas.microsoft.com/office/drawing/2014/main" id="{AE80C476-628D-4C6B-AF42-05FB0AADF962}"/>
                    </a:ext>
                  </a:extLst>
                </p14:cNvPr>
                <p14:cNvContentPartPr/>
                <p14:nvPr/>
              </p14:nvContentPartPr>
              <p14:xfrm>
                <a:off x="3680933" y="4980093"/>
                <a:ext cx="157320" cy="331200"/>
              </p14:xfrm>
            </p:contentPart>
          </mc:Choice>
          <mc:Fallback>
            <p:pic>
              <p:nvPicPr>
                <p:cNvPr id="117" name="墨迹 116">
                  <a:extLst>
                    <a:ext uri="{FF2B5EF4-FFF2-40B4-BE49-F238E27FC236}">
                      <a16:creationId xmlns:a16="http://schemas.microsoft.com/office/drawing/2014/main" id="{AE80C476-628D-4C6B-AF42-05FB0AADF962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3672293" y="4971453"/>
                  <a:ext cx="17496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19" name="墨迹 118">
                  <a:extLst>
                    <a:ext uri="{FF2B5EF4-FFF2-40B4-BE49-F238E27FC236}">
                      <a16:creationId xmlns:a16="http://schemas.microsoft.com/office/drawing/2014/main" id="{5DE54A10-5E7B-4139-856C-166C036F80C3}"/>
                    </a:ext>
                  </a:extLst>
                </p14:cNvPr>
                <p14:cNvContentPartPr/>
                <p14:nvPr/>
              </p14:nvContentPartPr>
              <p14:xfrm>
                <a:off x="3688853" y="5402733"/>
                <a:ext cx="235800" cy="248760"/>
              </p14:xfrm>
            </p:contentPart>
          </mc:Choice>
          <mc:Fallback>
            <p:pic>
              <p:nvPicPr>
                <p:cNvPr id="119" name="墨迹 118">
                  <a:extLst>
                    <a:ext uri="{FF2B5EF4-FFF2-40B4-BE49-F238E27FC236}">
                      <a16:creationId xmlns:a16="http://schemas.microsoft.com/office/drawing/2014/main" id="{5DE54A10-5E7B-4139-856C-166C036F80C3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3679853" y="5394093"/>
                  <a:ext cx="25344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21" name="墨迹 120">
                  <a:extLst>
                    <a:ext uri="{FF2B5EF4-FFF2-40B4-BE49-F238E27FC236}">
                      <a16:creationId xmlns:a16="http://schemas.microsoft.com/office/drawing/2014/main" id="{E7BD2BCE-D4F6-4A63-BDCE-9BE9EF745A1A}"/>
                    </a:ext>
                  </a:extLst>
                </p14:cNvPr>
                <p14:cNvContentPartPr/>
                <p14:nvPr/>
              </p14:nvContentPartPr>
              <p14:xfrm>
                <a:off x="2051213" y="3591933"/>
                <a:ext cx="45720" cy="33480"/>
              </p14:xfrm>
            </p:contentPart>
          </mc:Choice>
          <mc:Fallback>
            <p:pic>
              <p:nvPicPr>
                <p:cNvPr id="121" name="墨迹 120">
                  <a:extLst>
                    <a:ext uri="{FF2B5EF4-FFF2-40B4-BE49-F238E27FC236}">
                      <a16:creationId xmlns:a16="http://schemas.microsoft.com/office/drawing/2014/main" id="{E7BD2BCE-D4F6-4A63-BDCE-9BE9EF745A1A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2042573" y="3582933"/>
                  <a:ext cx="633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22" name="墨迹 121">
                  <a:extLst>
                    <a:ext uri="{FF2B5EF4-FFF2-40B4-BE49-F238E27FC236}">
                      <a16:creationId xmlns:a16="http://schemas.microsoft.com/office/drawing/2014/main" id="{4A2B111F-725E-4B25-A681-B24D7580465F}"/>
                    </a:ext>
                  </a:extLst>
                </p14:cNvPr>
                <p14:cNvContentPartPr/>
                <p14:nvPr/>
              </p14:nvContentPartPr>
              <p14:xfrm>
                <a:off x="1944653" y="4585173"/>
                <a:ext cx="35280" cy="15120"/>
              </p14:xfrm>
            </p:contentPart>
          </mc:Choice>
          <mc:Fallback>
            <p:pic>
              <p:nvPicPr>
                <p:cNvPr id="122" name="墨迹 121">
                  <a:extLst>
                    <a:ext uri="{FF2B5EF4-FFF2-40B4-BE49-F238E27FC236}">
                      <a16:creationId xmlns:a16="http://schemas.microsoft.com/office/drawing/2014/main" id="{4A2B111F-725E-4B25-A681-B24D7580465F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935653" y="4576173"/>
                  <a:ext cx="529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23" name="墨迹 122">
                  <a:extLst>
                    <a:ext uri="{FF2B5EF4-FFF2-40B4-BE49-F238E27FC236}">
                      <a16:creationId xmlns:a16="http://schemas.microsoft.com/office/drawing/2014/main" id="{2430DA1E-C1B9-48EA-A673-B8D02A25F7C0}"/>
                    </a:ext>
                  </a:extLst>
                </p14:cNvPr>
                <p14:cNvContentPartPr/>
                <p14:nvPr/>
              </p14:nvContentPartPr>
              <p14:xfrm>
                <a:off x="2245253" y="3549453"/>
                <a:ext cx="1656720" cy="559800"/>
              </p14:xfrm>
            </p:contentPart>
          </mc:Choice>
          <mc:Fallback>
            <p:pic>
              <p:nvPicPr>
                <p:cNvPr id="123" name="墨迹 122">
                  <a:extLst>
                    <a:ext uri="{FF2B5EF4-FFF2-40B4-BE49-F238E27FC236}">
                      <a16:creationId xmlns:a16="http://schemas.microsoft.com/office/drawing/2014/main" id="{2430DA1E-C1B9-48EA-A673-B8D02A25F7C0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2236253" y="3540453"/>
                  <a:ext cx="1674360" cy="57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24" name="墨迹 123">
                  <a:extLst>
                    <a:ext uri="{FF2B5EF4-FFF2-40B4-BE49-F238E27FC236}">
                      <a16:creationId xmlns:a16="http://schemas.microsoft.com/office/drawing/2014/main" id="{E8CC9FCD-802B-4E13-A103-63F29878EC48}"/>
                    </a:ext>
                  </a:extLst>
                </p14:cNvPr>
                <p14:cNvContentPartPr/>
                <p14:nvPr/>
              </p14:nvContentPartPr>
              <p14:xfrm>
                <a:off x="3742493" y="3383133"/>
                <a:ext cx="221400" cy="391320"/>
              </p14:xfrm>
            </p:contentPart>
          </mc:Choice>
          <mc:Fallback>
            <p:pic>
              <p:nvPicPr>
                <p:cNvPr id="124" name="墨迹 123">
                  <a:extLst>
                    <a:ext uri="{FF2B5EF4-FFF2-40B4-BE49-F238E27FC236}">
                      <a16:creationId xmlns:a16="http://schemas.microsoft.com/office/drawing/2014/main" id="{E8CC9FCD-802B-4E13-A103-63F29878EC48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3733853" y="3374133"/>
                  <a:ext cx="23904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26" name="墨迹 125">
                  <a:extLst>
                    <a:ext uri="{FF2B5EF4-FFF2-40B4-BE49-F238E27FC236}">
                      <a16:creationId xmlns:a16="http://schemas.microsoft.com/office/drawing/2014/main" id="{BBBCA978-DAB6-4C5A-B506-7BB358DCCCDE}"/>
                    </a:ext>
                  </a:extLst>
                </p14:cNvPr>
                <p14:cNvContentPartPr/>
                <p14:nvPr/>
              </p14:nvContentPartPr>
              <p14:xfrm>
                <a:off x="4155413" y="3237693"/>
                <a:ext cx="83880" cy="379440"/>
              </p14:xfrm>
            </p:contentPart>
          </mc:Choice>
          <mc:Fallback>
            <p:pic>
              <p:nvPicPr>
                <p:cNvPr id="126" name="墨迹 125">
                  <a:extLst>
                    <a:ext uri="{FF2B5EF4-FFF2-40B4-BE49-F238E27FC236}">
                      <a16:creationId xmlns:a16="http://schemas.microsoft.com/office/drawing/2014/main" id="{BBBCA978-DAB6-4C5A-B506-7BB358DCCCDE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4146773" y="3228693"/>
                  <a:ext cx="10152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27" name="墨迹 126">
                  <a:extLst>
                    <a:ext uri="{FF2B5EF4-FFF2-40B4-BE49-F238E27FC236}">
                      <a16:creationId xmlns:a16="http://schemas.microsoft.com/office/drawing/2014/main" id="{CFE6F681-0236-427A-B745-260041F7BDE4}"/>
                    </a:ext>
                  </a:extLst>
                </p14:cNvPr>
                <p14:cNvContentPartPr/>
                <p14:nvPr/>
              </p14:nvContentPartPr>
              <p14:xfrm>
                <a:off x="4240373" y="3323373"/>
                <a:ext cx="508320" cy="211680"/>
              </p14:xfrm>
            </p:contentPart>
          </mc:Choice>
          <mc:Fallback>
            <p:pic>
              <p:nvPicPr>
                <p:cNvPr id="127" name="墨迹 126">
                  <a:extLst>
                    <a:ext uri="{FF2B5EF4-FFF2-40B4-BE49-F238E27FC236}">
                      <a16:creationId xmlns:a16="http://schemas.microsoft.com/office/drawing/2014/main" id="{CFE6F681-0236-427A-B745-260041F7BDE4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4231733" y="3314373"/>
                  <a:ext cx="5259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28" name="墨迹 127">
                  <a:extLst>
                    <a:ext uri="{FF2B5EF4-FFF2-40B4-BE49-F238E27FC236}">
                      <a16:creationId xmlns:a16="http://schemas.microsoft.com/office/drawing/2014/main" id="{D270D980-C471-4682-8037-357630C6999A}"/>
                    </a:ext>
                  </a:extLst>
                </p14:cNvPr>
                <p14:cNvContentPartPr/>
                <p14:nvPr/>
              </p14:nvContentPartPr>
              <p14:xfrm>
                <a:off x="4814933" y="3293493"/>
                <a:ext cx="181080" cy="347760"/>
              </p14:xfrm>
            </p:contentPart>
          </mc:Choice>
          <mc:Fallback>
            <p:pic>
              <p:nvPicPr>
                <p:cNvPr id="128" name="墨迹 127">
                  <a:extLst>
                    <a:ext uri="{FF2B5EF4-FFF2-40B4-BE49-F238E27FC236}">
                      <a16:creationId xmlns:a16="http://schemas.microsoft.com/office/drawing/2014/main" id="{D270D980-C471-4682-8037-357630C6999A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4805933" y="3284853"/>
                  <a:ext cx="19872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29" name="墨迹 128">
                  <a:extLst>
                    <a:ext uri="{FF2B5EF4-FFF2-40B4-BE49-F238E27FC236}">
                      <a16:creationId xmlns:a16="http://schemas.microsoft.com/office/drawing/2014/main" id="{ED42EDFF-AD82-42AC-8B14-9FC7C0E7FEF8}"/>
                    </a:ext>
                  </a:extLst>
                </p14:cNvPr>
                <p14:cNvContentPartPr/>
                <p14:nvPr/>
              </p14:nvContentPartPr>
              <p14:xfrm>
                <a:off x="5055053" y="3247053"/>
                <a:ext cx="138600" cy="210240"/>
              </p14:xfrm>
            </p:contentPart>
          </mc:Choice>
          <mc:Fallback>
            <p:pic>
              <p:nvPicPr>
                <p:cNvPr id="129" name="墨迹 128">
                  <a:extLst>
                    <a:ext uri="{FF2B5EF4-FFF2-40B4-BE49-F238E27FC236}">
                      <a16:creationId xmlns:a16="http://schemas.microsoft.com/office/drawing/2014/main" id="{ED42EDFF-AD82-42AC-8B14-9FC7C0E7FEF8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5046053" y="3238053"/>
                  <a:ext cx="1562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30" name="墨迹 129">
                  <a:extLst>
                    <a:ext uri="{FF2B5EF4-FFF2-40B4-BE49-F238E27FC236}">
                      <a16:creationId xmlns:a16="http://schemas.microsoft.com/office/drawing/2014/main" id="{2407AFD1-3458-4AEF-9BFC-1752762BE1FE}"/>
                    </a:ext>
                  </a:extLst>
                </p14:cNvPr>
                <p14:cNvContentPartPr/>
                <p14:nvPr/>
              </p14:nvContentPartPr>
              <p14:xfrm>
                <a:off x="5236493" y="3105213"/>
                <a:ext cx="142920" cy="299520"/>
              </p14:xfrm>
            </p:contentPart>
          </mc:Choice>
          <mc:Fallback>
            <p:pic>
              <p:nvPicPr>
                <p:cNvPr id="130" name="墨迹 129">
                  <a:extLst>
                    <a:ext uri="{FF2B5EF4-FFF2-40B4-BE49-F238E27FC236}">
                      <a16:creationId xmlns:a16="http://schemas.microsoft.com/office/drawing/2014/main" id="{2407AFD1-3458-4AEF-9BFC-1752762BE1FE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227493" y="3096573"/>
                  <a:ext cx="16056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31" name="墨迹 130">
                  <a:extLst>
                    <a:ext uri="{FF2B5EF4-FFF2-40B4-BE49-F238E27FC236}">
                      <a16:creationId xmlns:a16="http://schemas.microsoft.com/office/drawing/2014/main" id="{7A054CA6-5903-4E86-A25C-6FE6DAB87A4F}"/>
                    </a:ext>
                  </a:extLst>
                </p14:cNvPr>
                <p14:cNvContentPartPr/>
                <p14:nvPr/>
              </p14:nvContentPartPr>
              <p14:xfrm>
                <a:off x="5429813" y="3220053"/>
                <a:ext cx="281880" cy="156240"/>
              </p14:xfrm>
            </p:contentPart>
          </mc:Choice>
          <mc:Fallback>
            <p:pic>
              <p:nvPicPr>
                <p:cNvPr id="131" name="墨迹 130">
                  <a:extLst>
                    <a:ext uri="{FF2B5EF4-FFF2-40B4-BE49-F238E27FC236}">
                      <a16:creationId xmlns:a16="http://schemas.microsoft.com/office/drawing/2014/main" id="{7A054CA6-5903-4E86-A25C-6FE6DAB87A4F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5420813" y="3211413"/>
                  <a:ext cx="2995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32" name="墨迹 131">
                  <a:extLst>
                    <a:ext uri="{FF2B5EF4-FFF2-40B4-BE49-F238E27FC236}">
                      <a16:creationId xmlns:a16="http://schemas.microsoft.com/office/drawing/2014/main" id="{A27FF08C-01B8-4F3E-81F5-B6681A67465A}"/>
                    </a:ext>
                  </a:extLst>
                </p14:cNvPr>
                <p14:cNvContentPartPr/>
                <p14:nvPr/>
              </p14:nvContentPartPr>
              <p14:xfrm>
                <a:off x="5633573" y="3036093"/>
                <a:ext cx="44640" cy="45000"/>
              </p14:xfrm>
            </p:contentPart>
          </mc:Choice>
          <mc:Fallback>
            <p:pic>
              <p:nvPicPr>
                <p:cNvPr id="132" name="墨迹 131">
                  <a:extLst>
                    <a:ext uri="{FF2B5EF4-FFF2-40B4-BE49-F238E27FC236}">
                      <a16:creationId xmlns:a16="http://schemas.microsoft.com/office/drawing/2014/main" id="{A27FF08C-01B8-4F3E-81F5-B6681A67465A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5624573" y="3027453"/>
                  <a:ext cx="622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33" name="墨迹 132">
                  <a:extLst>
                    <a:ext uri="{FF2B5EF4-FFF2-40B4-BE49-F238E27FC236}">
                      <a16:creationId xmlns:a16="http://schemas.microsoft.com/office/drawing/2014/main" id="{2C4016A4-437B-43D6-80EF-AD613FCD9926}"/>
                    </a:ext>
                  </a:extLst>
                </p14:cNvPr>
                <p14:cNvContentPartPr/>
                <p14:nvPr/>
              </p14:nvContentPartPr>
              <p14:xfrm>
                <a:off x="5773973" y="3227253"/>
                <a:ext cx="174600" cy="187560"/>
              </p14:xfrm>
            </p:contentPart>
          </mc:Choice>
          <mc:Fallback>
            <p:pic>
              <p:nvPicPr>
                <p:cNvPr id="133" name="墨迹 132">
                  <a:extLst>
                    <a:ext uri="{FF2B5EF4-FFF2-40B4-BE49-F238E27FC236}">
                      <a16:creationId xmlns:a16="http://schemas.microsoft.com/office/drawing/2014/main" id="{2C4016A4-437B-43D6-80EF-AD613FCD9926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5764973" y="3218613"/>
                  <a:ext cx="19224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35" name="墨迹 134">
                  <a:extLst>
                    <a:ext uri="{FF2B5EF4-FFF2-40B4-BE49-F238E27FC236}">
                      <a16:creationId xmlns:a16="http://schemas.microsoft.com/office/drawing/2014/main" id="{714F4302-ED17-484D-B1B0-A23B68444FDE}"/>
                    </a:ext>
                  </a:extLst>
                </p14:cNvPr>
                <p14:cNvContentPartPr/>
                <p14:nvPr/>
              </p14:nvContentPartPr>
              <p14:xfrm>
                <a:off x="4237493" y="3730893"/>
                <a:ext cx="71280" cy="410400"/>
              </p14:xfrm>
            </p:contentPart>
          </mc:Choice>
          <mc:Fallback>
            <p:pic>
              <p:nvPicPr>
                <p:cNvPr id="135" name="墨迹 134">
                  <a:extLst>
                    <a:ext uri="{FF2B5EF4-FFF2-40B4-BE49-F238E27FC236}">
                      <a16:creationId xmlns:a16="http://schemas.microsoft.com/office/drawing/2014/main" id="{714F4302-ED17-484D-B1B0-A23B68444FDE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228493" y="3721893"/>
                  <a:ext cx="8892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36" name="墨迹 135">
                  <a:extLst>
                    <a:ext uri="{FF2B5EF4-FFF2-40B4-BE49-F238E27FC236}">
                      <a16:creationId xmlns:a16="http://schemas.microsoft.com/office/drawing/2014/main" id="{86AA1131-FDB7-4347-A673-B278954921B8}"/>
                    </a:ext>
                  </a:extLst>
                </p14:cNvPr>
                <p14:cNvContentPartPr/>
                <p14:nvPr/>
              </p14:nvContentPartPr>
              <p14:xfrm>
                <a:off x="4340813" y="3669333"/>
                <a:ext cx="240120" cy="464760"/>
              </p14:xfrm>
            </p:contentPart>
          </mc:Choice>
          <mc:Fallback>
            <p:pic>
              <p:nvPicPr>
                <p:cNvPr id="136" name="墨迹 135">
                  <a:extLst>
                    <a:ext uri="{FF2B5EF4-FFF2-40B4-BE49-F238E27FC236}">
                      <a16:creationId xmlns:a16="http://schemas.microsoft.com/office/drawing/2014/main" id="{86AA1131-FDB7-4347-A673-B278954921B8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331813" y="3660693"/>
                  <a:ext cx="257760" cy="48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37" name="墨迹 136">
                  <a:extLst>
                    <a:ext uri="{FF2B5EF4-FFF2-40B4-BE49-F238E27FC236}">
                      <a16:creationId xmlns:a16="http://schemas.microsoft.com/office/drawing/2014/main" id="{A6F89C2F-A81C-47DC-8A87-B2A538EA2689}"/>
                    </a:ext>
                  </a:extLst>
                </p14:cNvPr>
                <p14:cNvContentPartPr/>
                <p14:nvPr/>
              </p14:nvContentPartPr>
              <p14:xfrm>
                <a:off x="4281773" y="3804333"/>
                <a:ext cx="306000" cy="175680"/>
              </p14:xfrm>
            </p:contentPart>
          </mc:Choice>
          <mc:Fallback>
            <p:pic>
              <p:nvPicPr>
                <p:cNvPr id="137" name="墨迹 136">
                  <a:extLst>
                    <a:ext uri="{FF2B5EF4-FFF2-40B4-BE49-F238E27FC236}">
                      <a16:creationId xmlns:a16="http://schemas.microsoft.com/office/drawing/2014/main" id="{A6F89C2F-A81C-47DC-8A87-B2A538EA2689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273133" y="3795333"/>
                  <a:ext cx="32364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138" name="墨迹 137">
                  <a:extLst>
                    <a:ext uri="{FF2B5EF4-FFF2-40B4-BE49-F238E27FC236}">
                      <a16:creationId xmlns:a16="http://schemas.microsoft.com/office/drawing/2014/main" id="{ABB7F3CE-2B25-4738-B9C5-5EA309936752}"/>
                    </a:ext>
                  </a:extLst>
                </p14:cNvPr>
                <p14:cNvContentPartPr/>
                <p14:nvPr/>
              </p14:nvContentPartPr>
              <p14:xfrm>
                <a:off x="4450613" y="3674013"/>
                <a:ext cx="39600" cy="372960"/>
              </p14:xfrm>
            </p:contentPart>
          </mc:Choice>
          <mc:Fallback>
            <p:pic>
              <p:nvPicPr>
                <p:cNvPr id="138" name="墨迹 137">
                  <a:extLst>
                    <a:ext uri="{FF2B5EF4-FFF2-40B4-BE49-F238E27FC236}">
                      <a16:creationId xmlns:a16="http://schemas.microsoft.com/office/drawing/2014/main" id="{ABB7F3CE-2B25-4738-B9C5-5EA309936752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441973" y="3665373"/>
                  <a:ext cx="5724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139" name="墨迹 138">
                  <a:extLst>
                    <a:ext uri="{FF2B5EF4-FFF2-40B4-BE49-F238E27FC236}">
                      <a16:creationId xmlns:a16="http://schemas.microsoft.com/office/drawing/2014/main" id="{07BF88AE-9391-4562-9BBC-2A21852C741B}"/>
                    </a:ext>
                  </a:extLst>
                </p14:cNvPr>
                <p14:cNvContentPartPr/>
                <p14:nvPr/>
              </p14:nvContentPartPr>
              <p14:xfrm>
                <a:off x="4693253" y="3706413"/>
                <a:ext cx="9720" cy="26280"/>
              </p14:xfrm>
            </p:contentPart>
          </mc:Choice>
          <mc:Fallback>
            <p:pic>
              <p:nvPicPr>
                <p:cNvPr id="139" name="墨迹 138">
                  <a:extLst>
                    <a:ext uri="{FF2B5EF4-FFF2-40B4-BE49-F238E27FC236}">
                      <a16:creationId xmlns:a16="http://schemas.microsoft.com/office/drawing/2014/main" id="{07BF88AE-9391-4562-9BBC-2A21852C741B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4684253" y="3697413"/>
                  <a:ext cx="273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140" name="墨迹 139">
                  <a:extLst>
                    <a:ext uri="{FF2B5EF4-FFF2-40B4-BE49-F238E27FC236}">
                      <a16:creationId xmlns:a16="http://schemas.microsoft.com/office/drawing/2014/main" id="{8E72F4EE-15DE-4B63-BFE8-443CDED11F1D}"/>
                    </a:ext>
                  </a:extLst>
                </p14:cNvPr>
                <p14:cNvContentPartPr/>
                <p14:nvPr/>
              </p14:nvContentPartPr>
              <p14:xfrm>
                <a:off x="4672373" y="3625053"/>
                <a:ext cx="172440" cy="418320"/>
              </p14:xfrm>
            </p:contentPart>
          </mc:Choice>
          <mc:Fallback>
            <p:pic>
              <p:nvPicPr>
                <p:cNvPr id="140" name="墨迹 139">
                  <a:extLst>
                    <a:ext uri="{FF2B5EF4-FFF2-40B4-BE49-F238E27FC236}">
                      <a16:creationId xmlns:a16="http://schemas.microsoft.com/office/drawing/2014/main" id="{8E72F4EE-15DE-4B63-BFE8-443CDED11F1D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4663733" y="3616413"/>
                  <a:ext cx="19008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141" name="墨迹 140">
                  <a:extLst>
                    <a:ext uri="{FF2B5EF4-FFF2-40B4-BE49-F238E27FC236}">
                      <a16:creationId xmlns:a16="http://schemas.microsoft.com/office/drawing/2014/main" id="{160344B3-FDAE-4238-9579-82D9D48638A3}"/>
                    </a:ext>
                  </a:extLst>
                </p14:cNvPr>
                <p14:cNvContentPartPr/>
                <p14:nvPr/>
              </p14:nvContentPartPr>
              <p14:xfrm>
                <a:off x="4830413" y="3722973"/>
                <a:ext cx="120600" cy="301680"/>
              </p14:xfrm>
            </p:contentPart>
          </mc:Choice>
          <mc:Fallback>
            <p:pic>
              <p:nvPicPr>
                <p:cNvPr id="141" name="墨迹 140">
                  <a:extLst>
                    <a:ext uri="{FF2B5EF4-FFF2-40B4-BE49-F238E27FC236}">
                      <a16:creationId xmlns:a16="http://schemas.microsoft.com/office/drawing/2014/main" id="{160344B3-FDAE-4238-9579-82D9D48638A3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4821773" y="3713973"/>
                  <a:ext cx="13824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142" name="墨迹 141">
                  <a:extLst>
                    <a:ext uri="{FF2B5EF4-FFF2-40B4-BE49-F238E27FC236}">
                      <a16:creationId xmlns:a16="http://schemas.microsoft.com/office/drawing/2014/main" id="{15406A3F-81D0-4739-828B-9D355E3C6A72}"/>
                    </a:ext>
                  </a:extLst>
                </p14:cNvPr>
                <p14:cNvContentPartPr/>
                <p14:nvPr/>
              </p14:nvContentPartPr>
              <p14:xfrm>
                <a:off x="4768133" y="3820173"/>
                <a:ext cx="158400" cy="155520"/>
              </p14:xfrm>
            </p:contentPart>
          </mc:Choice>
          <mc:Fallback>
            <p:pic>
              <p:nvPicPr>
                <p:cNvPr id="142" name="墨迹 141">
                  <a:extLst>
                    <a:ext uri="{FF2B5EF4-FFF2-40B4-BE49-F238E27FC236}">
                      <a16:creationId xmlns:a16="http://schemas.microsoft.com/office/drawing/2014/main" id="{15406A3F-81D0-4739-828B-9D355E3C6A72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4759493" y="3811173"/>
                  <a:ext cx="17604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143" name="墨迹 142">
                  <a:extLst>
                    <a:ext uri="{FF2B5EF4-FFF2-40B4-BE49-F238E27FC236}">
                      <a16:creationId xmlns:a16="http://schemas.microsoft.com/office/drawing/2014/main" id="{643932C6-F5F9-470D-A7D2-C87EE45F2716}"/>
                    </a:ext>
                  </a:extLst>
                </p14:cNvPr>
                <p14:cNvContentPartPr/>
                <p14:nvPr/>
              </p14:nvContentPartPr>
              <p14:xfrm>
                <a:off x="4978373" y="3601293"/>
                <a:ext cx="100800" cy="259200"/>
              </p14:xfrm>
            </p:contentPart>
          </mc:Choice>
          <mc:Fallback>
            <p:pic>
              <p:nvPicPr>
                <p:cNvPr id="143" name="墨迹 142">
                  <a:extLst>
                    <a:ext uri="{FF2B5EF4-FFF2-40B4-BE49-F238E27FC236}">
                      <a16:creationId xmlns:a16="http://schemas.microsoft.com/office/drawing/2014/main" id="{643932C6-F5F9-470D-A7D2-C87EE45F2716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4969733" y="3592653"/>
                  <a:ext cx="11844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144" name="墨迹 143">
                  <a:extLst>
                    <a:ext uri="{FF2B5EF4-FFF2-40B4-BE49-F238E27FC236}">
                      <a16:creationId xmlns:a16="http://schemas.microsoft.com/office/drawing/2014/main" id="{E7DEEF3C-7274-424B-B868-A3D6E8FE8D8B}"/>
                    </a:ext>
                  </a:extLst>
                </p14:cNvPr>
                <p14:cNvContentPartPr/>
                <p14:nvPr/>
              </p14:nvContentPartPr>
              <p14:xfrm>
                <a:off x="5032733" y="3732333"/>
                <a:ext cx="36360" cy="254160"/>
              </p14:xfrm>
            </p:contentPart>
          </mc:Choice>
          <mc:Fallback>
            <p:pic>
              <p:nvPicPr>
                <p:cNvPr id="144" name="墨迹 143">
                  <a:extLst>
                    <a:ext uri="{FF2B5EF4-FFF2-40B4-BE49-F238E27FC236}">
                      <a16:creationId xmlns:a16="http://schemas.microsoft.com/office/drawing/2014/main" id="{E7DEEF3C-7274-424B-B868-A3D6E8FE8D8B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5023733" y="3723333"/>
                  <a:ext cx="540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145" name="墨迹 144">
                  <a:extLst>
                    <a:ext uri="{FF2B5EF4-FFF2-40B4-BE49-F238E27FC236}">
                      <a16:creationId xmlns:a16="http://schemas.microsoft.com/office/drawing/2014/main" id="{7324AC3F-B664-4878-A07E-F4A505BFCF5A}"/>
                    </a:ext>
                  </a:extLst>
                </p14:cNvPr>
                <p14:cNvContentPartPr/>
                <p14:nvPr/>
              </p14:nvContentPartPr>
              <p14:xfrm>
                <a:off x="5169173" y="3561693"/>
                <a:ext cx="137520" cy="201600"/>
              </p14:xfrm>
            </p:contentPart>
          </mc:Choice>
          <mc:Fallback>
            <p:pic>
              <p:nvPicPr>
                <p:cNvPr id="145" name="墨迹 144">
                  <a:extLst>
                    <a:ext uri="{FF2B5EF4-FFF2-40B4-BE49-F238E27FC236}">
                      <a16:creationId xmlns:a16="http://schemas.microsoft.com/office/drawing/2014/main" id="{7324AC3F-B664-4878-A07E-F4A505BFCF5A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5160533" y="3553053"/>
                  <a:ext cx="1551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146" name="墨迹 145">
                  <a:extLst>
                    <a:ext uri="{FF2B5EF4-FFF2-40B4-BE49-F238E27FC236}">
                      <a16:creationId xmlns:a16="http://schemas.microsoft.com/office/drawing/2014/main" id="{9DAEC0FF-FD48-4EB4-9DEA-63C9344E91E0}"/>
                    </a:ext>
                  </a:extLst>
                </p14:cNvPr>
                <p14:cNvContentPartPr/>
                <p14:nvPr/>
              </p14:nvContentPartPr>
              <p14:xfrm>
                <a:off x="5163053" y="3613173"/>
                <a:ext cx="267840" cy="312840"/>
              </p14:xfrm>
            </p:contentPart>
          </mc:Choice>
          <mc:Fallback>
            <p:pic>
              <p:nvPicPr>
                <p:cNvPr id="146" name="墨迹 145">
                  <a:extLst>
                    <a:ext uri="{FF2B5EF4-FFF2-40B4-BE49-F238E27FC236}">
                      <a16:creationId xmlns:a16="http://schemas.microsoft.com/office/drawing/2014/main" id="{9DAEC0FF-FD48-4EB4-9DEA-63C9344E91E0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5154053" y="3604533"/>
                  <a:ext cx="28548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147" name="墨迹 146">
                  <a:extLst>
                    <a:ext uri="{FF2B5EF4-FFF2-40B4-BE49-F238E27FC236}">
                      <a16:creationId xmlns:a16="http://schemas.microsoft.com/office/drawing/2014/main" id="{1B15A253-4A6A-465B-94D5-8B581C8D3613}"/>
                    </a:ext>
                  </a:extLst>
                </p14:cNvPr>
                <p14:cNvContentPartPr/>
                <p14:nvPr/>
              </p14:nvContentPartPr>
              <p14:xfrm>
                <a:off x="5456813" y="3586893"/>
                <a:ext cx="42120" cy="129240"/>
              </p14:xfrm>
            </p:contentPart>
          </mc:Choice>
          <mc:Fallback>
            <p:pic>
              <p:nvPicPr>
                <p:cNvPr id="147" name="墨迹 146">
                  <a:extLst>
                    <a:ext uri="{FF2B5EF4-FFF2-40B4-BE49-F238E27FC236}">
                      <a16:creationId xmlns:a16="http://schemas.microsoft.com/office/drawing/2014/main" id="{1B15A253-4A6A-465B-94D5-8B581C8D3613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5447813" y="3578253"/>
                  <a:ext cx="5976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148" name="墨迹 147">
                  <a:extLst>
                    <a:ext uri="{FF2B5EF4-FFF2-40B4-BE49-F238E27FC236}">
                      <a16:creationId xmlns:a16="http://schemas.microsoft.com/office/drawing/2014/main" id="{12600319-D38C-4FF4-91EB-C14198494DBC}"/>
                    </a:ext>
                  </a:extLst>
                </p14:cNvPr>
                <p14:cNvContentPartPr/>
                <p14:nvPr/>
              </p14:nvContentPartPr>
              <p14:xfrm>
                <a:off x="5444213" y="3514893"/>
                <a:ext cx="142560" cy="325080"/>
              </p14:xfrm>
            </p:contentPart>
          </mc:Choice>
          <mc:Fallback>
            <p:pic>
              <p:nvPicPr>
                <p:cNvPr id="148" name="墨迹 147">
                  <a:extLst>
                    <a:ext uri="{FF2B5EF4-FFF2-40B4-BE49-F238E27FC236}">
                      <a16:creationId xmlns:a16="http://schemas.microsoft.com/office/drawing/2014/main" id="{12600319-D38C-4FF4-91EB-C14198494DBC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5435213" y="3506253"/>
                  <a:ext cx="160200" cy="34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49" name="墨迹 148">
                  <a:extLst>
                    <a:ext uri="{FF2B5EF4-FFF2-40B4-BE49-F238E27FC236}">
                      <a16:creationId xmlns:a16="http://schemas.microsoft.com/office/drawing/2014/main" id="{D43FFDB1-BFD3-48F1-9275-1E538DA0B880}"/>
                    </a:ext>
                  </a:extLst>
                </p14:cNvPr>
                <p14:cNvContentPartPr/>
                <p14:nvPr/>
              </p14:nvContentPartPr>
              <p14:xfrm>
                <a:off x="5568413" y="3752493"/>
                <a:ext cx="108720" cy="94680"/>
              </p14:xfrm>
            </p:contentPart>
          </mc:Choice>
          <mc:Fallback>
            <p:pic>
              <p:nvPicPr>
                <p:cNvPr id="149" name="墨迹 148">
                  <a:extLst>
                    <a:ext uri="{FF2B5EF4-FFF2-40B4-BE49-F238E27FC236}">
                      <a16:creationId xmlns:a16="http://schemas.microsoft.com/office/drawing/2014/main" id="{D43FFDB1-BFD3-48F1-9275-1E538DA0B880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5559773" y="3743493"/>
                  <a:ext cx="1263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51" name="墨迹 150">
                  <a:extLst>
                    <a:ext uri="{FF2B5EF4-FFF2-40B4-BE49-F238E27FC236}">
                      <a16:creationId xmlns:a16="http://schemas.microsoft.com/office/drawing/2014/main" id="{9C9EC550-D25E-47DC-802E-701501288E9F}"/>
                    </a:ext>
                  </a:extLst>
                </p14:cNvPr>
                <p14:cNvContentPartPr/>
                <p14:nvPr/>
              </p14:nvContentPartPr>
              <p14:xfrm>
                <a:off x="4124813" y="3863013"/>
                <a:ext cx="1763280" cy="310680"/>
              </p14:xfrm>
            </p:contentPart>
          </mc:Choice>
          <mc:Fallback>
            <p:pic>
              <p:nvPicPr>
                <p:cNvPr id="151" name="墨迹 150">
                  <a:extLst>
                    <a:ext uri="{FF2B5EF4-FFF2-40B4-BE49-F238E27FC236}">
                      <a16:creationId xmlns:a16="http://schemas.microsoft.com/office/drawing/2014/main" id="{9C9EC550-D25E-47DC-802E-701501288E9F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4115813" y="3854373"/>
                  <a:ext cx="178092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53" name="墨迹 152">
                  <a:extLst>
                    <a:ext uri="{FF2B5EF4-FFF2-40B4-BE49-F238E27FC236}">
                      <a16:creationId xmlns:a16="http://schemas.microsoft.com/office/drawing/2014/main" id="{1E1EA92F-5AEE-4CA9-9F4C-AD53B9DCEE29}"/>
                    </a:ext>
                  </a:extLst>
                </p14:cNvPr>
                <p14:cNvContentPartPr/>
                <p14:nvPr/>
              </p14:nvContentPartPr>
              <p14:xfrm>
                <a:off x="3799733" y="1978413"/>
                <a:ext cx="1907640" cy="112680"/>
              </p14:xfrm>
            </p:contentPart>
          </mc:Choice>
          <mc:Fallback>
            <p:pic>
              <p:nvPicPr>
                <p:cNvPr id="153" name="墨迹 152">
                  <a:extLst>
                    <a:ext uri="{FF2B5EF4-FFF2-40B4-BE49-F238E27FC236}">
                      <a16:creationId xmlns:a16="http://schemas.microsoft.com/office/drawing/2014/main" id="{1E1EA92F-5AEE-4CA9-9F4C-AD53B9DCEE29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3791093" y="1969773"/>
                  <a:ext cx="192528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54" name="墨迹 153">
                  <a:extLst>
                    <a:ext uri="{FF2B5EF4-FFF2-40B4-BE49-F238E27FC236}">
                      <a16:creationId xmlns:a16="http://schemas.microsoft.com/office/drawing/2014/main" id="{A7EBA0E2-4F13-41C5-965C-EAC76CC6995C}"/>
                    </a:ext>
                  </a:extLst>
                </p14:cNvPr>
                <p14:cNvContentPartPr/>
                <p14:nvPr/>
              </p14:nvContentPartPr>
              <p14:xfrm>
                <a:off x="4695773" y="2077053"/>
                <a:ext cx="77040" cy="811440"/>
              </p14:xfrm>
            </p:contentPart>
          </mc:Choice>
          <mc:Fallback>
            <p:pic>
              <p:nvPicPr>
                <p:cNvPr id="154" name="墨迹 153">
                  <a:extLst>
                    <a:ext uri="{FF2B5EF4-FFF2-40B4-BE49-F238E27FC236}">
                      <a16:creationId xmlns:a16="http://schemas.microsoft.com/office/drawing/2014/main" id="{A7EBA0E2-4F13-41C5-965C-EAC76CC6995C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4686773" y="2068413"/>
                  <a:ext cx="94680" cy="82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55" name="墨迹 154">
                  <a:extLst>
                    <a:ext uri="{FF2B5EF4-FFF2-40B4-BE49-F238E27FC236}">
                      <a16:creationId xmlns:a16="http://schemas.microsoft.com/office/drawing/2014/main" id="{60729794-DD13-456B-9D1F-A01DBD20705C}"/>
                    </a:ext>
                  </a:extLst>
                </p14:cNvPr>
                <p14:cNvContentPartPr/>
                <p14:nvPr/>
              </p14:nvContentPartPr>
              <p14:xfrm>
                <a:off x="4576973" y="2052573"/>
                <a:ext cx="189720" cy="218160"/>
              </p14:xfrm>
            </p:contentPart>
          </mc:Choice>
          <mc:Fallback>
            <p:pic>
              <p:nvPicPr>
                <p:cNvPr id="155" name="墨迹 154">
                  <a:extLst>
                    <a:ext uri="{FF2B5EF4-FFF2-40B4-BE49-F238E27FC236}">
                      <a16:creationId xmlns:a16="http://schemas.microsoft.com/office/drawing/2014/main" id="{60729794-DD13-456B-9D1F-A01DBD20705C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4568333" y="2043573"/>
                  <a:ext cx="20736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56" name="墨迹 155">
                  <a:extLst>
                    <a:ext uri="{FF2B5EF4-FFF2-40B4-BE49-F238E27FC236}">
                      <a16:creationId xmlns:a16="http://schemas.microsoft.com/office/drawing/2014/main" id="{2D97D6B1-CF6A-4F5A-84F8-7B86BD520F46}"/>
                    </a:ext>
                  </a:extLst>
                </p14:cNvPr>
                <p14:cNvContentPartPr/>
                <p14:nvPr/>
              </p14:nvContentPartPr>
              <p14:xfrm>
                <a:off x="4735013" y="2136813"/>
                <a:ext cx="183960" cy="226800"/>
              </p14:xfrm>
            </p:contentPart>
          </mc:Choice>
          <mc:Fallback>
            <p:pic>
              <p:nvPicPr>
                <p:cNvPr id="156" name="墨迹 155">
                  <a:extLst>
                    <a:ext uri="{FF2B5EF4-FFF2-40B4-BE49-F238E27FC236}">
                      <a16:creationId xmlns:a16="http://schemas.microsoft.com/office/drawing/2014/main" id="{2D97D6B1-CF6A-4F5A-84F8-7B86BD520F46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4726013" y="2127813"/>
                  <a:ext cx="20160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57" name="墨迹 156">
                  <a:extLst>
                    <a:ext uri="{FF2B5EF4-FFF2-40B4-BE49-F238E27FC236}">
                      <a16:creationId xmlns:a16="http://schemas.microsoft.com/office/drawing/2014/main" id="{85185697-F98B-4FF6-B5F4-0100F31F6D08}"/>
                    </a:ext>
                  </a:extLst>
                </p14:cNvPr>
                <p14:cNvContentPartPr/>
                <p14:nvPr/>
              </p14:nvContentPartPr>
              <p14:xfrm>
                <a:off x="4679573" y="2866533"/>
                <a:ext cx="23400" cy="342000"/>
              </p14:xfrm>
            </p:contentPart>
          </mc:Choice>
          <mc:Fallback>
            <p:pic>
              <p:nvPicPr>
                <p:cNvPr id="157" name="墨迹 156">
                  <a:extLst>
                    <a:ext uri="{FF2B5EF4-FFF2-40B4-BE49-F238E27FC236}">
                      <a16:creationId xmlns:a16="http://schemas.microsoft.com/office/drawing/2014/main" id="{85185697-F98B-4FF6-B5F4-0100F31F6D08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4670573" y="2857533"/>
                  <a:ext cx="4104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58" name="墨迹 157">
                  <a:extLst>
                    <a:ext uri="{FF2B5EF4-FFF2-40B4-BE49-F238E27FC236}">
                      <a16:creationId xmlns:a16="http://schemas.microsoft.com/office/drawing/2014/main" id="{F3059232-CDB0-4E27-95B0-187E90FFCAB3}"/>
                    </a:ext>
                  </a:extLst>
                </p14:cNvPr>
                <p14:cNvContentPartPr/>
                <p14:nvPr/>
              </p14:nvContentPartPr>
              <p14:xfrm>
                <a:off x="4565813" y="3007293"/>
                <a:ext cx="405000" cy="268560"/>
              </p14:xfrm>
            </p:contentPart>
          </mc:Choice>
          <mc:Fallback>
            <p:pic>
              <p:nvPicPr>
                <p:cNvPr id="158" name="墨迹 157">
                  <a:extLst>
                    <a:ext uri="{FF2B5EF4-FFF2-40B4-BE49-F238E27FC236}">
                      <a16:creationId xmlns:a16="http://schemas.microsoft.com/office/drawing/2014/main" id="{F3059232-CDB0-4E27-95B0-187E90FFCAB3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4557173" y="2998653"/>
                  <a:ext cx="42264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60" name="墨迹 159">
                  <a:extLst>
                    <a:ext uri="{FF2B5EF4-FFF2-40B4-BE49-F238E27FC236}">
                      <a16:creationId xmlns:a16="http://schemas.microsoft.com/office/drawing/2014/main" id="{FBFE3C3B-2A08-4990-8782-2E97A50FDD34}"/>
                    </a:ext>
                  </a:extLst>
                </p14:cNvPr>
                <p14:cNvContentPartPr/>
                <p14:nvPr/>
              </p14:nvContentPartPr>
              <p14:xfrm>
                <a:off x="5086373" y="2320053"/>
                <a:ext cx="318600" cy="52200"/>
              </p14:xfrm>
            </p:contentPart>
          </mc:Choice>
          <mc:Fallback>
            <p:pic>
              <p:nvPicPr>
                <p:cNvPr id="160" name="墨迹 159">
                  <a:extLst>
                    <a:ext uri="{FF2B5EF4-FFF2-40B4-BE49-F238E27FC236}">
                      <a16:creationId xmlns:a16="http://schemas.microsoft.com/office/drawing/2014/main" id="{FBFE3C3B-2A08-4990-8782-2E97A50FDD34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5077733" y="2311053"/>
                  <a:ext cx="33624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61" name="墨迹 160">
                  <a:extLst>
                    <a:ext uri="{FF2B5EF4-FFF2-40B4-BE49-F238E27FC236}">
                      <a16:creationId xmlns:a16="http://schemas.microsoft.com/office/drawing/2014/main" id="{25149D02-554A-4EDA-9954-13A6D762F881}"/>
                    </a:ext>
                  </a:extLst>
                </p14:cNvPr>
                <p14:cNvContentPartPr/>
                <p14:nvPr/>
              </p14:nvContentPartPr>
              <p14:xfrm>
                <a:off x="5042813" y="2422293"/>
                <a:ext cx="12240" cy="57960"/>
              </p14:xfrm>
            </p:contentPart>
          </mc:Choice>
          <mc:Fallback>
            <p:pic>
              <p:nvPicPr>
                <p:cNvPr id="161" name="墨迹 160">
                  <a:extLst>
                    <a:ext uri="{FF2B5EF4-FFF2-40B4-BE49-F238E27FC236}">
                      <a16:creationId xmlns:a16="http://schemas.microsoft.com/office/drawing/2014/main" id="{25149D02-554A-4EDA-9954-13A6D762F881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5034173" y="2413293"/>
                  <a:ext cx="298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62" name="墨迹 161">
                  <a:extLst>
                    <a:ext uri="{FF2B5EF4-FFF2-40B4-BE49-F238E27FC236}">
                      <a16:creationId xmlns:a16="http://schemas.microsoft.com/office/drawing/2014/main" id="{E6A93663-979C-47C5-B321-17F866D42213}"/>
                    </a:ext>
                  </a:extLst>
                </p14:cNvPr>
                <p14:cNvContentPartPr/>
                <p14:nvPr/>
              </p14:nvContentPartPr>
              <p14:xfrm>
                <a:off x="5078813" y="2368293"/>
                <a:ext cx="243720" cy="367560"/>
              </p14:xfrm>
            </p:contentPart>
          </mc:Choice>
          <mc:Fallback>
            <p:pic>
              <p:nvPicPr>
                <p:cNvPr id="162" name="墨迹 161">
                  <a:extLst>
                    <a:ext uri="{FF2B5EF4-FFF2-40B4-BE49-F238E27FC236}">
                      <a16:creationId xmlns:a16="http://schemas.microsoft.com/office/drawing/2014/main" id="{E6A93663-979C-47C5-B321-17F866D42213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5069813" y="2359293"/>
                  <a:ext cx="26136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63" name="墨迹 162">
                  <a:extLst>
                    <a:ext uri="{FF2B5EF4-FFF2-40B4-BE49-F238E27FC236}">
                      <a16:creationId xmlns:a16="http://schemas.microsoft.com/office/drawing/2014/main" id="{2550F09B-32A9-48D2-9E60-BA2E71B02AB0}"/>
                    </a:ext>
                  </a:extLst>
                </p14:cNvPr>
                <p14:cNvContentPartPr/>
                <p14:nvPr/>
              </p14:nvContentPartPr>
              <p14:xfrm>
                <a:off x="5103653" y="2340213"/>
                <a:ext cx="78840" cy="204480"/>
              </p14:xfrm>
            </p:contentPart>
          </mc:Choice>
          <mc:Fallback>
            <p:pic>
              <p:nvPicPr>
                <p:cNvPr id="163" name="墨迹 162">
                  <a:extLst>
                    <a:ext uri="{FF2B5EF4-FFF2-40B4-BE49-F238E27FC236}">
                      <a16:creationId xmlns:a16="http://schemas.microsoft.com/office/drawing/2014/main" id="{2550F09B-32A9-48D2-9E60-BA2E71B02AB0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5094653" y="2331213"/>
                  <a:ext cx="9648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164" name="墨迹 163">
                  <a:extLst>
                    <a:ext uri="{FF2B5EF4-FFF2-40B4-BE49-F238E27FC236}">
                      <a16:creationId xmlns:a16="http://schemas.microsoft.com/office/drawing/2014/main" id="{8A168058-E47B-4BDD-B92D-5ECA5140A94F}"/>
                    </a:ext>
                  </a:extLst>
                </p14:cNvPr>
                <p14:cNvContentPartPr/>
                <p14:nvPr/>
              </p14:nvContentPartPr>
              <p14:xfrm>
                <a:off x="5231453" y="2263173"/>
                <a:ext cx="385920" cy="268560"/>
              </p14:xfrm>
            </p:contentPart>
          </mc:Choice>
          <mc:Fallback>
            <p:pic>
              <p:nvPicPr>
                <p:cNvPr id="164" name="墨迹 163">
                  <a:extLst>
                    <a:ext uri="{FF2B5EF4-FFF2-40B4-BE49-F238E27FC236}">
                      <a16:creationId xmlns:a16="http://schemas.microsoft.com/office/drawing/2014/main" id="{8A168058-E47B-4BDD-B92D-5ECA5140A94F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5222813" y="2254533"/>
                  <a:ext cx="40356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165" name="墨迹 164">
                  <a:extLst>
                    <a:ext uri="{FF2B5EF4-FFF2-40B4-BE49-F238E27FC236}">
                      <a16:creationId xmlns:a16="http://schemas.microsoft.com/office/drawing/2014/main" id="{D2E2D964-78FE-4AFC-BD18-496CB45775F8}"/>
                    </a:ext>
                  </a:extLst>
                </p14:cNvPr>
                <p14:cNvContentPartPr/>
                <p14:nvPr/>
              </p14:nvContentPartPr>
              <p14:xfrm>
                <a:off x="5438813" y="2408973"/>
                <a:ext cx="244800" cy="169200"/>
              </p14:xfrm>
            </p:contentPart>
          </mc:Choice>
          <mc:Fallback>
            <p:pic>
              <p:nvPicPr>
                <p:cNvPr id="165" name="墨迹 164">
                  <a:extLst>
                    <a:ext uri="{FF2B5EF4-FFF2-40B4-BE49-F238E27FC236}">
                      <a16:creationId xmlns:a16="http://schemas.microsoft.com/office/drawing/2014/main" id="{D2E2D964-78FE-4AFC-BD18-496CB45775F8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5429813" y="2399973"/>
                  <a:ext cx="2624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166" name="墨迹 165">
                  <a:extLst>
                    <a:ext uri="{FF2B5EF4-FFF2-40B4-BE49-F238E27FC236}">
                      <a16:creationId xmlns:a16="http://schemas.microsoft.com/office/drawing/2014/main" id="{09BE541E-14C5-4065-9C6A-026D4CFF2648}"/>
                    </a:ext>
                  </a:extLst>
                </p14:cNvPr>
                <p14:cNvContentPartPr/>
                <p14:nvPr/>
              </p14:nvContentPartPr>
              <p14:xfrm>
                <a:off x="5524493" y="2366493"/>
                <a:ext cx="112680" cy="224280"/>
              </p14:xfrm>
            </p:contentPart>
          </mc:Choice>
          <mc:Fallback>
            <p:pic>
              <p:nvPicPr>
                <p:cNvPr id="166" name="墨迹 165">
                  <a:extLst>
                    <a:ext uri="{FF2B5EF4-FFF2-40B4-BE49-F238E27FC236}">
                      <a16:creationId xmlns:a16="http://schemas.microsoft.com/office/drawing/2014/main" id="{09BE541E-14C5-4065-9C6A-026D4CFF2648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5515853" y="2357853"/>
                  <a:ext cx="1303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167" name="墨迹 166">
                  <a:extLst>
                    <a:ext uri="{FF2B5EF4-FFF2-40B4-BE49-F238E27FC236}">
                      <a16:creationId xmlns:a16="http://schemas.microsoft.com/office/drawing/2014/main" id="{C7190AF2-CBC7-4628-A358-54B547E77DF6}"/>
                    </a:ext>
                  </a:extLst>
                </p14:cNvPr>
                <p14:cNvContentPartPr/>
                <p14:nvPr/>
              </p14:nvContentPartPr>
              <p14:xfrm>
                <a:off x="5740493" y="2226813"/>
                <a:ext cx="187560" cy="374040"/>
              </p14:xfrm>
            </p:contentPart>
          </mc:Choice>
          <mc:Fallback>
            <p:pic>
              <p:nvPicPr>
                <p:cNvPr id="167" name="墨迹 166">
                  <a:extLst>
                    <a:ext uri="{FF2B5EF4-FFF2-40B4-BE49-F238E27FC236}">
                      <a16:creationId xmlns:a16="http://schemas.microsoft.com/office/drawing/2014/main" id="{C7190AF2-CBC7-4628-A358-54B547E77DF6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5731853" y="2218173"/>
                  <a:ext cx="20520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69" name="墨迹 168">
                  <a:extLst>
                    <a:ext uri="{FF2B5EF4-FFF2-40B4-BE49-F238E27FC236}">
                      <a16:creationId xmlns:a16="http://schemas.microsoft.com/office/drawing/2014/main" id="{D0485ACA-89E0-4494-B9D3-FB4D647029EF}"/>
                    </a:ext>
                  </a:extLst>
                </p14:cNvPr>
                <p14:cNvContentPartPr/>
                <p14:nvPr/>
              </p14:nvContentPartPr>
              <p14:xfrm>
                <a:off x="5580293" y="1911813"/>
                <a:ext cx="475920" cy="17280"/>
              </p14:xfrm>
            </p:contentPart>
          </mc:Choice>
          <mc:Fallback>
            <p:pic>
              <p:nvPicPr>
                <p:cNvPr id="169" name="墨迹 168">
                  <a:extLst>
                    <a:ext uri="{FF2B5EF4-FFF2-40B4-BE49-F238E27FC236}">
                      <a16:creationId xmlns:a16="http://schemas.microsoft.com/office/drawing/2014/main" id="{D0485ACA-89E0-4494-B9D3-FB4D647029EF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5571293" y="1903173"/>
                  <a:ext cx="4935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70" name="墨迹 169">
                  <a:extLst>
                    <a:ext uri="{FF2B5EF4-FFF2-40B4-BE49-F238E27FC236}">
                      <a16:creationId xmlns:a16="http://schemas.microsoft.com/office/drawing/2014/main" id="{62AAF25C-836D-4F10-8A4D-2B37B42DE657}"/>
                    </a:ext>
                  </a:extLst>
                </p14:cNvPr>
                <p14:cNvContentPartPr/>
                <p14:nvPr/>
              </p14:nvContentPartPr>
              <p14:xfrm>
                <a:off x="3532613" y="1674213"/>
                <a:ext cx="2782800" cy="335520"/>
              </p14:xfrm>
            </p:contentPart>
          </mc:Choice>
          <mc:Fallback>
            <p:pic>
              <p:nvPicPr>
                <p:cNvPr id="170" name="墨迹 169">
                  <a:extLst>
                    <a:ext uri="{FF2B5EF4-FFF2-40B4-BE49-F238E27FC236}">
                      <a16:creationId xmlns:a16="http://schemas.microsoft.com/office/drawing/2014/main" id="{62AAF25C-836D-4F10-8A4D-2B37B42DE657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3523973" y="1665213"/>
                  <a:ext cx="280044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72" name="墨迹 171">
                  <a:extLst>
                    <a:ext uri="{FF2B5EF4-FFF2-40B4-BE49-F238E27FC236}">
                      <a16:creationId xmlns:a16="http://schemas.microsoft.com/office/drawing/2014/main" id="{62F3C6A0-6AA5-4F73-A2D6-2504D508469B}"/>
                    </a:ext>
                  </a:extLst>
                </p14:cNvPr>
                <p14:cNvContentPartPr/>
                <p14:nvPr/>
              </p14:nvContentPartPr>
              <p14:xfrm>
                <a:off x="4148573" y="3983973"/>
                <a:ext cx="1613160" cy="107640"/>
              </p14:xfrm>
            </p:contentPart>
          </mc:Choice>
          <mc:Fallback>
            <p:pic>
              <p:nvPicPr>
                <p:cNvPr id="172" name="墨迹 171">
                  <a:extLst>
                    <a:ext uri="{FF2B5EF4-FFF2-40B4-BE49-F238E27FC236}">
                      <a16:creationId xmlns:a16="http://schemas.microsoft.com/office/drawing/2014/main" id="{62F3C6A0-6AA5-4F73-A2D6-2504D508469B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4139573" y="3974973"/>
                  <a:ext cx="16308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74" name="墨迹 173">
                  <a:extLst>
                    <a:ext uri="{FF2B5EF4-FFF2-40B4-BE49-F238E27FC236}">
                      <a16:creationId xmlns:a16="http://schemas.microsoft.com/office/drawing/2014/main" id="{007DDDC4-FA7D-49FF-BB7C-D4718B57E204}"/>
                    </a:ext>
                  </a:extLst>
                </p14:cNvPr>
                <p14:cNvContentPartPr/>
                <p14:nvPr/>
              </p14:nvContentPartPr>
              <p14:xfrm>
                <a:off x="5495333" y="1892013"/>
                <a:ext cx="11520" cy="11160"/>
              </p14:xfrm>
            </p:contentPart>
          </mc:Choice>
          <mc:Fallback>
            <p:pic>
              <p:nvPicPr>
                <p:cNvPr id="174" name="墨迹 173">
                  <a:extLst>
                    <a:ext uri="{FF2B5EF4-FFF2-40B4-BE49-F238E27FC236}">
                      <a16:creationId xmlns:a16="http://schemas.microsoft.com/office/drawing/2014/main" id="{007DDDC4-FA7D-49FF-BB7C-D4718B57E204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5486333" y="1883373"/>
                  <a:ext cx="291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75" name="墨迹 174">
                  <a:extLst>
                    <a:ext uri="{FF2B5EF4-FFF2-40B4-BE49-F238E27FC236}">
                      <a16:creationId xmlns:a16="http://schemas.microsoft.com/office/drawing/2014/main" id="{23ADF882-C99D-493E-A76D-317B3B8903D1}"/>
                    </a:ext>
                  </a:extLst>
                </p14:cNvPr>
                <p14:cNvContentPartPr/>
                <p14:nvPr/>
              </p14:nvContentPartPr>
              <p14:xfrm>
                <a:off x="5528453" y="1855653"/>
                <a:ext cx="24120" cy="11880"/>
              </p14:xfrm>
            </p:contentPart>
          </mc:Choice>
          <mc:Fallback>
            <p:pic>
              <p:nvPicPr>
                <p:cNvPr id="175" name="墨迹 174">
                  <a:extLst>
                    <a:ext uri="{FF2B5EF4-FFF2-40B4-BE49-F238E27FC236}">
                      <a16:creationId xmlns:a16="http://schemas.microsoft.com/office/drawing/2014/main" id="{23ADF882-C99D-493E-A76D-317B3B8903D1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5519813" y="1846653"/>
                  <a:ext cx="417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76" name="墨迹 175">
                  <a:extLst>
                    <a:ext uri="{FF2B5EF4-FFF2-40B4-BE49-F238E27FC236}">
                      <a16:creationId xmlns:a16="http://schemas.microsoft.com/office/drawing/2014/main" id="{B12D1813-ACD6-4C47-86EB-8584E33728AD}"/>
                    </a:ext>
                  </a:extLst>
                </p14:cNvPr>
                <p14:cNvContentPartPr/>
                <p14:nvPr/>
              </p14:nvContentPartPr>
              <p14:xfrm>
                <a:off x="5533493" y="1801653"/>
                <a:ext cx="54000" cy="69480"/>
              </p14:xfrm>
            </p:contentPart>
          </mc:Choice>
          <mc:Fallback>
            <p:pic>
              <p:nvPicPr>
                <p:cNvPr id="176" name="墨迹 175">
                  <a:extLst>
                    <a:ext uri="{FF2B5EF4-FFF2-40B4-BE49-F238E27FC236}">
                      <a16:creationId xmlns:a16="http://schemas.microsoft.com/office/drawing/2014/main" id="{B12D1813-ACD6-4C47-86EB-8584E33728AD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5524853" y="1792653"/>
                  <a:ext cx="716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77" name="墨迹 176">
                  <a:extLst>
                    <a:ext uri="{FF2B5EF4-FFF2-40B4-BE49-F238E27FC236}">
                      <a16:creationId xmlns:a16="http://schemas.microsoft.com/office/drawing/2014/main" id="{D64454F0-E31C-485C-B9EA-1AC16A903FF4}"/>
                    </a:ext>
                  </a:extLst>
                </p14:cNvPr>
                <p14:cNvContentPartPr/>
                <p14:nvPr/>
              </p14:nvContentPartPr>
              <p14:xfrm>
                <a:off x="5618093" y="1717413"/>
                <a:ext cx="37800" cy="26280"/>
              </p14:xfrm>
            </p:contentPart>
          </mc:Choice>
          <mc:Fallback>
            <p:pic>
              <p:nvPicPr>
                <p:cNvPr id="177" name="墨迹 176">
                  <a:extLst>
                    <a:ext uri="{FF2B5EF4-FFF2-40B4-BE49-F238E27FC236}">
                      <a16:creationId xmlns:a16="http://schemas.microsoft.com/office/drawing/2014/main" id="{D64454F0-E31C-485C-B9EA-1AC16A903FF4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5609093" y="1708773"/>
                  <a:ext cx="554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78" name="墨迹 177">
                  <a:extLst>
                    <a:ext uri="{FF2B5EF4-FFF2-40B4-BE49-F238E27FC236}">
                      <a16:creationId xmlns:a16="http://schemas.microsoft.com/office/drawing/2014/main" id="{459FED72-ACD8-449F-B0B4-0AC5BEFAEB9F}"/>
                    </a:ext>
                  </a:extLst>
                </p14:cNvPr>
                <p14:cNvContentPartPr/>
                <p14:nvPr/>
              </p14:nvContentPartPr>
              <p14:xfrm>
                <a:off x="5590733" y="1777173"/>
                <a:ext cx="43200" cy="113400"/>
              </p14:xfrm>
            </p:contentPart>
          </mc:Choice>
          <mc:Fallback>
            <p:pic>
              <p:nvPicPr>
                <p:cNvPr id="178" name="墨迹 177">
                  <a:extLst>
                    <a:ext uri="{FF2B5EF4-FFF2-40B4-BE49-F238E27FC236}">
                      <a16:creationId xmlns:a16="http://schemas.microsoft.com/office/drawing/2014/main" id="{459FED72-ACD8-449F-B0B4-0AC5BEFAEB9F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5582093" y="1768173"/>
                  <a:ext cx="608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79" name="墨迹 178">
                  <a:extLst>
                    <a:ext uri="{FF2B5EF4-FFF2-40B4-BE49-F238E27FC236}">
                      <a16:creationId xmlns:a16="http://schemas.microsoft.com/office/drawing/2014/main" id="{E5D58007-090F-4B3F-B986-140C172B9BD2}"/>
                    </a:ext>
                  </a:extLst>
                </p14:cNvPr>
                <p14:cNvContentPartPr/>
                <p14:nvPr/>
              </p14:nvContentPartPr>
              <p14:xfrm>
                <a:off x="4871453" y="3941493"/>
                <a:ext cx="83160" cy="132840"/>
              </p14:xfrm>
            </p:contentPart>
          </mc:Choice>
          <mc:Fallback>
            <p:pic>
              <p:nvPicPr>
                <p:cNvPr id="179" name="墨迹 178">
                  <a:extLst>
                    <a:ext uri="{FF2B5EF4-FFF2-40B4-BE49-F238E27FC236}">
                      <a16:creationId xmlns:a16="http://schemas.microsoft.com/office/drawing/2014/main" id="{E5D58007-090F-4B3F-B986-140C172B9BD2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4862453" y="3932853"/>
                  <a:ext cx="10080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80" name="墨迹 179">
                  <a:extLst>
                    <a:ext uri="{FF2B5EF4-FFF2-40B4-BE49-F238E27FC236}">
                      <a16:creationId xmlns:a16="http://schemas.microsoft.com/office/drawing/2014/main" id="{5D3F62DC-618F-4262-8D64-B21AD23D5CB0}"/>
                    </a:ext>
                  </a:extLst>
                </p14:cNvPr>
                <p14:cNvContentPartPr/>
                <p14:nvPr/>
              </p14:nvContentPartPr>
              <p14:xfrm>
                <a:off x="5124893" y="1501053"/>
                <a:ext cx="60120" cy="62280"/>
              </p14:xfrm>
            </p:contentPart>
          </mc:Choice>
          <mc:Fallback>
            <p:pic>
              <p:nvPicPr>
                <p:cNvPr id="180" name="墨迹 179">
                  <a:extLst>
                    <a:ext uri="{FF2B5EF4-FFF2-40B4-BE49-F238E27FC236}">
                      <a16:creationId xmlns:a16="http://schemas.microsoft.com/office/drawing/2014/main" id="{5D3F62DC-618F-4262-8D64-B21AD23D5CB0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5115893" y="1492053"/>
                  <a:ext cx="777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81" name="墨迹 180">
                  <a:extLst>
                    <a:ext uri="{FF2B5EF4-FFF2-40B4-BE49-F238E27FC236}">
                      <a16:creationId xmlns:a16="http://schemas.microsoft.com/office/drawing/2014/main" id="{4F3043BE-8AFB-44DE-AB2F-8A343960F9F9}"/>
                    </a:ext>
                  </a:extLst>
                </p14:cNvPr>
                <p14:cNvContentPartPr/>
                <p14:nvPr/>
              </p14:nvContentPartPr>
              <p14:xfrm>
                <a:off x="5018333" y="3798573"/>
                <a:ext cx="34560" cy="24840"/>
              </p14:xfrm>
            </p:contentPart>
          </mc:Choice>
          <mc:Fallback>
            <p:pic>
              <p:nvPicPr>
                <p:cNvPr id="181" name="墨迹 180">
                  <a:extLst>
                    <a:ext uri="{FF2B5EF4-FFF2-40B4-BE49-F238E27FC236}">
                      <a16:creationId xmlns:a16="http://schemas.microsoft.com/office/drawing/2014/main" id="{4F3043BE-8AFB-44DE-AB2F-8A343960F9F9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5009333" y="3789573"/>
                  <a:ext cx="522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82" name="墨迹 181">
                  <a:extLst>
                    <a:ext uri="{FF2B5EF4-FFF2-40B4-BE49-F238E27FC236}">
                      <a16:creationId xmlns:a16="http://schemas.microsoft.com/office/drawing/2014/main" id="{D08F0711-A421-4B0C-BF57-06839A6B310F}"/>
                    </a:ext>
                  </a:extLst>
                </p14:cNvPr>
                <p14:cNvContentPartPr/>
                <p14:nvPr/>
              </p14:nvContentPartPr>
              <p14:xfrm>
                <a:off x="5088173" y="1467213"/>
                <a:ext cx="124920" cy="111240"/>
              </p14:xfrm>
            </p:contentPart>
          </mc:Choice>
          <mc:Fallback>
            <p:pic>
              <p:nvPicPr>
                <p:cNvPr id="182" name="墨迹 181">
                  <a:extLst>
                    <a:ext uri="{FF2B5EF4-FFF2-40B4-BE49-F238E27FC236}">
                      <a16:creationId xmlns:a16="http://schemas.microsoft.com/office/drawing/2014/main" id="{D08F0711-A421-4B0C-BF57-06839A6B310F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5079173" y="1458213"/>
                  <a:ext cx="1425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83" name="墨迹 182">
                  <a:extLst>
                    <a:ext uri="{FF2B5EF4-FFF2-40B4-BE49-F238E27FC236}">
                      <a16:creationId xmlns:a16="http://schemas.microsoft.com/office/drawing/2014/main" id="{3BB329EA-1638-4A11-8389-12CE851A3AE8}"/>
                    </a:ext>
                  </a:extLst>
                </p14:cNvPr>
                <p14:cNvContentPartPr/>
                <p14:nvPr/>
              </p14:nvContentPartPr>
              <p14:xfrm>
                <a:off x="4924373" y="1808133"/>
                <a:ext cx="171720" cy="2200680"/>
              </p14:xfrm>
            </p:contentPart>
          </mc:Choice>
          <mc:Fallback>
            <p:pic>
              <p:nvPicPr>
                <p:cNvPr id="183" name="墨迹 182">
                  <a:extLst>
                    <a:ext uri="{FF2B5EF4-FFF2-40B4-BE49-F238E27FC236}">
                      <a16:creationId xmlns:a16="http://schemas.microsoft.com/office/drawing/2014/main" id="{3BB329EA-1638-4A11-8389-12CE851A3AE8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4915373" y="1799133"/>
                  <a:ext cx="189360" cy="22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84" name="墨迹 183">
                  <a:extLst>
                    <a:ext uri="{FF2B5EF4-FFF2-40B4-BE49-F238E27FC236}">
                      <a16:creationId xmlns:a16="http://schemas.microsoft.com/office/drawing/2014/main" id="{5C5D8D4E-504D-4D9A-BC7D-79B6D739F045}"/>
                    </a:ext>
                  </a:extLst>
                </p14:cNvPr>
                <p14:cNvContentPartPr/>
                <p14:nvPr/>
              </p14:nvContentPartPr>
              <p14:xfrm>
                <a:off x="4710893" y="3770493"/>
                <a:ext cx="46440" cy="27720"/>
              </p14:xfrm>
            </p:contentPart>
          </mc:Choice>
          <mc:Fallback>
            <p:pic>
              <p:nvPicPr>
                <p:cNvPr id="184" name="墨迹 183">
                  <a:extLst>
                    <a:ext uri="{FF2B5EF4-FFF2-40B4-BE49-F238E27FC236}">
                      <a16:creationId xmlns:a16="http://schemas.microsoft.com/office/drawing/2014/main" id="{5C5D8D4E-504D-4D9A-BC7D-79B6D739F045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4702253" y="3761493"/>
                  <a:ext cx="640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185" name="墨迹 184">
                  <a:extLst>
                    <a:ext uri="{FF2B5EF4-FFF2-40B4-BE49-F238E27FC236}">
                      <a16:creationId xmlns:a16="http://schemas.microsoft.com/office/drawing/2014/main" id="{81057601-34D2-4B9C-BF48-6DA2916F13DB}"/>
                    </a:ext>
                  </a:extLst>
                </p14:cNvPr>
                <p14:cNvContentPartPr/>
                <p14:nvPr/>
              </p14:nvContentPartPr>
              <p14:xfrm>
                <a:off x="4691453" y="1472253"/>
                <a:ext cx="9000" cy="14760"/>
              </p14:xfrm>
            </p:contentPart>
          </mc:Choice>
          <mc:Fallback>
            <p:pic>
              <p:nvPicPr>
                <p:cNvPr id="185" name="墨迹 184">
                  <a:extLst>
                    <a:ext uri="{FF2B5EF4-FFF2-40B4-BE49-F238E27FC236}">
                      <a16:creationId xmlns:a16="http://schemas.microsoft.com/office/drawing/2014/main" id="{81057601-34D2-4B9C-BF48-6DA2916F13DB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4682453" y="1463253"/>
                  <a:ext cx="266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186" name="墨迹 185">
                  <a:extLst>
                    <a:ext uri="{FF2B5EF4-FFF2-40B4-BE49-F238E27FC236}">
                      <a16:creationId xmlns:a16="http://schemas.microsoft.com/office/drawing/2014/main" id="{FCC8B08D-5DAA-406A-8F30-87E015AC02F6}"/>
                    </a:ext>
                  </a:extLst>
                </p14:cNvPr>
                <p14:cNvContentPartPr/>
                <p14:nvPr/>
              </p14:nvContentPartPr>
              <p14:xfrm>
                <a:off x="4996733" y="4160733"/>
                <a:ext cx="25200" cy="27720"/>
              </p14:xfrm>
            </p:contentPart>
          </mc:Choice>
          <mc:Fallback>
            <p:pic>
              <p:nvPicPr>
                <p:cNvPr id="186" name="墨迹 185">
                  <a:extLst>
                    <a:ext uri="{FF2B5EF4-FFF2-40B4-BE49-F238E27FC236}">
                      <a16:creationId xmlns:a16="http://schemas.microsoft.com/office/drawing/2014/main" id="{FCC8B08D-5DAA-406A-8F30-87E015AC02F6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4988093" y="4152093"/>
                  <a:ext cx="428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187" name="墨迹 186">
                  <a:extLst>
                    <a:ext uri="{FF2B5EF4-FFF2-40B4-BE49-F238E27FC236}">
                      <a16:creationId xmlns:a16="http://schemas.microsoft.com/office/drawing/2014/main" id="{2D8B3F5C-77F1-4810-9C29-83CC5B0E2F21}"/>
                    </a:ext>
                  </a:extLst>
                </p14:cNvPr>
                <p14:cNvContentPartPr/>
                <p14:nvPr/>
              </p14:nvContentPartPr>
              <p14:xfrm>
                <a:off x="5046413" y="1604373"/>
                <a:ext cx="38880" cy="89640"/>
              </p14:xfrm>
            </p:contentPart>
          </mc:Choice>
          <mc:Fallback>
            <p:pic>
              <p:nvPicPr>
                <p:cNvPr id="187" name="墨迹 186">
                  <a:extLst>
                    <a:ext uri="{FF2B5EF4-FFF2-40B4-BE49-F238E27FC236}">
                      <a16:creationId xmlns:a16="http://schemas.microsoft.com/office/drawing/2014/main" id="{2D8B3F5C-77F1-4810-9C29-83CC5B0E2F21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5037413" y="1595733"/>
                  <a:ext cx="565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189" name="墨迹 188">
                  <a:extLst>
                    <a:ext uri="{FF2B5EF4-FFF2-40B4-BE49-F238E27FC236}">
                      <a16:creationId xmlns:a16="http://schemas.microsoft.com/office/drawing/2014/main" id="{B9ACD52E-522F-4469-98F9-22DA307E2CF7}"/>
                    </a:ext>
                  </a:extLst>
                </p14:cNvPr>
                <p14:cNvContentPartPr/>
                <p14:nvPr/>
              </p14:nvContentPartPr>
              <p14:xfrm>
                <a:off x="3652853" y="1770333"/>
                <a:ext cx="2815920" cy="286920"/>
              </p14:xfrm>
            </p:contentPart>
          </mc:Choice>
          <mc:Fallback>
            <p:pic>
              <p:nvPicPr>
                <p:cNvPr id="189" name="墨迹 188">
                  <a:extLst>
                    <a:ext uri="{FF2B5EF4-FFF2-40B4-BE49-F238E27FC236}">
                      <a16:creationId xmlns:a16="http://schemas.microsoft.com/office/drawing/2014/main" id="{B9ACD52E-522F-4469-98F9-22DA307E2CF7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3644213" y="1761333"/>
                  <a:ext cx="283356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190" name="墨迹 189">
                  <a:extLst>
                    <a:ext uri="{FF2B5EF4-FFF2-40B4-BE49-F238E27FC236}">
                      <a16:creationId xmlns:a16="http://schemas.microsoft.com/office/drawing/2014/main" id="{812F3BDD-0130-4D21-9323-84F787A6983C}"/>
                    </a:ext>
                  </a:extLst>
                </p14:cNvPr>
                <p14:cNvContentPartPr/>
                <p14:nvPr/>
              </p14:nvContentPartPr>
              <p14:xfrm>
                <a:off x="4211933" y="3761853"/>
                <a:ext cx="1894680" cy="134280"/>
              </p14:xfrm>
            </p:contentPart>
          </mc:Choice>
          <mc:Fallback>
            <p:pic>
              <p:nvPicPr>
                <p:cNvPr id="190" name="墨迹 189">
                  <a:extLst>
                    <a:ext uri="{FF2B5EF4-FFF2-40B4-BE49-F238E27FC236}">
                      <a16:creationId xmlns:a16="http://schemas.microsoft.com/office/drawing/2014/main" id="{812F3BDD-0130-4D21-9323-84F787A6983C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4202933" y="3752853"/>
                  <a:ext cx="19123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192" name="墨迹 191">
                  <a:extLst>
                    <a:ext uri="{FF2B5EF4-FFF2-40B4-BE49-F238E27FC236}">
                      <a16:creationId xmlns:a16="http://schemas.microsoft.com/office/drawing/2014/main" id="{88D97963-5427-4CC2-9FAC-B6FFB1DAC9FC}"/>
                    </a:ext>
                  </a:extLst>
                </p14:cNvPr>
                <p14:cNvContentPartPr/>
                <p14:nvPr/>
              </p14:nvContentPartPr>
              <p14:xfrm>
                <a:off x="817493" y="5731413"/>
                <a:ext cx="3645000" cy="310680"/>
              </p14:xfrm>
            </p:contentPart>
          </mc:Choice>
          <mc:Fallback>
            <p:pic>
              <p:nvPicPr>
                <p:cNvPr id="192" name="墨迹 191">
                  <a:extLst>
                    <a:ext uri="{FF2B5EF4-FFF2-40B4-BE49-F238E27FC236}">
                      <a16:creationId xmlns:a16="http://schemas.microsoft.com/office/drawing/2014/main" id="{88D97963-5427-4CC2-9FAC-B6FFB1DAC9FC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808853" y="5722773"/>
                  <a:ext cx="366264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194" name="墨迹 193">
                  <a:extLst>
                    <a:ext uri="{FF2B5EF4-FFF2-40B4-BE49-F238E27FC236}">
                      <a16:creationId xmlns:a16="http://schemas.microsoft.com/office/drawing/2014/main" id="{8247E90A-4AE0-4D25-AAF1-E9142EB84D6D}"/>
                    </a:ext>
                  </a:extLst>
                </p14:cNvPr>
                <p14:cNvContentPartPr/>
                <p14:nvPr/>
              </p14:nvContentPartPr>
              <p14:xfrm>
                <a:off x="4315253" y="5130933"/>
                <a:ext cx="917280" cy="185760"/>
              </p14:xfrm>
            </p:contentPart>
          </mc:Choice>
          <mc:Fallback>
            <p:pic>
              <p:nvPicPr>
                <p:cNvPr id="194" name="墨迹 193">
                  <a:extLst>
                    <a:ext uri="{FF2B5EF4-FFF2-40B4-BE49-F238E27FC236}">
                      <a16:creationId xmlns:a16="http://schemas.microsoft.com/office/drawing/2014/main" id="{8247E90A-4AE0-4D25-AAF1-E9142EB84D6D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4306613" y="5121933"/>
                  <a:ext cx="9349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195" name="墨迹 194">
                  <a:extLst>
                    <a:ext uri="{FF2B5EF4-FFF2-40B4-BE49-F238E27FC236}">
                      <a16:creationId xmlns:a16="http://schemas.microsoft.com/office/drawing/2014/main" id="{0E42B5CE-3469-4C58-91D1-E3AA80491560}"/>
                    </a:ext>
                  </a:extLst>
                </p14:cNvPr>
                <p14:cNvContentPartPr/>
                <p14:nvPr/>
              </p14:nvContentPartPr>
              <p14:xfrm>
                <a:off x="5094293" y="4967493"/>
                <a:ext cx="262800" cy="366480"/>
              </p14:xfrm>
            </p:contentPart>
          </mc:Choice>
          <mc:Fallback>
            <p:pic>
              <p:nvPicPr>
                <p:cNvPr id="195" name="墨迹 194">
                  <a:extLst>
                    <a:ext uri="{FF2B5EF4-FFF2-40B4-BE49-F238E27FC236}">
                      <a16:creationId xmlns:a16="http://schemas.microsoft.com/office/drawing/2014/main" id="{0E42B5CE-3469-4C58-91D1-E3AA80491560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5085293" y="4958853"/>
                  <a:ext cx="28044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197" name="墨迹 196">
                  <a:extLst>
                    <a:ext uri="{FF2B5EF4-FFF2-40B4-BE49-F238E27FC236}">
                      <a16:creationId xmlns:a16="http://schemas.microsoft.com/office/drawing/2014/main" id="{C6AE9D34-3ACD-4ED2-AEF5-C2350442AC5C}"/>
                    </a:ext>
                  </a:extLst>
                </p14:cNvPr>
                <p14:cNvContentPartPr/>
                <p14:nvPr/>
              </p14:nvContentPartPr>
              <p14:xfrm>
                <a:off x="5509013" y="4782093"/>
                <a:ext cx="205920" cy="19080"/>
              </p14:xfrm>
            </p:contentPart>
          </mc:Choice>
          <mc:Fallback>
            <p:pic>
              <p:nvPicPr>
                <p:cNvPr id="197" name="墨迹 196">
                  <a:extLst>
                    <a:ext uri="{FF2B5EF4-FFF2-40B4-BE49-F238E27FC236}">
                      <a16:creationId xmlns:a16="http://schemas.microsoft.com/office/drawing/2014/main" id="{C6AE9D34-3ACD-4ED2-AEF5-C2350442AC5C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5500013" y="4773453"/>
                  <a:ext cx="2235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198" name="墨迹 197">
                  <a:extLst>
                    <a:ext uri="{FF2B5EF4-FFF2-40B4-BE49-F238E27FC236}">
                      <a16:creationId xmlns:a16="http://schemas.microsoft.com/office/drawing/2014/main" id="{4C62C0CC-840F-4448-A4AE-088E2765FD93}"/>
                    </a:ext>
                  </a:extLst>
                </p14:cNvPr>
                <p14:cNvContentPartPr/>
                <p14:nvPr/>
              </p14:nvContentPartPr>
              <p14:xfrm>
                <a:off x="5507933" y="4640613"/>
                <a:ext cx="256320" cy="474120"/>
              </p14:xfrm>
            </p:contentPart>
          </mc:Choice>
          <mc:Fallback>
            <p:pic>
              <p:nvPicPr>
                <p:cNvPr id="198" name="墨迹 197">
                  <a:extLst>
                    <a:ext uri="{FF2B5EF4-FFF2-40B4-BE49-F238E27FC236}">
                      <a16:creationId xmlns:a16="http://schemas.microsoft.com/office/drawing/2014/main" id="{4C62C0CC-840F-4448-A4AE-088E2765FD93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5499293" y="4631613"/>
                  <a:ext cx="27396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199" name="墨迹 198">
                  <a:extLst>
                    <a:ext uri="{FF2B5EF4-FFF2-40B4-BE49-F238E27FC236}">
                      <a16:creationId xmlns:a16="http://schemas.microsoft.com/office/drawing/2014/main" id="{076F1A2A-B78D-4982-8488-B55DF6A1C47B}"/>
                    </a:ext>
                  </a:extLst>
                </p14:cNvPr>
                <p14:cNvContentPartPr/>
                <p14:nvPr/>
              </p14:nvContentPartPr>
              <p14:xfrm>
                <a:off x="5862893" y="4700013"/>
                <a:ext cx="145440" cy="187920"/>
              </p14:xfrm>
            </p:contentPart>
          </mc:Choice>
          <mc:Fallback>
            <p:pic>
              <p:nvPicPr>
                <p:cNvPr id="199" name="墨迹 198">
                  <a:extLst>
                    <a:ext uri="{FF2B5EF4-FFF2-40B4-BE49-F238E27FC236}">
                      <a16:creationId xmlns:a16="http://schemas.microsoft.com/office/drawing/2014/main" id="{076F1A2A-B78D-4982-8488-B55DF6A1C47B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5854253" y="4691373"/>
                  <a:ext cx="16308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200" name="墨迹 199">
                  <a:extLst>
                    <a:ext uri="{FF2B5EF4-FFF2-40B4-BE49-F238E27FC236}">
                      <a16:creationId xmlns:a16="http://schemas.microsoft.com/office/drawing/2014/main" id="{53A843E4-3BEB-41E5-B8F0-FC6E32A53D12}"/>
                    </a:ext>
                  </a:extLst>
                </p14:cNvPr>
                <p14:cNvContentPartPr/>
                <p14:nvPr/>
              </p14:nvContentPartPr>
              <p14:xfrm>
                <a:off x="5763893" y="4523253"/>
                <a:ext cx="207000" cy="437400"/>
              </p14:xfrm>
            </p:contentPart>
          </mc:Choice>
          <mc:Fallback>
            <p:pic>
              <p:nvPicPr>
                <p:cNvPr id="200" name="墨迹 199">
                  <a:extLst>
                    <a:ext uri="{FF2B5EF4-FFF2-40B4-BE49-F238E27FC236}">
                      <a16:creationId xmlns:a16="http://schemas.microsoft.com/office/drawing/2014/main" id="{53A843E4-3BEB-41E5-B8F0-FC6E32A53D12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5755253" y="4514613"/>
                  <a:ext cx="22464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201" name="墨迹 200">
                  <a:extLst>
                    <a:ext uri="{FF2B5EF4-FFF2-40B4-BE49-F238E27FC236}">
                      <a16:creationId xmlns:a16="http://schemas.microsoft.com/office/drawing/2014/main" id="{22C66005-6C26-4FEE-AD23-29B9F03C4363}"/>
                    </a:ext>
                  </a:extLst>
                </p14:cNvPr>
                <p14:cNvContentPartPr/>
                <p14:nvPr/>
              </p14:nvContentPartPr>
              <p14:xfrm>
                <a:off x="6133253" y="4521093"/>
                <a:ext cx="118080" cy="368280"/>
              </p14:xfrm>
            </p:contentPart>
          </mc:Choice>
          <mc:Fallback>
            <p:pic>
              <p:nvPicPr>
                <p:cNvPr id="201" name="墨迹 200">
                  <a:extLst>
                    <a:ext uri="{FF2B5EF4-FFF2-40B4-BE49-F238E27FC236}">
                      <a16:creationId xmlns:a16="http://schemas.microsoft.com/office/drawing/2014/main" id="{22C66005-6C26-4FEE-AD23-29B9F03C4363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6124613" y="4512093"/>
                  <a:ext cx="13572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202" name="墨迹 201">
                  <a:extLst>
                    <a:ext uri="{FF2B5EF4-FFF2-40B4-BE49-F238E27FC236}">
                      <a16:creationId xmlns:a16="http://schemas.microsoft.com/office/drawing/2014/main" id="{8E25E2BF-A8F1-4EBE-A70B-F013185842DD}"/>
                    </a:ext>
                  </a:extLst>
                </p14:cNvPr>
                <p14:cNvContentPartPr/>
                <p14:nvPr/>
              </p14:nvContentPartPr>
              <p14:xfrm>
                <a:off x="6356093" y="4486533"/>
                <a:ext cx="155520" cy="49320"/>
              </p14:xfrm>
            </p:contentPart>
          </mc:Choice>
          <mc:Fallback>
            <p:pic>
              <p:nvPicPr>
                <p:cNvPr id="202" name="墨迹 201">
                  <a:extLst>
                    <a:ext uri="{FF2B5EF4-FFF2-40B4-BE49-F238E27FC236}">
                      <a16:creationId xmlns:a16="http://schemas.microsoft.com/office/drawing/2014/main" id="{8E25E2BF-A8F1-4EBE-A70B-F013185842DD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6347453" y="4477893"/>
                  <a:ext cx="1731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203" name="墨迹 202">
                  <a:extLst>
                    <a:ext uri="{FF2B5EF4-FFF2-40B4-BE49-F238E27FC236}">
                      <a16:creationId xmlns:a16="http://schemas.microsoft.com/office/drawing/2014/main" id="{974410A6-0941-4C96-BE32-5D75DA400235}"/>
                    </a:ext>
                  </a:extLst>
                </p14:cNvPr>
                <p14:cNvContentPartPr/>
                <p14:nvPr/>
              </p14:nvContentPartPr>
              <p14:xfrm>
                <a:off x="6387773" y="4590933"/>
                <a:ext cx="103320" cy="347040"/>
              </p14:xfrm>
            </p:contentPart>
          </mc:Choice>
          <mc:Fallback>
            <p:pic>
              <p:nvPicPr>
                <p:cNvPr id="203" name="墨迹 202">
                  <a:extLst>
                    <a:ext uri="{FF2B5EF4-FFF2-40B4-BE49-F238E27FC236}">
                      <a16:creationId xmlns:a16="http://schemas.microsoft.com/office/drawing/2014/main" id="{974410A6-0941-4C96-BE32-5D75DA400235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6378773" y="4581933"/>
                  <a:ext cx="12096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204" name="墨迹 203">
                  <a:extLst>
                    <a:ext uri="{FF2B5EF4-FFF2-40B4-BE49-F238E27FC236}">
                      <a16:creationId xmlns:a16="http://schemas.microsoft.com/office/drawing/2014/main" id="{1922311D-0492-47A0-A49A-517DC071E982}"/>
                    </a:ext>
                  </a:extLst>
                </p14:cNvPr>
                <p14:cNvContentPartPr/>
                <p14:nvPr/>
              </p14:nvContentPartPr>
              <p14:xfrm>
                <a:off x="6763253" y="4445493"/>
                <a:ext cx="209880" cy="468720"/>
              </p14:xfrm>
            </p:contentPart>
          </mc:Choice>
          <mc:Fallback>
            <p:pic>
              <p:nvPicPr>
                <p:cNvPr id="204" name="墨迹 203">
                  <a:extLst>
                    <a:ext uri="{FF2B5EF4-FFF2-40B4-BE49-F238E27FC236}">
                      <a16:creationId xmlns:a16="http://schemas.microsoft.com/office/drawing/2014/main" id="{1922311D-0492-47A0-A49A-517DC071E982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6754253" y="4436493"/>
                  <a:ext cx="227520" cy="48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205" name="墨迹 204">
                  <a:extLst>
                    <a:ext uri="{FF2B5EF4-FFF2-40B4-BE49-F238E27FC236}">
                      <a16:creationId xmlns:a16="http://schemas.microsoft.com/office/drawing/2014/main" id="{51331353-6CCB-4674-95BF-D14FD0AFECB2}"/>
                    </a:ext>
                  </a:extLst>
                </p14:cNvPr>
                <p14:cNvContentPartPr/>
                <p14:nvPr/>
              </p14:nvContentPartPr>
              <p14:xfrm>
                <a:off x="7015613" y="4439373"/>
                <a:ext cx="230400" cy="346680"/>
              </p14:xfrm>
            </p:contentPart>
          </mc:Choice>
          <mc:Fallback>
            <p:pic>
              <p:nvPicPr>
                <p:cNvPr id="205" name="墨迹 204">
                  <a:extLst>
                    <a:ext uri="{FF2B5EF4-FFF2-40B4-BE49-F238E27FC236}">
                      <a16:creationId xmlns:a16="http://schemas.microsoft.com/office/drawing/2014/main" id="{51331353-6CCB-4674-95BF-D14FD0AFECB2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7006613" y="4430733"/>
                  <a:ext cx="24804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206" name="墨迹 205">
                  <a:extLst>
                    <a:ext uri="{FF2B5EF4-FFF2-40B4-BE49-F238E27FC236}">
                      <a16:creationId xmlns:a16="http://schemas.microsoft.com/office/drawing/2014/main" id="{F1BCC266-93A6-463C-935E-03A5EDFBAE56}"/>
                    </a:ext>
                  </a:extLst>
                </p14:cNvPr>
                <p14:cNvContentPartPr/>
                <p14:nvPr/>
              </p14:nvContentPartPr>
              <p14:xfrm>
                <a:off x="7316213" y="4388253"/>
                <a:ext cx="210960" cy="72360"/>
              </p14:xfrm>
            </p:contentPart>
          </mc:Choice>
          <mc:Fallback>
            <p:pic>
              <p:nvPicPr>
                <p:cNvPr id="206" name="墨迹 205">
                  <a:extLst>
                    <a:ext uri="{FF2B5EF4-FFF2-40B4-BE49-F238E27FC236}">
                      <a16:creationId xmlns:a16="http://schemas.microsoft.com/office/drawing/2014/main" id="{F1BCC266-93A6-463C-935E-03A5EDFBAE56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7307213" y="4379253"/>
                  <a:ext cx="2286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207" name="墨迹 206">
                  <a:extLst>
                    <a:ext uri="{FF2B5EF4-FFF2-40B4-BE49-F238E27FC236}">
                      <a16:creationId xmlns:a16="http://schemas.microsoft.com/office/drawing/2014/main" id="{425F6C77-B900-4179-97D9-7B8464F58879}"/>
                    </a:ext>
                  </a:extLst>
                </p14:cNvPr>
                <p14:cNvContentPartPr/>
                <p14:nvPr/>
              </p14:nvContentPartPr>
              <p14:xfrm>
                <a:off x="7409093" y="4280973"/>
                <a:ext cx="78120" cy="279360"/>
              </p14:xfrm>
            </p:contentPart>
          </mc:Choice>
          <mc:Fallback>
            <p:pic>
              <p:nvPicPr>
                <p:cNvPr id="207" name="墨迹 206">
                  <a:extLst>
                    <a:ext uri="{FF2B5EF4-FFF2-40B4-BE49-F238E27FC236}">
                      <a16:creationId xmlns:a16="http://schemas.microsoft.com/office/drawing/2014/main" id="{425F6C77-B900-4179-97D9-7B8464F58879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7400453" y="4271973"/>
                  <a:ext cx="9576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208" name="墨迹 207">
                  <a:extLst>
                    <a:ext uri="{FF2B5EF4-FFF2-40B4-BE49-F238E27FC236}">
                      <a16:creationId xmlns:a16="http://schemas.microsoft.com/office/drawing/2014/main" id="{69CF4D03-EF51-4026-872F-264A69435FBE}"/>
                    </a:ext>
                  </a:extLst>
                </p14:cNvPr>
                <p14:cNvContentPartPr/>
                <p14:nvPr/>
              </p14:nvContentPartPr>
              <p14:xfrm>
                <a:off x="7531853" y="4255413"/>
                <a:ext cx="280440" cy="325440"/>
              </p14:xfrm>
            </p:contentPart>
          </mc:Choice>
          <mc:Fallback>
            <p:pic>
              <p:nvPicPr>
                <p:cNvPr id="208" name="墨迹 207">
                  <a:extLst>
                    <a:ext uri="{FF2B5EF4-FFF2-40B4-BE49-F238E27FC236}">
                      <a16:creationId xmlns:a16="http://schemas.microsoft.com/office/drawing/2014/main" id="{69CF4D03-EF51-4026-872F-264A69435FBE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7523213" y="4246413"/>
                  <a:ext cx="29808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209" name="墨迹 208">
                  <a:extLst>
                    <a:ext uri="{FF2B5EF4-FFF2-40B4-BE49-F238E27FC236}">
                      <a16:creationId xmlns:a16="http://schemas.microsoft.com/office/drawing/2014/main" id="{CBEF8FBE-C998-4247-9498-D6A0A1E16843}"/>
                    </a:ext>
                  </a:extLst>
                </p14:cNvPr>
                <p14:cNvContentPartPr/>
                <p14:nvPr/>
              </p14:nvContentPartPr>
              <p14:xfrm>
                <a:off x="7829213" y="4398693"/>
                <a:ext cx="154440" cy="192960"/>
              </p14:xfrm>
            </p:contentPart>
          </mc:Choice>
          <mc:Fallback>
            <p:pic>
              <p:nvPicPr>
                <p:cNvPr id="209" name="墨迹 208">
                  <a:extLst>
                    <a:ext uri="{FF2B5EF4-FFF2-40B4-BE49-F238E27FC236}">
                      <a16:creationId xmlns:a16="http://schemas.microsoft.com/office/drawing/2014/main" id="{CBEF8FBE-C998-4247-9498-D6A0A1E16843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7820573" y="4389693"/>
                  <a:ext cx="1720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12" name="墨迹 211">
                  <a:extLst>
                    <a:ext uri="{FF2B5EF4-FFF2-40B4-BE49-F238E27FC236}">
                      <a16:creationId xmlns:a16="http://schemas.microsoft.com/office/drawing/2014/main" id="{47DF0942-7151-4072-80F5-E8201181501B}"/>
                    </a:ext>
                  </a:extLst>
                </p14:cNvPr>
                <p14:cNvContentPartPr/>
                <p14:nvPr/>
              </p14:nvContentPartPr>
              <p14:xfrm>
                <a:off x="5650133" y="5178093"/>
                <a:ext cx="269640" cy="319320"/>
              </p14:xfrm>
            </p:contentPart>
          </mc:Choice>
          <mc:Fallback>
            <p:pic>
              <p:nvPicPr>
                <p:cNvPr id="212" name="墨迹 211">
                  <a:extLst>
                    <a:ext uri="{FF2B5EF4-FFF2-40B4-BE49-F238E27FC236}">
                      <a16:creationId xmlns:a16="http://schemas.microsoft.com/office/drawing/2014/main" id="{47DF0942-7151-4072-80F5-E8201181501B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5641133" y="5169453"/>
                  <a:ext cx="28728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13" name="墨迹 212">
                  <a:extLst>
                    <a:ext uri="{FF2B5EF4-FFF2-40B4-BE49-F238E27FC236}">
                      <a16:creationId xmlns:a16="http://schemas.microsoft.com/office/drawing/2014/main" id="{39764496-332E-45ED-9684-7BAE2AC74196}"/>
                    </a:ext>
                  </a:extLst>
                </p14:cNvPr>
                <p14:cNvContentPartPr/>
                <p14:nvPr/>
              </p14:nvContentPartPr>
              <p14:xfrm>
                <a:off x="5884133" y="5119413"/>
                <a:ext cx="48240" cy="216000"/>
              </p14:xfrm>
            </p:contentPart>
          </mc:Choice>
          <mc:Fallback>
            <p:pic>
              <p:nvPicPr>
                <p:cNvPr id="213" name="墨迹 212">
                  <a:extLst>
                    <a:ext uri="{FF2B5EF4-FFF2-40B4-BE49-F238E27FC236}">
                      <a16:creationId xmlns:a16="http://schemas.microsoft.com/office/drawing/2014/main" id="{39764496-332E-45ED-9684-7BAE2AC74196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5875493" y="5110413"/>
                  <a:ext cx="6588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14" name="墨迹 213">
                  <a:extLst>
                    <a:ext uri="{FF2B5EF4-FFF2-40B4-BE49-F238E27FC236}">
                      <a16:creationId xmlns:a16="http://schemas.microsoft.com/office/drawing/2014/main" id="{8254E31E-0CC2-4284-B0C1-853092F43A93}"/>
                    </a:ext>
                  </a:extLst>
                </p14:cNvPr>
                <p14:cNvContentPartPr/>
                <p14:nvPr/>
              </p14:nvContentPartPr>
              <p14:xfrm>
                <a:off x="5889533" y="5051733"/>
                <a:ext cx="194760" cy="95400"/>
              </p14:xfrm>
            </p:contentPart>
          </mc:Choice>
          <mc:Fallback>
            <p:pic>
              <p:nvPicPr>
                <p:cNvPr id="214" name="墨迹 213">
                  <a:extLst>
                    <a:ext uri="{FF2B5EF4-FFF2-40B4-BE49-F238E27FC236}">
                      <a16:creationId xmlns:a16="http://schemas.microsoft.com/office/drawing/2014/main" id="{8254E31E-0CC2-4284-B0C1-853092F43A93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5880533" y="5043093"/>
                  <a:ext cx="2124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15" name="墨迹 214">
                  <a:extLst>
                    <a:ext uri="{FF2B5EF4-FFF2-40B4-BE49-F238E27FC236}">
                      <a16:creationId xmlns:a16="http://schemas.microsoft.com/office/drawing/2014/main" id="{AB83D5C4-9D99-4FA0-BE28-F3E530962F36}"/>
                    </a:ext>
                  </a:extLst>
                </p14:cNvPr>
                <p14:cNvContentPartPr/>
                <p14:nvPr/>
              </p14:nvContentPartPr>
              <p14:xfrm>
                <a:off x="5853533" y="5143173"/>
                <a:ext cx="234360" cy="232920"/>
              </p14:xfrm>
            </p:contentPart>
          </mc:Choice>
          <mc:Fallback>
            <p:pic>
              <p:nvPicPr>
                <p:cNvPr id="215" name="墨迹 214">
                  <a:extLst>
                    <a:ext uri="{FF2B5EF4-FFF2-40B4-BE49-F238E27FC236}">
                      <a16:creationId xmlns:a16="http://schemas.microsoft.com/office/drawing/2014/main" id="{AB83D5C4-9D99-4FA0-BE28-F3E530962F36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5844893" y="5134173"/>
                  <a:ext cx="25200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16" name="墨迹 215">
                  <a:extLst>
                    <a:ext uri="{FF2B5EF4-FFF2-40B4-BE49-F238E27FC236}">
                      <a16:creationId xmlns:a16="http://schemas.microsoft.com/office/drawing/2014/main" id="{6344E1DA-477E-4582-81C1-54F463E535CA}"/>
                    </a:ext>
                  </a:extLst>
                </p14:cNvPr>
                <p14:cNvContentPartPr/>
                <p14:nvPr/>
              </p14:nvContentPartPr>
              <p14:xfrm>
                <a:off x="5651573" y="5121573"/>
                <a:ext cx="373320" cy="254520"/>
              </p14:xfrm>
            </p:contentPart>
          </mc:Choice>
          <mc:Fallback>
            <p:pic>
              <p:nvPicPr>
                <p:cNvPr id="216" name="墨迹 215">
                  <a:extLst>
                    <a:ext uri="{FF2B5EF4-FFF2-40B4-BE49-F238E27FC236}">
                      <a16:creationId xmlns:a16="http://schemas.microsoft.com/office/drawing/2014/main" id="{6344E1DA-477E-4582-81C1-54F463E535CA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5642933" y="5112573"/>
                  <a:ext cx="39096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17" name="墨迹 216">
                  <a:extLst>
                    <a:ext uri="{FF2B5EF4-FFF2-40B4-BE49-F238E27FC236}">
                      <a16:creationId xmlns:a16="http://schemas.microsoft.com/office/drawing/2014/main" id="{5A3E8289-E1D2-4590-B2EF-D0BD28BA8425}"/>
                    </a:ext>
                  </a:extLst>
                </p14:cNvPr>
                <p14:cNvContentPartPr/>
                <p14:nvPr/>
              </p14:nvContentPartPr>
              <p14:xfrm>
                <a:off x="6100853" y="5027253"/>
                <a:ext cx="239760" cy="507240"/>
              </p14:xfrm>
            </p:contentPart>
          </mc:Choice>
          <mc:Fallback>
            <p:pic>
              <p:nvPicPr>
                <p:cNvPr id="217" name="墨迹 216">
                  <a:extLst>
                    <a:ext uri="{FF2B5EF4-FFF2-40B4-BE49-F238E27FC236}">
                      <a16:creationId xmlns:a16="http://schemas.microsoft.com/office/drawing/2014/main" id="{5A3E8289-E1D2-4590-B2EF-D0BD28BA8425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6092213" y="5018613"/>
                  <a:ext cx="257400" cy="52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18" name="墨迹 217">
                  <a:extLst>
                    <a:ext uri="{FF2B5EF4-FFF2-40B4-BE49-F238E27FC236}">
                      <a16:creationId xmlns:a16="http://schemas.microsoft.com/office/drawing/2014/main" id="{311EF391-DCE5-4B1F-AE07-2216212D435A}"/>
                    </a:ext>
                  </a:extLst>
                </p14:cNvPr>
                <p14:cNvContentPartPr/>
                <p14:nvPr/>
              </p14:nvContentPartPr>
              <p14:xfrm>
                <a:off x="6279413" y="5160453"/>
                <a:ext cx="183960" cy="183600"/>
              </p14:xfrm>
            </p:contentPart>
          </mc:Choice>
          <mc:Fallback>
            <p:pic>
              <p:nvPicPr>
                <p:cNvPr id="218" name="墨迹 217">
                  <a:extLst>
                    <a:ext uri="{FF2B5EF4-FFF2-40B4-BE49-F238E27FC236}">
                      <a16:creationId xmlns:a16="http://schemas.microsoft.com/office/drawing/2014/main" id="{311EF391-DCE5-4B1F-AE07-2216212D435A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6270413" y="5151453"/>
                  <a:ext cx="20160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19" name="墨迹 218">
                  <a:extLst>
                    <a:ext uri="{FF2B5EF4-FFF2-40B4-BE49-F238E27FC236}">
                      <a16:creationId xmlns:a16="http://schemas.microsoft.com/office/drawing/2014/main" id="{0B40AC64-D88C-492C-AF55-D5B21357AD50}"/>
                    </a:ext>
                  </a:extLst>
                </p14:cNvPr>
                <p14:cNvContentPartPr/>
                <p14:nvPr/>
              </p14:nvContentPartPr>
              <p14:xfrm>
                <a:off x="6123893" y="5017173"/>
                <a:ext cx="575640" cy="558360"/>
              </p14:xfrm>
            </p:contentPart>
          </mc:Choice>
          <mc:Fallback>
            <p:pic>
              <p:nvPicPr>
                <p:cNvPr id="219" name="墨迹 218">
                  <a:extLst>
                    <a:ext uri="{FF2B5EF4-FFF2-40B4-BE49-F238E27FC236}">
                      <a16:creationId xmlns:a16="http://schemas.microsoft.com/office/drawing/2014/main" id="{0B40AC64-D88C-492C-AF55-D5B21357AD50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6115253" y="5008533"/>
                  <a:ext cx="593280" cy="57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20" name="墨迹 219">
                  <a:extLst>
                    <a:ext uri="{FF2B5EF4-FFF2-40B4-BE49-F238E27FC236}">
                      <a16:creationId xmlns:a16="http://schemas.microsoft.com/office/drawing/2014/main" id="{0F4BB2E7-C9C5-4180-94A7-08478318A229}"/>
                    </a:ext>
                  </a:extLst>
                </p14:cNvPr>
                <p14:cNvContentPartPr/>
                <p14:nvPr/>
              </p14:nvContentPartPr>
              <p14:xfrm>
                <a:off x="6496493" y="4910973"/>
                <a:ext cx="498240" cy="531360"/>
              </p14:xfrm>
            </p:contentPart>
          </mc:Choice>
          <mc:Fallback>
            <p:pic>
              <p:nvPicPr>
                <p:cNvPr id="220" name="墨迹 219">
                  <a:extLst>
                    <a:ext uri="{FF2B5EF4-FFF2-40B4-BE49-F238E27FC236}">
                      <a16:creationId xmlns:a16="http://schemas.microsoft.com/office/drawing/2014/main" id="{0F4BB2E7-C9C5-4180-94A7-08478318A229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6487853" y="4901973"/>
                  <a:ext cx="515880" cy="54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21" name="墨迹 220">
                  <a:extLst>
                    <a:ext uri="{FF2B5EF4-FFF2-40B4-BE49-F238E27FC236}">
                      <a16:creationId xmlns:a16="http://schemas.microsoft.com/office/drawing/2014/main" id="{AEFF1559-8BB3-44FB-AE8F-E548CD87B424}"/>
                    </a:ext>
                  </a:extLst>
                </p14:cNvPr>
                <p14:cNvContentPartPr/>
                <p14:nvPr/>
              </p14:nvContentPartPr>
              <p14:xfrm>
                <a:off x="6780173" y="5192133"/>
                <a:ext cx="279360" cy="50760"/>
              </p14:xfrm>
            </p:contentPart>
          </mc:Choice>
          <mc:Fallback>
            <p:pic>
              <p:nvPicPr>
                <p:cNvPr id="221" name="墨迹 220">
                  <a:extLst>
                    <a:ext uri="{FF2B5EF4-FFF2-40B4-BE49-F238E27FC236}">
                      <a16:creationId xmlns:a16="http://schemas.microsoft.com/office/drawing/2014/main" id="{AEFF1559-8BB3-44FB-AE8F-E548CD87B424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6771533" y="5183133"/>
                  <a:ext cx="2970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22" name="墨迹 221">
                  <a:extLst>
                    <a:ext uri="{FF2B5EF4-FFF2-40B4-BE49-F238E27FC236}">
                      <a16:creationId xmlns:a16="http://schemas.microsoft.com/office/drawing/2014/main" id="{FF7D5E61-47E4-42D1-A89D-E754829DF983}"/>
                    </a:ext>
                  </a:extLst>
                </p14:cNvPr>
                <p14:cNvContentPartPr/>
                <p14:nvPr/>
              </p14:nvContentPartPr>
              <p14:xfrm>
                <a:off x="7363373" y="4966413"/>
                <a:ext cx="356040" cy="238680"/>
              </p14:xfrm>
            </p:contentPart>
          </mc:Choice>
          <mc:Fallback>
            <p:pic>
              <p:nvPicPr>
                <p:cNvPr id="222" name="墨迹 221">
                  <a:extLst>
                    <a:ext uri="{FF2B5EF4-FFF2-40B4-BE49-F238E27FC236}">
                      <a16:creationId xmlns:a16="http://schemas.microsoft.com/office/drawing/2014/main" id="{FF7D5E61-47E4-42D1-A89D-E754829DF983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7354373" y="4957413"/>
                  <a:ext cx="37368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23" name="墨迹 222">
                  <a:extLst>
                    <a:ext uri="{FF2B5EF4-FFF2-40B4-BE49-F238E27FC236}">
                      <a16:creationId xmlns:a16="http://schemas.microsoft.com/office/drawing/2014/main" id="{5CCB0E20-EA1A-4B2C-BF06-793D8FAF4257}"/>
                    </a:ext>
                  </a:extLst>
                </p14:cNvPr>
                <p14:cNvContentPartPr/>
                <p14:nvPr/>
              </p14:nvContentPartPr>
              <p14:xfrm>
                <a:off x="7684853" y="4687053"/>
                <a:ext cx="230760" cy="464400"/>
              </p14:xfrm>
            </p:contentPart>
          </mc:Choice>
          <mc:Fallback>
            <p:pic>
              <p:nvPicPr>
                <p:cNvPr id="223" name="墨迹 222">
                  <a:extLst>
                    <a:ext uri="{FF2B5EF4-FFF2-40B4-BE49-F238E27FC236}">
                      <a16:creationId xmlns:a16="http://schemas.microsoft.com/office/drawing/2014/main" id="{5CCB0E20-EA1A-4B2C-BF06-793D8FAF4257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7676213" y="4678053"/>
                  <a:ext cx="24840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24" name="墨迹 223">
                  <a:extLst>
                    <a:ext uri="{FF2B5EF4-FFF2-40B4-BE49-F238E27FC236}">
                      <a16:creationId xmlns:a16="http://schemas.microsoft.com/office/drawing/2014/main" id="{9CA7F91B-0F61-4CC7-BF6D-A7AA28C3FD3A}"/>
                    </a:ext>
                  </a:extLst>
                </p14:cNvPr>
                <p14:cNvContentPartPr/>
                <p14:nvPr/>
              </p14:nvContentPartPr>
              <p14:xfrm>
                <a:off x="7961333" y="4697133"/>
                <a:ext cx="189720" cy="407880"/>
              </p14:xfrm>
            </p:contentPart>
          </mc:Choice>
          <mc:Fallback>
            <p:pic>
              <p:nvPicPr>
                <p:cNvPr id="224" name="墨迹 223">
                  <a:extLst>
                    <a:ext uri="{FF2B5EF4-FFF2-40B4-BE49-F238E27FC236}">
                      <a16:creationId xmlns:a16="http://schemas.microsoft.com/office/drawing/2014/main" id="{9CA7F91B-0F61-4CC7-BF6D-A7AA28C3FD3A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7952693" y="4688493"/>
                  <a:ext cx="20736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26" name="墨迹 225">
                  <a:extLst>
                    <a:ext uri="{FF2B5EF4-FFF2-40B4-BE49-F238E27FC236}">
                      <a16:creationId xmlns:a16="http://schemas.microsoft.com/office/drawing/2014/main" id="{953FB702-9202-417B-B7A9-475B6F84E759}"/>
                    </a:ext>
                  </a:extLst>
                </p14:cNvPr>
                <p14:cNvContentPartPr/>
                <p14:nvPr/>
              </p14:nvContentPartPr>
              <p14:xfrm>
                <a:off x="7377413" y="5276733"/>
                <a:ext cx="158040" cy="457560"/>
              </p14:xfrm>
            </p:contentPart>
          </mc:Choice>
          <mc:Fallback>
            <p:pic>
              <p:nvPicPr>
                <p:cNvPr id="226" name="墨迹 225">
                  <a:extLst>
                    <a:ext uri="{FF2B5EF4-FFF2-40B4-BE49-F238E27FC236}">
                      <a16:creationId xmlns:a16="http://schemas.microsoft.com/office/drawing/2014/main" id="{953FB702-9202-417B-B7A9-475B6F84E759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7368773" y="5268093"/>
                  <a:ext cx="175680" cy="47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27" name="墨迹 226">
                  <a:extLst>
                    <a:ext uri="{FF2B5EF4-FFF2-40B4-BE49-F238E27FC236}">
                      <a16:creationId xmlns:a16="http://schemas.microsoft.com/office/drawing/2014/main" id="{C83671D6-83E5-4302-BA8A-EBA6722E0D02}"/>
                    </a:ext>
                  </a:extLst>
                </p14:cNvPr>
                <p14:cNvContentPartPr/>
                <p14:nvPr/>
              </p14:nvContentPartPr>
              <p14:xfrm>
                <a:off x="7738493" y="5265213"/>
                <a:ext cx="141840" cy="371520"/>
              </p14:xfrm>
            </p:contentPart>
          </mc:Choice>
          <mc:Fallback>
            <p:pic>
              <p:nvPicPr>
                <p:cNvPr id="227" name="墨迹 226">
                  <a:extLst>
                    <a:ext uri="{FF2B5EF4-FFF2-40B4-BE49-F238E27FC236}">
                      <a16:creationId xmlns:a16="http://schemas.microsoft.com/office/drawing/2014/main" id="{C83671D6-83E5-4302-BA8A-EBA6722E0D02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7729853" y="5256573"/>
                  <a:ext cx="15948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28" name="墨迹 227">
                  <a:extLst>
                    <a:ext uri="{FF2B5EF4-FFF2-40B4-BE49-F238E27FC236}">
                      <a16:creationId xmlns:a16="http://schemas.microsoft.com/office/drawing/2014/main" id="{2791B2F5-569B-486A-85C5-B2EB9626137A}"/>
                    </a:ext>
                  </a:extLst>
                </p14:cNvPr>
                <p14:cNvContentPartPr/>
                <p14:nvPr/>
              </p14:nvContentPartPr>
              <p14:xfrm>
                <a:off x="7944053" y="5520813"/>
                <a:ext cx="95040" cy="154080"/>
              </p14:xfrm>
            </p:contentPart>
          </mc:Choice>
          <mc:Fallback>
            <p:pic>
              <p:nvPicPr>
                <p:cNvPr id="228" name="墨迹 227">
                  <a:extLst>
                    <a:ext uri="{FF2B5EF4-FFF2-40B4-BE49-F238E27FC236}">
                      <a16:creationId xmlns:a16="http://schemas.microsoft.com/office/drawing/2014/main" id="{2791B2F5-569B-486A-85C5-B2EB9626137A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7935413" y="5511813"/>
                  <a:ext cx="11268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29" name="墨迹 228">
                  <a:extLst>
                    <a:ext uri="{FF2B5EF4-FFF2-40B4-BE49-F238E27FC236}">
                      <a16:creationId xmlns:a16="http://schemas.microsoft.com/office/drawing/2014/main" id="{054D4806-FE84-46FC-8EA0-EE58E3204BF3}"/>
                    </a:ext>
                  </a:extLst>
                </p14:cNvPr>
                <p14:cNvContentPartPr/>
                <p14:nvPr/>
              </p14:nvContentPartPr>
              <p14:xfrm>
                <a:off x="8157173" y="5265213"/>
                <a:ext cx="231480" cy="308160"/>
              </p14:xfrm>
            </p:contentPart>
          </mc:Choice>
          <mc:Fallback>
            <p:pic>
              <p:nvPicPr>
                <p:cNvPr id="229" name="墨迹 228">
                  <a:extLst>
                    <a:ext uri="{FF2B5EF4-FFF2-40B4-BE49-F238E27FC236}">
                      <a16:creationId xmlns:a16="http://schemas.microsoft.com/office/drawing/2014/main" id="{054D4806-FE84-46FC-8EA0-EE58E3204BF3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8148533" y="5256573"/>
                  <a:ext cx="24912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30" name="墨迹 229">
                  <a:extLst>
                    <a:ext uri="{FF2B5EF4-FFF2-40B4-BE49-F238E27FC236}">
                      <a16:creationId xmlns:a16="http://schemas.microsoft.com/office/drawing/2014/main" id="{D7E82BE4-1138-42AF-B80B-A1F6EF29E65E}"/>
                    </a:ext>
                  </a:extLst>
                </p14:cNvPr>
                <p14:cNvContentPartPr/>
                <p14:nvPr/>
              </p14:nvContentPartPr>
              <p14:xfrm>
                <a:off x="8376773" y="5125893"/>
                <a:ext cx="238320" cy="642600"/>
              </p14:xfrm>
            </p:contentPart>
          </mc:Choice>
          <mc:Fallback>
            <p:pic>
              <p:nvPicPr>
                <p:cNvPr id="230" name="墨迹 229">
                  <a:extLst>
                    <a:ext uri="{FF2B5EF4-FFF2-40B4-BE49-F238E27FC236}">
                      <a16:creationId xmlns:a16="http://schemas.microsoft.com/office/drawing/2014/main" id="{D7E82BE4-1138-42AF-B80B-A1F6EF29E65E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8367773" y="5116893"/>
                  <a:ext cx="255960" cy="66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32" name="墨迹 231">
                  <a:extLst>
                    <a:ext uri="{FF2B5EF4-FFF2-40B4-BE49-F238E27FC236}">
                      <a16:creationId xmlns:a16="http://schemas.microsoft.com/office/drawing/2014/main" id="{6437B4AF-4B9A-480C-8D8F-5EE50B4DCB05}"/>
                    </a:ext>
                  </a:extLst>
                </p14:cNvPr>
                <p14:cNvContentPartPr/>
                <p14:nvPr/>
              </p14:nvContentPartPr>
              <p14:xfrm>
                <a:off x="8671973" y="4838253"/>
                <a:ext cx="593640" cy="132120"/>
              </p14:xfrm>
            </p:contentPart>
          </mc:Choice>
          <mc:Fallback>
            <p:pic>
              <p:nvPicPr>
                <p:cNvPr id="232" name="墨迹 231">
                  <a:extLst>
                    <a:ext uri="{FF2B5EF4-FFF2-40B4-BE49-F238E27FC236}">
                      <a16:creationId xmlns:a16="http://schemas.microsoft.com/office/drawing/2014/main" id="{6437B4AF-4B9A-480C-8D8F-5EE50B4DCB05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8663333" y="4829253"/>
                  <a:ext cx="6112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7">
              <p14:nvContentPartPr>
                <p14:cNvPr id="233" name="墨迹 232">
                  <a:extLst>
                    <a:ext uri="{FF2B5EF4-FFF2-40B4-BE49-F238E27FC236}">
                      <a16:creationId xmlns:a16="http://schemas.microsoft.com/office/drawing/2014/main" id="{2EE7BF5F-D155-41D1-8B12-C2020E65A959}"/>
                    </a:ext>
                  </a:extLst>
                </p14:cNvPr>
                <p14:cNvContentPartPr/>
                <p14:nvPr/>
              </p14:nvContentPartPr>
              <p14:xfrm>
                <a:off x="9088133" y="4694253"/>
                <a:ext cx="277200" cy="431640"/>
              </p14:xfrm>
            </p:contentPart>
          </mc:Choice>
          <mc:Fallback>
            <p:pic>
              <p:nvPicPr>
                <p:cNvPr id="233" name="墨迹 232">
                  <a:extLst>
                    <a:ext uri="{FF2B5EF4-FFF2-40B4-BE49-F238E27FC236}">
                      <a16:creationId xmlns:a16="http://schemas.microsoft.com/office/drawing/2014/main" id="{2EE7BF5F-D155-41D1-8B12-C2020E65A959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9079493" y="4685613"/>
                  <a:ext cx="294840" cy="44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9">
              <p14:nvContentPartPr>
                <p14:cNvPr id="235" name="墨迹 234">
                  <a:extLst>
                    <a:ext uri="{FF2B5EF4-FFF2-40B4-BE49-F238E27FC236}">
                      <a16:creationId xmlns:a16="http://schemas.microsoft.com/office/drawing/2014/main" id="{0FF1918A-29AC-4D05-AB4B-5AFD696A6123}"/>
                    </a:ext>
                  </a:extLst>
                </p14:cNvPr>
                <p14:cNvContentPartPr/>
                <p14:nvPr/>
              </p14:nvContentPartPr>
              <p14:xfrm>
                <a:off x="9776813" y="4504173"/>
                <a:ext cx="363240" cy="973800"/>
              </p14:xfrm>
            </p:contentPart>
          </mc:Choice>
          <mc:Fallback>
            <p:pic>
              <p:nvPicPr>
                <p:cNvPr id="235" name="墨迹 234">
                  <a:extLst>
                    <a:ext uri="{FF2B5EF4-FFF2-40B4-BE49-F238E27FC236}">
                      <a16:creationId xmlns:a16="http://schemas.microsoft.com/office/drawing/2014/main" id="{0FF1918A-29AC-4D05-AB4B-5AFD696A6123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9767813" y="4495173"/>
                  <a:ext cx="380880" cy="9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1">
              <p14:nvContentPartPr>
                <p14:cNvPr id="239" name="墨迹 238">
                  <a:extLst>
                    <a:ext uri="{FF2B5EF4-FFF2-40B4-BE49-F238E27FC236}">
                      <a16:creationId xmlns:a16="http://schemas.microsoft.com/office/drawing/2014/main" id="{61EDE546-8412-4EA6-A9FE-1CC568BFE538}"/>
                    </a:ext>
                  </a:extLst>
                </p14:cNvPr>
                <p14:cNvContentPartPr/>
                <p14:nvPr/>
              </p14:nvContentPartPr>
              <p14:xfrm>
                <a:off x="4151093" y="3450093"/>
                <a:ext cx="5614200" cy="1607760"/>
              </p14:xfrm>
            </p:contentPart>
          </mc:Choice>
          <mc:Fallback>
            <p:pic>
              <p:nvPicPr>
                <p:cNvPr id="239" name="墨迹 238">
                  <a:extLst>
                    <a:ext uri="{FF2B5EF4-FFF2-40B4-BE49-F238E27FC236}">
                      <a16:creationId xmlns:a16="http://schemas.microsoft.com/office/drawing/2014/main" id="{61EDE546-8412-4EA6-A9FE-1CC568BFE538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4142453" y="3441453"/>
                  <a:ext cx="5631840" cy="1625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2441781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2AEA5A1-9DCC-457C-9AE2-5FCC1109694C}"/>
              </a:ext>
            </a:extLst>
          </p:cNvPr>
          <p:cNvSpPr txBox="1"/>
          <p:nvPr/>
        </p:nvSpPr>
        <p:spPr>
          <a:xfrm>
            <a:off x="548640" y="1198880"/>
            <a:ext cx="20778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大模型输出</a:t>
            </a:r>
            <a:r>
              <a:rPr lang="en-US" altLang="zh-CN" dirty="0"/>
              <a:t>tool</a:t>
            </a:r>
          </a:p>
          <a:p>
            <a:endParaRPr lang="en-US" altLang="zh-CN" dirty="0"/>
          </a:p>
          <a:p>
            <a:r>
              <a:rPr lang="zh-CN" altLang="en-US" dirty="0"/>
              <a:t>函数 </a:t>
            </a:r>
            <a:r>
              <a:rPr lang="en-US" altLang="zh-CN" dirty="0"/>
              <a:t>add</a:t>
            </a:r>
            <a:r>
              <a:rPr lang="zh-CN" altLang="en-US" dirty="0"/>
              <a:t>，参数</a:t>
            </a:r>
            <a:r>
              <a:rPr lang="en-US" altLang="zh-CN" dirty="0"/>
              <a:t>6,3</a:t>
            </a: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4FCF692F-A911-4B2A-BD7B-D7AB0B2224AB}"/>
              </a:ext>
            </a:extLst>
          </p:cNvPr>
          <p:cNvSpPr/>
          <p:nvPr/>
        </p:nvSpPr>
        <p:spPr>
          <a:xfrm>
            <a:off x="2932853" y="1347893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BBC9E570-5FE9-48DB-92C4-3A28C9A34DB6}"/>
              </a:ext>
            </a:extLst>
          </p:cNvPr>
          <p:cNvSpPr txBox="1"/>
          <p:nvPr/>
        </p:nvSpPr>
        <p:spPr>
          <a:xfrm>
            <a:off x="690293" y="4187013"/>
            <a:ext cx="38607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 </a:t>
            </a:r>
          </a:p>
          <a:p>
            <a:endParaRPr lang="en-US" altLang="zh-CN" dirty="0"/>
          </a:p>
          <a:p>
            <a:r>
              <a:rPr lang="zh-CN" altLang="en-US" dirty="0"/>
              <a:t>函数 </a:t>
            </a:r>
            <a:r>
              <a:rPr lang="en-US" altLang="zh-CN" dirty="0"/>
              <a:t>add</a:t>
            </a:r>
            <a:r>
              <a:rPr lang="zh-CN" altLang="en-US" dirty="0"/>
              <a:t>，参数</a:t>
            </a:r>
            <a:r>
              <a:rPr lang="en-US" altLang="zh-CN" dirty="0"/>
              <a:t>6,3</a:t>
            </a:r>
            <a:r>
              <a:rPr lang="zh-CN" altLang="en-US" dirty="0"/>
              <a:t>，执行结果为</a:t>
            </a:r>
            <a:r>
              <a:rPr lang="en-US" altLang="zh-CN" dirty="0"/>
              <a:t>9</a:t>
            </a:r>
          </a:p>
        </p:txBody>
      </p:sp>
      <p:sp>
        <p:nvSpPr>
          <p:cNvPr id="40" name="箭头: 右 39">
            <a:extLst>
              <a:ext uri="{FF2B5EF4-FFF2-40B4-BE49-F238E27FC236}">
                <a16:creationId xmlns:a16="http://schemas.microsoft.com/office/drawing/2014/main" id="{73BC018B-F618-44C2-9F3C-FA944DEB32F3}"/>
              </a:ext>
            </a:extLst>
          </p:cNvPr>
          <p:cNvSpPr/>
          <p:nvPr/>
        </p:nvSpPr>
        <p:spPr>
          <a:xfrm>
            <a:off x="4343910" y="4651891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51C63A19-CB79-413E-8F15-B2ECE378CE20}"/>
              </a:ext>
            </a:extLst>
          </p:cNvPr>
          <p:cNvGrpSpPr/>
          <p:nvPr/>
        </p:nvGrpSpPr>
        <p:grpSpPr>
          <a:xfrm>
            <a:off x="5465093" y="4317333"/>
            <a:ext cx="2324880" cy="875880"/>
            <a:chOff x="5465093" y="4317333"/>
            <a:chExt cx="2324880" cy="87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A78511DF-2DA1-4A3C-90AD-969DA668B22D}"/>
                    </a:ext>
                  </a:extLst>
                </p14:cNvPr>
                <p14:cNvContentPartPr/>
                <p14:nvPr/>
              </p14:nvContentPartPr>
              <p14:xfrm>
                <a:off x="5484893" y="4518213"/>
                <a:ext cx="79560" cy="556920"/>
              </p14:xfrm>
            </p:contentPart>
          </mc:Choice>
          <mc:Fallback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A78511DF-2DA1-4A3C-90AD-969DA668B22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476253" y="4509573"/>
                  <a:ext cx="97200" cy="57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35EF3F61-78A1-4467-94D0-56ECAE8E8761}"/>
                    </a:ext>
                  </a:extLst>
                </p14:cNvPr>
                <p14:cNvContentPartPr/>
                <p14:nvPr/>
              </p14:nvContentPartPr>
              <p14:xfrm>
                <a:off x="5465093" y="4317333"/>
                <a:ext cx="1227600" cy="875880"/>
              </p14:xfrm>
            </p:contentPart>
          </mc:Choice>
          <mc:Fallback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35EF3F61-78A1-4467-94D0-56ECAE8E876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456093" y="4308333"/>
                  <a:ext cx="1245240" cy="89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3" name="墨迹 42">
                  <a:extLst>
                    <a:ext uri="{FF2B5EF4-FFF2-40B4-BE49-F238E27FC236}">
                      <a16:creationId xmlns:a16="http://schemas.microsoft.com/office/drawing/2014/main" id="{EBA53879-C37F-4A2D-AA74-2B9F9F3957E7}"/>
                    </a:ext>
                  </a:extLst>
                </p14:cNvPr>
                <p14:cNvContentPartPr/>
                <p14:nvPr/>
              </p14:nvContentPartPr>
              <p14:xfrm>
                <a:off x="5563373" y="5074773"/>
                <a:ext cx="1037880" cy="117000"/>
              </p14:xfrm>
            </p:contentPart>
          </mc:Choice>
          <mc:Fallback>
            <p:pic>
              <p:nvPicPr>
                <p:cNvPr id="43" name="墨迹 42">
                  <a:extLst>
                    <a:ext uri="{FF2B5EF4-FFF2-40B4-BE49-F238E27FC236}">
                      <a16:creationId xmlns:a16="http://schemas.microsoft.com/office/drawing/2014/main" id="{EBA53879-C37F-4A2D-AA74-2B9F9F3957E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554733" y="5066133"/>
                  <a:ext cx="10555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4" name="墨迹 43">
                  <a:extLst>
                    <a:ext uri="{FF2B5EF4-FFF2-40B4-BE49-F238E27FC236}">
                      <a16:creationId xmlns:a16="http://schemas.microsoft.com/office/drawing/2014/main" id="{2EBB73EF-7E53-4784-B790-CC6723091E98}"/>
                    </a:ext>
                  </a:extLst>
                </p14:cNvPr>
                <p14:cNvContentPartPr/>
                <p14:nvPr/>
              </p14:nvContentPartPr>
              <p14:xfrm>
                <a:off x="5581373" y="4538373"/>
                <a:ext cx="286200" cy="371880"/>
              </p14:xfrm>
            </p:contentPart>
          </mc:Choice>
          <mc:Fallback>
            <p:pic>
              <p:nvPicPr>
                <p:cNvPr id="44" name="墨迹 43">
                  <a:extLst>
                    <a:ext uri="{FF2B5EF4-FFF2-40B4-BE49-F238E27FC236}">
                      <a16:creationId xmlns:a16="http://schemas.microsoft.com/office/drawing/2014/main" id="{2EBB73EF-7E53-4784-B790-CC6723091E9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572373" y="4529733"/>
                  <a:ext cx="30384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45" name="墨迹 44">
                  <a:extLst>
                    <a:ext uri="{FF2B5EF4-FFF2-40B4-BE49-F238E27FC236}">
                      <a16:creationId xmlns:a16="http://schemas.microsoft.com/office/drawing/2014/main" id="{9544F859-3036-4FCC-94C8-9896D687BF2B}"/>
                    </a:ext>
                  </a:extLst>
                </p14:cNvPr>
                <p14:cNvContentPartPr/>
                <p14:nvPr/>
              </p14:nvContentPartPr>
              <p14:xfrm>
                <a:off x="5749493" y="4514613"/>
                <a:ext cx="276840" cy="437400"/>
              </p14:xfrm>
            </p:contentPart>
          </mc:Choice>
          <mc:Fallback>
            <p:pic>
              <p:nvPicPr>
                <p:cNvPr id="45" name="墨迹 44">
                  <a:extLst>
                    <a:ext uri="{FF2B5EF4-FFF2-40B4-BE49-F238E27FC236}">
                      <a16:creationId xmlns:a16="http://schemas.microsoft.com/office/drawing/2014/main" id="{9544F859-3036-4FCC-94C8-9896D687BF2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740493" y="4505973"/>
                  <a:ext cx="29448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F91CFF2C-2DF8-406B-A81D-C04BB8C51B26}"/>
                    </a:ext>
                  </a:extLst>
                </p14:cNvPr>
                <p14:cNvContentPartPr/>
                <p14:nvPr/>
              </p14:nvContentPartPr>
              <p14:xfrm>
                <a:off x="6088253" y="4558173"/>
                <a:ext cx="447840" cy="471240"/>
              </p14:xfrm>
            </p:contentPart>
          </mc:Choice>
          <mc:Fallback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F91CFF2C-2DF8-406B-A81D-C04BB8C51B2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79253" y="4549173"/>
                  <a:ext cx="46548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48" name="墨迹 47">
                  <a:extLst>
                    <a:ext uri="{FF2B5EF4-FFF2-40B4-BE49-F238E27FC236}">
                      <a16:creationId xmlns:a16="http://schemas.microsoft.com/office/drawing/2014/main" id="{1778346A-9741-4579-9FB3-9FF34C05BDA3}"/>
                    </a:ext>
                  </a:extLst>
                </p14:cNvPr>
                <p14:cNvContentPartPr/>
                <p14:nvPr/>
              </p14:nvContentPartPr>
              <p14:xfrm>
                <a:off x="6771893" y="4570053"/>
                <a:ext cx="798120" cy="65160"/>
              </p14:xfrm>
            </p:contentPart>
          </mc:Choice>
          <mc:Fallback>
            <p:pic>
              <p:nvPicPr>
                <p:cNvPr id="48" name="墨迹 47">
                  <a:extLst>
                    <a:ext uri="{FF2B5EF4-FFF2-40B4-BE49-F238E27FC236}">
                      <a16:creationId xmlns:a16="http://schemas.microsoft.com/office/drawing/2014/main" id="{1778346A-9741-4579-9FB3-9FF34C05BDA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762893" y="4561053"/>
                  <a:ext cx="8157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49" name="墨迹 48">
                  <a:extLst>
                    <a:ext uri="{FF2B5EF4-FFF2-40B4-BE49-F238E27FC236}">
                      <a16:creationId xmlns:a16="http://schemas.microsoft.com/office/drawing/2014/main" id="{34548C18-1F8F-475E-8D34-8DCE683127A8}"/>
                    </a:ext>
                  </a:extLst>
                </p14:cNvPr>
                <p14:cNvContentPartPr/>
                <p14:nvPr/>
              </p14:nvContentPartPr>
              <p14:xfrm>
                <a:off x="7123973" y="4442613"/>
                <a:ext cx="666000" cy="568800"/>
              </p14:xfrm>
            </p:contentPart>
          </mc:Choice>
          <mc:Fallback>
            <p:pic>
              <p:nvPicPr>
                <p:cNvPr id="49" name="墨迹 48">
                  <a:extLst>
                    <a:ext uri="{FF2B5EF4-FFF2-40B4-BE49-F238E27FC236}">
                      <a16:creationId xmlns:a16="http://schemas.microsoft.com/office/drawing/2014/main" id="{34548C18-1F8F-475E-8D34-8DCE683127A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115333" y="4433973"/>
                  <a:ext cx="683640" cy="5864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52" name="图片 51">
            <a:extLst>
              <a:ext uri="{FF2B5EF4-FFF2-40B4-BE49-F238E27FC236}">
                <a16:creationId xmlns:a16="http://schemas.microsoft.com/office/drawing/2014/main" id="{130D9E18-775A-45AA-B88A-2B8CB7E2A80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843538" y="4508753"/>
            <a:ext cx="11039475" cy="638175"/>
          </a:xfrm>
          <a:prstGeom prst="rect">
            <a:avLst/>
          </a:prstGeom>
        </p:spPr>
      </p:pic>
      <p:grpSp>
        <p:nvGrpSpPr>
          <p:cNvPr id="66" name="组合 65">
            <a:extLst>
              <a:ext uri="{FF2B5EF4-FFF2-40B4-BE49-F238E27FC236}">
                <a16:creationId xmlns:a16="http://schemas.microsoft.com/office/drawing/2014/main" id="{AE25AE60-CEE8-407E-B21B-DC7DCA397927}"/>
              </a:ext>
            </a:extLst>
          </p:cNvPr>
          <p:cNvGrpSpPr/>
          <p:nvPr/>
        </p:nvGrpSpPr>
        <p:grpSpPr>
          <a:xfrm>
            <a:off x="2618573" y="404918"/>
            <a:ext cx="4255200" cy="3381415"/>
            <a:chOff x="2618573" y="404918"/>
            <a:chExt cx="4255200" cy="3381415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4BB62E24-589B-4E10-826F-D7DCF4FC1985}"/>
                    </a:ext>
                  </a:extLst>
                </p14:cNvPr>
                <p14:cNvContentPartPr/>
                <p14:nvPr/>
              </p14:nvContentPartPr>
              <p14:xfrm>
                <a:off x="4449173" y="1013613"/>
                <a:ext cx="360" cy="360"/>
              </p14:xfrm>
            </p:contentPart>
          </mc:Choice>
          <mc:Fallback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4BB62E24-589B-4E10-826F-D7DCF4FC198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440173" y="100461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7CB5123E-5272-4850-ACD2-3C58CC94A13A}"/>
                    </a:ext>
                  </a:extLst>
                </p14:cNvPr>
                <p14:cNvContentPartPr/>
                <p14:nvPr/>
              </p14:nvContentPartPr>
              <p14:xfrm>
                <a:off x="4155773" y="959613"/>
                <a:ext cx="395280" cy="103320"/>
              </p14:xfrm>
            </p:contentPart>
          </mc:Choice>
          <mc:Fallback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7CB5123E-5272-4850-ACD2-3C58CC94A13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147133" y="950613"/>
                  <a:ext cx="4129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10DE6FA1-B35D-4F75-9CFC-BDB2FA71F1B8}"/>
                    </a:ext>
                  </a:extLst>
                </p14:cNvPr>
                <p14:cNvContentPartPr/>
                <p14:nvPr/>
              </p14:nvContentPartPr>
              <p14:xfrm>
                <a:off x="4313453" y="793293"/>
                <a:ext cx="329760" cy="407520"/>
              </p14:xfrm>
            </p:contentPart>
          </mc:Choice>
          <mc:Fallback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10DE6FA1-B35D-4F75-9CFC-BDB2FA71F1B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304453" y="784653"/>
                  <a:ext cx="34740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65E4C0C3-B225-4165-B110-FF87DCCB0F5D}"/>
                    </a:ext>
                  </a:extLst>
                </p14:cNvPr>
                <p14:cNvContentPartPr/>
                <p14:nvPr/>
              </p14:nvContentPartPr>
              <p14:xfrm>
                <a:off x="4706573" y="817053"/>
                <a:ext cx="80640" cy="2340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65E4C0C3-B225-4165-B110-FF87DCCB0F5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697933" y="808413"/>
                  <a:ext cx="982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EAE8ECD4-31B6-49BE-B8DA-660BF49526B5}"/>
                    </a:ext>
                  </a:extLst>
                </p14:cNvPr>
                <p14:cNvContentPartPr/>
                <p14:nvPr/>
              </p14:nvContentPartPr>
              <p14:xfrm>
                <a:off x="4643213" y="819573"/>
                <a:ext cx="259200" cy="35352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EAE8ECD4-31B6-49BE-B8DA-660BF49526B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634573" y="810573"/>
                  <a:ext cx="27684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8C1D2D34-7B11-44A3-9B23-5F2C556D861C}"/>
                    </a:ext>
                  </a:extLst>
                </p14:cNvPr>
                <p14:cNvContentPartPr/>
                <p14:nvPr/>
              </p14:nvContentPartPr>
              <p14:xfrm>
                <a:off x="4621253" y="707973"/>
                <a:ext cx="266760" cy="449640"/>
              </p14:xfrm>
            </p:contentPart>
          </mc:Choice>
          <mc:Fallback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8C1D2D34-7B11-44A3-9B23-5F2C556D861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612613" y="698973"/>
                  <a:ext cx="28440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CD852D7F-432C-495A-86D8-BB616622A2C4}"/>
                    </a:ext>
                  </a:extLst>
                </p14:cNvPr>
                <p14:cNvContentPartPr/>
                <p14:nvPr/>
              </p14:nvContentPartPr>
              <p14:xfrm>
                <a:off x="5007533" y="640293"/>
                <a:ext cx="178920" cy="473400"/>
              </p14:xfrm>
            </p:contentPart>
          </mc:Choice>
          <mc:Fallback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CD852D7F-432C-495A-86D8-BB616622A2C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998533" y="631293"/>
                  <a:ext cx="19656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B78EE7D4-F22B-4407-B50C-78964CEB12F3}"/>
                    </a:ext>
                  </a:extLst>
                </p14:cNvPr>
                <p14:cNvContentPartPr/>
                <p14:nvPr/>
              </p14:nvContentPartPr>
              <p14:xfrm>
                <a:off x="5220293" y="733893"/>
                <a:ext cx="202680" cy="51480"/>
              </p14:xfrm>
            </p:contentPart>
          </mc:Choice>
          <mc:Fallback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B78EE7D4-F22B-4407-B50C-78964CEB12F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211653" y="724893"/>
                  <a:ext cx="2203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0FC134FB-AB75-4D90-94EF-9128DAE9187D}"/>
                    </a:ext>
                  </a:extLst>
                </p14:cNvPr>
                <p14:cNvContentPartPr/>
                <p14:nvPr/>
              </p14:nvContentPartPr>
              <p14:xfrm>
                <a:off x="5254493" y="823533"/>
                <a:ext cx="129960" cy="363240"/>
              </p14:xfrm>
            </p:contentPart>
          </mc:Choice>
          <mc:Fallback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0FC134FB-AB75-4D90-94EF-9128DAE9187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245853" y="814893"/>
                  <a:ext cx="14760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B13BE4F0-03A4-4F9D-9D40-E806421B9A9C}"/>
                    </a:ext>
                  </a:extLst>
                </p14:cNvPr>
                <p14:cNvContentPartPr/>
                <p14:nvPr/>
              </p14:nvContentPartPr>
              <p14:xfrm>
                <a:off x="5549693" y="797253"/>
                <a:ext cx="213480" cy="334800"/>
              </p14:xfrm>
            </p:contentPart>
          </mc:Choice>
          <mc:Fallback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B13BE4F0-03A4-4F9D-9D40-E806421B9A9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540693" y="788253"/>
                  <a:ext cx="23112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45F35F0E-A4BC-4658-9C17-9F6E4F432341}"/>
                    </a:ext>
                  </a:extLst>
                </p14:cNvPr>
                <p14:cNvContentPartPr/>
                <p14:nvPr/>
              </p14:nvContentPartPr>
              <p14:xfrm>
                <a:off x="5897093" y="711573"/>
                <a:ext cx="244800" cy="419040"/>
              </p14:xfrm>
            </p:contentPart>
          </mc:Choice>
          <mc:Fallback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45F35F0E-A4BC-4658-9C17-9F6E4F43234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888093" y="702933"/>
                  <a:ext cx="26244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6E23893B-72D7-4A50-8208-9F7E767EEC23}"/>
                    </a:ext>
                  </a:extLst>
                </p14:cNvPr>
                <p14:cNvContentPartPr/>
                <p14:nvPr/>
              </p14:nvContentPartPr>
              <p14:xfrm>
                <a:off x="6194093" y="730293"/>
                <a:ext cx="210240" cy="39960"/>
              </p14:xfrm>
            </p:contentPart>
          </mc:Choice>
          <mc:Fallback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6E23893B-72D7-4A50-8208-9F7E767EEC23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185093" y="721293"/>
                  <a:ext cx="2278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59BAA298-0201-403D-991B-AFD0FC76015A}"/>
                    </a:ext>
                  </a:extLst>
                </p14:cNvPr>
                <p14:cNvContentPartPr/>
                <p14:nvPr/>
              </p14:nvContentPartPr>
              <p14:xfrm>
                <a:off x="6234053" y="632373"/>
                <a:ext cx="102600" cy="308880"/>
              </p14:xfrm>
            </p:contentPart>
          </mc:Choice>
          <mc:Fallback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59BAA298-0201-403D-991B-AFD0FC76015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225413" y="623373"/>
                  <a:ext cx="12024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117BEC2B-9F93-4329-ADE2-3B2BF7A42FDC}"/>
                    </a:ext>
                  </a:extLst>
                </p14:cNvPr>
                <p14:cNvContentPartPr/>
                <p14:nvPr/>
              </p14:nvContentPartPr>
              <p14:xfrm>
                <a:off x="6397133" y="569013"/>
                <a:ext cx="227520" cy="371520"/>
              </p14:xfrm>
            </p:contentPart>
          </mc:Choice>
          <mc:Fallback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117BEC2B-9F93-4329-ADE2-3B2BF7A42FD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388133" y="560373"/>
                  <a:ext cx="24516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8A3A8588-6983-485E-B7A3-46FE6E01DB63}"/>
                    </a:ext>
                  </a:extLst>
                </p14:cNvPr>
                <p14:cNvContentPartPr/>
                <p14:nvPr/>
              </p14:nvContentPartPr>
              <p14:xfrm>
                <a:off x="6698813" y="735333"/>
                <a:ext cx="174960" cy="371520"/>
              </p14:xfrm>
            </p:contentPart>
          </mc:Choice>
          <mc:Fallback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8A3A8588-6983-485E-B7A3-46FE6E01DB6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689813" y="726333"/>
                  <a:ext cx="19260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1DE09A1A-5A64-4C14-BA8E-A5E6EA97CABB}"/>
                    </a:ext>
                  </a:extLst>
                </p14:cNvPr>
                <p14:cNvContentPartPr/>
                <p14:nvPr/>
              </p14:nvContentPartPr>
              <p14:xfrm>
                <a:off x="4940573" y="1352013"/>
                <a:ext cx="15840" cy="20520"/>
              </p14:xfrm>
            </p:contentPart>
          </mc:Choice>
          <mc:Fallback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1DE09A1A-5A64-4C14-BA8E-A5E6EA97CAB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931573" y="1343373"/>
                  <a:ext cx="334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A2274BD8-CE63-45B4-95D0-B33949FC1D00}"/>
                    </a:ext>
                  </a:extLst>
                </p14:cNvPr>
                <p14:cNvContentPartPr/>
                <p14:nvPr/>
              </p14:nvContentPartPr>
              <p14:xfrm>
                <a:off x="4628093" y="1489533"/>
                <a:ext cx="417600" cy="32220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A2274BD8-CE63-45B4-95D0-B33949FC1D0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619453" y="1480533"/>
                  <a:ext cx="43524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C8ED0951-E500-42B4-B9BD-22949772E9CB}"/>
                    </a:ext>
                  </a:extLst>
                </p14:cNvPr>
                <p14:cNvContentPartPr/>
                <p14:nvPr/>
              </p14:nvContentPartPr>
              <p14:xfrm>
                <a:off x="4945253" y="1330413"/>
                <a:ext cx="250200" cy="440640"/>
              </p14:xfrm>
            </p:contentPart>
          </mc:Choice>
          <mc:Fallback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C8ED0951-E500-42B4-B9BD-22949772E9C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936253" y="1321773"/>
                  <a:ext cx="267840" cy="45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6EB18E66-22B4-4F45-9B2D-888F226BBFDB}"/>
                    </a:ext>
                  </a:extLst>
                </p14:cNvPr>
                <p14:cNvContentPartPr/>
                <p14:nvPr/>
              </p14:nvContentPartPr>
              <p14:xfrm>
                <a:off x="5198693" y="1167333"/>
                <a:ext cx="322560" cy="509760"/>
              </p14:xfrm>
            </p:contentPart>
          </mc:Choice>
          <mc:Fallback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6EB18E66-22B4-4F45-9B2D-888F226BBFD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189693" y="1158333"/>
                  <a:ext cx="340200" cy="52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A57155B2-6426-495D-AEBA-9AF76B8E3D95}"/>
                    </a:ext>
                  </a:extLst>
                </p14:cNvPr>
                <p14:cNvContentPartPr/>
                <p14:nvPr/>
              </p14:nvContentPartPr>
              <p14:xfrm>
                <a:off x="5546453" y="1222053"/>
                <a:ext cx="274320" cy="693000"/>
              </p14:xfrm>
            </p:contentPart>
          </mc:Choice>
          <mc:Fallback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A57155B2-6426-495D-AEBA-9AF76B8E3D9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537453" y="1213053"/>
                  <a:ext cx="291960" cy="71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530656A5-C725-43A1-AE8C-C243F6EB439E}"/>
                    </a:ext>
                  </a:extLst>
                </p14:cNvPr>
                <p14:cNvContentPartPr/>
                <p14:nvPr/>
              </p14:nvContentPartPr>
              <p14:xfrm>
                <a:off x="5786573" y="1359213"/>
                <a:ext cx="178200" cy="396720"/>
              </p14:xfrm>
            </p:contentPart>
          </mc:Choice>
          <mc:Fallback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530656A5-C725-43A1-AE8C-C243F6EB439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777573" y="1350573"/>
                  <a:ext cx="19584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32A75274-23A1-435A-8783-33EBA19E35E2}"/>
                    </a:ext>
                  </a:extLst>
                </p14:cNvPr>
                <p14:cNvContentPartPr/>
                <p14:nvPr/>
              </p14:nvContentPartPr>
              <p14:xfrm>
                <a:off x="6025253" y="1595013"/>
                <a:ext cx="132480" cy="141120"/>
              </p14:xfrm>
            </p:contentPart>
          </mc:Choice>
          <mc:Fallback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32A75274-23A1-435A-8783-33EBA19E35E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016253" y="1586373"/>
                  <a:ext cx="15012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338A9B02-4FA5-4B3F-851F-3FE0C3D836B3}"/>
                    </a:ext>
                  </a:extLst>
                </p14:cNvPr>
                <p14:cNvContentPartPr/>
                <p14:nvPr/>
              </p14:nvContentPartPr>
              <p14:xfrm>
                <a:off x="6213893" y="1283973"/>
                <a:ext cx="243000" cy="421920"/>
              </p14:xfrm>
            </p:contentPart>
          </mc:Choice>
          <mc:Fallback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338A9B02-4FA5-4B3F-851F-3FE0C3D836B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205253" y="1274973"/>
                  <a:ext cx="26064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C7E2B85B-3900-4CE0-9EAA-5FEEB5E1B5AE}"/>
                    </a:ext>
                  </a:extLst>
                </p14:cNvPr>
                <p14:cNvContentPartPr/>
                <p14:nvPr/>
              </p14:nvContentPartPr>
              <p14:xfrm>
                <a:off x="6282653" y="1170933"/>
                <a:ext cx="378360" cy="734040"/>
              </p14:xfrm>
            </p:contentPart>
          </mc:Choice>
          <mc:Fallback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C7E2B85B-3900-4CE0-9EAA-5FEEB5E1B5A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274013" y="1161933"/>
                  <a:ext cx="396000" cy="75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56A873A2-15CE-495C-AF11-0D56EB234040}"/>
                    </a:ext>
                  </a:extLst>
                </p14:cNvPr>
                <p14:cNvContentPartPr/>
                <p14:nvPr/>
              </p14:nvContentPartPr>
              <p14:xfrm>
                <a:off x="4946693" y="2207733"/>
                <a:ext cx="482400" cy="50760"/>
              </p14:xfrm>
            </p:contentPart>
          </mc:Choice>
          <mc:Fallback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56A873A2-15CE-495C-AF11-0D56EB234040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937693" y="2199093"/>
                  <a:ext cx="50004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3ABD4EB3-25F7-49A9-A694-5593287BD060}"/>
                    </a:ext>
                  </a:extLst>
                </p14:cNvPr>
                <p14:cNvContentPartPr/>
                <p14:nvPr/>
              </p14:nvContentPartPr>
              <p14:xfrm>
                <a:off x="4985933" y="2389893"/>
                <a:ext cx="572760" cy="117720"/>
              </p14:xfrm>
            </p:contentPart>
          </mc:Choice>
          <mc:Fallback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3ABD4EB3-25F7-49A9-A694-5593287BD060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976933" y="2380893"/>
                  <a:ext cx="5904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50615D55-B2D5-4E5D-93C5-9C9471D4A050}"/>
                    </a:ext>
                  </a:extLst>
                </p14:cNvPr>
                <p14:cNvContentPartPr/>
                <p14:nvPr/>
              </p14:nvContentPartPr>
              <p14:xfrm>
                <a:off x="5542493" y="2004333"/>
                <a:ext cx="501480" cy="742320"/>
              </p14:xfrm>
            </p:contentPart>
          </mc:Choice>
          <mc:Fallback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50615D55-B2D5-4E5D-93C5-9C9471D4A05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533853" y="1995693"/>
                  <a:ext cx="519120" cy="75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41E910BA-FD18-41C3-B424-9953A7C40681}"/>
                    </a:ext>
                  </a:extLst>
                </p14:cNvPr>
                <p14:cNvContentPartPr/>
                <p14:nvPr/>
              </p14:nvContentPartPr>
              <p14:xfrm>
                <a:off x="5459333" y="1942053"/>
                <a:ext cx="856440" cy="1015200"/>
              </p14:xfrm>
            </p:contentPart>
          </mc:Choice>
          <mc:Fallback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41E910BA-FD18-41C3-B424-9953A7C4068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450333" y="1933413"/>
                  <a:ext cx="874080" cy="10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BE9BD129-142D-4498-8248-0CC0F08D2F03}"/>
                    </a:ext>
                  </a:extLst>
                </p14:cNvPr>
                <p14:cNvContentPartPr/>
                <p14:nvPr/>
              </p14:nvContentPartPr>
              <p14:xfrm>
                <a:off x="2757893" y="2077773"/>
                <a:ext cx="3113280" cy="1708560"/>
              </p14:xfrm>
            </p:contentPart>
          </mc:Choice>
          <mc:Fallback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BE9BD129-142D-4498-8248-0CC0F08D2F0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748893" y="2069133"/>
                  <a:ext cx="3130920" cy="172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656CE649-7530-4FE5-9BF3-9EAA7368654E}"/>
                    </a:ext>
                  </a:extLst>
                </p14:cNvPr>
                <p14:cNvContentPartPr/>
                <p14:nvPr/>
              </p14:nvContentPartPr>
              <p14:xfrm>
                <a:off x="2618573" y="2061213"/>
                <a:ext cx="199080" cy="306720"/>
              </p14:xfrm>
            </p:contentPart>
          </mc:Choice>
          <mc:Fallback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656CE649-7530-4FE5-9BF3-9EAA7368654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609933" y="2052213"/>
                  <a:ext cx="21672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4D622B7C-07E7-4AEB-A3FF-B5C572FFD337}"/>
                    </a:ext>
                  </a:extLst>
                </p14:cNvPr>
                <p14:cNvContentPartPr/>
                <p14:nvPr/>
              </p14:nvContentPartPr>
              <p14:xfrm>
                <a:off x="3003413" y="1979133"/>
                <a:ext cx="372240" cy="385920"/>
              </p14:xfrm>
            </p:contentPart>
          </mc:Choice>
          <mc:Fallback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4D622B7C-07E7-4AEB-A3FF-B5C572FFD337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994773" y="1970493"/>
                  <a:ext cx="38988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3" name="墨迹 52">
                  <a:extLst>
                    <a:ext uri="{FF2B5EF4-FFF2-40B4-BE49-F238E27FC236}">
                      <a16:creationId xmlns:a16="http://schemas.microsoft.com/office/drawing/2014/main" id="{8D0B65FF-923D-45E3-A35A-93FB3460F5FC}"/>
                    </a:ext>
                  </a:extLst>
                </p14:cNvPr>
                <p14:cNvContentPartPr/>
                <p14:nvPr/>
              </p14:nvContentPartPr>
              <p14:xfrm>
                <a:off x="2880844" y="728918"/>
                <a:ext cx="54720" cy="465840"/>
              </p14:xfrm>
            </p:contentPart>
          </mc:Choice>
          <mc:Fallback>
            <p:pic>
              <p:nvPicPr>
                <p:cNvPr id="53" name="墨迹 52">
                  <a:extLst>
                    <a:ext uri="{FF2B5EF4-FFF2-40B4-BE49-F238E27FC236}">
                      <a16:creationId xmlns:a16="http://schemas.microsoft.com/office/drawing/2014/main" id="{8D0B65FF-923D-45E3-A35A-93FB3460F5FC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872204" y="719918"/>
                  <a:ext cx="72360" cy="4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4" name="墨迹 53">
                  <a:extLst>
                    <a:ext uri="{FF2B5EF4-FFF2-40B4-BE49-F238E27FC236}">
                      <a16:creationId xmlns:a16="http://schemas.microsoft.com/office/drawing/2014/main" id="{14136783-9F87-4912-9FB8-7BC054AFBB64}"/>
                    </a:ext>
                  </a:extLst>
                </p14:cNvPr>
                <p14:cNvContentPartPr/>
                <p14:nvPr/>
              </p14:nvContentPartPr>
              <p14:xfrm>
                <a:off x="2898844" y="536678"/>
                <a:ext cx="368280" cy="691920"/>
              </p14:xfrm>
            </p:contentPart>
          </mc:Choice>
          <mc:Fallback>
            <p:pic>
              <p:nvPicPr>
                <p:cNvPr id="54" name="墨迹 53">
                  <a:extLst>
                    <a:ext uri="{FF2B5EF4-FFF2-40B4-BE49-F238E27FC236}">
                      <a16:creationId xmlns:a16="http://schemas.microsoft.com/office/drawing/2014/main" id="{14136783-9F87-4912-9FB8-7BC054AFBB6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890204" y="527678"/>
                  <a:ext cx="385920" cy="70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5" name="墨迹 54">
                  <a:extLst>
                    <a:ext uri="{FF2B5EF4-FFF2-40B4-BE49-F238E27FC236}">
                      <a16:creationId xmlns:a16="http://schemas.microsoft.com/office/drawing/2014/main" id="{82705DA0-FF8D-4D11-9099-6D29E6F8CC1C}"/>
                    </a:ext>
                  </a:extLst>
                </p14:cNvPr>
                <p14:cNvContentPartPr/>
                <p14:nvPr/>
              </p14:nvContentPartPr>
              <p14:xfrm>
                <a:off x="2913244" y="705158"/>
                <a:ext cx="263160" cy="305640"/>
              </p14:xfrm>
            </p:contentPart>
          </mc:Choice>
          <mc:Fallback>
            <p:pic>
              <p:nvPicPr>
                <p:cNvPr id="55" name="墨迹 54">
                  <a:extLst>
                    <a:ext uri="{FF2B5EF4-FFF2-40B4-BE49-F238E27FC236}">
                      <a16:creationId xmlns:a16="http://schemas.microsoft.com/office/drawing/2014/main" id="{82705DA0-FF8D-4D11-9099-6D29E6F8CC1C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904604" y="696158"/>
                  <a:ext cx="28080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6" name="墨迹 55">
                  <a:extLst>
                    <a:ext uri="{FF2B5EF4-FFF2-40B4-BE49-F238E27FC236}">
                      <a16:creationId xmlns:a16="http://schemas.microsoft.com/office/drawing/2014/main" id="{9626374A-69F7-4C2E-BF5F-00E79FAA1E36}"/>
                    </a:ext>
                  </a:extLst>
                </p14:cNvPr>
                <p14:cNvContentPartPr/>
                <p14:nvPr/>
              </p14:nvContentPartPr>
              <p14:xfrm>
                <a:off x="3069124" y="738638"/>
                <a:ext cx="266040" cy="220680"/>
              </p14:xfrm>
            </p:contentPart>
          </mc:Choice>
          <mc:Fallback>
            <p:pic>
              <p:nvPicPr>
                <p:cNvPr id="56" name="墨迹 55">
                  <a:extLst>
                    <a:ext uri="{FF2B5EF4-FFF2-40B4-BE49-F238E27FC236}">
                      <a16:creationId xmlns:a16="http://schemas.microsoft.com/office/drawing/2014/main" id="{9626374A-69F7-4C2E-BF5F-00E79FAA1E3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060124" y="729998"/>
                  <a:ext cx="28368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7" name="墨迹 56">
                  <a:extLst>
                    <a:ext uri="{FF2B5EF4-FFF2-40B4-BE49-F238E27FC236}">
                      <a16:creationId xmlns:a16="http://schemas.microsoft.com/office/drawing/2014/main" id="{5AA1EE25-5734-40CD-A0ED-46C776ECD7A9}"/>
                    </a:ext>
                  </a:extLst>
                </p14:cNvPr>
                <p14:cNvContentPartPr/>
                <p14:nvPr/>
              </p14:nvContentPartPr>
              <p14:xfrm>
                <a:off x="3306004" y="629918"/>
                <a:ext cx="186480" cy="378000"/>
              </p14:xfrm>
            </p:contentPart>
          </mc:Choice>
          <mc:Fallback>
            <p:pic>
              <p:nvPicPr>
                <p:cNvPr id="57" name="墨迹 56">
                  <a:extLst>
                    <a:ext uri="{FF2B5EF4-FFF2-40B4-BE49-F238E27FC236}">
                      <a16:creationId xmlns:a16="http://schemas.microsoft.com/office/drawing/2014/main" id="{5AA1EE25-5734-40CD-A0ED-46C776ECD7A9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297364" y="620918"/>
                  <a:ext cx="20412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8" name="墨迹 57">
                  <a:extLst>
                    <a:ext uri="{FF2B5EF4-FFF2-40B4-BE49-F238E27FC236}">
                      <a16:creationId xmlns:a16="http://schemas.microsoft.com/office/drawing/2014/main" id="{F2F77BBC-CA95-44AF-B730-46C5AC76D8C9}"/>
                    </a:ext>
                  </a:extLst>
                </p14:cNvPr>
                <p14:cNvContentPartPr/>
                <p14:nvPr/>
              </p14:nvContentPartPr>
              <p14:xfrm>
                <a:off x="3362884" y="999998"/>
                <a:ext cx="100440" cy="127800"/>
              </p14:xfrm>
            </p:contentPart>
          </mc:Choice>
          <mc:Fallback>
            <p:pic>
              <p:nvPicPr>
                <p:cNvPr id="58" name="墨迹 57">
                  <a:extLst>
                    <a:ext uri="{FF2B5EF4-FFF2-40B4-BE49-F238E27FC236}">
                      <a16:creationId xmlns:a16="http://schemas.microsoft.com/office/drawing/2014/main" id="{F2F77BBC-CA95-44AF-B730-46C5AC76D8C9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3353884" y="991358"/>
                  <a:ext cx="1180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9" name="墨迹 58">
                  <a:extLst>
                    <a:ext uri="{FF2B5EF4-FFF2-40B4-BE49-F238E27FC236}">
                      <a16:creationId xmlns:a16="http://schemas.microsoft.com/office/drawing/2014/main" id="{2D8D8624-412C-4803-B69C-4806F2BB4176}"/>
                    </a:ext>
                  </a:extLst>
                </p14:cNvPr>
                <p14:cNvContentPartPr/>
                <p14:nvPr/>
              </p14:nvContentPartPr>
              <p14:xfrm>
                <a:off x="3526324" y="542078"/>
                <a:ext cx="208800" cy="361440"/>
              </p14:xfrm>
            </p:contentPart>
          </mc:Choice>
          <mc:Fallback>
            <p:pic>
              <p:nvPicPr>
                <p:cNvPr id="59" name="墨迹 58">
                  <a:extLst>
                    <a:ext uri="{FF2B5EF4-FFF2-40B4-BE49-F238E27FC236}">
                      <a16:creationId xmlns:a16="http://schemas.microsoft.com/office/drawing/2014/main" id="{2D8D8624-412C-4803-B69C-4806F2BB4176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3517684" y="533438"/>
                  <a:ext cx="22644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0" name="墨迹 59">
                  <a:extLst>
                    <a:ext uri="{FF2B5EF4-FFF2-40B4-BE49-F238E27FC236}">
                      <a16:creationId xmlns:a16="http://schemas.microsoft.com/office/drawing/2014/main" id="{12DD4F11-A960-4FAF-8CD4-B6C2D2DB711D}"/>
                    </a:ext>
                  </a:extLst>
                </p14:cNvPr>
                <p14:cNvContentPartPr/>
                <p14:nvPr/>
              </p14:nvContentPartPr>
              <p14:xfrm>
                <a:off x="3618124" y="902798"/>
                <a:ext cx="163440" cy="203040"/>
              </p14:xfrm>
            </p:contentPart>
          </mc:Choice>
          <mc:Fallback>
            <p:pic>
              <p:nvPicPr>
                <p:cNvPr id="60" name="墨迹 59">
                  <a:extLst>
                    <a:ext uri="{FF2B5EF4-FFF2-40B4-BE49-F238E27FC236}">
                      <a16:creationId xmlns:a16="http://schemas.microsoft.com/office/drawing/2014/main" id="{12DD4F11-A960-4FAF-8CD4-B6C2D2DB711D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609484" y="893798"/>
                  <a:ext cx="1810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1" name="墨迹 60">
                  <a:extLst>
                    <a:ext uri="{FF2B5EF4-FFF2-40B4-BE49-F238E27FC236}">
                      <a16:creationId xmlns:a16="http://schemas.microsoft.com/office/drawing/2014/main" id="{EA255158-C807-4DB4-AC94-31962EF380C8}"/>
                    </a:ext>
                  </a:extLst>
                </p14:cNvPr>
                <p14:cNvContentPartPr/>
                <p14:nvPr/>
              </p14:nvContentPartPr>
              <p14:xfrm>
                <a:off x="3766444" y="464318"/>
                <a:ext cx="215640" cy="455400"/>
              </p14:xfrm>
            </p:contentPart>
          </mc:Choice>
          <mc:Fallback>
            <p:pic>
              <p:nvPicPr>
                <p:cNvPr id="61" name="墨迹 60">
                  <a:extLst>
                    <a:ext uri="{FF2B5EF4-FFF2-40B4-BE49-F238E27FC236}">
                      <a16:creationId xmlns:a16="http://schemas.microsoft.com/office/drawing/2014/main" id="{EA255158-C807-4DB4-AC94-31962EF380C8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757444" y="455318"/>
                  <a:ext cx="23328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2" name="墨迹 61">
                  <a:extLst>
                    <a:ext uri="{FF2B5EF4-FFF2-40B4-BE49-F238E27FC236}">
                      <a16:creationId xmlns:a16="http://schemas.microsoft.com/office/drawing/2014/main" id="{EB4F99E2-4DE9-407A-A04F-F7EBAB11E661}"/>
                    </a:ext>
                  </a:extLst>
                </p14:cNvPr>
                <p14:cNvContentPartPr/>
                <p14:nvPr/>
              </p14:nvContentPartPr>
              <p14:xfrm>
                <a:off x="3861484" y="608678"/>
                <a:ext cx="115560" cy="206280"/>
              </p14:xfrm>
            </p:contentPart>
          </mc:Choice>
          <mc:Fallback>
            <p:pic>
              <p:nvPicPr>
                <p:cNvPr id="62" name="墨迹 61">
                  <a:extLst>
                    <a:ext uri="{FF2B5EF4-FFF2-40B4-BE49-F238E27FC236}">
                      <a16:creationId xmlns:a16="http://schemas.microsoft.com/office/drawing/2014/main" id="{EB4F99E2-4DE9-407A-A04F-F7EBAB11E661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852484" y="600038"/>
                  <a:ext cx="13320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3" name="墨迹 62">
                  <a:extLst>
                    <a:ext uri="{FF2B5EF4-FFF2-40B4-BE49-F238E27FC236}">
                      <a16:creationId xmlns:a16="http://schemas.microsoft.com/office/drawing/2014/main" id="{EB237366-6B4B-4499-8BE5-4DE0973A2086}"/>
                    </a:ext>
                  </a:extLst>
                </p14:cNvPr>
                <p14:cNvContentPartPr/>
                <p14:nvPr/>
              </p14:nvContentPartPr>
              <p14:xfrm>
                <a:off x="3982444" y="493838"/>
                <a:ext cx="95400" cy="435960"/>
              </p14:xfrm>
            </p:contentPart>
          </mc:Choice>
          <mc:Fallback>
            <p:pic>
              <p:nvPicPr>
                <p:cNvPr id="63" name="墨迹 62">
                  <a:extLst>
                    <a:ext uri="{FF2B5EF4-FFF2-40B4-BE49-F238E27FC236}">
                      <a16:creationId xmlns:a16="http://schemas.microsoft.com/office/drawing/2014/main" id="{EB237366-6B4B-4499-8BE5-4DE0973A2086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973804" y="485198"/>
                  <a:ext cx="11304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4" name="墨迹 63">
                  <a:extLst>
                    <a:ext uri="{FF2B5EF4-FFF2-40B4-BE49-F238E27FC236}">
                      <a16:creationId xmlns:a16="http://schemas.microsoft.com/office/drawing/2014/main" id="{E4C2B7DC-8FEF-4646-B91F-1F260D35BB21}"/>
                    </a:ext>
                  </a:extLst>
                </p14:cNvPr>
                <p14:cNvContentPartPr/>
                <p14:nvPr/>
              </p14:nvContentPartPr>
              <p14:xfrm>
                <a:off x="3824404" y="440558"/>
                <a:ext cx="390960" cy="389520"/>
              </p14:xfrm>
            </p:contentPart>
          </mc:Choice>
          <mc:Fallback>
            <p:pic>
              <p:nvPicPr>
                <p:cNvPr id="64" name="墨迹 63">
                  <a:extLst>
                    <a:ext uri="{FF2B5EF4-FFF2-40B4-BE49-F238E27FC236}">
                      <a16:creationId xmlns:a16="http://schemas.microsoft.com/office/drawing/2014/main" id="{E4C2B7DC-8FEF-4646-B91F-1F260D35BB2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815404" y="431918"/>
                  <a:ext cx="40860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5" name="墨迹 64">
                  <a:extLst>
                    <a:ext uri="{FF2B5EF4-FFF2-40B4-BE49-F238E27FC236}">
                      <a16:creationId xmlns:a16="http://schemas.microsoft.com/office/drawing/2014/main" id="{1399A165-8881-4DE0-8F7E-45E31FBBCA9B}"/>
                    </a:ext>
                  </a:extLst>
                </p14:cNvPr>
                <p14:cNvContentPartPr/>
                <p14:nvPr/>
              </p14:nvContentPartPr>
              <p14:xfrm>
                <a:off x="4178284" y="404918"/>
                <a:ext cx="216720" cy="235080"/>
              </p14:xfrm>
            </p:contentPart>
          </mc:Choice>
          <mc:Fallback>
            <p:pic>
              <p:nvPicPr>
                <p:cNvPr id="65" name="墨迹 64">
                  <a:extLst>
                    <a:ext uri="{FF2B5EF4-FFF2-40B4-BE49-F238E27FC236}">
                      <a16:creationId xmlns:a16="http://schemas.microsoft.com/office/drawing/2014/main" id="{1399A165-8881-4DE0-8F7E-45E31FBBCA9B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4169284" y="395918"/>
                  <a:ext cx="234360" cy="2527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7" name="文本框 66">
            <a:extLst>
              <a:ext uri="{FF2B5EF4-FFF2-40B4-BE49-F238E27FC236}">
                <a16:creationId xmlns:a16="http://schemas.microsoft.com/office/drawing/2014/main" id="{2F59D6DC-AC13-49FD-8898-BC7108D05176}"/>
              </a:ext>
            </a:extLst>
          </p:cNvPr>
          <p:cNvSpPr txBox="1"/>
          <p:nvPr/>
        </p:nvSpPr>
        <p:spPr>
          <a:xfrm>
            <a:off x="4746893" y="5527587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把工具的输出用自然语言描述出来</a:t>
            </a:r>
          </a:p>
        </p:txBody>
      </p:sp>
    </p:spTree>
    <p:extLst>
      <p:ext uri="{BB962C8B-B14F-4D97-AF65-F5344CB8AC3E}">
        <p14:creationId xmlns:p14="http://schemas.microsoft.com/office/powerpoint/2010/main" val="17176771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F14A790-47FD-40F5-B1ED-89CBB3FFA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8001" y="1067046"/>
            <a:ext cx="13856330" cy="124266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A311EBE-CB00-4140-9CBC-05B6DC12706F}"/>
              </a:ext>
            </a:extLst>
          </p:cNvPr>
          <p:cNvSpPr/>
          <p:nvPr/>
        </p:nvSpPr>
        <p:spPr>
          <a:xfrm>
            <a:off x="1503680" y="1158240"/>
            <a:ext cx="1632373" cy="2167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ED8B449-7B4B-464F-A37D-F8996316D606}"/>
              </a:ext>
            </a:extLst>
          </p:cNvPr>
          <p:cNvSpPr/>
          <p:nvPr/>
        </p:nvSpPr>
        <p:spPr>
          <a:xfrm>
            <a:off x="3782906" y="1981200"/>
            <a:ext cx="1632373" cy="2167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CEA9860-87BD-4760-9A6D-EFD12A0D0B9A}"/>
              </a:ext>
            </a:extLst>
          </p:cNvPr>
          <p:cNvSpPr txBox="1"/>
          <p:nvPr/>
        </p:nvSpPr>
        <p:spPr>
          <a:xfrm>
            <a:off x="1632373" y="3738880"/>
            <a:ext cx="3193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(6+3)*4</a:t>
            </a:r>
            <a:r>
              <a:rPr lang="zh-CN" altLang="en-US" dirty="0"/>
              <a:t>是多少  </a:t>
            </a:r>
            <a:r>
              <a:rPr lang="en-US" altLang="zh-CN" dirty="0"/>
              <a:t>6+3</a:t>
            </a:r>
            <a:r>
              <a:rPr lang="zh-CN" altLang="en-US" dirty="0"/>
              <a:t>的结果是</a:t>
            </a:r>
            <a:r>
              <a:rPr lang="en-US" altLang="zh-CN" dirty="0"/>
              <a:t>9</a:t>
            </a:r>
            <a:endParaRPr lang="zh-CN" altLang="en-US" dirty="0"/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58580B52-1609-48E4-8F25-122F0BC595A2}"/>
              </a:ext>
            </a:extLst>
          </p:cNvPr>
          <p:cNvGrpSpPr/>
          <p:nvPr/>
        </p:nvGrpSpPr>
        <p:grpSpPr>
          <a:xfrm>
            <a:off x="4465373" y="3251013"/>
            <a:ext cx="7003800" cy="3208320"/>
            <a:chOff x="4465373" y="3251013"/>
            <a:chExt cx="7003800" cy="320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5A93A874-F1AB-402B-B262-CE563BB6E758}"/>
                    </a:ext>
                  </a:extLst>
                </p14:cNvPr>
                <p14:cNvContentPartPr/>
                <p14:nvPr/>
              </p14:nvContentPartPr>
              <p14:xfrm>
                <a:off x="5518373" y="3740253"/>
                <a:ext cx="44640" cy="8280"/>
              </p14:xfrm>
            </p:contentPart>
          </mc:Choice>
          <mc:Fallback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5A93A874-F1AB-402B-B262-CE563BB6E758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509373" y="3731253"/>
                  <a:ext cx="622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82957B97-5451-4FAA-AC1A-6F540FCC469A}"/>
                    </a:ext>
                  </a:extLst>
                </p14:cNvPr>
                <p14:cNvContentPartPr/>
                <p14:nvPr/>
              </p14:nvContentPartPr>
              <p14:xfrm>
                <a:off x="4956053" y="3719373"/>
                <a:ext cx="585720" cy="83880"/>
              </p14:xfrm>
            </p:contentPart>
          </mc:Choice>
          <mc:Fallback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82957B97-5451-4FAA-AC1A-6F540FCC469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947053" y="3710373"/>
                  <a:ext cx="6033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B7F52019-97B5-42DC-B944-A266CE8EA0AA}"/>
                    </a:ext>
                  </a:extLst>
                </p14:cNvPr>
                <p14:cNvContentPartPr/>
                <p14:nvPr/>
              </p14:nvContentPartPr>
              <p14:xfrm>
                <a:off x="4972253" y="3901173"/>
                <a:ext cx="611280" cy="50760"/>
              </p14:xfrm>
            </p:contentPart>
          </mc:Choice>
          <mc:Fallback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B7F52019-97B5-42DC-B944-A266CE8EA0A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963253" y="3892533"/>
                  <a:ext cx="62892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98FBE931-BDDB-46A1-B7D4-DB2C6C9A1C38}"/>
                    </a:ext>
                  </a:extLst>
                </p14:cNvPr>
                <p14:cNvContentPartPr/>
                <p14:nvPr/>
              </p14:nvContentPartPr>
              <p14:xfrm>
                <a:off x="5299133" y="3472773"/>
                <a:ext cx="463680" cy="724680"/>
              </p14:xfrm>
            </p:contentPart>
          </mc:Choice>
          <mc:Fallback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98FBE931-BDDB-46A1-B7D4-DB2C6C9A1C3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290493" y="3463773"/>
                  <a:ext cx="481320" cy="74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959DBCFF-0372-4AFB-8E82-87D3B59514C8}"/>
                    </a:ext>
                  </a:extLst>
                </p14:cNvPr>
                <p14:cNvContentPartPr/>
                <p14:nvPr/>
              </p14:nvContentPartPr>
              <p14:xfrm>
                <a:off x="5859293" y="3428133"/>
                <a:ext cx="178920" cy="1001160"/>
              </p14:xfrm>
            </p:contentPart>
          </mc:Choice>
          <mc:Fallback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959DBCFF-0372-4AFB-8E82-87D3B59514C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850653" y="3419133"/>
                  <a:ext cx="196560" cy="10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D704FECA-5C66-4FC7-9BA7-26798233C11B}"/>
                    </a:ext>
                  </a:extLst>
                </p14:cNvPr>
                <p14:cNvContentPartPr/>
                <p14:nvPr/>
              </p14:nvContentPartPr>
              <p14:xfrm>
                <a:off x="5875853" y="3251013"/>
                <a:ext cx="1808280" cy="1038240"/>
              </p14:xfrm>
            </p:contentPart>
          </mc:Choice>
          <mc:Fallback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D704FECA-5C66-4FC7-9BA7-26798233C11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5866853" y="3242373"/>
                  <a:ext cx="1825920" cy="10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8EBDA32D-C60E-4214-A77C-16550B03C3ED}"/>
                    </a:ext>
                  </a:extLst>
                </p14:cNvPr>
                <p14:cNvContentPartPr/>
                <p14:nvPr/>
              </p14:nvContentPartPr>
              <p14:xfrm>
                <a:off x="6108053" y="4116453"/>
                <a:ext cx="1310400" cy="141480"/>
              </p14:xfrm>
            </p:contentPart>
          </mc:Choice>
          <mc:Fallback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8EBDA32D-C60E-4214-A77C-16550B03C3E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099413" y="4107453"/>
                  <a:ext cx="13280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230D61C1-0614-47D9-A5AE-A1A8684CFEBA}"/>
                    </a:ext>
                  </a:extLst>
                </p14:cNvPr>
                <p14:cNvContentPartPr/>
                <p14:nvPr/>
              </p14:nvContentPartPr>
              <p14:xfrm>
                <a:off x="6141173" y="3376653"/>
                <a:ext cx="423000" cy="471960"/>
              </p14:xfrm>
            </p:contentPart>
          </mc:Choice>
          <mc:Fallback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230D61C1-0614-47D9-A5AE-A1A8684CFEB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132173" y="3367653"/>
                  <a:ext cx="44064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099C3735-AAC7-4F30-BE38-65FCFC58D2AE}"/>
                    </a:ext>
                  </a:extLst>
                </p14:cNvPr>
                <p14:cNvContentPartPr/>
                <p14:nvPr/>
              </p14:nvContentPartPr>
              <p14:xfrm>
                <a:off x="6442133" y="3350373"/>
                <a:ext cx="318600" cy="462240"/>
              </p14:xfrm>
            </p:contentPart>
          </mc:Choice>
          <mc:Fallback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099C3735-AAC7-4F30-BE38-65FCFC58D2A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433493" y="3341733"/>
                  <a:ext cx="33624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108EE268-382C-43D0-BF13-94B2C6FF58A4}"/>
                    </a:ext>
                  </a:extLst>
                </p14:cNvPr>
                <p14:cNvContentPartPr/>
                <p14:nvPr/>
              </p14:nvContentPartPr>
              <p14:xfrm>
                <a:off x="6672893" y="3478533"/>
                <a:ext cx="198360" cy="393840"/>
              </p14:xfrm>
            </p:contentPart>
          </mc:Choice>
          <mc:Fallback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108EE268-382C-43D0-BF13-94B2C6FF58A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663893" y="3469533"/>
                  <a:ext cx="21600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E71C05E0-FAEC-4D51-9E28-91AA67642CB1}"/>
                    </a:ext>
                  </a:extLst>
                </p14:cNvPr>
                <p14:cNvContentPartPr/>
                <p14:nvPr/>
              </p14:nvContentPartPr>
              <p14:xfrm>
                <a:off x="6862973" y="3431733"/>
                <a:ext cx="375840" cy="520200"/>
              </p14:xfrm>
            </p:contentPart>
          </mc:Choice>
          <mc:Fallback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E71C05E0-FAEC-4D51-9E28-91AA67642CB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854333" y="3422733"/>
                  <a:ext cx="393480" cy="53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FD3326BC-6DF6-427A-94C5-02DDA9677C89}"/>
                    </a:ext>
                  </a:extLst>
                </p14:cNvPr>
                <p14:cNvContentPartPr/>
                <p14:nvPr/>
              </p14:nvContentPartPr>
              <p14:xfrm>
                <a:off x="7707893" y="3590493"/>
                <a:ext cx="713880" cy="61560"/>
              </p14:xfrm>
            </p:contentPart>
          </mc:Choice>
          <mc:Fallback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FD3326BC-6DF6-427A-94C5-02DDA9677C8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698893" y="3581853"/>
                  <a:ext cx="7315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42CC8534-9E71-47DE-992B-ED47B86E7B7F}"/>
                    </a:ext>
                  </a:extLst>
                </p14:cNvPr>
                <p14:cNvContentPartPr/>
                <p14:nvPr/>
              </p14:nvContentPartPr>
              <p14:xfrm>
                <a:off x="7642013" y="3730893"/>
                <a:ext cx="914400" cy="111960"/>
              </p14:xfrm>
            </p:contentPart>
          </mc:Choice>
          <mc:Fallback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42CC8534-9E71-47DE-992B-ED47B86E7B7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633373" y="3721893"/>
                  <a:ext cx="93204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74EAC1F3-59B5-4F1C-89AD-64C7C5547EEE}"/>
                    </a:ext>
                  </a:extLst>
                </p14:cNvPr>
                <p14:cNvContentPartPr/>
                <p14:nvPr/>
              </p14:nvContentPartPr>
              <p14:xfrm>
                <a:off x="8123333" y="3343533"/>
                <a:ext cx="469440" cy="711720"/>
              </p14:xfrm>
            </p:contentPart>
          </mc:Choice>
          <mc:Fallback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74EAC1F3-59B5-4F1C-89AD-64C7C5547EE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114333" y="3334533"/>
                  <a:ext cx="487080" cy="72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D393F63F-BAC6-4DCF-BAC8-FA660077C7A4}"/>
                    </a:ext>
                  </a:extLst>
                </p14:cNvPr>
                <p14:cNvContentPartPr/>
                <p14:nvPr/>
              </p14:nvContentPartPr>
              <p14:xfrm>
                <a:off x="8690693" y="3860853"/>
                <a:ext cx="344160" cy="45000"/>
              </p14:xfrm>
            </p:contentPart>
          </mc:Choice>
          <mc:Fallback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D393F63F-BAC6-4DCF-BAC8-FA660077C7A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682053" y="3852213"/>
                  <a:ext cx="36180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290FC61A-3177-461B-90C5-5A081CCEDDDC}"/>
                    </a:ext>
                  </a:extLst>
                </p14:cNvPr>
                <p14:cNvContentPartPr/>
                <p14:nvPr/>
              </p14:nvContentPartPr>
              <p14:xfrm>
                <a:off x="8741093" y="3744573"/>
                <a:ext cx="182880" cy="597960"/>
              </p14:xfrm>
            </p:contentPart>
          </mc:Choice>
          <mc:Fallback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290FC61A-3177-461B-90C5-5A081CCEDDD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732453" y="3735573"/>
                  <a:ext cx="200520" cy="61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CCB37317-FFA8-433C-8CFA-8C6DFB62FCA2}"/>
                    </a:ext>
                  </a:extLst>
                </p14:cNvPr>
                <p14:cNvContentPartPr/>
                <p14:nvPr/>
              </p14:nvContentPartPr>
              <p14:xfrm>
                <a:off x="8868173" y="3941493"/>
                <a:ext cx="221400" cy="165240"/>
              </p14:xfrm>
            </p:contentPart>
          </mc:Choice>
          <mc:Fallback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CCB37317-FFA8-433C-8CFA-8C6DFB62FCA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859533" y="3932853"/>
                  <a:ext cx="23904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3687067E-48DD-4FA9-9476-00332F0F1A36}"/>
                    </a:ext>
                  </a:extLst>
                </p14:cNvPr>
                <p14:cNvContentPartPr/>
                <p14:nvPr/>
              </p14:nvContentPartPr>
              <p14:xfrm>
                <a:off x="9139253" y="3930333"/>
                <a:ext cx="244800" cy="167040"/>
              </p14:xfrm>
            </p:contentPart>
          </mc:Choice>
          <mc:Fallback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3687067E-48DD-4FA9-9476-00332F0F1A3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130253" y="3921693"/>
                  <a:ext cx="2624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7891B519-FDE8-46EC-96C7-E6D817F01674}"/>
                    </a:ext>
                  </a:extLst>
                </p14:cNvPr>
                <p14:cNvContentPartPr/>
                <p14:nvPr/>
              </p14:nvContentPartPr>
              <p14:xfrm>
                <a:off x="9439493" y="3698493"/>
                <a:ext cx="423000" cy="555480"/>
              </p14:xfrm>
            </p:contentPart>
          </mc:Choice>
          <mc:Fallback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7891B519-FDE8-46EC-96C7-E6D817F0167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430853" y="3689493"/>
                  <a:ext cx="440640" cy="57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09ED6F3C-8FD2-4C9B-8556-FF06FA69873A}"/>
                    </a:ext>
                  </a:extLst>
                </p14:cNvPr>
                <p14:cNvContentPartPr/>
                <p14:nvPr/>
              </p14:nvContentPartPr>
              <p14:xfrm>
                <a:off x="9477653" y="3653853"/>
                <a:ext cx="515880" cy="771840"/>
              </p14:xfrm>
            </p:contentPart>
          </mc:Choice>
          <mc:Fallback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09ED6F3C-8FD2-4C9B-8556-FF06FA69873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468653" y="3645213"/>
                  <a:ext cx="533520" cy="78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09C25F7F-35B8-47BF-8378-332C527823E1}"/>
                    </a:ext>
                  </a:extLst>
                </p14:cNvPr>
                <p14:cNvContentPartPr/>
                <p14:nvPr/>
              </p14:nvContentPartPr>
              <p14:xfrm>
                <a:off x="10322213" y="3776253"/>
                <a:ext cx="332280" cy="604440"/>
              </p14:xfrm>
            </p:contentPart>
          </mc:Choice>
          <mc:Fallback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09C25F7F-35B8-47BF-8378-332C527823E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313573" y="3767253"/>
                  <a:ext cx="349920" cy="62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0FF68F0B-3F0F-4035-A883-C100CB7AFF91}"/>
                    </a:ext>
                  </a:extLst>
                </p14:cNvPr>
                <p14:cNvContentPartPr/>
                <p14:nvPr/>
              </p14:nvContentPartPr>
              <p14:xfrm>
                <a:off x="10244093" y="3720813"/>
                <a:ext cx="725400" cy="1171080"/>
              </p14:xfrm>
            </p:contentPart>
          </mc:Choice>
          <mc:Fallback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0FF68F0B-3F0F-4035-A883-C100CB7AFF9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235453" y="3712173"/>
                  <a:ext cx="743040" cy="11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F144E47D-AD66-4CE2-8288-D939F9B1AC53}"/>
                    </a:ext>
                  </a:extLst>
                </p14:cNvPr>
                <p14:cNvContentPartPr/>
                <p14:nvPr/>
              </p14:nvContentPartPr>
              <p14:xfrm>
                <a:off x="9904973" y="4700013"/>
                <a:ext cx="1564200" cy="205560"/>
              </p14:xfrm>
            </p:contentPart>
          </mc:Choice>
          <mc:Fallback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F144E47D-AD66-4CE2-8288-D939F9B1AC5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896333" y="4691013"/>
                  <a:ext cx="158184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72AE30E8-03E4-4EA3-92BA-86C42BC62EAD}"/>
                    </a:ext>
                  </a:extLst>
                </p14:cNvPr>
                <p14:cNvContentPartPr/>
                <p14:nvPr/>
              </p14:nvContentPartPr>
              <p14:xfrm>
                <a:off x="4465373" y="4180173"/>
                <a:ext cx="624960" cy="66600"/>
              </p14:xfrm>
            </p:contentPart>
          </mc:Choice>
          <mc:Fallback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72AE30E8-03E4-4EA3-92BA-86C42BC62EA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456373" y="4171533"/>
                  <a:ext cx="6426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613FA97F-A5A9-490D-AA9C-79813F3534A8}"/>
                    </a:ext>
                  </a:extLst>
                </p14:cNvPr>
                <p14:cNvContentPartPr/>
                <p14:nvPr/>
              </p14:nvContentPartPr>
              <p14:xfrm>
                <a:off x="10006853" y="5164773"/>
                <a:ext cx="320040" cy="608760"/>
              </p14:xfrm>
            </p:contentPart>
          </mc:Choice>
          <mc:Fallback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613FA97F-A5A9-490D-AA9C-79813F3534A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998213" y="5155773"/>
                  <a:ext cx="337680" cy="62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0" name="墨迹 39">
                  <a:extLst>
                    <a:ext uri="{FF2B5EF4-FFF2-40B4-BE49-F238E27FC236}">
                      <a16:creationId xmlns:a16="http://schemas.microsoft.com/office/drawing/2014/main" id="{58997280-07A6-4493-81AE-7CE1AAFEA23F}"/>
                    </a:ext>
                  </a:extLst>
                </p14:cNvPr>
                <p14:cNvContentPartPr/>
                <p14:nvPr/>
              </p14:nvContentPartPr>
              <p14:xfrm>
                <a:off x="10256693" y="5591013"/>
                <a:ext cx="263880" cy="311760"/>
              </p14:xfrm>
            </p:contentPart>
          </mc:Choice>
          <mc:Fallback>
            <p:pic>
              <p:nvPicPr>
                <p:cNvPr id="40" name="墨迹 39">
                  <a:extLst>
                    <a:ext uri="{FF2B5EF4-FFF2-40B4-BE49-F238E27FC236}">
                      <a16:creationId xmlns:a16="http://schemas.microsoft.com/office/drawing/2014/main" id="{58997280-07A6-4493-81AE-7CE1AAFEA23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0247693" y="5582373"/>
                  <a:ext cx="28152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3455D595-BA22-43B0-ACC6-89328F5EAB50}"/>
                    </a:ext>
                  </a:extLst>
                </p14:cNvPr>
                <p14:cNvContentPartPr/>
                <p14:nvPr/>
              </p14:nvContentPartPr>
              <p14:xfrm>
                <a:off x="10762853" y="5139933"/>
                <a:ext cx="601560" cy="301680"/>
              </p14:xfrm>
            </p:contentPart>
          </mc:Choice>
          <mc:Fallback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3455D595-BA22-43B0-ACC6-89328F5EAB5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753853" y="5130933"/>
                  <a:ext cx="61920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3" name="墨迹 42">
                  <a:extLst>
                    <a:ext uri="{FF2B5EF4-FFF2-40B4-BE49-F238E27FC236}">
                      <a16:creationId xmlns:a16="http://schemas.microsoft.com/office/drawing/2014/main" id="{BF6ECC71-9FE4-488A-A4CA-B59F1049C4BF}"/>
                    </a:ext>
                  </a:extLst>
                </p14:cNvPr>
                <p14:cNvContentPartPr/>
                <p14:nvPr/>
              </p14:nvContentPartPr>
              <p14:xfrm>
                <a:off x="11035733" y="5051733"/>
                <a:ext cx="134280" cy="1407600"/>
              </p14:xfrm>
            </p:contentPart>
          </mc:Choice>
          <mc:Fallback>
            <p:pic>
              <p:nvPicPr>
                <p:cNvPr id="43" name="墨迹 42">
                  <a:extLst>
                    <a:ext uri="{FF2B5EF4-FFF2-40B4-BE49-F238E27FC236}">
                      <a16:creationId xmlns:a16="http://schemas.microsoft.com/office/drawing/2014/main" id="{BF6ECC71-9FE4-488A-A4CA-B59F1049C4B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1026733" y="5043093"/>
                  <a:ext cx="151920" cy="1425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4272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94F810C-623C-4D6B-B265-BFFD650AA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067" y="1077484"/>
            <a:ext cx="12192000" cy="180403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24606D3-91BB-4375-88CC-8A7EAC95B178}"/>
              </a:ext>
            </a:extLst>
          </p:cNvPr>
          <p:cNvSpPr/>
          <p:nvPr/>
        </p:nvSpPr>
        <p:spPr>
          <a:xfrm>
            <a:off x="1564640" y="1158240"/>
            <a:ext cx="1632373" cy="2167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14D939B-0D62-47A5-A688-588110B5C6D3}"/>
              </a:ext>
            </a:extLst>
          </p:cNvPr>
          <p:cNvSpPr/>
          <p:nvPr/>
        </p:nvSpPr>
        <p:spPr>
          <a:xfrm>
            <a:off x="3481493" y="1871131"/>
            <a:ext cx="1632373" cy="2167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348E6C5-B3B1-4035-AEAC-B4816C3DE977}"/>
              </a:ext>
            </a:extLst>
          </p:cNvPr>
          <p:cNvSpPr/>
          <p:nvPr/>
        </p:nvSpPr>
        <p:spPr>
          <a:xfrm>
            <a:off x="1503680" y="1158240"/>
            <a:ext cx="1632373" cy="2167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8A76715-0454-4E57-A5FC-A6CC93D14897}"/>
              </a:ext>
            </a:extLst>
          </p:cNvPr>
          <p:cNvSpPr/>
          <p:nvPr/>
        </p:nvSpPr>
        <p:spPr>
          <a:xfrm>
            <a:off x="7040858" y="2692396"/>
            <a:ext cx="1632373" cy="2167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84617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0DEF268-3BE0-4E6D-AAD7-5ED8FEB32A33}"/>
              </a:ext>
            </a:extLst>
          </p:cNvPr>
          <p:cNvSpPr txBox="1"/>
          <p:nvPr/>
        </p:nvSpPr>
        <p:spPr>
          <a:xfrm>
            <a:off x="2411307" y="853440"/>
            <a:ext cx="13388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以牺牲效率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换取通用性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C7A46B9-4451-4A22-BBC9-59C60EC58F08}"/>
              </a:ext>
            </a:extLst>
          </p:cNvPr>
          <p:cNvSpPr txBox="1"/>
          <p:nvPr/>
        </p:nvSpPr>
        <p:spPr>
          <a:xfrm>
            <a:off x="955040" y="3014133"/>
            <a:ext cx="9491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6+3</a:t>
            </a:r>
            <a:r>
              <a:rPr lang="zh-CN" altLang="en-US" dirty="0"/>
              <a:t>）</a:t>
            </a:r>
            <a:r>
              <a:rPr lang="en-US" altLang="zh-CN" dirty="0"/>
              <a:t>*4</a:t>
            </a:r>
            <a:r>
              <a:rPr lang="zh-CN" altLang="en-US" dirty="0"/>
              <a:t>等于多少，</a:t>
            </a:r>
            <a:r>
              <a:rPr lang="zh-CN" altLang="en-US" dirty="0">
                <a:solidFill>
                  <a:srgbClr val="FF0000"/>
                </a:solidFill>
              </a:rPr>
              <a:t>有工具 </a:t>
            </a:r>
            <a:r>
              <a:rPr lang="en-US" altLang="zh-CN" dirty="0">
                <a:solidFill>
                  <a:srgbClr val="FF0000"/>
                </a:solidFill>
              </a:rPr>
              <a:t>add </a:t>
            </a:r>
            <a:r>
              <a:rPr lang="zh-CN" altLang="en-US" dirty="0">
                <a:solidFill>
                  <a:srgbClr val="FF0000"/>
                </a:solidFill>
              </a:rPr>
              <a:t>和 </a:t>
            </a:r>
            <a:r>
              <a:rPr lang="en-US" altLang="zh-CN" dirty="0" err="1">
                <a:solidFill>
                  <a:srgbClr val="FF0000"/>
                </a:solidFill>
              </a:rPr>
              <a:t>multipy</a:t>
            </a:r>
            <a:r>
              <a:rPr lang="zh-CN" altLang="en-US" dirty="0">
                <a:solidFill>
                  <a:srgbClr val="FF0000"/>
                </a:solidFill>
              </a:rPr>
              <a:t>，。。。。。每次调用一个工具，请回答问题</a:t>
            </a:r>
            <a:r>
              <a:rPr lang="zh-CN" altLang="en-US" dirty="0"/>
              <a:t>，</a:t>
            </a: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66EA20A3-C300-4E31-A52C-F4F5181D7584}"/>
              </a:ext>
            </a:extLst>
          </p:cNvPr>
          <p:cNvGrpSpPr/>
          <p:nvPr/>
        </p:nvGrpSpPr>
        <p:grpSpPr>
          <a:xfrm>
            <a:off x="5042813" y="2166333"/>
            <a:ext cx="1935000" cy="914400"/>
            <a:chOff x="5042813" y="2166333"/>
            <a:chExt cx="1935000" cy="91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13F46FD1-4975-4997-AADD-0D71CF375E27}"/>
                    </a:ext>
                  </a:extLst>
                </p14:cNvPr>
                <p14:cNvContentPartPr/>
                <p14:nvPr/>
              </p14:nvContentPartPr>
              <p14:xfrm>
                <a:off x="5042813" y="2268933"/>
                <a:ext cx="36360" cy="318960"/>
              </p14:xfrm>
            </p:contentPart>
          </mc:Choice>
          <mc:Fallback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13F46FD1-4975-4997-AADD-0D71CF375E2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034173" y="2260293"/>
                  <a:ext cx="5400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38C20DE0-0919-44AE-A0BE-198D15F57D29}"/>
                    </a:ext>
                  </a:extLst>
                </p14:cNvPr>
                <p14:cNvContentPartPr/>
                <p14:nvPr/>
              </p14:nvContentPartPr>
              <p14:xfrm>
                <a:off x="5088173" y="2442453"/>
                <a:ext cx="228600" cy="19548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38C20DE0-0919-44AE-A0BE-198D15F57D2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079533" y="2433813"/>
                  <a:ext cx="2462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704C867A-D47D-4331-813D-E5CE54459A2D}"/>
                    </a:ext>
                  </a:extLst>
                </p14:cNvPr>
                <p14:cNvContentPartPr/>
                <p14:nvPr/>
              </p14:nvContentPartPr>
              <p14:xfrm>
                <a:off x="5394173" y="2440653"/>
                <a:ext cx="206280" cy="15768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704C867A-D47D-4331-813D-E5CE54459A2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385533" y="2432013"/>
                  <a:ext cx="2239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AEFCD247-AF1F-43DD-850E-DFE600A5A724}"/>
                    </a:ext>
                  </a:extLst>
                </p14:cNvPr>
                <p14:cNvContentPartPr/>
                <p14:nvPr/>
              </p14:nvContentPartPr>
              <p14:xfrm>
                <a:off x="5474453" y="2415453"/>
                <a:ext cx="324720" cy="376560"/>
              </p14:xfrm>
            </p:contentPart>
          </mc:Choice>
          <mc:Fallback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AEFCD247-AF1F-43DD-850E-DFE600A5A72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465453" y="2406453"/>
                  <a:ext cx="34236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32551000-3D8B-4ED8-9B34-FA7EBA2CDD49}"/>
                    </a:ext>
                  </a:extLst>
                </p14:cNvPr>
                <p14:cNvContentPartPr/>
                <p14:nvPr/>
              </p14:nvContentPartPr>
              <p14:xfrm>
                <a:off x="5796293" y="2369013"/>
                <a:ext cx="158040" cy="193680"/>
              </p14:xfrm>
            </p:contentPart>
          </mc:Choice>
          <mc:Fallback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32551000-3D8B-4ED8-9B34-FA7EBA2CDD4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787653" y="2360013"/>
                  <a:ext cx="1756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1FB1122F-7751-4B6C-810D-FEDCC3B0DBE0}"/>
                    </a:ext>
                  </a:extLst>
                </p14:cNvPr>
                <p14:cNvContentPartPr/>
                <p14:nvPr/>
              </p14:nvContentPartPr>
              <p14:xfrm>
                <a:off x="6041453" y="2170293"/>
                <a:ext cx="192960" cy="378000"/>
              </p14:xfrm>
            </p:contentPart>
          </mc:Choice>
          <mc:Fallback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1FB1122F-7751-4B6C-810D-FEDCC3B0DBE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32813" y="2161653"/>
                  <a:ext cx="21060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0F50B414-F72C-415F-BA11-E1C64AED6A53}"/>
                    </a:ext>
                  </a:extLst>
                </p14:cNvPr>
                <p14:cNvContentPartPr/>
                <p14:nvPr/>
              </p14:nvContentPartPr>
              <p14:xfrm>
                <a:off x="6322613" y="2325093"/>
                <a:ext cx="387360" cy="149040"/>
              </p14:xfrm>
            </p:contentPart>
          </mc:Choice>
          <mc:Fallback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0F50B414-F72C-415F-BA11-E1C64AED6A5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313613" y="2316453"/>
                  <a:ext cx="4050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F0F80207-C016-4F65-B4B2-0950ECB225A9}"/>
                    </a:ext>
                  </a:extLst>
                </p14:cNvPr>
                <p14:cNvContentPartPr/>
                <p14:nvPr/>
              </p14:nvContentPartPr>
              <p14:xfrm>
                <a:off x="6667133" y="2166333"/>
                <a:ext cx="80640" cy="211320"/>
              </p14:xfrm>
            </p:contentPart>
          </mc:Choice>
          <mc:Fallback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F0F80207-C016-4F65-B4B2-0950ECB225A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658133" y="2157693"/>
                  <a:ext cx="982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40836D95-66A9-4C2B-BEB2-FB0ED5450514}"/>
                    </a:ext>
                  </a:extLst>
                </p14:cNvPr>
                <p14:cNvContentPartPr/>
                <p14:nvPr/>
              </p14:nvContentPartPr>
              <p14:xfrm>
                <a:off x="6743453" y="2273253"/>
                <a:ext cx="234360" cy="303120"/>
              </p14:xfrm>
            </p:contentPart>
          </mc:Choice>
          <mc:Fallback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40836D95-66A9-4C2B-BEB2-FB0ED545051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734453" y="2264253"/>
                  <a:ext cx="252000" cy="32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B5492080-453A-4943-AF0A-27C00176E7DC}"/>
                    </a:ext>
                  </a:extLst>
                </p14:cNvPr>
                <p14:cNvContentPartPr/>
                <p14:nvPr/>
              </p14:nvContentPartPr>
              <p14:xfrm>
                <a:off x="5613773" y="2839173"/>
                <a:ext cx="172800" cy="32040"/>
              </p14:xfrm>
            </p:contentPart>
          </mc:Choice>
          <mc:Fallback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B5492080-453A-4943-AF0A-27C00176E7D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605133" y="2830533"/>
                  <a:ext cx="1904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04CA3AB5-DDC9-4238-A7CB-B2DE83A195FD}"/>
                    </a:ext>
                  </a:extLst>
                </p14:cNvPr>
                <p14:cNvContentPartPr/>
                <p14:nvPr/>
              </p14:nvContentPartPr>
              <p14:xfrm>
                <a:off x="5671013" y="2752413"/>
                <a:ext cx="255600" cy="324360"/>
              </p14:xfrm>
            </p:contentPart>
          </mc:Choice>
          <mc:Fallback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04CA3AB5-DDC9-4238-A7CB-B2DE83A195F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662373" y="2743773"/>
                  <a:ext cx="27324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168AAD63-A7E0-4FC9-B102-67C961E44D11}"/>
                    </a:ext>
                  </a:extLst>
                </p14:cNvPr>
                <p14:cNvContentPartPr/>
                <p14:nvPr/>
              </p14:nvContentPartPr>
              <p14:xfrm>
                <a:off x="5829053" y="2740533"/>
                <a:ext cx="247680" cy="340200"/>
              </p14:xfrm>
            </p:contentPart>
          </mc:Choice>
          <mc:Fallback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168AAD63-A7E0-4FC9-B102-67C961E44D1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820053" y="2731893"/>
                  <a:ext cx="26532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4D4AE703-F9FF-4572-BD46-120E037071B2}"/>
                    </a:ext>
                  </a:extLst>
                </p14:cNvPr>
                <p14:cNvContentPartPr/>
                <p14:nvPr/>
              </p14:nvContentPartPr>
              <p14:xfrm>
                <a:off x="6173573" y="2674293"/>
                <a:ext cx="116640" cy="320040"/>
              </p14:xfrm>
            </p:contentPart>
          </mc:Choice>
          <mc:Fallback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4D4AE703-F9FF-4572-BD46-120E037071B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164573" y="2665293"/>
                  <a:ext cx="13428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D603525E-F934-49C3-A2D2-62608BA47068}"/>
                    </a:ext>
                  </a:extLst>
                </p14:cNvPr>
                <p14:cNvContentPartPr/>
                <p14:nvPr/>
              </p14:nvContentPartPr>
              <p14:xfrm>
                <a:off x="6374453" y="2689773"/>
                <a:ext cx="205920" cy="344160"/>
              </p14:xfrm>
            </p:contentPart>
          </mc:Choice>
          <mc:Fallback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D603525E-F934-49C3-A2D2-62608BA4706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365813" y="2680773"/>
                  <a:ext cx="22356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27D77AE3-586E-4623-B360-7364633BABB3}"/>
                    </a:ext>
                  </a:extLst>
                </p14:cNvPr>
                <p14:cNvContentPartPr/>
                <p14:nvPr/>
              </p14:nvContentPartPr>
              <p14:xfrm>
                <a:off x="6325853" y="2842053"/>
                <a:ext cx="277200" cy="7272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27D77AE3-586E-4623-B360-7364633BABB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317213" y="2833413"/>
                  <a:ext cx="294840" cy="90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2" name="墨迹 21">
                <a:extLst>
                  <a:ext uri="{FF2B5EF4-FFF2-40B4-BE49-F238E27FC236}">
                    <a16:creationId xmlns:a16="http://schemas.microsoft.com/office/drawing/2014/main" id="{77D3083B-6B5D-4B57-B901-6383C3E0C600}"/>
                  </a:ext>
                </a:extLst>
              </p14:cNvPr>
              <p14:cNvContentPartPr/>
              <p14:nvPr/>
            </p14:nvContentPartPr>
            <p14:xfrm>
              <a:off x="8961413" y="3737373"/>
              <a:ext cx="32040" cy="75240"/>
            </p14:xfrm>
          </p:contentPart>
        </mc:Choice>
        <mc:Fallback>
          <p:pic>
            <p:nvPicPr>
              <p:cNvPr id="22" name="墨迹 21">
                <a:extLst>
                  <a:ext uri="{FF2B5EF4-FFF2-40B4-BE49-F238E27FC236}">
                    <a16:creationId xmlns:a16="http://schemas.microsoft.com/office/drawing/2014/main" id="{77D3083B-6B5D-4B57-B901-6383C3E0C60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952413" y="3728373"/>
                <a:ext cx="4968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4" name="墨迹 23">
                <a:extLst>
                  <a:ext uri="{FF2B5EF4-FFF2-40B4-BE49-F238E27FC236}">
                    <a16:creationId xmlns:a16="http://schemas.microsoft.com/office/drawing/2014/main" id="{AEBF0472-D592-441F-A95E-3D6FC083F7ED}"/>
                  </a:ext>
                </a:extLst>
              </p14:cNvPr>
              <p14:cNvContentPartPr/>
              <p14:nvPr/>
            </p14:nvContentPartPr>
            <p14:xfrm>
              <a:off x="7289573" y="3296733"/>
              <a:ext cx="1491840" cy="169920"/>
            </p14:xfrm>
          </p:contentPart>
        </mc:Choice>
        <mc:Fallback>
          <p:pic>
            <p:nvPicPr>
              <p:cNvPr id="24" name="墨迹 23">
                <a:extLst>
                  <a:ext uri="{FF2B5EF4-FFF2-40B4-BE49-F238E27FC236}">
                    <a16:creationId xmlns:a16="http://schemas.microsoft.com/office/drawing/2014/main" id="{AEBF0472-D592-441F-A95E-3D6FC083F7E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280933" y="3287733"/>
                <a:ext cx="1509480" cy="1875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组合 27">
            <a:extLst>
              <a:ext uri="{FF2B5EF4-FFF2-40B4-BE49-F238E27FC236}">
                <a16:creationId xmlns:a16="http://schemas.microsoft.com/office/drawing/2014/main" id="{F343FE42-0BAB-488D-82F2-B3F17705064D}"/>
              </a:ext>
            </a:extLst>
          </p:cNvPr>
          <p:cNvGrpSpPr/>
          <p:nvPr/>
        </p:nvGrpSpPr>
        <p:grpSpPr>
          <a:xfrm>
            <a:off x="4246133" y="4057413"/>
            <a:ext cx="1247400" cy="659880"/>
            <a:chOff x="4246133" y="4057413"/>
            <a:chExt cx="1247400" cy="65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F518EC86-302C-4E2B-B8D6-E74DE040D443}"/>
                    </a:ext>
                  </a:extLst>
                </p14:cNvPr>
                <p14:cNvContentPartPr/>
                <p14:nvPr/>
              </p14:nvContentPartPr>
              <p14:xfrm>
                <a:off x="4246133" y="4329933"/>
                <a:ext cx="345600" cy="320040"/>
              </p14:xfrm>
            </p:contentPart>
          </mc:Choice>
          <mc:Fallback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F518EC86-302C-4E2B-B8D6-E74DE040D44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37493" y="4321293"/>
                  <a:ext cx="36324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54C2480E-A002-4E06-A394-8D81BF640B15}"/>
                    </a:ext>
                  </a:extLst>
                </p14:cNvPr>
                <p14:cNvContentPartPr/>
                <p14:nvPr/>
              </p14:nvContentPartPr>
              <p14:xfrm>
                <a:off x="4646813" y="4107813"/>
                <a:ext cx="413640" cy="483480"/>
              </p14:xfrm>
            </p:contentPart>
          </mc:Choice>
          <mc:Fallback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54C2480E-A002-4E06-A394-8D81BF640B1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638173" y="4098813"/>
                  <a:ext cx="431280" cy="50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B9AD9B67-5663-4432-9046-9D1F7F14FA37}"/>
                    </a:ext>
                  </a:extLst>
                </p14:cNvPr>
                <p14:cNvContentPartPr/>
                <p14:nvPr/>
              </p14:nvContentPartPr>
              <p14:xfrm>
                <a:off x="5093933" y="4057413"/>
                <a:ext cx="399600" cy="659880"/>
              </p14:xfrm>
            </p:contentPart>
          </mc:Choice>
          <mc:Fallback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B9AD9B67-5663-4432-9046-9D1F7F14FA3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085293" y="4048413"/>
                  <a:ext cx="417240" cy="677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692649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5FC79D-1C5A-4121-B1E0-540FD08B5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FB83E2-9675-46EE-8DFD-FC109B7C7E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75E84AF-C329-4EA4-8B5E-3688A3BA6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47" y="4997287"/>
            <a:ext cx="12192000" cy="73777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6AC8102-1200-44A8-AADD-9F312634C3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387" y="868151"/>
            <a:ext cx="10868025" cy="115252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2767C8C-7BA6-4FA1-A3C4-CEEB15ACCF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312" y="2488989"/>
            <a:ext cx="11001375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685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B1D24F7-A424-4DDF-84F8-D98264346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4507" y="2271241"/>
            <a:ext cx="12192000" cy="64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56161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组合 65">
            <a:extLst>
              <a:ext uri="{FF2B5EF4-FFF2-40B4-BE49-F238E27FC236}">
                <a16:creationId xmlns:a16="http://schemas.microsoft.com/office/drawing/2014/main" id="{5EB25B63-751C-4439-9DA0-EB0E9E8598A5}"/>
              </a:ext>
            </a:extLst>
          </p:cNvPr>
          <p:cNvGrpSpPr/>
          <p:nvPr/>
        </p:nvGrpSpPr>
        <p:grpSpPr>
          <a:xfrm>
            <a:off x="2142653" y="41253"/>
            <a:ext cx="6462000" cy="6734520"/>
            <a:chOff x="2142653" y="41253"/>
            <a:chExt cx="6462000" cy="673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4339E30F-E0E5-4F06-AAAC-6AAE33369C4F}"/>
                    </a:ext>
                  </a:extLst>
                </p14:cNvPr>
                <p14:cNvContentPartPr/>
                <p14:nvPr/>
              </p14:nvContentPartPr>
              <p14:xfrm>
                <a:off x="6760733" y="1124133"/>
                <a:ext cx="171000" cy="704160"/>
              </p14:xfrm>
            </p:contentPart>
          </mc:Choice>
          <mc:Fallback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4339E30F-E0E5-4F06-AAAC-6AAE33369C4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751733" y="1115493"/>
                  <a:ext cx="188640" cy="72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4EEDC40D-8186-4E1C-BC29-BE5B1445878A}"/>
                    </a:ext>
                  </a:extLst>
                </p14:cNvPr>
                <p14:cNvContentPartPr/>
                <p14:nvPr/>
              </p14:nvContentPartPr>
              <p14:xfrm>
                <a:off x="6890693" y="1003173"/>
                <a:ext cx="1713960" cy="907200"/>
              </p14:xfrm>
            </p:contentPart>
          </mc:Choice>
          <mc:Fallback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4EEDC40D-8186-4E1C-BC29-BE5B1445878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882053" y="994533"/>
                  <a:ext cx="1731600" cy="9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5F20CE68-CB74-4DBB-AD6A-E464B376E294}"/>
                    </a:ext>
                  </a:extLst>
                </p14:cNvPr>
                <p14:cNvContentPartPr/>
                <p14:nvPr/>
              </p14:nvContentPartPr>
              <p14:xfrm>
                <a:off x="6928493" y="1829733"/>
                <a:ext cx="1249560" cy="85320"/>
              </p14:xfrm>
            </p:contentPart>
          </mc:Choice>
          <mc:Fallback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5F20CE68-CB74-4DBB-AD6A-E464B376E29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919853" y="1820733"/>
                  <a:ext cx="12672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569FCF01-661A-4DB7-B78B-DA35CFEEC434}"/>
                    </a:ext>
                  </a:extLst>
                </p14:cNvPr>
                <p14:cNvContentPartPr/>
                <p14:nvPr/>
              </p14:nvContentPartPr>
              <p14:xfrm>
                <a:off x="6925253" y="1342653"/>
                <a:ext cx="266760" cy="232560"/>
              </p14:xfrm>
            </p:contentPart>
          </mc:Choice>
          <mc:Fallback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569FCF01-661A-4DB7-B78B-DA35CFEEC43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916613" y="1334013"/>
                  <a:ext cx="28440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26656D2E-741B-4DDC-AD2C-9520DBFE55A4}"/>
                    </a:ext>
                  </a:extLst>
                </p14:cNvPr>
                <p14:cNvContentPartPr/>
                <p14:nvPr/>
              </p14:nvContentPartPr>
              <p14:xfrm>
                <a:off x="7237733" y="1374333"/>
                <a:ext cx="266760" cy="222120"/>
              </p14:xfrm>
            </p:contentPart>
          </mc:Choice>
          <mc:Fallback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26656D2E-741B-4DDC-AD2C-9520DBFE55A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228733" y="1365693"/>
                  <a:ext cx="2844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1B536444-D695-4EE2-BB1D-45BC3CED9C9B}"/>
                    </a:ext>
                  </a:extLst>
                </p14:cNvPr>
                <p14:cNvContentPartPr/>
                <p14:nvPr/>
              </p14:nvContentPartPr>
              <p14:xfrm>
                <a:off x="7537253" y="1349853"/>
                <a:ext cx="208440" cy="47160"/>
              </p14:xfrm>
            </p:contentPart>
          </mc:Choice>
          <mc:Fallback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1B536444-D695-4EE2-BB1D-45BC3CED9C9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528253" y="1341213"/>
                  <a:ext cx="22608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31B9FC1D-AEBF-4D03-988A-C41C622E454C}"/>
                    </a:ext>
                  </a:extLst>
                </p14:cNvPr>
                <p14:cNvContentPartPr/>
                <p14:nvPr/>
              </p14:nvContentPartPr>
              <p14:xfrm>
                <a:off x="7610693" y="1235013"/>
                <a:ext cx="27360" cy="648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31B9FC1D-AEBF-4D03-988A-C41C622E454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601693" y="1226013"/>
                  <a:ext cx="450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67CFA34E-20F5-42B6-9211-20454B91A0C1}"/>
                    </a:ext>
                  </a:extLst>
                </p14:cNvPr>
                <p14:cNvContentPartPr/>
                <p14:nvPr/>
              </p14:nvContentPartPr>
              <p14:xfrm>
                <a:off x="7598453" y="1205493"/>
                <a:ext cx="110520" cy="393120"/>
              </p14:xfrm>
            </p:contentPart>
          </mc:Choice>
          <mc:Fallback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67CFA34E-20F5-42B6-9211-20454B91A0C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589813" y="1196493"/>
                  <a:ext cx="12816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A59D126A-AEF4-42DE-BBBB-32FFDF3C0D64}"/>
                    </a:ext>
                  </a:extLst>
                </p14:cNvPr>
                <p14:cNvContentPartPr/>
                <p14:nvPr/>
              </p14:nvContentPartPr>
              <p14:xfrm>
                <a:off x="7796453" y="1186053"/>
                <a:ext cx="134280" cy="375120"/>
              </p14:xfrm>
            </p:contentPart>
          </mc:Choice>
          <mc:Fallback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A59D126A-AEF4-42DE-BBBB-32FFDF3C0D6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787813" y="1177053"/>
                  <a:ext cx="15192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0440523C-7118-403C-981D-20759199C69A}"/>
                    </a:ext>
                  </a:extLst>
                </p14:cNvPr>
                <p14:cNvContentPartPr/>
                <p14:nvPr/>
              </p14:nvContentPartPr>
              <p14:xfrm>
                <a:off x="7910933" y="1252293"/>
                <a:ext cx="240120" cy="361080"/>
              </p14:xfrm>
            </p:contentPart>
          </mc:Choice>
          <mc:Fallback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0440523C-7118-403C-981D-20759199C69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901933" y="1243293"/>
                  <a:ext cx="25776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B9A867A7-A90D-4B20-B5BE-7D4ECDBE7E75}"/>
                    </a:ext>
                  </a:extLst>
                </p14:cNvPr>
                <p14:cNvContentPartPr/>
                <p14:nvPr/>
              </p14:nvContentPartPr>
              <p14:xfrm>
                <a:off x="8168333" y="1372893"/>
                <a:ext cx="196920" cy="284040"/>
              </p14:xfrm>
            </p:contentPart>
          </mc:Choice>
          <mc:Fallback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B9A867A7-A90D-4B20-B5BE-7D4ECDBE7E7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159693" y="1363893"/>
                  <a:ext cx="21456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5C0E03EC-A455-42AD-8CCC-85A9795A9419}"/>
                    </a:ext>
                  </a:extLst>
                </p14:cNvPr>
                <p14:cNvContentPartPr/>
                <p14:nvPr/>
              </p14:nvContentPartPr>
              <p14:xfrm>
                <a:off x="3510293" y="393333"/>
                <a:ext cx="4164120" cy="708480"/>
              </p14:xfrm>
            </p:contentPart>
          </mc:Choice>
          <mc:Fallback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5C0E03EC-A455-42AD-8CCC-85A9795A941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501653" y="384333"/>
                  <a:ext cx="4181760" cy="72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A9D08BFC-B9A0-4BBF-9FA1-311B2FFB8C51}"/>
                    </a:ext>
                  </a:extLst>
                </p14:cNvPr>
                <p14:cNvContentPartPr/>
                <p14:nvPr/>
              </p14:nvContentPartPr>
              <p14:xfrm>
                <a:off x="4376453" y="171573"/>
                <a:ext cx="25200" cy="16200"/>
              </p14:xfrm>
            </p:contentPart>
          </mc:Choice>
          <mc:Fallback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A9D08BFC-B9A0-4BBF-9FA1-311B2FFB8C5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367813" y="162573"/>
                  <a:ext cx="428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47E1BDB4-2627-4D68-BC00-C8F32D4EB32C}"/>
                    </a:ext>
                  </a:extLst>
                </p14:cNvPr>
                <p14:cNvContentPartPr/>
                <p14:nvPr/>
              </p14:nvContentPartPr>
              <p14:xfrm>
                <a:off x="4340813" y="126213"/>
                <a:ext cx="89280" cy="85320"/>
              </p14:xfrm>
            </p:contentPart>
          </mc:Choice>
          <mc:Fallback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47E1BDB4-2627-4D68-BC00-C8F32D4EB32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331813" y="117213"/>
                  <a:ext cx="10692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AC0BFC48-2B82-4598-8257-03D3A79EB459}"/>
                    </a:ext>
                  </a:extLst>
                </p14:cNvPr>
                <p14:cNvContentPartPr/>
                <p14:nvPr/>
              </p14:nvContentPartPr>
              <p14:xfrm>
                <a:off x="4382573" y="200733"/>
                <a:ext cx="251640" cy="196560"/>
              </p14:xfrm>
            </p:contentPart>
          </mc:Choice>
          <mc:Fallback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AC0BFC48-2B82-4598-8257-03D3A79EB45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373933" y="191733"/>
                  <a:ext cx="2692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22A68DF9-CB44-4018-BC7F-8566B519124E}"/>
                    </a:ext>
                  </a:extLst>
                </p14:cNvPr>
                <p14:cNvContentPartPr/>
                <p14:nvPr/>
              </p14:nvContentPartPr>
              <p14:xfrm>
                <a:off x="4424333" y="258333"/>
                <a:ext cx="257400" cy="251280"/>
              </p14:xfrm>
            </p:contentPart>
          </mc:Choice>
          <mc:Fallback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22A68DF9-CB44-4018-BC7F-8566B519124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415333" y="249333"/>
                  <a:ext cx="27504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330548A5-0B49-4EED-ADC1-45434966905E}"/>
                    </a:ext>
                  </a:extLst>
                </p14:cNvPr>
                <p14:cNvContentPartPr/>
                <p14:nvPr/>
              </p14:nvContentPartPr>
              <p14:xfrm>
                <a:off x="4763813" y="60693"/>
                <a:ext cx="104400" cy="179280"/>
              </p14:xfrm>
            </p:contentPart>
          </mc:Choice>
          <mc:Fallback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330548A5-0B49-4EED-ADC1-45434966905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755173" y="51693"/>
                  <a:ext cx="12204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919FBB83-EADB-4E2A-91A2-7CBE3573A95C}"/>
                    </a:ext>
                  </a:extLst>
                </p14:cNvPr>
                <p14:cNvContentPartPr/>
                <p14:nvPr/>
              </p14:nvContentPartPr>
              <p14:xfrm>
                <a:off x="4794413" y="52053"/>
                <a:ext cx="211320" cy="306720"/>
              </p14:xfrm>
            </p:contentPart>
          </mc:Choice>
          <mc:Fallback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919FBB83-EADB-4E2A-91A2-7CBE3573A95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785773" y="43413"/>
                  <a:ext cx="22896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1CA3F353-C8D4-40F4-B486-3295E7A7997A}"/>
                    </a:ext>
                  </a:extLst>
                </p14:cNvPr>
                <p14:cNvContentPartPr/>
                <p14:nvPr/>
              </p14:nvContentPartPr>
              <p14:xfrm>
                <a:off x="4857053" y="315213"/>
                <a:ext cx="173520" cy="122760"/>
              </p14:xfrm>
            </p:contentPart>
          </mc:Choice>
          <mc:Fallback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1CA3F353-C8D4-40F4-B486-3295E7A7997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848053" y="306573"/>
                  <a:ext cx="1911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274BFF99-428D-4BAC-8A40-D6FB222AF1E2}"/>
                    </a:ext>
                  </a:extLst>
                </p14:cNvPr>
                <p14:cNvContentPartPr/>
                <p14:nvPr/>
              </p14:nvContentPartPr>
              <p14:xfrm>
                <a:off x="5077373" y="41253"/>
                <a:ext cx="172800" cy="249480"/>
              </p14:xfrm>
            </p:contentPart>
          </mc:Choice>
          <mc:Fallback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274BFF99-428D-4BAC-8A40-D6FB222AF1E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068373" y="32613"/>
                  <a:ext cx="1904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12D2CBAE-71B1-451E-9F1C-0F785E65199E}"/>
                    </a:ext>
                  </a:extLst>
                </p14:cNvPr>
                <p14:cNvContentPartPr/>
                <p14:nvPr/>
              </p14:nvContentPartPr>
              <p14:xfrm>
                <a:off x="5096813" y="237453"/>
                <a:ext cx="127440" cy="184320"/>
              </p14:xfrm>
            </p:contentPart>
          </mc:Choice>
          <mc:Fallback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12D2CBAE-71B1-451E-9F1C-0F785E65199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087813" y="228813"/>
                  <a:ext cx="1450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3C56F226-9C01-4C4E-ABE9-11298BF96184}"/>
                    </a:ext>
                  </a:extLst>
                </p14:cNvPr>
                <p14:cNvContentPartPr/>
                <p14:nvPr/>
              </p14:nvContentPartPr>
              <p14:xfrm>
                <a:off x="6353573" y="1169493"/>
                <a:ext cx="1603800" cy="315360"/>
              </p14:xfrm>
            </p:contentPart>
          </mc:Choice>
          <mc:Fallback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3C56F226-9C01-4C4E-ABE9-11298BF9618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344933" y="1160493"/>
                  <a:ext cx="162144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0" name="墨迹 39">
                  <a:extLst>
                    <a:ext uri="{FF2B5EF4-FFF2-40B4-BE49-F238E27FC236}">
                      <a16:creationId xmlns:a16="http://schemas.microsoft.com/office/drawing/2014/main" id="{ECC6B15F-A09A-4D72-8B21-105061CF2BD6}"/>
                    </a:ext>
                  </a:extLst>
                </p14:cNvPr>
                <p14:cNvContentPartPr/>
                <p14:nvPr/>
              </p14:nvContentPartPr>
              <p14:xfrm>
                <a:off x="7196693" y="661173"/>
                <a:ext cx="765360" cy="343800"/>
              </p14:xfrm>
            </p:contentPart>
          </mc:Choice>
          <mc:Fallback>
            <p:pic>
              <p:nvPicPr>
                <p:cNvPr id="40" name="墨迹 39">
                  <a:extLst>
                    <a:ext uri="{FF2B5EF4-FFF2-40B4-BE49-F238E27FC236}">
                      <a16:creationId xmlns:a16="http://schemas.microsoft.com/office/drawing/2014/main" id="{ECC6B15F-A09A-4D72-8B21-105061CF2BD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187693" y="652173"/>
                  <a:ext cx="78300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C167842F-9C81-4209-B144-384DA4030611}"/>
                    </a:ext>
                  </a:extLst>
                </p14:cNvPr>
                <p14:cNvContentPartPr/>
                <p14:nvPr/>
              </p14:nvContentPartPr>
              <p14:xfrm>
                <a:off x="2142653" y="1037733"/>
                <a:ext cx="135360" cy="905760"/>
              </p14:xfrm>
            </p:contentPart>
          </mc:Choice>
          <mc:Fallback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C167842F-9C81-4209-B144-384DA403061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133653" y="1029093"/>
                  <a:ext cx="153000" cy="9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35A5907D-22A8-4323-B5CA-494A27DD31C3}"/>
                    </a:ext>
                  </a:extLst>
                </p14:cNvPr>
                <p14:cNvContentPartPr/>
                <p14:nvPr/>
              </p14:nvContentPartPr>
              <p14:xfrm>
                <a:off x="2180453" y="990213"/>
                <a:ext cx="2023200" cy="990720"/>
              </p14:xfrm>
            </p:contentPart>
          </mc:Choice>
          <mc:Fallback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35A5907D-22A8-4323-B5CA-494A27DD31C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171813" y="981573"/>
                  <a:ext cx="2040840" cy="10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E7FA0A00-3613-4630-829E-0EBE6A123AF4}"/>
                    </a:ext>
                  </a:extLst>
                </p14:cNvPr>
                <p14:cNvContentPartPr/>
                <p14:nvPr/>
              </p14:nvContentPartPr>
              <p14:xfrm>
                <a:off x="2281253" y="1944933"/>
                <a:ext cx="1795320" cy="32400"/>
              </p14:xfrm>
            </p:contentPart>
          </mc:Choice>
          <mc:Fallback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E7FA0A00-3613-4630-829E-0EBE6A123AF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272253" y="1935933"/>
                  <a:ext cx="18129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2F4A6651-2D1D-4D5E-8DF2-9E8CB2C8D1CA}"/>
                    </a:ext>
                  </a:extLst>
                </p14:cNvPr>
                <p14:cNvContentPartPr/>
                <p14:nvPr/>
              </p14:nvContentPartPr>
              <p14:xfrm>
                <a:off x="2579333" y="1391613"/>
                <a:ext cx="281160" cy="4284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2F4A6651-2D1D-4D5E-8DF2-9E8CB2C8D1C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570693" y="1382973"/>
                  <a:ext cx="2988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0865B7C5-43D3-4B96-BA19-307F2B387F76}"/>
                    </a:ext>
                  </a:extLst>
                </p14:cNvPr>
                <p14:cNvContentPartPr/>
                <p14:nvPr/>
              </p14:nvContentPartPr>
              <p14:xfrm>
                <a:off x="2688773" y="1223493"/>
                <a:ext cx="127440" cy="52668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0865B7C5-43D3-4B96-BA19-307F2B387F7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679773" y="1214493"/>
                  <a:ext cx="145080" cy="54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48FA680A-4E4D-4FB2-8E96-AC2430B4CD0B}"/>
                    </a:ext>
                  </a:extLst>
                </p14:cNvPr>
                <p14:cNvContentPartPr/>
                <p14:nvPr/>
              </p14:nvContentPartPr>
              <p14:xfrm>
                <a:off x="2859413" y="1366053"/>
                <a:ext cx="70200" cy="327960"/>
              </p14:xfrm>
            </p:contentPart>
          </mc:Choice>
          <mc:Fallback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48FA680A-4E4D-4FB2-8E96-AC2430B4CD0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850413" y="1357413"/>
                  <a:ext cx="8784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48826DC4-E8A9-4165-B5E5-DC8AB4535754}"/>
                    </a:ext>
                  </a:extLst>
                </p14:cNvPr>
                <p14:cNvContentPartPr/>
                <p14:nvPr/>
              </p14:nvContentPartPr>
              <p14:xfrm>
                <a:off x="3025733" y="1440573"/>
                <a:ext cx="171720" cy="29160"/>
              </p14:xfrm>
            </p:contentPart>
          </mc:Choice>
          <mc:Fallback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48826DC4-E8A9-4165-B5E5-DC8AB453575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017093" y="1431933"/>
                  <a:ext cx="18936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BAF52E6E-B86B-4FEE-9C0E-2D5AAB44F3F8}"/>
                    </a:ext>
                  </a:extLst>
                </p14:cNvPr>
                <p14:cNvContentPartPr/>
                <p14:nvPr/>
              </p14:nvContentPartPr>
              <p14:xfrm>
                <a:off x="3074333" y="1298373"/>
                <a:ext cx="135360" cy="459720"/>
              </p14:xfrm>
            </p:contentPart>
          </mc:Choice>
          <mc:Fallback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BAF52E6E-B86B-4FEE-9C0E-2D5AAB44F3F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065693" y="1289373"/>
                  <a:ext cx="153000" cy="47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D113D5CB-F6BB-46D2-8F25-56F9E01538FB}"/>
                    </a:ext>
                  </a:extLst>
                </p14:cNvPr>
                <p14:cNvContentPartPr/>
                <p14:nvPr/>
              </p14:nvContentPartPr>
              <p14:xfrm>
                <a:off x="3324533" y="1291893"/>
                <a:ext cx="72000" cy="469800"/>
              </p14:xfrm>
            </p:contentPart>
          </mc:Choice>
          <mc:Fallback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D113D5CB-F6BB-46D2-8F25-56F9E01538F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315533" y="1282893"/>
                  <a:ext cx="89640" cy="48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2AA66AEA-790D-486F-8A56-A196A7D653DA}"/>
                    </a:ext>
                  </a:extLst>
                </p14:cNvPr>
                <p14:cNvContentPartPr/>
                <p14:nvPr/>
              </p14:nvContentPartPr>
              <p14:xfrm>
                <a:off x="3451613" y="1402773"/>
                <a:ext cx="618840" cy="298080"/>
              </p14:xfrm>
            </p:contentPart>
          </mc:Choice>
          <mc:Fallback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2AA66AEA-790D-486F-8A56-A196A7D653D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442973" y="1394133"/>
                  <a:ext cx="63648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8" name="墨迹 37">
                  <a:extLst>
                    <a:ext uri="{FF2B5EF4-FFF2-40B4-BE49-F238E27FC236}">
                      <a16:creationId xmlns:a16="http://schemas.microsoft.com/office/drawing/2014/main" id="{C0CA9439-4200-481A-BD61-1F141E59F973}"/>
                    </a:ext>
                  </a:extLst>
                </p14:cNvPr>
                <p14:cNvContentPartPr/>
                <p14:nvPr/>
              </p14:nvContentPartPr>
              <p14:xfrm>
                <a:off x="3494093" y="725253"/>
                <a:ext cx="470520" cy="439200"/>
              </p14:xfrm>
            </p:contentPart>
          </mc:Choice>
          <mc:Fallback>
            <p:pic>
              <p:nvPicPr>
                <p:cNvPr id="38" name="墨迹 37">
                  <a:extLst>
                    <a:ext uri="{FF2B5EF4-FFF2-40B4-BE49-F238E27FC236}">
                      <a16:creationId xmlns:a16="http://schemas.microsoft.com/office/drawing/2014/main" id="{C0CA9439-4200-481A-BD61-1F141E59F97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485453" y="716253"/>
                  <a:ext cx="48816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DBA08538-6D3A-4AC0-9201-8C4B4FF809DE}"/>
                    </a:ext>
                  </a:extLst>
                </p14:cNvPr>
                <p14:cNvContentPartPr/>
                <p14:nvPr/>
              </p14:nvContentPartPr>
              <p14:xfrm>
                <a:off x="3211853" y="2082093"/>
                <a:ext cx="1537200" cy="2345760"/>
              </p14:xfrm>
            </p:contentPart>
          </mc:Choice>
          <mc:Fallback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DBA08538-6D3A-4AC0-9201-8C4B4FF809D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202853" y="2073093"/>
                  <a:ext cx="1554840" cy="236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墨迹 43">
                  <a:extLst>
                    <a:ext uri="{FF2B5EF4-FFF2-40B4-BE49-F238E27FC236}">
                      <a16:creationId xmlns:a16="http://schemas.microsoft.com/office/drawing/2014/main" id="{F4BEEE7B-DB40-4C6E-9B97-932040C3D2C9}"/>
                    </a:ext>
                  </a:extLst>
                </p14:cNvPr>
                <p14:cNvContentPartPr/>
                <p14:nvPr/>
              </p14:nvContentPartPr>
              <p14:xfrm>
                <a:off x="5555093" y="1871493"/>
                <a:ext cx="1988640" cy="2561400"/>
              </p14:xfrm>
            </p:contentPart>
          </mc:Choice>
          <mc:Fallback>
            <p:pic>
              <p:nvPicPr>
                <p:cNvPr id="44" name="墨迹 43">
                  <a:extLst>
                    <a:ext uri="{FF2B5EF4-FFF2-40B4-BE49-F238E27FC236}">
                      <a16:creationId xmlns:a16="http://schemas.microsoft.com/office/drawing/2014/main" id="{F4BEEE7B-DB40-4C6E-9B97-932040C3D2C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546093" y="1862493"/>
                  <a:ext cx="2006280" cy="257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墨迹 44">
                  <a:extLst>
                    <a:ext uri="{FF2B5EF4-FFF2-40B4-BE49-F238E27FC236}">
                      <a16:creationId xmlns:a16="http://schemas.microsoft.com/office/drawing/2014/main" id="{FD871795-3F83-4066-90C5-89797A12E6DC}"/>
                    </a:ext>
                  </a:extLst>
                </p14:cNvPr>
                <p14:cNvContentPartPr/>
                <p14:nvPr/>
              </p14:nvContentPartPr>
              <p14:xfrm>
                <a:off x="5512253" y="4020333"/>
                <a:ext cx="426240" cy="387720"/>
              </p14:xfrm>
            </p:contentPart>
          </mc:Choice>
          <mc:Fallback>
            <p:pic>
              <p:nvPicPr>
                <p:cNvPr id="45" name="墨迹 44">
                  <a:extLst>
                    <a:ext uri="{FF2B5EF4-FFF2-40B4-BE49-F238E27FC236}">
                      <a16:creationId xmlns:a16="http://schemas.microsoft.com/office/drawing/2014/main" id="{FD871795-3F83-4066-90C5-89797A12E6D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503613" y="4011693"/>
                  <a:ext cx="44388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015212EA-DAF9-45DE-99AB-80D317F385B5}"/>
                    </a:ext>
                  </a:extLst>
                </p14:cNvPr>
                <p14:cNvContentPartPr/>
                <p14:nvPr/>
              </p14:nvContentPartPr>
              <p14:xfrm>
                <a:off x="4524053" y="4134813"/>
                <a:ext cx="471240" cy="524880"/>
              </p14:xfrm>
            </p:contentPart>
          </mc:Choice>
          <mc:Fallback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015212EA-DAF9-45DE-99AB-80D317F385B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515413" y="4126173"/>
                  <a:ext cx="488880" cy="54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墨迹 46">
                  <a:extLst>
                    <a:ext uri="{FF2B5EF4-FFF2-40B4-BE49-F238E27FC236}">
                      <a16:creationId xmlns:a16="http://schemas.microsoft.com/office/drawing/2014/main" id="{D356085C-CF67-4145-9E4C-F26E800C7C8B}"/>
                    </a:ext>
                  </a:extLst>
                </p14:cNvPr>
                <p14:cNvContentPartPr/>
                <p14:nvPr/>
              </p14:nvContentPartPr>
              <p14:xfrm>
                <a:off x="3915653" y="4608933"/>
                <a:ext cx="366480" cy="900000"/>
              </p14:xfrm>
            </p:contentPart>
          </mc:Choice>
          <mc:Fallback>
            <p:pic>
              <p:nvPicPr>
                <p:cNvPr id="47" name="墨迹 46">
                  <a:extLst>
                    <a:ext uri="{FF2B5EF4-FFF2-40B4-BE49-F238E27FC236}">
                      <a16:creationId xmlns:a16="http://schemas.microsoft.com/office/drawing/2014/main" id="{D356085C-CF67-4145-9E4C-F26E800C7C8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907013" y="4599933"/>
                  <a:ext cx="384120" cy="9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墨迹 47">
                  <a:extLst>
                    <a:ext uri="{FF2B5EF4-FFF2-40B4-BE49-F238E27FC236}">
                      <a16:creationId xmlns:a16="http://schemas.microsoft.com/office/drawing/2014/main" id="{A3AD51E9-B769-4FFE-B442-E1D073D19ACD}"/>
                    </a:ext>
                  </a:extLst>
                </p14:cNvPr>
                <p14:cNvContentPartPr/>
                <p14:nvPr/>
              </p14:nvContentPartPr>
              <p14:xfrm>
                <a:off x="4084133" y="4374213"/>
                <a:ext cx="3034800" cy="1141920"/>
              </p14:xfrm>
            </p:contentPart>
          </mc:Choice>
          <mc:Fallback>
            <p:pic>
              <p:nvPicPr>
                <p:cNvPr id="48" name="墨迹 47">
                  <a:extLst>
                    <a:ext uri="{FF2B5EF4-FFF2-40B4-BE49-F238E27FC236}">
                      <a16:creationId xmlns:a16="http://schemas.microsoft.com/office/drawing/2014/main" id="{A3AD51E9-B769-4FFE-B442-E1D073D19AC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075133" y="4365213"/>
                  <a:ext cx="3052440" cy="11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墨迹 48">
                  <a:extLst>
                    <a:ext uri="{FF2B5EF4-FFF2-40B4-BE49-F238E27FC236}">
                      <a16:creationId xmlns:a16="http://schemas.microsoft.com/office/drawing/2014/main" id="{30DDEA16-A321-419F-BD6D-1897515C15F3}"/>
                    </a:ext>
                  </a:extLst>
                </p14:cNvPr>
                <p14:cNvContentPartPr/>
                <p14:nvPr/>
              </p14:nvContentPartPr>
              <p14:xfrm>
                <a:off x="4374653" y="5278173"/>
                <a:ext cx="1395360" cy="225360"/>
              </p14:xfrm>
            </p:contentPart>
          </mc:Choice>
          <mc:Fallback>
            <p:pic>
              <p:nvPicPr>
                <p:cNvPr id="49" name="墨迹 48">
                  <a:extLst>
                    <a:ext uri="{FF2B5EF4-FFF2-40B4-BE49-F238E27FC236}">
                      <a16:creationId xmlns:a16="http://schemas.microsoft.com/office/drawing/2014/main" id="{30DDEA16-A321-419F-BD6D-1897515C15F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366013" y="5269533"/>
                  <a:ext cx="14130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墨迹 49">
                  <a:extLst>
                    <a:ext uri="{FF2B5EF4-FFF2-40B4-BE49-F238E27FC236}">
                      <a16:creationId xmlns:a16="http://schemas.microsoft.com/office/drawing/2014/main" id="{5836A0D6-316A-48B8-A73A-F144FB875299}"/>
                    </a:ext>
                  </a:extLst>
                </p14:cNvPr>
                <p14:cNvContentPartPr/>
                <p14:nvPr/>
              </p14:nvContentPartPr>
              <p14:xfrm>
                <a:off x="4656533" y="4679493"/>
                <a:ext cx="308520" cy="440280"/>
              </p14:xfrm>
            </p:contentPart>
          </mc:Choice>
          <mc:Fallback>
            <p:pic>
              <p:nvPicPr>
                <p:cNvPr id="50" name="墨迹 49">
                  <a:extLst>
                    <a:ext uri="{FF2B5EF4-FFF2-40B4-BE49-F238E27FC236}">
                      <a16:creationId xmlns:a16="http://schemas.microsoft.com/office/drawing/2014/main" id="{5836A0D6-316A-48B8-A73A-F144FB87529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647533" y="4670493"/>
                  <a:ext cx="32616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墨迹 50">
                  <a:extLst>
                    <a:ext uri="{FF2B5EF4-FFF2-40B4-BE49-F238E27FC236}">
                      <a16:creationId xmlns:a16="http://schemas.microsoft.com/office/drawing/2014/main" id="{EDD4B576-BC9F-4837-B91C-72F79D07EC8F}"/>
                    </a:ext>
                  </a:extLst>
                </p14:cNvPr>
                <p14:cNvContentPartPr/>
                <p14:nvPr/>
              </p14:nvContentPartPr>
              <p14:xfrm>
                <a:off x="4918613" y="4775973"/>
                <a:ext cx="220320" cy="249480"/>
              </p14:xfrm>
            </p:contentPart>
          </mc:Choice>
          <mc:Fallback>
            <p:pic>
              <p:nvPicPr>
                <p:cNvPr id="51" name="墨迹 50">
                  <a:extLst>
                    <a:ext uri="{FF2B5EF4-FFF2-40B4-BE49-F238E27FC236}">
                      <a16:creationId xmlns:a16="http://schemas.microsoft.com/office/drawing/2014/main" id="{EDD4B576-BC9F-4837-B91C-72F79D07EC8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909973" y="4766973"/>
                  <a:ext cx="23796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墨迹 51">
                  <a:extLst>
                    <a:ext uri="{FF2B5EF4-FFF2-40B4-BE49-F238E27FC236}">
                      <a16:creationId xmlns:a16="http://schemas.microsoft.com/office/drawing/2014/main" id="{44A7D28E-0032-4393-8510-0D99D2CF768C}"/>
                    </a:ext>
                  </a:extLst>
                </p14:cNvPr>
                <p14:cNvContentPartPr/>
                <p14:nvPr/>
              </p14:nvContentPartPr>
              <p14:xfrm>
                <a:off x="5247653" y="4757253"/>
                <a:ext cx="558360" cy="242280"/>
              </p14:xfrm>
            </p:contentPart>
          </mc:Choice>
          <mc:Fallback>
            <p:pic>
              <p:nvPicPr>
                <p:cNvPr id="52" name="墨迹 51">
                  <a:extLst>
                    <a:ext uri="{FF2B5EF4-FFF2-40B4-BE49-F238E27FC236}">
                      <a16:creationId xmlns:a16="http://schemas.microsoft.com/office/drawing/2014/main" id="{44A7D28E-0032-4393-8510-0D99D2CF768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238653" y="4748613"/>
                  <a:ext cx="5760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墨迹 52">
                  <a:extLst>
                    <a:ext uri="{FF2B5EF4-FFF2-40B4-BE49-F238E27FC236}">
                      <a16:creationId xmlns:a16="http://schemas.microsoft.com/office/drawing/2014/main" id="{9BA48216-86D1-495D-8575-C14A6442B9FD}"/>
                    </a:ext>
                  </a:extLst>
                </p14:cNvPr>
                <p14:cNvContentPartPr/>
                <p14:nvPr/>
              </p14:nvContentPartPr>
              <p14:xfrm>
                <a:off x="5635013" y="4621173"/>
                <a:ext cx="407160" cy="365400"/>
              </p14:xfrm>
            </p:contentPart>
          </mc:Choice>
          <mc:Fallback>
            <p:pic>
              <p:nvPicPr>
                <p:cNvPr id="53" name="墨迹 52">
                  <a:extLst>
                    <a:ext uri="{FF2B5EF4-FFF2-40B4-BE49-F238E27FC236}">
                      <a16:creationId xmlns:a16="http://schemas.microsoft.com/office/drawing/2014/main" id="{9BA48216-86D1-495D-8575-C14A6442B9F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626373" y="4612173"/>
                  <a:ext cx="42480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墨迹 53">
                  <a:extLst>
                    <a:ext uri="{FF2B5EF4-FFF2-40B4-BE49-F238E27FC236}">
                      <a16:creationId xmlns:a16="http://schemas.microsoft.com/office/drawing/2014/main" id="{DD31B5A7-61D3-42AA-9E76-37DDB45EC9C3}"/>
                    </a:ext>
                  </a:extLst>
                </p14:cNvPr>
                <p14:cNvContentPartPr/>
                <p14:nvPr/>
              </p14:nvContentPartPr>
              <p14:xfrm>
                <a:off x="6088973" y="4694973"/>
                <a:ext cx="278640" cy="285120"/>
              </p14:xfrm>
            </p:contentPart>
          </mc:Choice>
          <mc:Fallback>
            <p:pic>
              <p:nvPicPr>
                <p:cNvPr id="54" name="墨迹 53">
                  <a:extLst>
                    <a:ext uri="{FF2B5EF4-FFF2-40B4-BE49-F238E27FC236}">
                      <a16:creationId xmlns:a16="http://schemas.microsoft.com/office/drawing/2014/main" id="{DD31B5A7-61D3-42AA-9E76-37DDB45EC9C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080333" y="4686333"/>
                  <a:ext cx="29628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5" name="墨迹 54">
                  <a:extLst>
                    <a:ext uri="{FF2B5EF4-FFF2-40B4-BE49-F238E27FC236}">
                      <a16:creationId xmlns:a16="http://schemas.microsoft.com/office/drawing/2014/main" id="{EC143CBB-1049-4AEB-AFE7-51A22CED84AC}"/>
                    </a:ext>
                  </a:extLst>
                </p14:cNvPr>
                <p14:cNvContentPartPr/>
                <p14:nvPr/>
              </p14:nvContentPartPr>
              <p14:xfrm>
                <a:off x="6524933" y="4489413"/>
                <a:ext cx="251640" cy="647640"/>
              </p14:xfrm>
            </p:contentPart>
          </mc:Choice>
          <mc:Fallback>
            <p:pic>
              <p:nvPicPr>
                <p:cNvPr id="55" name="墨迹 54">
                  <a:extLst>
                    <a:ext uri="{FF2B5EF4-FFF2-40B4-BE49-F238E27FC236}">
                      <a16:creationId xmlns:a16="http://schemas.microsoft.com/office/drawing/2014/main" id="{EC143CBB-1049-4AEB-AFE7-51A22CED84A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515933" y="4480773"/>
                  <a:ext cx="269280" cy="66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6" name="墨迹 55">
                  <a:extLst>
                    <a:ext uri="{FF2B5EF4-FFF2-40B4-BE49-F238E27FC236}">
                      <a16:creationId xmlns:a16="http://schemas.microsoft.com/office/drawing/2014/main" id="{D9CED386-C58B-4DFF-94B7-081634B0DF10}"/>
                    </a:ext>
                  </a:extLst>
                </p14:cNvPr>
                <p14:cNvContentPartPr/>
                <p14:nvPr/>
              </p14:nvContentPartPr>
              <p14:xfrm>
                <a:off x="5180333" y="5334333"/>
                <a:ext cx="92520" cy="844560"/>
              </p14:xfrm>
            </p:contentPart>
          </mc:Choice>
          <mc:Fallback>
            <p:pic>
              <p:nvPicPr>
                <p:cNvPr id="56" name="墨迹 55">
                  <a:extLst>
                    <a:ext uri="{FF2B5EF4-FFF2-40B4-BE49-F238E27FC236}">
                      <a16:creationId xmlns:a16="http://schemas.microsoft.com/office/drawing/2014/main" id="{D9CED386-C58B-4DFF-94B7-081634B0DF1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171333" y="5325693"/>
                  <a:ext cx="110160" cy="86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7" name="墨迹 56">
                  <a:extLst>
                    <a:ext uri="{FF2B5EF4-FFF2-40B4-BE49-F238E27FC236}">
                      <a16:creationId xmlns:a16="http://schemas.microsoft.com/office/drawing/2014/main" id="{A363751C-B27E-4FB0-9605-62BE99549B83}"/>
                    </a:ext>
                  </a:extLst>
                </p14:cNvPr>
                <p14:cNvContentPartPr/>
                <p14:nvPr/>
              </p14:nvContentPartPr>
              <p14:xfrm>
                <a:off x="4975853" y="5877933"/>
                <a:ext cx="437760" cy="384120"/>
              </p14:xfrm>
            </p:contentPart>
          </mc:Choice>
          <mc:Fallback>
            <p:pic>
              <p:nvPicPr>
                <p:cNvPr id="57" name="墨迹 56">
                  <a:extLst>
                    <a:ext uri="{FF2B5EF4-FFF2-40B4-BE49-F238E27FC236}">
                      <a16:creationId xmlns:a16="http://schemas.microsoft.com/office/drawing/2014/main" id="{A363751C-B27E-4FB0-9605-62BE99549B8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966853" y="5869293"/>
                  <a:ext cx="45540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8" name="墨迹 57">
                  <a:extLst>
                    <a:ext uri="{FF2B5EF4-FFF2-40B4-BE49-F238E27FC236}">
                      <a16:creationId xmlns:a16="http://schemas.microsoft.com/office/drawing/2014/main" id="{5066E395-A681-4132-86E1-156FEBC5A008}"/>
                    </a:ext>
                  </a:extLst>
                </p14:cNvPr>
                <p14:cNvContentPartPr/>
                <p14:nvPr/>
              </p14:nvContentPartPr>
              <p14:xfrm>
                <a:off x="4642853" y="6328653"/>
                <a:ext cx="326520" cy="447120"/>
              </p14:xfrm>
            </p:contentPart>
          </mc:Choice>
          <mc:Fallback>
            <p:pic>
              <p:nvPicPr>
                <p:cNvPr id="58" name="墨迹 57">
                  <a:extLst>
                    <a:ext uri="{FF2B5EF4-FFF2-40B4-BE49-F238E27FC236}">
                      <a16:creationId xmlns:a16="http://schemas.microsoft.com/office/drawing/2014/main" id="{5066E395-A681-4132-86E1-156FEBC5A00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633853" y="6319653"/>
                  <a:ext cx="344160" cy="46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9" name="墨迹 58">
                  <a:extLst>
                    <a:ext uri="{FF2B5EF4-FFF2-40B4-BE49-F238E27FC236}">
                      <a16:creationId xmlns:a16="http://schemas.microsoft.com/office/drawing/2014/main" id="{77D89C83-65E0-416D-B380-611DECD999A6}"/>
                    </a:ext>
                  </a:extLst>
                </p14:cNvPr>
                <p14:cNvContentPartPr/>
                <p14:nvPr/>
              </p14:nvContentPartPr>
              <p14:xfrm>
                <a:off x="5202653" y="6428013"/>
                <a:ext cx="350280" cy="216360"/>
              </p14:xfrm>
            </p:contentPart>
          </mc:Choice>
          <mc:Fallback>
            <p:pic>
              <p:nvPicPr>
                <p:cNvPr id="59" name="墨迹 58">
                  <a:extLst>
                    <a:ext uri="{FF2B5EF4-FFF2-40B4-BE49-F238E27FC236}">
                      <a16:creationId xmlns:a16="http://schemas.microsoft.com/office/drawing/2014/main" id="{77D89C83-65E0-416D-B380-611DECD999A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193653" y="6419013"/>
                  <a:ext cx="3679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0" name="墨迹 59">
                  <a:extLst>
                    <a:ext uri="{FF2B5EF4-FFF2-40B4-BE49-F238E27FC236}">
                      <a16:creationId xmlns:a16="http://schemas.microsoft.com/office/drawing/2014/main" id="{A85C5447-1782-477B-91EE-3FD6D8DF2603}"/>
                    </a:ext>
                  </a:extLst>
                </p14:cNvPr>
                <p14:cNvContentPartPr/>
                <p14:nvPr/>
              </p14:nvContentPartPr>
              <p14:xfrm>
                <a:off x="5669213" y="6415053"/>
                <a:ext cx="56520" cy="235080"/>
              </p14:xfrm>
            </p:contentPart>
          </mc:Choice>
          <mc:Fallback>
            <p:pic>
              <p:nvPicPr>
                <p:cNvPr id="60" name="墨迹 59">
                  <a:extLst>
                    <a:ext uri="{FF2B5EF4-FFF2-40B4-BE49-F238E27FC236}">
                      <a16:creationId xmlns:a16="http://schemas.microsoft.com/office/drawing/2014/main" id="{A85C5447-1782-477B-91EE-3FD6D8DF260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660213" y="6406413"/>
                  <a:ext cx="741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1" name="墨迹 60">
                  <a:extLst>
                    <a:ext uri="{FF2B5EF4-FFF2-40B4-BE49-F238E27FC236}">
                      <a16:creationId xmlns:a16="http://schemas.microsoft.com/office/drawing/2014/main" id="{C79D2A7B-136F-4830-AA0B-97D97B95EE90}"/>
                    </a:ext>
                  </a:extLst>
                </p14:cNvPr>
                <p14:cNvContentPartPr/>
                <p14:nvPr/>
              </p14:nvContentPartPr>
              <p14:xfrm>
                <a:off x="5421893" y="6137493"/>
                <a:ext cx="344160" cy="90360"/>
              </p14:xfrm>
            </p:contentPart>
          </mc:Choice>
          <mc:Fallback>
            <p:pic>
              <p:nvPicPr>
                <p:cNvPr id="61" name="墨迹 60">
                  <a:extLst>
                    <a:ext uri="{FF2B5EF4-FFF2-40B4-BE49-F238E27FC236}">
                      <a16:creationId xmlns:a16="http://schemas.microsoft.com/office/drawing/2014/main" id="{C79D2A7B-136F-4830-AA0B-97D97B95EE9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412893" y="6128853"/>
                  <a:ext cx="3618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2" name="墨迹 61">
                  <a:extLst>
                    <a:ext uri="{FF2B5EF4-FFF2-40B4-BE49-F238E27FC236}">
                      <a16:creationId xmlns:a16="http://schemas.microsoft.com/office/drawing/2014/main" id="{FD25EE2F-0791-4BF9-A3A2-7CE901354D1A}"/>
                    </a:ext>
                  </a:extLst>
                </p14:cNvPr>
                <p14:cNvContentPartPr/>
                <p14:nvPr/>
              </p14:nvContentPartPr>
              <p14:xfrm>
                <a:off x="5623133" y="5997453"/>
                <a:ext cx="286200" cy="661320"/>
              </p14:xfrm>
            </p:contentPart>
          </mc:Choice>
          <mc:Fallback>
            <p:pic>
              <p:nvPicPr>
                <p:cNvPr id="62" name="墨迹 61">
                  <a:extLst>
                    <a:ext uri="{FF2B5EF4-FFF2-40B4-BE49-F238E27FC236}">
                      <a16:creationId xmlns:a16="http://schemas.microsoft.com/office/drawing/2014/main" id="{FD25EE2F-0791-4BF9-A3A2-7CE901354D1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614493" y="5988453"/>
                  <a:ext cx="303840" cy="67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3" name="墨迹 62">
                  <a:extLst>
                    <a:ext uri="{FF2B5EF4-FFF2-40B4-BE49-F238E27FC236}">
                      <a16:creationId xmlns:a16="http://schemas.microsoft.com/office/drawing/2014/main" id="{31A51B82-46F3-476C-8561-9BCC9F1328EA}"/>
                    </a:ext>
                  </a:extLst>
                </p14:cNvPr>
                <p14:cNvContentPartPr/>
                <p14:nvPr/>
              </p14:nvContentPartPr>
              <p14:xfrm>
                <a:off x="6000413" y="6131013"/>
                <a:ext cx="217800" cy="587160"/>
              </p14:xfrm>
            </p:contentPart>
          </mc:Choice>
          <mc:Fallback>
            <p:pic>
              <p:nvPicPr>
                <p:cNvPr id="63" name="墨迹 62">
                  <a:extLst>
                    <a:ext uri="{FF2B5EF4-FFF2-40B4-BE49-F238E27FC236}">
                      <a16:creationId xmlns:a16="http://schemas.microsoft.com/office/drawing/2014/main" id="{31A51B82-46F3-476C-8561-9BCC9F1328E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991413" y="6122373"/>
                  <a:ext cx="235440" cy="60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4" name="墨迹 63">
                  <a:extLst>
                    <a:ext uri="{FF2B5EF4-FFF2-40B4-BE49-F238E27FC236}">
                      <a16:creationId xmlns:a16="http://schemas.microsoft.com/office/drawing/2014/main" id="{E8C0279D-E321-4C0E-80E2-2EB00E30485A}"/>
                    </a:ext>
                  </a:extLst>
                </p14:cNvPr>
                <p14:cNvContentPartPr/>
                <p14:nvPr/>
              </p14:nvContentPartPr>
              <p14:xfrm>
                <a:off x="6309293" y="5870013"/>
                <a:ext cx="829080" cy="514800"/>
              </p14:xfrm>
            </p:contentPart>
          </mc:Choice>
          <mc:Fallback>
            <p:pic>
              <p:nvPicPr>
                <p:cNvPr id="64" name="墨迹 63">
                  <a:extLst>
                    <a:ext uri="{FF2B5EF4-FFF2-40B4-BE49-F238E27FC236}">
                      <a16:creationId xmlns:a16="http://schemas.microsoft.com/office/drawing/2014/main" id="{E8C0279D-E321-4C0E-80E2-2EB00E30485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300293" y="5861373"/>
                  <a:ext cx="846720" cy="53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5" name="墨迹 64">
                  <a:extLst>
                    <a:ext uri="{FF2B5EF4-FFF2-40B4-BE49-F238E27FC236}">
                      <a16:creationId xmlns:a16="http://schemas.microsoft.com/office/drawing/2014/main" id="{9199B039-3317-4964-AEA8-B6F31365933E}"/>
                    </a:ext>
                  </a:extLst>
                </p14:cNvPr>
                <p14:cNvContentPartPr/>
                <p14:nvPr/>
              </p14:nvContentPartPr>
              <p14:xfrm>
                <a:off x="6910853" y="5759493"/>
                <a:ext cx="666000" cy="755280"/>
              </p14:xfrm>
            </p:contentPart>
          </mc:Choice>
          <mc:Fallback>
            <p:pic>
              <p:nvPicPr>
                <p:cNvPr id="65" name="墨迹 64">
                  <a:extLst>
                    <a:ext uri="{FF2B5EF4-FFF2-40B4-BE49-F238E27FC236}">
                      <a16:creationId xmlns:a16="http://schemas.microsoft.com/office/drawing/2014/main" id="{9199B039-3317-4964-AEA8-B6F31365933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901853" y="5750493"/>
                  <a:ext cx="683640" cy="772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655303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3C504AB-C1B2-46D2-8B75-0006F27CF7C3}"/>
              </a:ext>
            </a:extLst>
          </p:cNvPr>
          <p:cNvSpPr txBox="1"/>
          <p:nvPr/>
        </p:nvSpPr>
        <p:spPr>
          <a:xfrm>
            <a:off x="433493" y="440267"/>
            <a:ext cx="29546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为什么会有</a:t>
            </a:r>
            <a:r>
              <a:rPr lang="en-US" altLang="zh-CN" dirty="0" err="1"/>
              <a:t>langchain</a:t>
            </a:r>
            <a:endParaRPr lang="en-US" altLang="zh-CN" dirty="0"/>
          </a:p>
          <a:p>
            <a:r>
              <a:rPr lang="zh-CN" altLang="en-US" dirty="0"/>
              <a:t>它解决的核心问题是什么？</a:t>
            </a:r>
            <a:endParaRPr lang="en-US" altLang="zh-CN" dirty="0"/>
          </a:p>
          <a:p>
            <a:endParaRPr lang="zh-CN" altLang="en-US" dirty="0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765B89C5-9827-4F5F-AE5C-EB91A9206EF0}"/>
              </a:ext>
            </a:extLst>
          </p:cNvPr>
          <p:cNvGrpSpPr/>
          <p:nvPr/>
        </p:nvGrpSpPr>
        <p:grpSpPr>
          <a:xfrm>
            <a:off x="1914773" y="1110813"/>
            <a:ext cx="1555920" cy="612720"/>
            <a:chOff x="1914773" y="1110813"/>
            <a:chExt cx="1555920" cy="612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3B3342E2-C4FD-41F7-9BCC-CD9804339B3E}"/>
                    </a:ext>
                  </a:extLst>
                </p14:cNvPr>
                <p14:cNvContentPartPr/>
                <p14:nvPr/>
              </p14:nvContentPartPr>
              <p14:xfrm>
                <a:off x="1914773" y="1286133"/>
                <a:ext cx="74520" cy="173520"/>
              </p14:xfrm>
            </p:contentPart>
          </mc:Choice>
          <mc:Fallback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3B3342E2-C4FD-41F7-9BCC-CD9804339B3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906133" y="1277133"/>
                  <a:ext cx="921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B2BB8A01-95DC-446E-81CF-72E4E9FD2A54}"/>
                    </a:ext>
                  </a:extLst>
                </p14:cNvPr>
                <p14:cNvContentPartPr/>
                <p14:nvPr/>
              </p14:nvContentPartPr>
              <p14:xfrm>
                <a:off x="2044373" y="1207653"/>
                <a:ext cx="223920" cy="14184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B2BB8A01-95DC-446E-81CF-72E4E9FD2A5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035733" y="1198653"/>
                  <a:ext cx="2415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EDB6FEB9-A0AE-4331-8492-BE4A110B4D2A}"/>
                    </a:ext>
                  </a:extLst>
                </p14:cNvPr>
                <p14:cNvContentPartPr/>
                <p14:nvPr/>
              </p14:nvContentPartPr>
              <p14:xfrm>
                <a:off x="2069573" y="1330413"/>
                <a:ext cx="173520" cy="36144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EDB6FEB9-A0AE-4331-8492-BE4A110B4D2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60573" y="1321773"/>
                  <a:ext cx="191160" cy="37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6ED3FF7E-EA48-473C-90FA-478E2CFAFE9C}"/>
                    </a:ext>
                  </a:extLst>
                </p14:cNvPr>
                <p14:cNvContentPartPr/>
                <p14:nvPr/>
              </p14:nvContentPartPr>
              <p14:xfrm>
                <a:off x="2033213" y="1287573"/>
                <a:ext cx="288000" cy="281520"/>
              </p14:xfrm>
            </p:contentPart>
          </mc:Choice>
          <mc:Fallback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6ED3FF7E-EA48-473C-90FA-478E2CFAFE9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24573" y="1278573"/>
                  <a:ext cx="30564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8A9AAB9D-3CFA-43E4-90B1-F37C0E3014A3}"/>
                    </a:ext>
                  </a:extLst>
                </p14:cNvPr>
                <p14:cNvContentPartPr/>
                <p14:nvPr/>
              </p14:nvContentPartPr>
              <p14:xfrm>
                <a:off x="2352533" y="1253013"/>
                <a:ext cx="187200" cy="325440"/>
              </p14:xfrm>
            </p:contentPart>
          </mc:Choice>
          <mc:Fallback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8A9AAB9D-3CFA-43E4-90B1-F37C0E3014A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343533" y="1244013"/>
                  <a:ext cx="20484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9E64512E-FF05-4371-BF4B-8D170274C9B9}"/>
                    </a:ext>
                  </a:extLst>
                </p14:cNvPr>
                <p14:cNvContentPartPr/>
                <p14:nvPr/>
              </p14:nvContentPartPr>
              <p14:xfrm>
                <a:off x="2480333" y="1229253"/>
                <a:ext cx="285480" cy="494280"/>
              </p14:xfrm>
            </p:contentPart>
          </mc:Choice>
          <mc:Fallback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9E64512E-FF05-4371-BF4B-8D170274C9B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471693" y="1220253"/>
                  <a:ext cx="303120" cy="5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61B30503-C626-4F49-B7F5-1636FB63D284}"/>
                    </a:ext>
                  </a:extLst>
                </p14:cNvPr>
                <p14:cNvContentPartPr/>
                <p14:nvPr/>
              </p14:nvContentPartPr>
              <p14:xfrm>
                <a:off x="2682653" y="1230693"/>
                <a:ext cx="95760" cy="114120"/>
              </p14:xfrm>
            </p:contentPart>
          </mc:Choice>
          <mc:Fallback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61B30503-C626-4F49-B7F5-1636FB63D28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674013" y="1221693"/>
                  <a:ext cx="1134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05E61763-B46F-42F8-ABF8-9EB20F200437}"/>
                    </a:ext>
                  </a:extLst>
                </p14:cNvPr>
                <p14:cNvContentPartPr/>
                <p14:nvPr/>
              </p14:nvContentPartPr>
              <p14:xfrm>
                <a:off x="2845013" y="1204053"/>
                <a:ext cx="249480" cy="61560"/>
              </p14:xfrm>
            </p:contentPart>
          </mc:Choice>
          <mc:Fallback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05E61763-B46F-42F8-ABF8-9EB20F20043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836013" y="1195053"/>
                  <a:ext cx="2671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989C17F2-7C3F-4001-A66D-DFEEAC1F693F}"/>
                    </a:ext>
                  </a:extLst>
                </p14:cNvPr>
                <p14:cNvContentPartPr/>
                <p14:nvPr/>
              </p14:nvContentPartPr>
              <p14:xfrm>
                <a:off x="2881733" y="1246533"/>
                <a:ext cx="149760" cy="258480"/>
              </p14:xfrm>
            </p:contentPart>
          </mc:Choice>
          <mc:Fallback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989C17F2-7C3F-4001-A66D-DFEEAC1F693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872733" y="1237533"/>
                  <a:ext cx="16740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1EDC6DF9-C6FD-4E86-BC07-BA2E97147B4F}"/>
                    </a:ext>
                  </a:extLst>
                </p14:cNvPr>
                <p14:cNvContentPartPr/>
                <p14:nvPr/>
              </p14:nvContentPartPr>
              <p14:xfrm>
                <a:off x="2985413" y="1363173"/>
                <a:ext cx="136440" cy="133560"/>
              </p14:xfrm>
            </p:contentPart>
          </mc:Choice>
          <mc:Fallback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1EDC6DF9-C6FD-4E86-BC07-BA2E97147B4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976413" y="1354173"/>
                  <a:ext cx="15408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727BF043-EC2D-4B51-99A3-A9F501267D06}"/>
                    </a:ext>
                  </a:extLst>
                </p14:cNvPr>
                <p14:cNvContentPartPr/>
                <p14:nvPr/>
              </p14:nvContentPartPr>
              <p14:xfrm>
                <a:off x="3150293" y="1110813"/>
                <a:ext cx="186120" cy="146160"/>
              </p14:xfrm>
            </p:contentPart>
          </mc:Choice>
          <mc:Fallback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727BF043-EC2D-4B51-99A3-A9F501267D0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141653" y="1102173"/>
                  <a:ext cx="2037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2908576A-12DF-4E02-BF98-7ECD7712BFC3}"/>
                    </a:ext>
                  </a:extLst>
                </p14:cNvPr>
                <p14:cNvContentPartPr/>
                <p14:nvPr/>
              </p14:nvContentPartPr>
              <p14:xfrm>
                <a:off x="3171533" y="1176693"/>
                <a:ext cx="299160" cy="380160"/>
              </p14:xfrm>
            </p:contentPart>
          </mc:Choice>
          <mc:Fallback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2908576A-12DF-4E02-BF98-7ECD7712BFC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162893" y="1167693"/>
                  <a:ext cx="316800" cy="39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54F23C11-6297-4CCD-AE90-A52A166BB84C}"/>
              </a:ext>
            </a:extLst>
          </p:cNvPr>
          <p:cNvGrpSpPr/>
          <p:nvPr/>
        </p:nvGrpSpPr>
        <p:grpSpPr>
          <a:xfrm>
            <a:off x="2046893" y="2070573"/>
            <a:ext cx="904320" cy="535320"/>
            <a:chOff x="2046893" y="2070573"/>
            <a:chExt cx="904320" cy="53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7B8EA46B-CEB8-4076-9836-74392EC41881}"/>
                    </a:ext>
                  </a:extLst>
                </p14:cNvPr>
                <p14:cNvContentPartPr/>
                <p14:nvPr/>
              </p14:nvContentPartPr>
              <p14:xfrm>
                <a:off x="2046893" y="2147613"/>
                <a:ext cx="319680" cy="458280"/>
              </p14:xfrm>
            </p:contentPart>
          </mc:Choice>
          <mc:Fallback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7B8EA46B-CEB8-4076-9836-74392EC4188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037893" y="2138973"/>
                  <a:ext cx="337320" cy="47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BA78A3CC-8F65-441F-814B-34625E359F7F}"/>
                    </a:ext>
                  </a:extLst>
                </p14:cNvPr>
                <p14:cNvContentPartPr/>
                <p14:nvPr/>
              </p14:nvContentPartPr>
              <p14:xfrm>
                <a:off x="2443613" y="2343813"/>
                <a:ext cx="172800" cy="128520"/>
              </p14:xfrm>
            </p:contentPart>
          </mc:Choice>
          <mc:Fallback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BA78A3CC-8F65-441F-814B-34625E359F7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434613" y="2334813"/>
                  <a:ext cx="1904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49EB46C6-BB10-42C3-A210-56DD8D5CE06E}"/>
                    </a:ext>
                  </a:extLst>
                </p14:cNvPr>
                <p14:cNvContentPartPr/>
                <p14:nvPr/>
              </p14:nvContentPartPr>
              <p14:xfrm>
                <a:off x="2676893" y="2070573"/>
                <a:ext cx="167760" cy="53136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49EB46C6-BB10-42C3-A210-56DD8D5CE06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667893" y="2061933"/>
                  <a:ext cx="185400" cy="54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68F5124D-6783-47AC-8C2B-D051B6A12CFF}"/>
                    </a:ext>
                  </a:extLst>
                </p14:cNvPr>
                <p14:cNvContentPartPr/>
                <p14:nvPr/>
              </p14:nvContentPartPr>
              <p14:xfrm>
                <a:off x="2628293" y="2323653"/>
                <a:ext cx="322920" cy="165600"/>
              </p14:xfrm>
            </p:contentPart>
          </mc:Choice>
          <mc:Fallback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68F5124D-6783-47AC-8C2B-D051B6A12CF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619293" y="2314653"/>
                  <a:ext cx="3405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FE0AC286-3023-4C4A-BFCB-4CDB112D6EE5}"/>
                    </a:ext>
                  </a:extLst>
                </p14:cNvPr>
                <p14:cNvContentPartPr/>
                <p14:nvPr/>
              </p14:nvContentPartPr>
              <p14:xfrm>
                <a:off x="2429573" y="2238693"/>
                <a:ext cx="301320" cy="262440"/>
              </p14:xfrm>
            </p:contentPart>
          </mc:Choice>
          <mc:Fallback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FE0AC286-3023-4C4A-BFCB-4CDB112D6EE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420933" y="2229693"/>
                  <a:ext cx="318960" cy="28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C7B73681-8207-428D-8AE8-3AC5E10CA4C8}"/>
              </a:ext>
            </a:extLst>
          </p:cNvPr>
          <p:cNvGrpSpPr/>
          <p:nvPr/>
        </p:nvGrpSpPr>
        <p:grpSpPr>
          <a:xfrm>
            <a:off x="3718733" y="1588173"/>
            <a:ext cx="3990240" cy="867240"/>
            <a:chOff x="3718733" y="1588173"/>
            <a:chExt cx="3990240" cy="86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C4C51FE6-1483-4D2B-A144-EEA733820614}"/>
                    </a:ext>
                  </a:extLst>
                </p14:cNvPr>
                <p14:cNvContentPartPr/>
                <p14:nvPr/>
              </p14:nvContentPartPr>
              <p14:xfrm>
                <a:off x="3722333" y="1921533"/>
                <a:ext cx="205920" cy="533880"/>
              </p14:xfrm>
            </p:contentPart>
          </mc:Choice>
          <mc:Fallback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C4C51FE6-1483-4D2B-A144-EEA73382061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713333" y="1912893"/>
                  <a:ext cx="223560" cy="55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820CEF00-F304-472E-9B34-C9B4591C3541}"/>
                    </a:ext>
                  </a:extLst>
                </p14:cNvPr>
                <p14:cNvContentPartPr/>
                <p14:nvPr/>
              </p14:nvContentPartPr>
              <p14:xfrm>
                <a:off x="3718733" y="2189733"/>
                <a:ext cx="348480" cy="93240"/>
              </p14:xfrm>
            </p:contentPart>
          </mc:Choice>
          <mc:Fallback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820CEF00-F304-472E-9B34-C9B4591C354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709733" y="2181093"/>
                  <a:ext cx="3661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B8430463-6C8C-492B-BF82-A95DA9FEC97C}"/>
                    </a:ext>
                  </a:extLst>
                </p14:cNvPr>
                <p14:cNvContentPartPr/>
                <p14:nvPr/>
              </p14:nvContentPartPr>
              <p14:xfrm>
                <a:off x="4049933" y="2092173"/>
                <a:ext cx="336600" cy="178920"/>
              </p14:xfrm>
            </p:contentPart>
          </mc:Choice>
          <mc:Fallback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B8430463-6C8C-492B-BF82-A95DA9FEC97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040933" y="2083173"/>
                  <a:ext cx="3542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776E31F7-C104-4218-B2AF-56C63C1B4496}"/>
                    </a:ext>
                  </a:extLst>
                </p14:cNvPr>
                <p14:cNvContentPartPr/>
                <p14:nvPr/>
              </p14:nvContentPartPr>
              <p14:xfrm>
                <a:off x="4447733" y="1994973"/>
                <a:ext cx="446040" cy="256320"/>
              </p14:xfrm>
            </p:contentPart>
          </mc:Choice>
          <mc:Fallback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776E31F7-C104-4218-B2AF-56C63C1B449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439093" y="1986333"/>
                  <a:ext cx="46368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F335ADC0-9526-4281-93FA-BE88E402EEBC}"/>
                    </a:ext>
                  </a:extLst>
                </p14:cNvPr>
                <p14:cNvContentPartPr/>
                <p14:nvPr/>
              </p14:nvContentPartPr>
              <p14:xfrm>
                <a:off x="4963613" y="1987773"/>
                <a:ext cx="118080" cy="45000"/>
              </p14:xfrm>
            </p:contentPart>
          </mc:Choice>
          <mc:Fallback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F335ADC0-9526-4281-93FA-BE88E402EEB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954613" y="1979133"/>
                  <a:ext cx="1357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2D596C8F-BE3F-42C0-8D94-D3ED6AFEF469}"/>
                    </a:ext>
                  </a:extLst>
                </p14:cNvPr>
                <p14:cNvContentPartPr/>
                <p14:nvPr/>
              </p14:nvContentPartPr>
              <p14:xfrm>
                <a:off x="4999253" y="1884813"/>
                <a:ext cx="234000" cy="380880"/>
              </p14:xfrm>
            </p:contentPart>
          </mc:Choice>
          <mc:Fallback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2D596C8F-BE3F-42C0-8D94-D3ED6AFEF46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990613" y="1876173"/>
                  <a:ext cx="25164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BA45C861-DE4C-4F3B-B526-28F3FC05374F}"/>
                    </a:ext>
                  </a:extLst>
                </p14:cNvPr>
                <p14:cNvContentPartPr/>
                <p14:nvPr/>
              </p14:nvContentPartPr>
              <p14:xfrm>
                <a:off x="5326493" y="1991733"/>
                <a:ext cx="178920" cy="192240"/>
              </p14:xfrm>
            </p:contentPart>
          </mc:Choice>
          <mc:Fallback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BA45C861-DE4C-4F3B-B526-28F3FC05374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317853" y="1982733"/>
                  <a:ext cx="19656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BF4364E0-7396-49FA-902B-CA21DB731EA0}"/>
                    </a:ext>
                  </a:extLst>
                </p14:cNvPr>
                <p14:cNvContentPartPr/>
                <p14:nvPr/>
              </p14:nvContentPartPr>
              <p14:xfrm>
                <a:off x="5624213" y="2000013"/>
                <a:ext cx="331200" cy="187920"/>
              </p14:xfrm>
            </p:contentPart>
          </mc:Choice>
          <mc:Fallback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BF4364E0-7396-49FA-902B-CA21DB731EA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615573" y="1991373"/>
                  <a:ext cx="3488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656D82D3-E47A-471C-960A-C82CDF674702}"/>
                    </a:ext>
                  </a:extLst>
                </p14:cNvPr>
                <p14:cNvContentPartPr/>
                <p14:nvPr/>
              </p14:nvContentPartPr>
              <p14:xfrm>
                <a:off x="6051533" y="1802373"/>
                <a:ext cx="255600" cy="377280"/>
              </p14:xfrm>
            </p:contentPart>
          </mc:Choice>
          <mc:Fallback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656D82D3-E47A-471C-960A-C82CDF67470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042893" y="1793373"/>
                  <a:ext cx="273240" cy="39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EA37E61A-46C0-433D-99D6-6290FD13D85A}"/>
                    </a:ext>
                  </a:extLst>
                </p14:cNvPr>
                <p14:cNvContentPartPr/>
                <p14:nvPr/>
              </p14:nvContentPartPr>
              <p14:xfrm>
                <a:off x="7473173" y="1588173"/>
                <a:ext cx="235800" cy="538200"/>
              </p14:xfrm>
            </p:contentPart>
          </mc:Choice>
          <mc:Fallback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EA37E61A-46C0-433D-99D6-6290FD13D85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464173" y="1579173"/>
                  <a:ext cx="253440" cy="55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21A68414-EECE-4737-916E-4A491BA931B5}"/>
                    </a:ext>
                  </a:extLst>
                </p14:cNvPr>
                <p14:cNvContentPartPr/>
                <p14:nvPr/>
              </p14:nvContentPartPr>
              <p14:xfrm>
                <a:off x="6361853" y="1738653"/>
                <a:ext cx="297000" cy="506520"/>
              </p14:xfrm>
            </p:contentPart>
          </mc:Choice>
          <mc:Fallback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21A68414-EECE-4737-916E-4A491BA931B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352853" y="1730013"/>
                  <a:ext cx="314640" cy="52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05F35864-CAC7-471F-8D8E-EA2BD0DE2DE6}"/>
                    </a:ext>
                  </a:extLst>
                </p14:cNvPr>
                <p14:cNvContentPartPr/>
                <p14:nvPr/>
              </p14:nvContentPartPr>
              <p14:xfrm>
                <a:off x="6747773" y="1781133"/>
                <a:ext cx="272520" cy="187200"/>
              </p14:xfrm>
            </p:contentPart>
          </mc:Choice>
          <mc:Fallback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05F35864-CAC7-471F-8D8E-EA2BD0DE2DE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739133" y="1772493"/>
                  <a:ext cx="2901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F408B51B-1E28-4459-B9DD-61F159573E83}"/>
                    </a:ext>
                  </a:extLst>
                </p14:cNvPr>
                <p14:cNvContentPartPr/>
                <p14:nvPr/>
              </p14:nvContentPartPr>
              <p14:xfrm>
                <a:off x="7026413" y="1685373"/>
                <a:ext cx="183600" cy="250920"/>
              </p14:xfrm>
            </p:contentPart>
          </mc:Choice>
          <mc:Fallback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F408B51B-1E28-4459-B9DD-61F159573E8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017773" y="1676373"/>
                  <a:ext cx="20124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E7AE6660-109C-4C13-8AD5-50732C33B54A}"/>
                    </a:ext>
                  </a:extLst>
                </p14:cNvPr>
                <p14:cNvContentPartPr/>
                <p14:nvPr/>
              </p14:nvContentPartPr>
              <p14:xfrm>
                <a:off x="7285253" y="1701213"/>
                <a:ext cx="103680" cy="255240"/>
              </p14:xfrm>
            </p:contentPart>
          </mc:Choice>
          <mc:Fallback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E7AE6660-109C-4C13-8AD5-50732C33B54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276613" y="1692213"/>
                  <a:ext cx="12132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墨迹 37">
                  <a:extLst>
                    <a:ext uri="{FF2B5EF4-FFF2-40B4-BE49-F238E27FC236}">
                      <a16:creationId xmlns:a16="http://schemas.microsoft.com/office/drawing/2014/main" id="{4B5E4EE3-40BF-45B1-90E8-910D58DD5128}"/>
                    </a:ext>
                  </a:extLst>
                </p14:cNvPr>
                <p14:cNvContentPartPr/>
                <p14:nvPr/>
              </p14:nvContentPartPr>
              <p14:xfrm>
                <a:off x="7523573" y="1669173"/>
                <a:ext cx="24120" cy="37440"/>
              </p14:xfrm>
            </p:contentPart>
          </mc:Choice>
          <mc:Fallback>
            <p:pic>
              <p:nvPicPr>
                <p:cNvPr id="38" name="墨迹 37">
                  <a:extLst>
                    <a:ext uri="{FF2B5EF4-FFF2-40B4-BE49-F238E27FC236}">
                      <a16:creationId xmlns:a16="http://schemas.microsoft.com/office/drawing/2014/main" id="{4B5E4EE3-40BF-45B1-90E8-910D58DD512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514573" y="1660533"/>
                  <a:ext cx="4176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D0EC00FF-45FA-48E9-B3A7-EE42AFDE2292}"/>
                    </a:ext>
                  </a:extLst>
                </p14:cNvPr>
                <p14:cNvContentPartPr/>
                <p14:nvPr/>
              </p14:nvContentPartPr>
              <p14:xfrm>
                <a:off x="7461293" y="1665933"/>
                <a:ext cx="236520" cy="394200"/>
              </p14:xfrm>
            </p:contentPart>
          </mc:Choice>
          <mc:Fallback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D0EC00FF-45FA-48E9-B3A7-EE42AFDE229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452293" y="1657293"/>
                  <a:ext cx="25416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0" name="墨迹 39">
                  <a:extLst>
                    <a:ext uri="{FF2B5EF4-FFF2-40B4-BE49-F238E27FC236}">
                      <a16:creationId xmlns:a16="http://schemas.microsoft.com/office/drawing/2014/main" id="{08B22BBB-A9D9-4757-A165-27AE89884459}"/>
                    </a:ext>
                  </a:extLst>
                </p14:cNvPr>
                <p14:cNvContentPartPr/>
                <p14:nvPr/>
              </p14:nvContentPartPr>
              <p14:xfrm>
                <a:off x="6392813" y="2054733"/>
                <a:ext cx="1117800" cy="212760"/>
              </p14:xfrm>
            </p:contentPart>
          </mc:Choice>
          <mc:Fallback>
            <p:pic>
              <p:nvPicPr>
                <p:cNvPr id="40" name="墨迹 39">
                  <a:extLst>
                    <a:ext uri="{FF2B5EF4-FFF2-40B4-BE49-F238E27FC236}">
                      <a16:creationId xmlns:a16="http://schemas.microsoft.com/office/drawing/2014/main" id="{08B22BBB-A9D9-4757-A165-27AE8988445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383813" y="2045733"/>
                  <a:ext cx="1135440" cy="230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1" name="墨迹 40">
                <a:extLst>
                  <a:ext uri="{FF2B5EF4-FFF2-40B4-BE49-F238E27FC236}">
                    <a16:creationId xmlns:a16="http://schemas.microsoft.com/office/drawing/2014/main" id="{2BA3A7F2-A208-4E82-BEC1-198E92263B85}"/>
                  </a:ext>
                </a:extLst>
              </p14:cNvPr>
              <p14:cNvContentPartPr/>
              <p14:nvPr/>
            </p14:nvContentPartPr>
            <p14:xfrm>
              <a:off x="8007413" y="1430493"/>
              <a:ext cx="293760" cy="828000"/>
            </p14:xfrm>
          </p:contentPart>
        </mc:Choice>
        <mc:Fallback>
          <p:pic>
            <p:nvPicPr>
              <p:cNvPr id="41" name="墨迹 40">
                <a:extLst>
                  <a:ext uri="{FF2B5EF4-FFF2-40B4-BE49-F238E27FC236}">
                    <a16:creationId xmlns:a16="http://schemas.microsoft.com/office/drawing/2014/main" id="{2BA3A7F2-A208-4E82-BEC1-198E92263B85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998413" y="1421853"/>
                <a:ext cx="311400" cy="84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83" name="组合 82">
            <a:extLst>
              <a:ext uri="{FF2B5EF4-FFF2-40B4-BE49-F238E27FC236}">
                <a16:creationId xmlns:a16="http://schemas.microsoft.com/office/drawing/2014/main" id="{008E5057-58D3-4888-8302-700B0CDC3B84}"/>
              </a:ext>
            </a:extLst>
          </p:cNvPr>
          <p:cNvGrpSpPr/>
          <p:nvPr/>
        </p:nvGrpSpPr>
        <p:grpSpPr>
          <a:xfrm>
            <a:off x="3565373" y="2870133"/>
            <a:ext cx="5052240" cy="3912840"/>
            <a:chOff x="3565373" y="2870133"/>
            <a:chExt cx="5052240" cy="391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69915078-7A5E-46E5-877B-14C520FFAF60}"/>
                    </a:ext>
                  </a:extLst>
                </p14:cNvPr>
                <p14:cNvContentPartPr/>
                <p14:nvPr/>
              </p14:nvContentPartPr>
              <p14:xfrm>
                <a:off x="4083773" y="3049053"/>
                <a:ext cx="360" cy="360"/>
              </p14:xfrm>
            </p:contentPart>
          </mc:Choice>
          <mc:Fallback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69915078-7A5E-46E5-877B-14C520FFAF6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075133" y="304041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墨迹 42">
                  <a:extLst>
                    <a:ext uri="{FF2B5EF4-FFF2-40B4-BE49-F238E27FC236}">
                      <a16:creationId xmlns:a16="http://schemas.microsoft.com/office/drawing/2014/main" id="{637D568C-0248-4FF2-B7F8-DE6832BA7277}"/>
                    </a:ext>
                  </a:extLst>
                </p14:cNvPr>
                <p14:cNvContentPartPr/>
                <p14:nvPr/>
              </p14:nvContentPartPr>
              <p14:xfrm>
                <a:off x="4971173" y="2870133"/>
                <a:ext cx="1177920" cy="76680"/>
              </p14:xfrm>
            </p:contentPart>
          </mc:Choice>
          <mc:Fallback>
            <p:pic>
              <p:nvPicPr>
                <p:cNvPr id="43" name="墨迹 42">
                  <a:extLst>
                    <a:ext uri="{FF2B5EF4-FFF2-40B4-BE49-F238E27FC236}">
                      <a16:creationId xmlns:a16="http://schemas.microsoft.com/office/drawing/2014/main" id="{637D568C-0248-4FF2-B7F8-DE6832BA727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962533" y="2861133"/>
                  <a:ext cx="11955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墨迹 43">
                  <a:extLst>
                    <a:ext uri="{FF2B5EF4-FFF2-40B4-BE49-F238E27FC236}">
                      <a16:creationId xmlns:a16="http://schemas.microsoft.com/office/drawing/2014/main" id="{7D51BB6B-2DF9-4900-BD04-E04AF7BC7B31}"/>
                    </a:ext>
                  </a:extLst>
                </p14:cNvPr>
                <p14:cNvContentPartPr/>
                <p14:nvPr/>
              </p14:nvContentPartPr>
              <p14:xfrm>
                <a:off x="4167293" y="2983893"/>
                <a:ext cx="2229840" cy="787680"/>
              </p14:xfrm>
            </p:contentPart>
          </mc:Choice>
          <mc:Fallback>
            <p:pic>
              <p:nvPicPr>
                <p:cNvPr id="44" name="墨迹 43">
                  <a:extLst>
                    <a:ext uri="{FF2B5EF4-FFF2-40B4-BE49-F238E27FC236}">
                      <a16:creationId xmlns:a16="http://schemas.microsoft.com/office/drawing/2014/main" id="{7D51BB6B-2DF9-4900-BD04-E04AF7BC7B3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158653" y="2974893"/>
                  <a:ext cx="2247480" cy="80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5" name="墨迹 44">
                  <a:extLst>
                    <a:ext uri="{FF2B5EF4-FFF2-40B4-BE49-F238E27FC236}">
                      <a16:creationId xmlns:a16="http://schemas.microsoft.com/office/drawing/2014/main" id="{094024CB-0543-423D-831C-AFAAC0B77E26}"/>
                    </a:ext>
                  </a:extLst>
                </p14:cNvPr>
                <p14:cNvContentPartPr/>
                <p14:nvPr/>
              </p14:nvContentPartPr>
              <p14:xfrm>
                <a:off x="5569493" y="3573213"/>
                <a:ext cx="781920" cy="37080"/>
              </p14:xfrm>
            </p:contentPart>
          </mc:Choice>
          <mc:Fallback>
            <p:pic>
              <p:nvPicPr>
                <p:cNvPr id="45" name="墨迹 44">
                  <a:extLst>
                    <a:ext uri="{FF2B5EF4-FFF2-40B4-BE49-F238E27FC236}">
                      <a16:creationId xmlns:a16="http://schemas.microsoft.com/office/drawing/2014/main" id="{094024CB-0543-423D-831C-AFAAC0B77E2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560493" y="3564573"/>
                  <a:ext cx="7995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A2236198-730A-40F0-BD31-34A805EFF192}"/>
                    </a:ext>
                  </a:extLst>
                </p14:cNvPr>
                <p14:cNvContentPartPr/>
                <p14:nvPr/>
              </p14:nvContentPartPr>
              <p14:xfrm>
                <a:off x="3565373" y="4544853"/>
                <a:ext cx="363600" cy="432360"/>
              </p14:xfrm>
            </p:contentPart>
          </mc:Choice>
          <mc:Fallback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A2236198-730A-40F0-BD31-34A805EFF19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556373" y="4535853"/>
                  <a:ext cx="38124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7" name="墨迹 46">
                  <a:extLst>
                    <a:ext uri="{FF2B5EF4-FFF2-40B4-BE49-F238E27FC236}">
                      <a16:creationId xmlns:a16="http://schemas.microsoft.com/office/drawing/2014/main" id="{0FE924E4-96B3-443C-80D8-452ECEE6D8B2}"/>
                    </a:ext>
                  </a:extLst>
                </p14:cNvPr>
                <p14:cNvContentPartPr/>
                <p14:nvPr/>
              </p14:nvContentPartPr>
              <p14:xfrm>
                <a:off x="3847613" y="4547013"/>
                <a:ext cx="270720" cy="313200"/>
              </p14:xfrm>
            </p:contentPart>
          </mc:Choice>
          <mc:Fallback>
            <p:pic>
              <p:nvPicPr>
                <p:cNvPr id="47" name="墨迹 46">
                  <a:extLst>
                    <a:ext uri="{FF2B5EF4-FFF2-40B4-BE49-F238E27FC236}">
                      <a16:creationId xmlns:a16="http://schemas.microsoft.com/office/drawing/2014/main" id="{0FE924E4-96B3-443C-80D8-452ECEE6D8B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838973" y="4538013"/>
                  <a:ext cx="288360" cy="33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8" name="墨迹 47">
                  <a:extLst>
                    <a:ext uri="{FF2B5EF4-FFF2-40B4-BE49-F238E27FC236}">
                      <a16:creationId xmlns:a16="http://schemas.microsoft.com/office/drawing/2014/main" id="{E7FEFCCE-92F0-40D4-A682-BD0192DB7FD7}"/>
                    </a:ext>
                  </a:extLst>
                </p14:cNvPr>
                <p14:cNvContentPartPr/>
                <p14:nvPr/>
              </p14:nvContentPartPr>
              <p14:xfrm>
                <a:off x="4192133" y="4439013"/>
                <a:ext cx="309960" cy="52920"/>
              </p14:xfrm>
            </p:contentPart>
          </mc:Choice>
          <mc:Fallback>
            <p:pic>
              <p:nvPicPr>
                <p:cNvPr id="48" name="墨迹 47">
                  <a:extLst>
                    <a:ext uri="{FF2B5EF4-FFF2-40B4-BE49-F238E27FC236}">
                      <a16:creationId xmlns:a16="http://schemas.microsoft.com/office/drawing/2014/main" id="{E7FEFCCE-92F0-40D4-A682-BD0192DB7FD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183493" y="4430373"/>
                  <a:ext cx="3276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9" name="墨迹 48">
                  <a:extLst>
                    <a:ext uri="{FF2B5EF4-FFF2-40B4-BE49-F238E27FC236}">
                      <a16:creationId xmlns:a16="http://schemas.microsoft.com/office/drawing/2014/main" id="{57336804-17BA-4FE3-A392-9DB2FE7D90FC}"/>
                    </a:ext>
                  </a:extLst>
                </p14:cNvPr>
                <p14:cNvContentPartPr/>
                <p14:nvPr/>
              </p14:nvContentPartPr>
              <p14:xfrm>
                <a:off x="4326053" y="4322013"/>
                <a:ext cx="554040" cy="493560"/>
              </p14:xfrm>
            </p:contentPart>
          </mc:Choice>
          <mc:Fallback>
            <p:pic>
              <p:nvPicPr>
                <p:cNvPr id="49" name="墨迹 48">
                  <a:extLst>
                    <a:ext uri="{FF2B5EF4-FFF2-40B4-BE49-F238E27FC236}">
                      <a16:creationId xmlns:a16="http://schemas.microsoft.com/office/drawing/2014/main" id="{57336804-17BA-4FE3-A392-9DB2FE7D90F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317413" y="4313013"/>
                  <a:ext cx="571680" cy="51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0" name="墨迹 49">
                  <a:extLst>
                    <a:ext uri="{FF2B5EF4-FFF2-40B4-BE49-F238E27FC236}">
                      <a16:creationId xmlns:a16="http://schemas.microsoft.com/office/drawing/2014/main" id="{683BFC02-E1F5-4252-BE96-89C3B35CFC1C}"/>
                    </a:ext>
                  </a:extLst>
                </p14:cNvPr>
                <p14:cNvContentPartPr/>
                <p14:nvPr/>
              </p14:nvContentPartPr>
              <p14:xfrm>
                <a:off x="4994933" y="4413093"/>
                <a:ext cx="162720" cy="272160"/>
              </p14:xfrm>
            </p:contentPart>
          </mc:Choice>
          <mc:Fallback>
            <p:pic>
              <p:nvPicPr>
                <p:cNvPr id="50" name="墨迹 49">
                  <a:extLst>
                    <a:ext uri="{FF2B5EF4-FFF2-40B4-BE49-F238E27FC236}">
                      <a16:creationId xmlns:a16="http://schemas.microsoft.com/office/drawing/2014/main" id="{683BFC02-E1F5-4252-BE96-89C3B35CFC1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985933" y="4404453"/>
                  <a:ext cx="18036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1" name="墨迹 50">
                  <a:extLst>
                    <a:ext uri="{FF2B5EF4-FFF2-40B4-BE49-F238E27FC236}">
                      <a16:creationId xmlns:a16="http://schemas.microsoft.com/office/drawing/2014/main" id="{AECA9018-722D-4F62-B554-561C48DF4F38}"/>
                    </a:ext>
                  </a:extLst>
                </p14:cNvPr>
                <p14:cNvContentPartPr/>
                <p14:nvPr/>
              </p14:nvContentPartPr>
              <p14:xfrm>
                <a:off x="5234333" y="4336773"/>
                <a:ext cx="389880" cy="329760"/>
              </p14:xfrm>
            </p:contentPart>
          </mc:Choice>
          <mc:Fallback>
            <p:pic>
              <p:nvPicPr>
                <p:cNvPr id="51" name="墨迹 50">
                  <a:extLst>
                    <a:ext uri="{FF2B5EF4-FFF2-40B4-BE49-F238E27FC236}">
                      <a16:creationId xmlns:a16="http://schemas.microsoft.com/office/drawing/2014/main" id="{AECA9018-722D-4F62-B554-561C48DF4F3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225693" y="4328133"/>
                  <a:ext cx="40752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墨迹 55">
                  <a:extLst>
                    <a:ext uri="{FF2B5EF4-FFF2-40B4-BE49-F238E27FC236}">
                      <a16:creationId xmlns:a16="http://schemas.microsoft.com/office/drawing/2014/main" id="{CD990C5D-AC6B-4D33-88E5-A9D4512005AB}"/>
                    </a:ext>
                  </a:extLst>
                </p14:cNvPr>
                <p14:cNvContentPartPr/>
                <p14:nvPr/>
              </p14:nvContentPartPr>
              <p14:xfrm>
                <a:off x="6139373" y="4406613"/>
                <a:ext cx="109440" cy="219600"/>
              </p14:xfrm>
            </p:contentPart>
          </mc:Choice>
          <mc:Fallback>
            <p:pic>
              <p:nvPicPr>
                <p:cNvPr id="56" name="墨迹 55">
                  <a:extLst>
                    <a:ext uri="{FF2B5EF4-FFF2-40B4-BE49-F238E27FC236}">
                      <a16:creationId xmlns:a16="http://schemas.microsoft.com/office/drawing/2014/main" id="{CD990C5D-AC6B-4D33-88E5-A9D4512005A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130733" y="4397973"/>
                  <a:ext cx="12708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墨迹 56">
                  <a:extLst>
                    <a:ext uri="{FF2B5EF4-FFF2-40B4-BE49-F238E27FC236}">
                      <a16:creationId xmlns:a16="http://schemas.microsoft.com/office/drawing/2014/main" id="{5E5D7411-1D48-4FDB-8844-3140A8F58330}"/>
                    </a:ext>
                  </a:extLst>
                </p14:cNvPr>
                <p14:cNvContentPartPr/>
                <p14:nvPr/>
              </p14:nvContentPartPr>
              <p14:xfrm>
                <a:off x="6120653" y="3842133"/>
                <a:ext cx="1661760" cy="673560"/>
              </p14:xfrm>
            </p:contentPart>
          </mc:Choice>
          <mc:Fallback>
            <p:pic>
              <p:nvPicPr>
                <p:cNvPr id="57" name="墨迹 56">
                  <a:extLst>
                    <a:ext uri="{FF2B5EF4-FFF2-40B4-BE49-F238E27FC236}">
                      <a16:creationId xmlns:a16="http://schemas.microsoft.com/office/drawing/2014/main" id="{5E5D7411-1D48-4FDB-8844-3140A8F5833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112013" y="3833133"/>
                  <a:ext cx="1679400" cy="69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墨迹 57">
                  <a:extLst>
                    <a:ext uri="{FF2B5EF4-FFF2-40B4-BE49-F238E27FC236}">
                      <a16:creationId xmlns:a16="http://schemas.microsoft.com/office/drawing/2014/main" id="{6C7E9A95-5FB5-4763-BB70-4BC1E37958CD}"/>
                    </a:ext>
                  </a:extLst>
                </p14:cNvPr>
                <p14:cNvContentPartPr/>
                <p14:nvPr/>
              </p14:nvContentPartPr>
              <p14:xfrm>
                <a:off x="6123893" y="4462053"/>
                <a:ext cx="1584720" cy="144360"/>
              </p14:xfrm>
            </p:contentPart>
          </mc:Choice>
          <mc:Fallback>
            <p:pic>
              <p:nvPicPr>
                <p:cNvPr id="58" name="墨迹 57">
                  <a:extLst>
                    <a:ext uri="{FF2B5EF4-FFF2-40B4-BE49-F238E27FC236}">
                      <a16:creationId xmlns:a16="http://schemas.microsoft.com/office/drawing/2014/main" id="{6C7E9A95-5FB5-4763-BB70-4BC1E37958CD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115253" y="4453413"/>
                  <a:ext cx="16023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0" name="墨迹 59">
                  <a:extLst>
                    <a:ext uri="{FF2B5EF4-FFF2-40B4-BE49-F238E27FC236}">
                      <a16:creationId xmlns:a16="http://schemas.microsoft.com/office/drawing/2014/main" id="{9FCE4F9B-B2C9-482C-AF22-4B9AE989933C}"/>
                    </a:ext>
                  </a:extLst>
                </p14:cNvPr>
                <p14:cNvContentPartPr/>
                <p14:nvPr/>
              </p14:nvContentPartPr>
              <p14:xfrm>
                <a:off x="6060893" y="4053813"/>
                <a:ext cx="89280" cy="631800"/>
              </p14:xfrm>
            </p:contentPart>
          </mc:Choice>
          <mc:Fallback>
            <p:pic>
              <p:nvPicPr>
                <p:cNvPr id="60" name="墨迹 59">
                  <a:extLst>
                    <a:ext uri="{FF2B5EF4-FFF2-40B4-BE49-F238E27FC236}">
                      <a16:creationId xmlns:a16="http://schemas.microsoft.com/office/drawing/2014/main" id="{9FCE4F9B-B2C9-482C-AF22-4B9AE989933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052253" y="4044813"/>
                  <a:ext cx="106920" cy="64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1" name="墨迹 60">
                  <a:extLst>
                    <a:ext uri="{FF2B5EF4-FFF2-40B4-BE49-F238E27FC236}">
                      <a16:creationId xmlns:a16="http://schemas.microsoft.com/office/drawing/2014/main" id="{BEFC0777-4D80-4D70-8BC1-D4CD98686ACB}"/>
                    </a:ext>
                  </a:extLst>
                </p14:cNvPr>
                <p14:cNvContentPartPr/>
                <p14:nvPr/>
              </p14:nvContentPartPr>
              <p14:xfrm>
                <a:off x="6415853" y="4701093"/>
                <a:ext cx="466200" cy="1006920"/>
              </p14:xfrm>
            </p:contentPart>
          </mc:Choice>
          <mc:Fallback>
            <p:pic>
              <p:nvPicPr>
                <p:cNvPr id="61" name="墨迹 60">
                  <a:extLst>
                    <a:ext uri="{FF2B5EF4-FFF2-40B4-BE49-F238E27FC236}">
                      <a16:creationId xmlns:a16="http://schemas.microsoft.com/office/drawing/2014/main" id="{BEFC0777-4D80-4D70-8BC1-D4CD98686AC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407213" y="4692453"/>
                  <a:ext cx="483840" cy="10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2" name="墨迹 61">
                  <a:extLst>
                    <a:ext uri="{FF2B5EF4-FFF2-40B4-BE49-F238E27FC236}">
                      <a16:creationId xmlns:a16="http://schemas.microsoft.com/office/drawing/2014/main" id="{A6BA10F3-9788-4FD9-8052-71CB36A1BAA5}"/>
                    </a:ext>
                  </a:extLst>
                </p14:cNvPr>
                <p14:cNvContentPartPr/>
                <p14:nvPr/>
              </p14:nvContentPartPr>
              <p14:xfrm>
                <a:off x="6005453" y="5391933"/>
                <a:ext cx="852120" cy="527040"/>
              </p14:xfrm>
            </p:contentPart>
          </mc:Choice>
          <mc:Fallback>
            <p:pic>
              <p:nvPicPr>
                <p:cNvPr id="62" name="墨迹 61">
                  <a:extLst>
                    <a:ext uri="{FF2B5EF4-FFF2-40B4-BE49-F238E27FC236}">
                      <a16:creationId xmlns:a16="http://schemas.microsoft.com/office/drawing/2014/main" id="{A6BA10F3-9788-4FD9-8052-71CB36A1BAA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996453" y="5382933"/>
                  <a:ext cx="869760" cy="54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" name="墨迹 63">
                  <a:extLst>
                    <a:ext uri="{FF2B5EF4-FFF2-40B4-BE49-F238E27FC236}">
                      <a16:creationId xmlns:a16="http://schemas.microsoft.com/office/drawing/2014/main" id="{45C6A2BF-01F3-4F91-BBE8-883A1AF31DC3}"/>
                    </a:ext>
                  </a:extLst>
                </p14:cNvPr>
                <p14:cNvContentPartPr/>
                <p14:nvPr/>
              </p14:nvContentPartPr>
              <p14:xfrm>
                <a:off x="4742213" y="6057573"/>
                <a:ext cx="151200" cy="265680"/>
              </p14:xfrm>
            </p:contentPart>
          </mc:Choice>
          <mc:Fallback>
            <p:pic>
              <p:nvPicPr>
                <p:cNvPr id="64" name="墨迹 63">
                  <a:extLst>
                    <a:ext uri="{FF2B5EF4-FFF2-40B4-BE49-F238E27FC236}">
                      <a16:creationId xmlns:a16="http://schemas.microsoft.com/office/drawing/2014/main" id="{45C6A2BF-01F3-4F91-BBE8-883A1AF31DC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733573" y="6048933"/>
                  <a:ext cx="16884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墨迹 64">
                  <a:extLst>
                    <a:ext uri="{FF2B5EF4-FFF2-40B4-BE49-F238E27FC236}">
                      <a16:creationId xmlns:a16="http://schemas.microsoft.com/office/drawing/2014/main" id="{A5E696FE-DDC0-43AA-AEDF-D5D7B6E773AD}"/>
                    </a:ext>
                  </a:extLst>
                </p14:cNvPr>
                <p14:cNvContentPartPr/>
                <p14:nvPr/>
              </p14:nvContentPartPr>
              <p14:xfrm>
                <a:off x="4884413" y="6123093"/>
                <a:ext cx="119880" cy="187920"/>
              </p14:xfrm>
            </p:contentPart>
          </mc:Choice>
          <mc:Fallback>
            <p:pic>
              <p:nvPicPr>
                <p:cNvPr id="65" name="墨迹 64">
                  <a:extLst>
                    <a:ext uri="{FF2B5EF4-FFF2-40B4-BE49-F238E27FC236}">
                      <a16:creationId xmlns:a16="http://schemas.microsoft.com/office/drawing/2014/main" id="{A5E696FE-DDC0-43AA-AEDF-D5D7B6E773A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875413" y="6114453"/>
                  <a:ext cx="1375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6" name="墨迹 65">
                  <a:extLst>
                    <a:ext uri="{FF2B5EF4-FFF2-40B4-BE49-F238E27FC236}">
                      <a16:creationId xmlns:a16="http://schemas.microsoft.com/office/drawing/2014/main" id="{582B9A04-5BD5-46EF-BA88-55A79CC7FC82}"/>
                    </a:ext>
                  </a:extLst>
                </p14:cNvPr>
                <p14:cNvContentPartPr/>
                <p14:nvPr/>
              </p14:nvContentPartPr>
              <p14:xfrm>
                <a:off x="4870733" y="6265653"/>
                <a:ext cx="249480" cy="484920"/>
              </p14:xfrm>
            </p:contentPart>
          </mc:Choice>
          <mc:Fallback>
            <p:pic>
              <p:nvPicPr>
                <p:cNvPr id="66" name="墨迹 65">
                  <a:extLst>
                    <a:ext uri="{FF2B5EF4-FFF2-40B4-BE49-F238E27FC236}">
                      <a16:creationId xmlns:a16="http://schemas.microsoft.com/office/drawing/2014/main" id="{582B9A04-5BD5-46EF-BA88-55A79CC7FC8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861733" y="6256653"/>
                  <a:ext cx="267120" cy="50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7" name="墨迹 66">
                  <a:extLst>
                    <a:ext uri="{FF2B5EF4-FFF2-40B4-BE49-F238E27FC236}">
                      <a16:creationId xmlns:a16="http://schemas.microsoft.com/office/drawing/2014/main" id="{5911BB6E-2C7C-42D7-B164-725D5FBF380C}"/>
                    </a:ext>
                  </a:extLst>
                </p14:cNvPr>
                <p14:cNvContentPartPr/>
                <p14:nvPr/>
              </p14:nvContentPartPr>
              <p14:xfrm>
                <a:off x="4920053" y="6397773"/>
                <a:ext cx="141120" cy="132120"/>
              </p14:xfrm>
            </p:contentPart>
          </mc:Choice>
          <mc:Fallback>
            <p:pic>
              <p:nvPicPr>
                <p:cNvPr id="67" name="墨迹 66">
                  <a:extLst>
                    <a:ext uri="{FF2B5EF4-FFF2-40B4-BE49-F238E27FC236}">
                      <a16:creationId xmlns:a16="http://schemas.microsoft.com/office/drawing/2014/main" id="{5911BB6E-2C7C-42D7-B164-725D5FBF380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911413" y="6389133"/>
                  <a:ext cx="1587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8" name="墨迹 67">
                  <a:extLst>
                    <a:ext uri="{FF2B5EF4-FFF2-40B4-BE49-F238E27FC236}">
                      <a16:creationId xmlns:a16="http://schemas.microsoft.com/office/drawing/2014/main" id="{AF27D010-DA3F-4B8C-A86B-CEC9138E4819}"/>
                    </a:ext>
                  </a:extLst>
                </p14:cNvPr>
                <p14:cNvContentPartPr/>
                <p14:nvPr/>
              </p14:nvContentPartPr>
              <p14:xfrm>
                <a:off x="4975493" y="6371493"/>
                <a:ext cx="69480" cy="202320"/>
              </p14:xfrm>
            </p:contentPart>
          </mc:Choice>
          <mc:Fallback>
            <p:pic>
              <p:nvPicPr>
                <p:cNvPr id="68" name="墨迹 67">
                  <a:extLst>
                    <a:ext uri="{FF2B5EF4-FFF2-40B4-BE49-F238E27FC236}">
                      <a16:creationId xmlns:a16="http://schemas.microsoft.com/office/drawing/2014/main" id="{AF27D010-DA3F-4B8C-A86B-CEC9138E481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966853" y="6362493"/>
                  <a:ext cx="871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9" name="墨迹 68">
                  <a:extLst>
                    <a:ext uri="{FF2B5EF4-FFF2-40B4-BE49-F238E27FC236}">
                      <a16:creationId xmlns:a16="http://schemas.microsoft.com/office/drawing/2014/main" id="{F595BF25-8BB8-4601-A53D-6BD94E2225D2}"/>
                    </a:ext>
                  </a:extLst>
                </p14:cNvPr>
                <p14:cNvContentPartPr/>
                <p14:nvPr/>
              </p14:nvContentPartPr>
              <p14:xfrm>
                <a:off x="5186453" y="6027693"/>
                <a:ext cx="136440" cy="755280"/>
              </p14:xfrm>
            </p:contentPart>
          </mc:Choice>
          <mc:Fallback>
            <p:pic>
              <p:nvPicPr>
                <p:cNvPr id="69" name="墨迹 68">
                  <a:extLst>
                    <a:ext uri="{FF2B5EF4-FFF2-40B4-BE49-F238E27FC236}">
                      <a16:creationId xmlns:a16="http://schemas.microsoft.com/office/drawing/2014/main" id="{F595BF25-8BB8-4601-A53D-6BD94E2225D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177813" y="6018693"/>
                  <a:ext cx="154080" cy="77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0" name="墨迹 69">
                  <a:extLst>
                    <a:ext uri="{FF2B5EF4-FFF2-40B4-BE49-F238E27FC236}">
                      <a16:creationId xmlns:a16="http://schemas.microsoft.com/office/drawing/2014/main" id="{88BF1833-1F96-4864-96A4-18EB59C70322}"/>
                    </a:ext>
                  </a:extLst>
                </p14:cNvPr>
                <p14:cNvContentPartPr/>
                <p14:nvPr/>
              </p14:nvContentPartPr>
              <p14:xfrm>
                <a:off x="5453213" y="6229653"/>
                <a:ext cx="151560" cy="38520"/>
              </p14:xfrm>
            </p:contentPart>
          </mc:Choice>
          <mc:Fallback>
            <p:pic>
              <p:nvPicPr>
                <p:cNvPr id="70" name="墨迹 69">
                  <a:extLst>
                    <a:ext uri="{FF2B5EF4-FFF2-40B4-BE49-F238E27FC236}">
                      <a16:creationId xmlns:a16="http://schemas.microsoft.com/office/drawing/2014/main" id="{88BF1833-1F96-4864-96A4-18EB59C7032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444573" y="6221013"/>
                  <a:ext cx="1692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1" name="墨迹 70">
                  <a:extLst>
                    <a:ext uri="{FF2B5EF4-FFF2-40B4-BE49-F238E27FC236}">
                      <a16:creationId xmlns:a16="http://schemas.microsoft.com/office/drawing/2014/main" id="{899CD822-7AA6-42A1-A34A-9C26DE6EDEB0}"/>
                    </a:ext>
                  </a:extLst>
                </p14:cNvPr>
                <p14:cNvContentPartPr/>
                <p14:nvPr/>
              </p14:nvContentPartPr>
              <p14:xfrm>
                <a:off x="5421893" y="6127413"/>
                <a:ext cx="293760" cy="623160"/>
              </p14:xfrm>
            </p:contentPart>
          </mc:Choice>
          <mc:Fallback>
            <p:pic>
              <p:nvPicPr>
                <p:cNvPr id="71" name="墨迹 70">
                  <a:extLst>
                    <a:ext uri="{FF2B5EF4-FFF2-40B4-BE49-F238E27FC236}">
                      <a16:creationId xmlns:a16="http://schemas.microsoft.com/office/drawing/2014/main" id="{899CD822-7AA6-42A1-A34A-9C26DE6EDEB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412893" y="6118773"/>
                  <a:ext cx="311400" cy="64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2" name="墨迹 71">
                  <a:extLst>
                    <a:ext uri="{FF2B5EF4-FFF2-40B4-BE49-F238E27FC236}">
                      <a16:creationId xmlns:a16="http://schemas.microsoft.com/office/drawing/2014/main" id="{F076B045-C745-4FE7-A83B-42F06877CDEF}"/>
                    </a:ext>
                  </a:extLst>
                </p14:cNvPr>
                <p14:cNvContentPartPr/>
                <p14:nvPr/>
              </p14:nvContentPartPr>
              <p14:xfrm>
                <a:off x="5710973" y="6026973"/>
                <a:ext cx="157320" cy="594720"/>
              </p14:xfrm>
            </p:contentPart>
          </mc:Choice>
          <mc:Fallback>
            <p:pic>
              <p:nvPicPr>
                <p:cNvPr id="72" name="墨迹 71">
                  <a:extLst>
                    <a:ext uri="{FF2B5EF4-FFF2-40B4-BE49-F238E27FC236}">
                      <a16:creationId xmlns:a16="http://schemas.microsoft.com/office/drawing/2014/main" id="{F076B045-C745-4FE7-A83B-42F06877CDE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702333" y="6017973"/>
                  <a:ext cx="174960" cy="61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3" name="墨迹 72">
                  <a:extLst>
                    <a:ext uri="{FF2B5EF4-FFF2-40B4-BE49-F238E27FC236}">
                      <a16:creationId xmlns:a16="http://schemas.microsoft.com/office/drawing/2014/main" id="{D42E561E-60D8-4D84-9795-4CE715CD82F5}"/>
                    </a:ext>
                  </a:extLst>
                </p14:cNvPr>
                <p14:cNvContentPartPr/>
                <p14:nvPr/>
              </p14:nvContentPartPr>
              <p14:xfrm>
                <a:off x="5804213" y="6209493"/>
                <a:ext cx="235080" cy="546120"/>
              </p14:xfrm>
            </p:contentPart>
          </mc:Choice>
          <mc:Fallback>
            <p:pic>
              <p:nvPicPr>
                <p:cNvPr id="73" name="墨迹 72">
                  <a:extLst>
                    <a:ext uri="{FF2B5EF4-FFF2-40B4-BE49-F238E27FC236}">
                      <a16:creationId xmlns:a16="http://schemas.microsoft.com/office/drawing/2014/main" id="{D42E561E-60D8-4D84-9795-4CE715CD82F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795213" y="6200493"/>
                  <a:ext cx="252720" cy="56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4" name="墨迹 73">
                  <a:extLst>
                    <a:ext uri="{FF2B5EF4-FFF2-40B4-BE49-F238E27FC236}">
                      <a16:creationId xmlns:a16="http://schemas.microsoft.com/office/drawing/2014/main" id="{9E40DB9A-07DA-448C-950B-C30779C08F26}"/>
                    </a:ext>
                  </a:extLst>
                </p14:cNvPr>
                <p14:cNvContentPartPr/>
                <p14:nvPr/>
              </p14:nvContentPartPr>
              <p14:xfrm>
                <a:off x="6451853" y="6474813"/>
                <a:ext cx="300600" cy="173520"/>
              </p14:xfrm>
            </p:contentPart>
          </mc:Choice>
          <mc:Fallback>
            <p:pic>
              <p:nvPicPr>
                <p:cNvPr id="74" name="墨迹 73">
                  <a:extLst>
                    <a:ext uri="{FF2B5EF4-FFF2-40B4-BE49-F238E27FC236}">
                      <a16:creationId xmlns:a16="http://schemas.microsoft.com/office/drawing/2014/main" id="{9E40DB9A-07DA-448C-950B-C30779C08F2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442853" y="6466173"/>
                  <a:ext cx="31824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5" name="墨迹 74">
                  <a:extLst>
                    <a:ext uri="{FF2B5EF4-FFF2-40B4-BE49-F238E27FC236}">
                      <a16:creationId xmlns:a16="http://schemas.microsoft.com/office/drawing/2014/main" id="{A080CCFC-0DA0-479B-83D6-0DA409A54ADB}"/>
                    </a:ext>
                  </a:extLst>
                </p14:cNvPr>
                <p14:cNvContentPartPr/>
                <p14:nvPr/>
              </p14:nvContentPartPr>
              <p14:xfrm>
                <a:off x="6710333" y="5904573"/>
                <a:ext cx="261360" cy="459720"/>
              </p14:xfrm>
            </p:contentPart>
          </mc:Choice>
          <mc:Fallback>
            <p:pic>
              <p:nvPicPr>
                <p:cNvPr id="75" name="墨迹 74">
                  <a:extLst>
                    <a:ext uri="{FF2B5EF4-FFF2-40B4-BE49-F238E27FC236}">
                      <a16:creationId xmlns:a16="http://schemas.microsoft.com/office/drawing/2014/main" id="{A080CCFC-0DA0-479B-83D6-0DA409A54AD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701333" y="5895933"/>
                  <a:ext cx="279000" cy="47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6" name="墨迹 75">
                  <a:extLst>
                    <a:ext uri="{FF2B5EF4-FFF2-40B4-BE49-F238E27FC236}">
                      <a16:creationId xmlns:a16="http://schemas.microsoft.com/office/drawing/2014/main" id="{551F9D51-71C7-4667-B26A-69484E0E8D0B}"/>
                    </a:ext>
                  </a:extLst>
                </p14:cNvPr>
                <p14:cNvContentPartPr/>
                <p14:nvPr/>
              </p14:nvContentPartPr>
              <p14:xfrm>
                <a:off x="6890333" y="6022653"/>
                <a:ext cx="339120" cy="450360"/>
              </p14:xfrm>
            </p:contentPart>
          </mc:Choice>
          <mc:Fallback>
            <p:pic>
              <p:nvPicPr>
                <p:cNvPr id="76" name="墨迹 75">
                  <a:extLst>
                    <a:ext uri="{FF2B5EF4-FFF2-40B4-BE49-F238E27FC236}">
                      <a16:creationId xmlns:a16="http://schemas.microsoft.com/office/drawing/2014/main" id="{551F9D51-71C7-4667-B26A-69484E0E8D0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881333" y="6013653"/>
                  <a:ext cx="35676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7" name="墨迹 76">
                  <a:extLst>
                    <a:ext uri="{FF2B5EF4-FFF2-40B4-BE49-F238E27FC236}">
                      <a16:creationId xmlns:a16="http://schemas.microsoft.com/office/drawing/2014/main" id="{30F0ACC7-5029-4A4A-9297-AFCF65AA146B}"/>
                    </a:ext>
                  </a:extLst>
                </p14:cNvPr>
                <p14:cNvContentPartPr/>
                <p14:nvPr/>
              </p14:nvContentPartPr>
              <p14:xfrm>
                <a:off x="7060973" y="5998893"/>
                <a:ext cx="286200" cy="430920"/>
              </p14:xfrm>
            </p:contentPart>
          </mc:Choice>
          <mc:Fallback>
            <p:pic>
              <p:nvPicPr>
                <p:cNvPr id="77" name="墨迹 76">
                  <a:extLst>
                    <a:ext uri="{FF2B5EF4-FFF2-40B4-BE49-F238E27FC236}">
                      <a16:creationId xmlns:a16="http://schemas.microsoft.com/office/drawing/2014/main" id="{30F0ACC7-5029-4A4A-9297-AFCF65AA146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051973" y="5989893"/>
                  <a:ext cx="303840" cy="4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8" name="墨迹 77">
                  <a:extLst>
                    <a:ext uri="{FF2B5EF4-FFF2-40B4-BE49-F238E27FC236}">
                      <a16:creationId xmlns:a16="http://schemas.microsoft.com/office/drawing/2014/main" id="{F63CF4C4-F1AB-4E4A-9BAC-FB0DECD89D3A}"/>
                    </a:ext>
                  </a:extLst>
                </p14:cNvPr>
                <p14:cNvContentPartPr/>
                <p14:nvPr/>
              </p14:nvContentPartPr>
              <p14:xfrm>
                <a:off x="7455173" y="5792613"/>
                <a:ext cx="200160" cy="243720"/>
              </p14:xfrm>
            </p:contentPart>
          </mc:Choice>
          <mc:Fallback>
            <p:pic>
              <p:nvPicPr>
                <p:cNvPr id="78" name="墨迹 77">
                  <a:extLst>
                    <a:ext uri="{FF2B5EF4-FFF2-40B4-BE49-F238E27FC236}">
                      <a16:creationId xmlns:a16="http://schemas.microsoft.com/office/drawing/2014/main" id="{F63CF4C4-F1AB-4E4A-9BAC-FB0DECD89D3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446173" y="5783613"/>
                  <a:ext cx="21780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9" name="墨迹 78">
                  <a:extLst>
                    <a:ext uri="{FF2B5EF4-FFF2-40B4-BE49-F238E27FC236}">
                      <a16:creationId xmlns:a16="http://schemas.microsoft.com/office/drawing/2014/main" id="{A7C3A750-EC11-49F0-B24F-6C6406F5F5EA}"/>
                    </a:ext>
                  </a:extLst>
                </p14:cNvPr>
                <p14:cNvContentPartPr/>
                <p14:nvPr/>
              </p14:nvContentPartPr>
              <p14:xfrm>
                <a:off x="7496213" y="5828253"/>
                <a:ext cx="263160" cy="276480"/>
              </p14:xfrm>
            </p:contentPart>
          </mc:Choice>
          <mc:Fallback>
            <p:pic>
              <p:nvPicPr>
                <p:cNvPr id="79" name="墨迹 78">
                  <a:extLst>
                    <a:ext uri="{FF2B5EF4-FFF2-40B4-BE49-F238E27FC236}">
                      <a16:creationId xmlns:a16="http://schemas.microsoft.com/office/drawing/2014/main" id="{A7C3A750-EC11-49F0-B24F-6C6406F5F5E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487213" y="5819613"/>
                  <a:ext cx="28080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0" name="墨迹 79">
                  <a:extLst>
                    <a:ext uri="{FF2B5EF4-FFF2-40B4-BE49-F238E27FC236}">
                      <a16:creationId xmlns:a16="http://schemas.microsoft.com/office/drawing/2014/main" id="{6DF3C48E-468B-4BB9-8681-768674499621}"/>
                    </a:ext>
                  </a:extLst>
                </p14:cNvPr>
                <p14:cNvContentPartPr/>
                <p14:nvPr/>
              </p14:nvContentPartPr>
              <p14:xfrm>
                <a:off x="7534733" y="6046413"/>
                <a:ext cx="157320" cy="393120"/>
              </p14:xfrm>
            </p:contentPart>
          </mc:Choice>
          <mc:Fallback>
            <p:pic>
              <p:nvPicPr>
                <p:cNvPr id="80" name="墨迹 79">
                  <a:extLst>
                    <a:ext uri="{FF2B5EF4-FFF2-40B4-BE49-F238E27FC236}">
                      <a16:creationId xmlns:a16="http://schemas.microsoft.com/office/drawing/2014/main" id="{6DF3C48E-468B-4BB9-8681-76867449962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526093" y="6037413"/>
                  <a:ext cx="174960" cy="41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1" name="墨迹 80">
                  <a:extLst>
                    <a:ext uri="{FF2B5EF4-FFF2-40B4-BE49-F238E27FC236}">
                      <a16:creationId xmlns:a16="http://schemas.microsoft.com/office/drawing/2014/main" id="{DEC25B3A-0DF4-4BCF-BC5F-C48FC41DBD1C}"/>
                    </a:ext>
                  </a:extLst>
                </p14:cNvPr>
                <p14:cNvContentPartPr/>
                <p14:nvPr/>
              </p14:nvContentPartPr>
              <p14:xfrm>
                <a:off x="7602773" y="6311733"/>
                <a:ext cx="216360" cy="261360"/>
              </p14:xfrm>
            </p:contentPart>
          </mc:Choice>
          <mc:Fallback>
            <p:pic>
              <p:nvPicPr>
                <p:cNvPr id="81" name="墨迹 80">
                  <a:extLst>
                    <a:ext uri="{FF2B5EF4-FFF2-40B4-BE49-F238E27FC236}">
                      <a16:creationId xmlns:a16="http://schemas.microsoft.com/office/drawing/2014/main" id="{DEC25B3A-0DF4-4BCF-BC5F-C48FC41DBD1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594133" y="6302733"/>
                  <a:ext cx="2340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2" name="墨迹 81">
                  <a:extLst>
                    <a:ext uri="{FF2B5EF4-FFF2-40B4-BE49-F238E27FC236}">
                      <a16:creationId xmlns:a16="http://schemas.microsoft.com/office/drawing/2014/main" id="{58DE30E7-7B56-4544-82DB-D374EE25C7B7}"/>
                    </a:ext>
                  </a:extLst>
                </p14:cNvPr>
                <p14:cNvContentPartPr/>
                <p14:nvPr/>
              </p14:nvContentPartPr>
              <p14:xfrm>
                <a:off x="4477613" y="6263493"/>
                <a:ext cx="4140000" cy="457560"/>
              </p14:xfrm>
            </p:contentPart>
          </mc:Choice>
          <mc:Fallback>
            <p:pic>
              <p:nvPicPr>
                <p:cNvPr id="82" name="墨迹 81">
                  <a:extLst>
                    <a:ext uri="{FF2B5EF4-FFF2-40B4-BE49-F238E27FC236}">
                      <a16:creationId xmlns:a16="http://schemas.microsoft.com/office/drawing/2014/main" id="{58DE30E7-7B56-4544-82DB-D374EE25C7B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468973" y="6254493"/>
                  <a:ext cx="4157640" cy="47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B76BACB8-9DA2-45F3-8F48-50412E15C565}"/>
              </a:ext>
            </a:extLst>
          </p:cNvPr>
          <p:cNvGrpSpPr/>
          <p:nvPr/>
        </p:nvGrpSpPr>
        <p:grpSpPr>
          <a:xfrm>
            <a:off x="7958813" y="3243453"/>
            <a:ext cx="3619080" cy="991080"/>
            <a:chOff x="7958813" y="3243453"/>
            <a:chExt cx="3619080" cy="99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4" name="墨迹 83">
                  <a:extLst>
                    <a:ext uri="{FF2B5EF4-FFF2-40B4-BE49-F238E27FC236}">
                      <a16:creationId xmlns:a16="http://schemas.microsoft.com/office/drawing/2014/main" id="{1C5739F3-1CE2-41CB-90FB-4D3C5B0118BD}"/>
                    </a:ext>
                  </a:extLst>
                </p14:cNvPr>
                <p14:cNvContentPartPr/>
                <p14:nvPr/>
              </p14:nvContentPartPr>
              <p14:xfrm>
                <a:off x="7958813" y="4026453"/>
                <a:ext cx="565920" cy="97560"/>
              </p14:xfrm>
            </p:contentPart>
          </mc:Choice>
          <mc:Fallback>
            <p:pic>
              <p:nvPicPr>
                <p:cNvPr id="84" name="墨迹 83">
                  <a:extLst>
                    <a:ext uri="{FF2B5EF4-FFF2-40B4-BE49-F238E27FC236}">
                      <a16:creationId xmlns:a16="http://schemas.microsoft.com/office/drawing/2014/main" id="{1C5739F3-1CE2-41CB-90FB-4D3C5B0118B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949813" y="4017453"/>
                  <a:ext cx="5835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5" name="墨迹 84">
                  <a:extLst>
                    <a:ext uri="{FF2B5EF4-FFF2-40B4-BE49-F238E27FC236}">
                      <a16:creationId xmlns:a16="http://schemas.microsoft.com/office/drawing/2014/main" id="{8F6908EB-97D5-4DB6-8A4E-6C3580528432}"/>
                    </a:ext>
                  </a:extLst>
                </p14:cNvPr>
                <p14:cNvContentPartPr/>
                <p14:nvPr/>
              </p14:nvContentPartPr>
              <p14:xfrm>
                <a:off x="8494493" y="3872373"/>
                <a:ext cx="250200" cy="362160"/>
              </p14:xfrm>
            </p:contentPart>
          </mc:Choice>
          <mc:Fallback>
            <p:pic>
              <p:nvPicPr>
                <p:cNvPr id="85" name="墨迹 84">
                  <a:extLst>
                    <a:ext uri="{FF2B5EF4-FFF2-40B4-BE49-F238E27FC236}">
                      <a16:creationId xmlns:a16="http://schemas.microsoft.com/office/drawing/2014/main" id="{8F6908EB-97D5-4DB6-8A4E-6C358052843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485853" y="3863733"/>
                  <a:ext cx="26784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7" name="墨迹 86">
                  <a:extLst>
                    <a:ext uri="{FF2B5EF4-FFF2-40B4-BE49-F238E27FC236}">
                      <a16:creationId xmlns:a16="http://schemas.microsoft.com/office/drawing/2014/main" id="{19182741-856A-4AD5-AAB4-F9AFF94D87DA}"/>
                    </a:ext>
                  </a:extLst>
                </p14:cNvPr>
                <p14:cNvContentPartPr/>
                <p14:nvPr/>
              </p14:nvContentPartPr>
              <p14:xfrm>
                <a:off x="8961413" y="3542613"/>
                <a:ext cx="95040" cy="431640"/>
              </p14:xfrm>
            </p:contentPart>
          </mc:Choice>
          <mc:Fallback>
            <p:pic>
              <p:nvPicPr>
                <p:cNvPr id="87" name="墨迹 86">
                  <a:extLst>
                    <a:ext uri="{FF2B5EF4-FFF2-40B4-BE49-F238E27FC236}">
                      <a16:creationId xmlns:a16="http://schemas.microsoft.com/office/drawing/2014/main" id="{19182741-856A-4AD5-AAB4-F9AFF94D87D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952413" y="3533613"/>
                  <a:ext cx="112680" cy="44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8" name="墨迹 87">
                  <a:extLst>
                    <a:ext uri="{FF2B5EF4-FFF2-40B4-BE49-F238E27FC236}">
                      <a16:creationId xmlns:a16="http://schemas.microsoft.com/office/drawing/2014/main" id="{0ADDE0E6-8191-4CBE-B55F-1BA041D1BEFF}"/>
                    </a:ext>
                  </a:extLst>
                </p14:cNvPr>
                <p14:cNvContentPartPr/>
                <p14:nvPr/>
              </p14:nvContentPartPr>
              <p14:xfrm>
                <a:off x="9104693" y="3434613"/>
                <a:ext cx="344880" cy="407160"/>
              </p14:xfrm>
            </p:contentPart>
          </mc:Choice>
          <mc:Fallback>
            <p:pic>
              <p:nvPicPr>
                <p:cNvPr id="88" name="墨迹 87">
                  <a:extLst>
                    <a:ext uri="{FF2B5EF4-FFF2-40B4-BE49-F238E27FC236}">
                      <a16:creationId xmlns:a16="http://schemas.microsoft.com/office/drawing/2014/main" id="{0ADDE0E6-8191-4CBE-B55F-1BA041D1BEF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095693" y="3425973"/>
                  <a:ext cx="36252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9" name="墨迹 88">
                  <a:extLst>
                    <a:ext uri="{FF2B5EF4-FFF2-40B4-BE49-F238E27FC236}">
                      <a16:creationId xmlns:a16="http://schemas.microsoft.com/office/drawing/2014/main" id="{3E6402E7-4BAB-4C5D-BB3E-E0A1F70C7E51}"/>
                    </a:ext>
                  </a:extLst>
                </p14:cNvPr>
                <p14:cNvContentPartPr/>
                <p14:nvPr/>
              </p14:nvContentPartPr>
              <p14:xfrm>
                <a:off x="9115853" y="3541893"/>
                <a:ext cx="182160" cy="77400"/>
              </p14:xfrm>
            </p:contentPart>
          </mc:Choice>
          <mc:Fallback>
            <p:pic>
              <p:nvPicPr>
                <p:cNvPr id="89" name="墨迹 88">
                  <a:extLst>
                    <a:ext uri="{FF2B5EF4-FFF2-40B4-BE49-F238E27FC236}">
                      <a16:creationId xmlns:a16="http://schemas.microsoft.com/office/drawing/2014/main" id="{3E6402E7-4BAB-4C5D-BB3E-E0A1F70C7E5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106853" y="3532893"/>
                  <a:ext cx="19980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0" name="墨迹 89">
                  <a:extLst>
                    <a:ext uri="{FF2B5EF4-FFF2-40B4-BE49-F238E27FC236}">
                      <a16:creationId xmlns:a16="http://schemas.microsoft.com/office/drawing/2014/main" id="{317B6D5C-79FB-448C-9ED0-4375F1930337}"/>
                    </a:ext>
                  </a:extLst>
                </p14:cNvPr>
                <p14:cNvContentPartPr/>
                <p14:nvPr/>
              </p14:nvContentPartPr>
              <p14:xfrm>
                <a:off x="9226733" y="3529653"/>
                <a:ext cx="12240" cy="177120"/>
              </p14:xfrm>
            </p:contentPart>
          </mc:Choice>
          <mc:Fallback>
            <p:pic>
              <p:nvPicPr>
                <p:cNvPr id="90" name="墨迹 89">
                  <a:extLst>
                    <a:ext uri="{FF2B5EF4-FFF2-40B4-BE49-F238E27FC236}">
                      <a16:creationId xmlns:a16="http://schemas.microsoft.com/office/drawing/2014/main" id="{317B6D5C-79FB-448C-9ED0-4375F193033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217733" y="3520653"/>
                  <a:ext cx="2988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1" name="墨迹 90">
                  <a:extLst>
                    <a:ext uri="{FF2B5EF4-FFF2-40B4-BE49-F238E27FC236}">
                      <a16:creationId xmlns:a16="http://schemas.microsoft.com/office/drawing/2014/main" id="{A79F3A43-6874-43C1-BA27-A6093BCDAED5}"/>
                    </a:ext>
                  </a:extLst>
                </p14:cNvPr>
                <p14:cNvContentPartPr/>
                <p14:nvPr/>
              </p14:nvContentPartPr>
              <p14:xfrm>
                <a:off x="9152933" y="3722253"/>
                <a:ext cx="224280" cy="248400"/>
              </p14:xfrm>
            </p:contentPart>
          </mc:Choice>
          <mc:Fallback>
            <p:pic>
              <p:nvPicPr>
                <p:cNvPr id="91" name="墨迹 90">
                  <a:extLst>
                    <a:ext uri="{FF2B5EF4-FFF2-40B4-BE49-F238E27FC236}">
                      <a16:creationId xmlns:a16="http://schemas.microsoft.com/office/drawing/2014/main" id="{A79F3A43-6874-43C1-BA27-A6093BCDAED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143933" y="3713253"/>
                  <a:ext cx="24192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2" name="墨迹 91">
                  <a:extLst>
                    <a:ext uri="{FF2B5EF4-FFF2-40B4-BE49-F238E27FC236}">
                      <a16:creationId xmlns:a16="http://schemas.microsoft.com/office/drawing/2014/main" id="{1863EB9B-8CF4-4A77-AC6A-7EB3F94FD9A2}"/>
                    </a:ext>
                  </a:extLst>
                </p14:cNvPr>
                <p14:cNvContentPartPr/>
                <p14:nvPr/>
              </p14:nvContentPartPr>
              <p14:xfrm>
                <a:off x="9623453" y="3373413"/>
                <a:ext cx="73800" cy="64440"/>
              </p14:xfrm>
            </p:contentPart>
          </mc:Choice>
          <mc:Fallback>
            <p:pic>
              <p:nvPicPr>
                <p:cNvPr id="92" name="墨迹 91">
                  <a:extLst>
                    <a:ext uri="{FF2B5EF4-FFF2-40B4-BE49-F238E27FC236}">
                      <a16:creationId xmlns:a16="http://schemas.microsoft.com/office/drawing/2014/main" id="{1863EB9B-8CF4-4A77-AC6A-7EB3F94FD9A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614453" y="3364773"/>
                  <a:ext cx="914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3" name="墨迹 92">
                  <a:extLst>
                    <a:ext uri="{FF2B5EF4-FFF2-40B4-BE49-F238E27FC236}">
                      <a16:creationId xmlns:a16="http://schemas.microsoft.com/office/drawing/2014/main" id="{AB73C4D4-0F6B-4EF6-8BAB-03385D515023}"/>
                    </a:ext>
                  </a:extLst>
                </p14:cNvPr>
                <p14:cNvContentPartPr/>
                <p14:nvPr/>
              </p14:nvContentPartPr>
              <p14:xfrm>
                <a:off x="9534533" y="3507693"/>
                <a:ext cx="276480" cy="246960"/>
              </p14:xfrm>
            </p:contentPart>
          </mc:Choice>
          <mc:Fallback>
            <p:pic>
              <p:nvPicPr>
                <p:cNvPr id="93" name="墨迹 92">
                  <a:extLst>
                    <a:ext uri="{FF2B5EF4-FFF2-40B4-BE49-F238E27FC236}">
                      <a16:creationId xmlns:a16="http://schemas.microsoft.com/office/drawing/2014/main" id="{AB73C4D4-0F6B-4EF6-8BAB-03385D51502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525533" y="3499053"/>
                  <a:ext cx="29412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4" name="墨迹 93">
                  <a:extLst>
                    <a:ext uri="{FF2B5EF4-FFF2-40B4-BE49-F238E27FC236}">
                      <a16:creationId xmlns:a16="http://schemas.microsoft.com/office/drawing/2014/main" id="{ED0F8BF0-5CC8-4A2E-8089-9BD7E5B10B6D}"/>
                    </a:ext>
                  </a:extLst>
                </p14:cNvPr>
                <p14:cNvContentPartPr/>
                <p14:nvPr/>
              </p14:nvContentPartPr>
              <p14:xfrm>
                <a:off x="9538133" y="3644493"/>
                <a:ext cx="271440" cy="353880"/>
              </p14:xfrm>
            </p:contentPart>
          </mc:Choice>
          <mc:Fallback>
            <p:pic>
              <p:nvPicPr>
                <p:cNvPr id="94" name="墨迹 93">
                  <a:extLst>
                    <a:ext uri="{FF2B5EF4-FFF2-40B4-BE49-F238E27FC236}">
                      <a16:creationId xmlns:a16="http://schemas.microsoft.com/office/drawing/2014/main" id="{ED0F8BF0-5CC8-4A2E-8089-9BD7E5B10B6D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529493" y="3635853"/>
                  <a:ext cx="289080" cy="37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5" name="墨迹 94">
                  <a:extLst>
                    <a:ext uri="{FF2B5EF4-FFF2-40B4-BE49-F238E27FC236}">
                      <a16:creationId xmlns:a16="http://schemas.microsoft.com/office/drawing/2014/main" id="{57D3CD7D-7629-4C02-97DE-8AAC0852D9A4}"/>
                    </a:ext>
                  </a:extLst>
                </p14:cNvPr>
                <p14:cNvContentPartPr/>
                <p14:nvPr/>
              </p14:nvContentPartPr>
              <p14:xfrm>
                <a:off x="10091093" y="3466293"/>
                <a:ext cx="43920" cy="32760"/>
              </p14:xfrm>
            </p:contentPart>
          </mc:Choice>
          <mc:Fallback>
            <p:pic>
              <p:nvPicPr>
                <p:cNvPr id="95" name="墨迹 94">
                  <a:extLst>
                    <a:ext uri="{FF2B5EF4-FFF2-40B4-BE49-F238E27FC236}">
                      <a16:creationId xmlns:a16="http://schemas.microsoft.com/office/drawing/2014/main" id="{57D3CD7D-7629-4C02-97DE-8AAC0852D9A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082093" y="3457293"/>
                  <a:ext cx="615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6" name="墨迹 95">
                  <a:extLst>
                    <a:ext uri="{FF2B5EF4-FFF2-40B4-BE49-F238E27FC236}">
                      <a16:creationId xmlns:a16="http://schemas.microsoft.com/office/drawing/2014/main" id="{5C347A03-4E19-4228-A4DA-02A71C946793}"/>
                    </a:ext>
                  </a:extLst>
                </p14:cNvPr>
                <p14:cNvContentPartPr/>
                <p14:nvPr/>
              </p14:nvContentPartPr>
              <p14:xfrm>
                <a:off x="9953573" y="3375573"/>
                <a:ext cx="270720" cy="550440"/>
              </p14:xfrm>
            </p:contentPart>
          </mc:Choice>
          <mc:Fallback>
            <p:pic>
              <p:nvPicPr>
                <p:cNvPr id="96" name="墨迹 95">
                  <a:extLst>
                    <a:ext uri="{FF2B5EF4-FFF2-40B4-BE49-F238E27FC236}">
                      <a16:creationId xmlns:a16="http://schemas.microsoft.com/office/drawing/2014/main" id="{5C347A03-4E19-4228-A4DA-02A71C94679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944933" y="3366933"/>
                  <a:ext cx="288360" cy="56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7" name="墨迹 96">
                  <a:extLst>
                    <a:ext uri="{FF2B5EF4-FFF2-40B4-BE49-F238E27FC236}">
                      <a16:creationId xmlns:a16="http://schemas.microsoft.com/office/drawing/2014/main" id="{A041C1C3-915F-4813-8F57-46DAF30E7BE8}"/>
                    </a:ext>
                  </a:extLst>
                </p14:cNvPr>
                <p14:cNvContentPartPr/>
                <p14:nvPr/>
              </p14:nvContentPartPr>
              <p14:xfrm>
                <a:off x="10145453" y="3271533"/>
                <a:ext cx="205920" cy="395280"/>
              </p14:xfrm>
            </p:contentPart>
          </mc:Choice>
          <mc:Fallback>
            <p:pic>
              <p:nvPicPr>
                <p:cNvPr id="97" name="墨迹 96">
                  <a:extLst>
                    <a:ext uri="{FF2B5EF4-FFF2-40B4-BE49-F238E27FC236}">
                      <a16:creationId xmlns:a16="http://schemas.microsoft.com/office/drawing/2014/main" id="{A041C1C3-915F-4813-8F57-46DAF30E7BE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136813" y="3262533"/>
                  <a:ext cx="22356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8" name="墨迹 97">
                  <a:extLst>
                    <a:ext uri="{FF2B5EF4-FFF2-40B4-BE49-F238E27FC236}">
                      <a16:creationId xmlns:a16="http://schemas.microsoft.com/office/drawing/2014/main" id="{4E34AB61-C189-4A08-BE7E-68A64F8B2C76}"/>
                    </a:ext>
                  </a:extLst>
                </p14:cNvPr>
                <p14:cNvContentPartPr/>
                <p14:nvPr/>
              </p14:nvContentPartPr>
              <p14:xfrm>
                <a:off x="10189013" y="3488613"/>
                <a:ext cx="137880" cy="106920"/>
              </p14:xfrm>
            </p:contentPart>
          </mc:Choice>
          <mc:Fallback>
            <p:pic>
              <p:nvPicPr>
                <p:cNvPr id="98" name="墨迹 97">
                  <a:extLst>
                    <a:ext uri="{FF2B5EF4-FFF2-40B4-BE49-F238E27FC236}">
                      <a16:creationId xmlns:a16="http://schemas.microsoft.com/office/drawing/2014/main" id="{4E34AB61-C189-4A08-BE7E-68A64F8B2C76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180373" y="3479613"/>
                  <a:ext cx="1555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9" name="墨迹 98">
                  <a:extLst>
                    <a:ext uri="{FF2B5EF4-FFF2-40B4-BE49-F238E27FC236}">
                      <a16:creationId xmlns:a16="http://schemas.microsoft.com/office/drawing/2014/main" id="{7AA3DC6E-4098-41EB-9306-06F38EBDAC03}"/>
                    </a:ext>
                  </a:extLst>
                </p14:cNvPr>
                <p14:cNvContentPartPr/>
                <p14:nvPr/>
              </p14:nvContentPartPr>
              <p14:xfrm>
                <a:off x="10206293" y="3693093"/>
                <a:ext cx="147600" cy="123840"/>
              </p14:xfrm>
            </p:contentPart>
          </mc:Choice>
          <mc:Fallback>
            <p:pic>
              <p:nvPicPr>
                <p:cNvPr id="99" name="墨迹 98">
                  <a:extLst>
                    <a:ext uri="{FF2B5EF4-FFF2-40B4-BE49-F238E27FC236}">
                      <a16:creationId xmlns:a16="http://schemas.microsoft.com/office/drawing/2014/main" id="{7AA3DC6E-4098-41EB-9306-06F38EBDAC0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197293" y="3684453"/>
                  <a:ext cx="1652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0" name="墨迹 99">
                  <a:extLst>
                    <a:ext uri="{FF2B5EF4-FFF2-40B4-BE49-F238E27FC236}">
                      <a16:creationId xmlns:a16="http://schemas.microsoft.com/office/drawing/2014/main" id="{948C8F09-C929-44A5-A7C0-E29985164013}"/>
                    </a:ext>
                  </a:extLst>
                </p14:cNvPr>
                <p14:cNvContentPartPr/>
                <p14:nvPr/>
              </p14:nvContentPartPr>
              <p14:xfrm>
                <a:off x="10448213" y="3390693"/>
                <a:ext cx="114120" cy="83160"/>
              </p14:xfrm>
            </p:contentPart>
          </mc:Choice>
          <mc:Fallback>
            <p:pic>
              <p:nvPicPr>
                <p:cNvPr id="100" name="墨迹 99">
                  <a:extLst>
                    <a:ext uri="{FF2B5EF4-FFF2-40B4-BE49-F238E27FC236}">
                      <a16:creationId xmlns:a16="http://schemas.microsoft.com/office/drawing/2014/main" id="{948C8F09-C929-44A5-A7C0-E2998516401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439573" y="3382053"/>
                  <a:ext cx="1317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1" name="墨迹 100">
                  <a:extLst>
                    <a:ext uri="{FF2B5EF4-FFF2-40B4-BE49-F238E27FC236}">
                      <a16:creationId xmlns:a16="http://schemas.microsoft.com/office/drawing/2014/main" id="{3261FA9C-ADDB-41A8-8270-7BF88A10E2FF}"/>
                    </a:ext>
                  </a:extLst>
                </p14:cNvPr>
                <p14:cNvContentPartPr/>
                <p14:nvPr/>
              </p14:nvContentPartPr>
              <p14:xfrm>
                <a:off x="10543253" y="3243453"/>
                <a:ext cx="222120" cy="540360"/>
              </p14:xfrm>
            </p:contentPart>
          </mc:Choice>
          <mc:Fallback>
            <p:pic>
              <p:nvPicPr>
                <p:cNvPr id="101" name="墨迹 100">
                  <a:extLst>
                    <a:ext uri="{FF2B5EF4-FFF2-40B4-BE49-F238E27FC236}">
                      <a16:creationId xmlns:a16="http://schemas.microsoft.com/office/drawing/2014/main" id="{3261FA9C-ADDB-41A8-8270-7BF88A10E2F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534613" y="3234453"/>
                  <a:ext cx="239760" cy="55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2" name="墨迹 101">
                  <a:extLst>
                    <a:ext uri="{FF2B5EF4-FFF2-40B4-BE49-F238E27FC236}">
                      <a16:creationId xmlns:a16="http://schemas.microsoft.com/office/drawing/2014/main" id="{F4CC737D-74CE-4FE4-B4D7-E2C8AFF24626}"/>
                    </a:ext>
                  </a:extLst>
                </p14:cNvPr>
                <p14:cNvContentPartPr/>
                <p14:nvPr/>
              </p14:nvContentPartPr>
              <p14:xfrm>
                <a:off x="10487453" y="3515253"/>
                <a:ext cx="261720" cy="291600"/>
              </p14:xfrm>
            </p:contentPart>
          </mc:Choice>
          <mc:Fallback>
            <p:pic>
              <p:nvPicPr>
                <p:cNvPr id="102" name="墨迹 101">
                  <a:extLst>
                    <a:ext uri="{FF2B5EF4-FFF2-40B4-BE49-F238E27FC236}">
                      <a16:creationId xmlns:a16="http://schemas.microsoft.com/office/drawing/2014/main" id="{F4CC737D-74CE-4FE4-B4D7-E2C8AFF2462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478813" y="3506253"/>
                  <a:ext cx="27936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4" name="墨迹 103">
                  <a:extLst>
                    <a:ext uri="{FF2B5EF4-FFF2-40B4-BE49-F238E27FC236}">
                      <a16:creationId xmlns:a16="http://schemas.microsoft.com/office/drawing/2014/main" id="{E74F4CAB-2F1E-4500-A741-D3B1F099666C}"/>
                    </a:ext>
                  </a:extLst>
                </p14:cNvPr>
                <p14:cNvContentPartPr/>
                <p14:nvPr/>
              </p14:nvContentPartPr>
              <p14:xfrm>
                <a:off x="8925413" y="3953733"/>
                <a:ext cx="2652480" cy="183960"/>
              </p14:xfrm>
            </p:contentPart>
          </mc:Choice>
          <mc:Fallback>
            <p:pic>
              <p:nvPicPr>
                <p:cNvPr id="104" name="墨迹 103">
                  <a:extLst>
                    <a:ext uri="{FF2B5EF4-FFF2-40B4-BE49-F238E27FC236}">
                      <a16:creationId xmlns:a16="http://schemas.microsoft.com/office/drawing/2014/main" id="{E74F4CAB-2F1E-4500-A741-D3B1F099666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916773" y="3944733"/>
                  <a:ext cx="2670120" cy="201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313484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EFC6397-5EBE-44E1-948E-0C64DCAA98E8}"/>
              </a:ext>
            </a:extLst>
          </p:cNvPr>
          <p:cNvSpPr txBox="1"/>
          <p:nvPr/>
        </p:nvSpPr>
        <p:spPr>
          <a:xfrm>
            <a:off x="1801707" y="87376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大模型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3" name="墨迹 42">
                <a:extLst>
                  <a:ext uri="{FF2B5EF4-FFF2-40B4-BE49-F238E27FC236}">
                    <a16:creationId xmlns:a16="http://schemas.microsoft.com/office/drawing/2014/main" id="{D56455CC-4464-4A58-8150-B4E911E460B2}"/>
                  </a:ext>
                </a:extLst>
              </p14:cNvPr>
              <p14:cNvContentPartPr/>
              <p14:nvPr/>
            </p14:nvContentPartPr>
            <p14:xfrm>
              <a:off x="7654973" y="4898013"/>
              <a:ext cx="155520" cy="713520"/>
            </p14:xfrm>
          </p:contentPart>
        </mc:Choice>
        <mc:Fallback>
          <p:pic>
            <p:nvPicPr>
              <p:cNvPr id="43" name="墨迹 42">
                <a:extLst>
                  <a:ext uri="{FF2B5EF4-FFF2-40B4-BE49-F238E27FC236}">
                    <a16:creationId xmlns:a16="http://schemas.microsoft.com/office/drawing/2014/main" id="{D56455CC-4464-4A58-8150-B4E911E460B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45973" y="4889013"/>
                <a:ext cx="173160" cy="73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4" name="墨迹 43">
                <a:extLst>
                  <a:ext uri="{FF2B5EF4-FFF2-40B4-BE49-F238E27FC236}">
                    <a16:creationId xmlns:a16="http://schemas.microsoft.com/office/drawing/2014/main" id="{249AC594-7800-4F03-8937-83A86A5741A2}"/>
                  </a:ext>
                </a:extLst>
              </p14:cNvPr>
              <p14:cNvContentPartPr/>
              <p14:nvPr/>
            </p14:nvContentPartPr>
            <p14:xfrm>
              <a:off x="7463813" y="5594613"/>
              <a:ext cx="467280" cy="226800"/>
            </p14:xfrm>
          </p:contentPart>
        </mc:Choice>
        <mc:Fallback>
          <p:pic>
            <p:nvPicPr>
              <p:cNvPr id="44" name="墨迹 43">
                <a:extLst>
                  <a:ext uri="{FF2B5EF4-FFF2-40B4-BE49-F238E27FC236}">
                    <a16:creationId xmlns:a16="http://schemas.microsoft.com/office/drawing/2014/main" id="{249AC594-7800-4F03-8937-83A86A5741A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54813" y="5585973"/>
                <a:ext cx="484920" cy="244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A01B278F-2CCB-4DE7-8677-B2932D870C0A}"/>
              </a:ext>
            </a:extLst>
          </p:cNvPr>
          <p:cNvGrpSpPr/>
          <p:nvPr/>
        </p:nvGrpSpPr>
        <p:grpSpPr>
          <a:xfrm>
            <a:off x="1033853" y="124773"/>
            <a:ext cx="10552320" cy="4911840"/>
            <a:chOff x="1033853" y="124773"/>
            <a:chExt cx="10552320" cy="4911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A79A8508-2B3B-4E1F-AB0E-13C8CE2C9BCD}"/>
                    </a:ext>
                  </a:extLst>
                </p14:cNvPr>
                <p14:cNvContentPartPr/>
                <p14:nvPr/>
              </p14:nvContentPartPr>
              <p14:xfrm>
                <a:off x="1033853" y="2338773"/>
                <a:ext cx="179280" cy="515880"/>
              </p14:xfrm>
            </p:contentPart>
          </mc:Choice>
          <mc:Fallback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A79A8508-2B3B-4E1F-AB0E-13C8CE2C9BC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24853" y="2329773"/>
                  <a:ext cx="19692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CB6FD8B2-C7AD-4F66-B85F-C461529690CF}"/>
                    </a:ext>
                  </a:extLst>
                </p14:cNvPr>
                <p14:cNvContentPartPr/>
                <p14:nvPr/>
              </p14:nvContentPartPr>
              <p14:xfrm>
                <a:off x="1068413" y="2361813"/>
                <a:ext cx="597600" cy="324000"/>
              </p14:xfrm>
            </p:contentPart>
          </mc:Choice>
          <mc:Fallback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CB6FD8B2-C7AD-4F66-B85F-C461529690C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59413" y="2352813"/>
                  <a:ext cx="61524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FA077333-41D8-41E6-A18B-CC7347176595}"/>
                    </a:ext>
                  </a:extLst>
                </p14:cNvPr>
                <p14:cNvContentPartPr/>
                <p14:nvPr/>
              </p14:nvContentPartPr>
              <p14:xfrm>
                <a:off x="1386293" y="2216373"/>
                <a:ext cx="437400" cy="580680"/>
              </p14:xfrm>
            </p:contentPart>
          </mc:Choice>
          <mc:Fallback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FA077333-41D8-41E6-A18B-CC734717659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77653" y="2207733"/>
                  <a:ext cx="455040" cy="59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" name="墨迹 2">
                  <a:extLst>
                    <a:ext uri="{FF2B5EF4-FFF2-40B4-BE49-F238E27FC236}">
                      <a16:creationId xmlns:a16="http://schemas.microsoft.com/office/drawing/2014/main" id="{9DEF8F09-783E-4396-87B0-B5880756DD2C}"/>
                    </a:ext>
                  </a:extLst>
                </p14:cNvPr>
                <p14:cNvContentPartPr/>
                <p14:nvPr/>
              </p14:nvContentPartPr>
              <p14:xfrm>
                <a:off x="3394373" y="2102253"/>
                <a:ext cx="191520" cy="934560"/>
              </p14:xfrm>
            </p:contentPart>
          </mc:Choice>
          <mc:Fallback>
            <p:pic>
              <p:nvPicPr>
                <p:cNvPr id="3" name="墨迹 2">
                  <a:extLst>
                    <a:ext uri="{FF2B5EF4-FFF2-40B4-BE49-F238E27FC236}">
                      <a16:creationId xmlns:a16="http://schemas.microsoft.com/office/drawing/2014/main" id="{9DEF8F09-783E-4396-87B0-B5880756DD2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385733" y="2093253"/>
                  <a:ext cx="209160" cy="9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E9841FEC-9625-44BB-9602-83F605A7849A}"/>
                    </a:ext>
                  </a:extLst>
                </p14:cNvPr>
                <p14:cNvContentPartPr/>
                <p14:nvPr/>
              </p14:nvContentPartPr>
              <p14:xfrm>
                <a:off x="3562493" y="2092893"/>
                <a:ext cx="2099520" cy="979920"/>
              </p14:xfrm>
            </p:contentPart>
          </mc:Choice>
          <mc:Fallback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E9841FEC-9625-44BB-9602-83F605A7849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553493" y="2083893"/>
                  <a:ext cx="2117160" cy="9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A822B334-91E5-48A8-9540-CA984550FAE0}"/>
                    </a:ext>
                  </a:extLst>
                </p14:cNvPr>
                <p14:cNvContentPartPr/>
                <p14:nvPr/>
              </p14:nvContentPartPr>
              <p14:xfrm>
                <a:off x="3486533" y="2973093"/>
                <a:ext cx="1850760" cy="115920"/>
              </p14:xfrm>
            </p:contentPart>
          </mc:Choice>
          <mc:Fallback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A822B334-91E5-48A8-9540-CA984550FAE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477893" y="2964093"/>
                  <a:ext cx="18684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96F5D5DC-2961-407A-A87D-3F976105D4ED}"/>
                    </a:ext>
                  </a:extLst>
                </p14:cNvPr>
                <p14:cNvContentPartPr/>
                <p14:nvPr/>
              </p14:nvContentPartPr>
              <p14:xfrm>
                <a:off x="3838973" y="2216373"/>
                <a:ext cx="50760" cy="565560"/>
              </p14:xfrm>
            </p:contentPart>
          </mc:Choice>
          <mc:Fallback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96F5D5DC-2961-407A-A87D-3F976105D4E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829973" y="2207733"/>
                  <a:ext cx="68400" cy="58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68A56E4A-71BF-479C-9412-A04002892B7F}"/>
                    </a:ext>
                  </a:extLst>
                </p14:cNvPr>
                <p14:cNvContentPartPr/>
                <p14:nvPr/>
              </p14:nvContentPartPr>
              <p14:xfrm>
                <a:off x="4072613" y="2167413"/>
                <a:ext cx="230040" cy="64332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68A56E4A-71BF-479C-9412-A04002892B7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63973" y="2158773"/>
                  <a:ext cx="247680" cy="66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4D14F194-A404-4486-A74C-785004727169}"/>
                    </a:ext>
                  </a:extLst>
                </p14:cNvPr>
                <p14:cNvContentPartPr/>
                <p14:nvPr/>
              </p14:nvContentPartPr>
              <p14:xfrm>
                <a:off x="4305893" y="2467653"/>
                <a:ext cx="654120" cy="46692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4D14F194-A404-4486-A74C-78500472716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296893" y="2458653"/>
                  <a:ext cx="67176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A02FCED9-1380-4195-B11D-40987A02BAD9}"/>
                    </a:ext>
                  </a:extLst>
                </p14:cNvPr>
                <p14:cNvContentPartPr/>
                <p14:nvPr/>
              </p14:nvContentPartPr>
              <p14:xfrm>
                <a:off x="2464133" y="2625693"/>
                <a:ext cx="945000" cy="27720"/>
              </p14:xfrm>
            </p:contentPart>
          </mc:Choice>
          <mc:Fallback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A02FCED9-1380-4195-B11D-40987A02BAD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455493" y="2616693"/>
                  <a:ext cx="9626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EC87D897-2AF5-4644-9E82-CABB6B5012D5}"/>
                    </a:ext>
                  </a:extLst>
                </p14:cNvPr>
                <p14:cNvContentPartPr/>
                <p14:nvPr/>
              </p14:nvContentPartPr>
              <p14:xfrm>
                <a:off x="2988293" y="2431653"/>
                <a:ext cx="497160" cy="564840"/>
              </p14:xfrm>
            </p:contentPart>
          </mc:Choice>
          <mc:Fallback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EC87D897-2AF5-4644-9E82-CABB6B5012D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979293" y="2422653"/>
                  <a:ext cx="514800" cy="58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987338AB-F360-424D-A6CA-A0FD4E8912BD}"/>
                    </a:ext>
                  </a:extLst>
                </p14:cNvPr>
                <p14:cNvContentPartPr/>
                <p14:nvPr/>
              </p14:nvContentPartPr>
              <p14:xfrm>
                <a:off x="5659133" y="2477373"/>
                <a:ext cx="915120" cy="31320"/>
              </p14:xfrm>
            </p:contentPart>
          </mc:Choice>
          <mc:Fallback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987338AB-F360-424D-A6CA-A0FD4E8912B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650133" y="2468733"/>
                  <a:ext cx="9327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494E4B83-B6F8-4B39-9501-F0AF0F13EC71}"/>
                    </a:ext>
                  </a:extLst>
                </p14:cNvPr>
                <p14:cNvContentPartPr/>
                <p14:nvPr/>
              </p14:nvContentPartPr>
              <p14:xfrm>
                <a:off x="6442853" y="2315013"/>
                <a:ext cx="355320" cy="377640"/>
              </p14:xfrm>
            </p:contentPart>
          </mc:Choice>
          <mc:Fallback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494E4B83-B6F8-4B39-9501-F0AF0F13EC7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433853" y="2306013"/>
                  <a:ext cx="37296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322AC778-5CC5-4B35-9E63-A00C5A4DF7E7}"/>
                    </a:ext>
                  </a:extLst>
                </p14:cNvPr>
                <p14:cNvContentPartPr/>
                <p14:nvPr/>
              </p14:nvContentPartPr>
              <p14:xfrm>
                <a:off x="7137293" y="2234013"/>
                <a:ext cx="250200" cy="487080"/>
              </p14:xfrm>
            </p:contentPart>
          </mc:Choice>
          <mc:Fallback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322AC778-5CC5-4B35-9E63-A00C5A4DF7E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128653" y="2225373"/>
                  <a:ext cx="267840" cy="50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AF543B5A-C0D2-4821-9512-F04F62868C57}"/>
                    </a:ext>
                  </a:extLst>
                </p14:cNvPr>
                <p14:cNvContentPartPr/>
                <p14:nvPr/>
              </p14:nvContentPartPr>
              <p14:xfrm>
                <a:off x="7430333" y="2298453"/>
                <a:ext cx="297360" cy="102600"/>
              </p14:xfrm>
            </p:contentPart>
          </mc:Choice>
          <mc:Fallback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AF543B5A-C0D2-4821-9512-F04F62868C5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421693" y="2289453"/>
                  <a:ext cx="3150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06D3ED31-B8EF-43C1-9747-03671524F0FB}"/>
                    </a:ext>
                  </a:extLst>
                </p14:cNvPr>
                <p14:cNvContentPartPr/>
                <p14:nvPr/>
              </p14:nvContentPartPr>
              <p14:xfrm>
                <a:off x="7544813" y="2137533"/>
                <a:ext cx="732600" cy="58680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06D3ED31-B8EF-43C1-9747-03671524F0F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535813" y="2128533"/>
                  <a:ext cx="750240" cy="60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99CACF45-D568-4288-A942-C11AD798C5AC}"/>
                    </a:ext>
                  </a:extLst>
                </p14:cNvPr>
                <p14:cNvContentPartPr/>
                <p14:nvPr/>
              </p14:nvContentPartPr>
              <p14:xfrm>
                <a:off x="7016693" y="2868693"/>
                <a:ext cx="1474920" cy="88200"/>
              </p14:xfrm>
            </p:contentPart>
          </mc:Choice>
          <mc:Fallback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99CACF45-D568-4288-A942-C11AD798C5A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007693" y="2859693"/>
                  <a:ext cx="14925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B36D0487-D4E1-49F1-838F-A5274520E8EB}"/>
                    </a:ext>
                  </a:extLst>
                </p14:cNvPr>
                <p14:cNvContentPartPr/>
                <p14:nvPr/>
              </p14:nvContentPartPr>
              <p14:xfrm>
                <a:off x="7467053" y="3115293"/>
                <a:ext cx="68760" cy="743040"/>
              </p14:xfrm>
            </p:contentPart>
          </mc:Choice>
          <mc:Fallback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B36D0487-D4E1-49F1-838F-A5274520E8E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458413" y="3106653"/>
                  <a:ext cx="86400" cy="76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9C2E080A-8824-445A-B77F-40E5A33AF34D}"/>
                    </a:ext>
                  </a:extLst>
                </p14:cNvPr>
                <p14:cNvContentPartPr/>
                <p14:nvPr/>
              </p14:nvContentPartPr>
              <p14:xfrm>
                <a:off x="7324493" y="3603453"/>
                <a:ext cx="443160" cy="277920"/>
              </p14:xfrm>
            </p:contentPart>
          </mc:Choice>
          <mc:Fallback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9C2E080A-8824-445A-B77F-40E5A33AF34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315853" y="3594813"/>
                  <a:ext cx="46080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586E58C5-4E03-4DB9-A46F-E9983FD1FD32}"/>
                    </a:ext>
                  </a:extLst>
                </p14:cNvPr>
                <p14:cNvContentPartPr/>
                <p14:nvPr/>
              </p14:nvContentPartPr>
              <p14:xfrm>
                <a:off x="7199933" y="4129053"/>
                <a:ext cx="24120" cy="648360"/>
              </p14:xfrm>
            </p:contentPart>
          </mc:Choice>
          <mc:Fallback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586E58C5-4E03-4DB9-A46F-E9983FD1FD3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191293" y="4120413"/>
                  <a:ext cx="41760" cy="66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DF9554BA-1B78-4B23-83F9-13A2AD463F02}"/>
                    </a:ext>
                  </a:extLst>
                </p14:cNvPr>
                <p14:cNvContentPartPr/>
                <p14:nvPr/>
              </p14:nvContentPartPr>
              <p14:xfrm>
                <a:off x="6971693" y="4274853"/>
                <a:ext cx="340560" cy="286560"/>
              </p14:xfrm>
            </p:contentPart>
          </mc:Choice>
          <mc:Fallback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DF9554BA-1B78-4B23-83F9-13A2AD463F0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963053" y="4265853"/>
                  <a:ext cx="35820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CE71C5BA-2975-426B-A46A-A5D314E1E46E}"/>
                    </a:ext>
                  </a:extLst>
                </p14:cNvPr>
                <p14:cNvContentPartPr/>
                <p14:nvPr/>
              </p14:nvContentPartPr>
              <p14:xfrm>
                <a:off x="7399733" y="3960933"/>
                <a:ext cx="88200" cy="842400"/>
              </p14:xfrm>
            </p:contentPart>
          </mc:Choice>
          <mc:Fallback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CE71C5BA-2975-426B-A46A-A5D314E1E46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391093" y="3952293"/>
                  <a:ext cx="105840" cy="86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0BF719FB-E086-4FA7-958F-672A93875C4C}"/>
                    </a:ext>
                  </a:extLst>
                </p14:cNvPr>
                <p14:cNvContentPartPr/>
                <p14:nvPr/>
              </p14:nvContentPartPr>
              <p14:xfrm>
                <a:off x="7439693" y="4180893"/>
                <a:ext cx="171720" cy="329760"/>
              </p14:xfrm>
            </p:contentPart>
          </mc:Choice>
          <mc:Fallback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0BF719FB-E086-4FA7-958F-672A93875C4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430693" y="4172253"/>
                  <a:ext cx="18936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9EFC62E5-CEFD-437D-ADC2-6649C1D1CE32}"/>
                    </a:ext>
                  </a:extLst>
                </p14:cNvPr>
                <p14:cNvContentPartPr/>
                <p14:nvPr/>
              </p14:nvContentPartPr>
              <p14:xfrm>
                <a:off x="7721933" y="4027173"/>
                <a:ext cx="277200" cy="614880"/>
              </p14:xfrm>
            </p:contentPart>
          </mc:Choice>
          <mc:Fallback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9EFC62E5-CEFD-437D-ADC2-6649C1D1CE3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712933" y="4018173"/>
                  <a:ext cx="294840" cy="63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79398BFF-88D3-42BE-BFAF-3EB301D3BD36}"/>
                    </a:ext>
                  </a:extLst>
                </p14:cNvPr>
                <p14:cNvContentPartPr/>
                <p14:nvPr/>
              </p14:nvContentPartPr>
              <p14:xfrm>
                <a:off x="8000573" y="4123293"/>
                <a:ext cx="234000" cy="84600"/>
              </p14:xfrm>
            </p:contentPart>
          </mc:Choice>
          <mc:Fallback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79398BFF-88D3-42BE-BFAF-3EB301D3BD3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991573" y="4114653"/>
                  <a:ext cx="2516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C8ED2DF6-C7C8-42DE-8F87-F5BB8625A23A}"/>
                    </a:ext>
                  </a:extLst>
                </p14:cNvPr>
                <p14:cNvContentPartPr/>
                <p14:nvPr/>
              </p14:nvContentPartPr>
              <p14:xfrm>
                <a:off x="7960973" y="3997653"/>
                <a:ext cx="291600" cy="630000"/>
              </p14:xfrm>
            </p:contentPart>
          </mc:Choice>
          <mc:Fallback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C8ED2DF6-C7C8-42DE-8F87-F5BB8625A23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951973" y="3988653"/>
                  <a:ext cx="309240" cy="64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D429B07E-F1CD-4B54-9419-729E0025D33F}"/>
                    </a:ext>
                  </a:extLst>
                </p14:cNvPr>
                <p14:cNvContentPartPr/>
                <p14:nvPr/>
              </p14:nvContentPartPr>
              <p14:xfrm>
                <a:off x="8340773" y="4136253"/>
                <a:ext cx="327960" cy="21960"/>
              </p14:xfrm>
            </p:contentPart>
          </mc:Choice>
          <mc:Fallback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D429B07E-F1CD-4B54-9419-729E0025D33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332133" y="4127613"/>
                  <a:ext cx="3456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6874620A-B75E-4130-88BE-6E61493AFAF1}"/>
                    </a:ext>
                  </a:extLst>
                </p14:cNvPr>
                <p14:cNvContentPartPr/>
                <p14:nvPr/>
              </p14:nvContentPartPr>
              <p14:xfrm>
                <a:off x="8354453" y="3975333"/>
                <a:ext cx="195840" cy="589320"/>
              </p14:xfrm>
            </p:contentPart>
          </mc:Choice>
          <mc:Fallback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6874620A-B75E-4130-88BE-6E61493AFAF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345813" y="3966693"/>
                  <a:ext cx="213480" cy="60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58E677FB-9E53-488E-9405-EB07599061D2}"/>
                    </a:ext>
                  </a:extLst>
                </p14:cNvPr>
                <p14:cNvContentPartPr/>
                <p14:nvPr/>
              </p14:nvContentPartPr>
              <p14:xfrm>
                <a:off x="8636333" y="3850053"/>
                <a:ext cx="311760" cy="692640"/>
              </p14:xfrm>
            </p:contentPart>
          </mc:Choice>
          <mc:Fallback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58E677FB-9E53-488E-9405-EB07599061D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627333" y="3841413"/>
                  <a:ext cx="329400" cy="71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2A3A236E-5D57-4DF9-AF89-6296533F326D}"/>
                    </a:ext>
                  </a:extLst>
                </p14:cNvPr>
                <p14:cNvContentPartPr/>
                <p14:nvPr/>
              </p14:nvContentPartPr>
              <p14:xfrm>
                <a:off x="8640293" y="4187373"/>
                <a:ext cx="216360" cy="175680"/>
              </p14:xfrm>
            </p:contentPart>
          </mc:Choice>
          <mc:Fallback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2A3A236E-5D57-4DF9-AF89-6296533F326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631653" y="4178733"/>
                  <a:ext cx="23400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墨迹 37">
                  <a:extLst>
                    <a:ext uri="{FF2B5EF4-FFF2-40B4-BE49-F238E27FC236}">
                      <a16:creationId xmlns:a16="http://schemas.microsoft.com/office/drawing/2014/main" id="{496B6BD5-3695-40A4-A21C-2483542C5F3C}"/>
                    </a:ext>
                  </a:extLst>
                </p14:cNvPr>
                <p14:cNvContentPartPr/>
                <p14:nvPr/>
              </p14:nvContentPartPr>
              <p14:xfrm>
                <a:off x="8930453" y="3863733"/>
                <a:ext cx="249480" cy="477720"/>
              </p14:xfrm>
            </p:contentPart>
          </mc:Choice>
          <mc:Fallback>
            <p:pic>
              <p:nvPicPr>
                <p:cNvPr id="38" name="墨迹 37">
                  <a:extLst>
                    <a:ext uri="{FF2B5EF4-FFF2-40B4-BE49-F238E27FC236}">
                      <a16:creationId xmlns:a16="http://schemas.microsoft.com/office/drawing/2014/main" id="{496B6BD5-3695-40A4-A21C-2483542C5F3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921813" y="3855093"/>
                  <a:ext cx="26712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DD57FAE5-32A6-4047-8FCD-DE780AAFE06A}"/>
                    </a:ext>
                  </a:extLst>
                </p14:cNvPr>
                <p14:cNvContentPartPr/>
                <p14:nvPr/>
              </p14:nvContentPartPr>
              <p14:xfrm>
                <a:off x="9046733" y="3935013"/>
                <a:ext cx="552600" cy="569160"/>
              </p14:xfrm>
            </p:contentPart>
          </mc:Choice>
          <mc:Fallback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DD57FAE5-32A6-4047-8FCD-DE780AAFE06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037733" y="3926373"/>
                  <a:ext cx="570240" cy="58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墨迹 39">
                  <a:extLst>
                    <a:ext uri="{FF2B5EF4-FFF2-40B4-BE49-F238E27FC236}">
                      <a16:creationId xmlns:a16="http://schemas.microsoft.com/office/drawing/2014/main" id="{55496039-FFFF-4705-960C-2EC21A4987F4}"/>
                    </a:ext>
                  </a:extLst>
                </p14:cNvPr>
                <p14:cNvContentPartPr/>
                <p14:nvPr/>
              </p14:nvContentPartPr>
              <p14:xfrm>
                <a:off x="9425453" y="3804693"/>
                <a:ext cx="349200" cy="732600"/>
              </p14:xfrm>
            </p:contentPart>
          </mc:Choice>
          <mc:Fallback>
            <p:pic>
              <p:nvPicPr>
                <p:cNvPr id="40" name="墨迹 39">
                  <a:extLst>
                    <a:ext uri="{FF2B5EF4-FFF2-40B4-BE49-F238E27FC236}">
                      <a16:creationId xmlns:a16="http://schemas.microsoft.com/office/drawing/2014/main" id="{55496039-FFFF-4705-960C-2EC21A4987F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416453" y="3796053"/>
                  <a:ext cx="366840" cy="75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D526A500-D3A4-43D1-8240-F852AB6BD230}"/>
                    </a:ext>
                  </a:extLst>
                </p14:cNvPr>
                <p14:cNvContentPartPr/>
                <p14:nvPr/>
              </p14:nvContentPartPr>
              <p14:xfrm>
                <a:off x="6562733" y="4626933"/>
                <a:ext cx="4742280" cy="409680"/>
              </p14:xfrm>
            </p:contentPart>
          </mc:Choice>
          <mc:Fallback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D526A500-D3A4-43D1-8240-F852AB6BD23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553733" y="4617933"/>
                  <a:ext cx="475992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A05A65AC-21CE-489F-A1A1-0291D71731FC}"/>
                    </a:ext>
                  </a:extLst>
                </p14:cNvPr>
                <p14:cNvContentPartPr/>
                <p14:nvPr/>
              </p14:nvContentPartPr>
              <p14:xfrm>
                <a:off x="8819573" y="2112333"/>
                <a:ext cx="667800" cy="72360"/>
              </p14:xfrm>
            </p:contentPart>
          </mc:Choice>
          <mc:Fallback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A05A65AC-21CE-489F-A1A1-0291D71731F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810933" y="2103333"/>
                  <a:ext cx="6854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7" name="墨迹 46">
                  <a:extLst>
                    <a:ext uri="{FF2B5EF4-FFF2-40B4-BE49-F238E27FC236}">
                      <a16:creationId xmlns:a16="http://schemas.microsoft.com/office/drawing/2014/main" id="{C37BE159-5742-41B0-8167-B07D44DDF526}"/>
                    </a:ext>
                  </a:extLst>
                </p14:cNvPr>
                <p14:cNvContentPartPr/>
                <p14:nvPr/>
              </p14:nvContentPartPr>
              <p14:xfrm>
                <a:off x="9581693" y="1886973"/>
                <a:ext cx="255600" cy="422640"/>
              </p14:xfrm>
            </p:contentPart>
          </mc:Choice>
          <mc:Fallback>
            <p:pic>
              <p:nvPicPr>
                <p:cNvPr id="47" name="墨迹 46">
                  <a:extLst>
                    <a:ext uri="{FF2B5EF4-FFF2-40B4-BE49-F238E27FC236}">
                      <a16:creationId xmlns:a16="http://schemas.microsoft.com/office/drawing/2014/main" id="{C37BE159-5742-41B0-8167-B07D44DDF52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572693" y="1878333"/>
                  <a:ext cx="27324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8" name="墨迹 47">
                  <a:extLst>
                    <a:ext uri="{FF2B5EF4-FFF2-40B4-BE49-F238E27FC236}">
                      <a16:creationId xmlns:a16="http://schemas.microsoft.com/office/drawing/2014/main" id="{1C3CCA49-1649-4FCE-A03D-17C7A9EACB6D}"/>
                    </a:ext>
                  </a:extLst>
                </p14:cNvPr>
                <p14:cNvContentPartPr/>
                <p14:nvPr/>
              </p14:nvContentPartPr>
              <p14:xfrm>
                <a:off x="8692133" y="1134933"/>
                <a:ext cx="382320" cy="708480"/>
              </p14:xfrm>
            </p:contentPart>
          </mc:Choice>
          <mc:Fallback>
            <p:pic>
              <p:nvPicPr>
                <p:cNvPr id="48" name="墨迹 47">
                  <a:extLst>
                    <a:ext uri="{FF2B5EF4-FFF2-40B4-BE49-F238E27FC236}">
                      <a16:creationId xmlns:a16="http://schemas.microsoft.com/office/drawing/2014/main" id="{1C3CCA49-1649-4FCE-A03D-17C7A9EACB6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683133" y="1126293"/>
                  <a:ext cx="399960" cy="72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9" name="墨迹 48">
                  <a:extLst>
                    <a:ext uri="{FF2B5EF4-FFF2-40B4-BE49-F238E27FC236}">
                      <a16:creationId xmlns:a16="http://schemas.microsoft.com/office/drawing/2014/main" id="{FFF6C36B-0BAF-4378-80FA-1F1A1DA376EF}"/>
                    </a:ext>
                  </a:extLst>
                </p14:cNvPr>
                <p14:cNvContentPartPr/>
                <p14:nvPr/>
              </p14:nvContentPartPr>
              <p14:xfrm>
                <a:off x="9112973" y="1354893"/>
                <a:ext cx="235800" cy="67320"/>
              </p14:xfrm>
            </p:contentPart>
          </mc:Choice>
          <mc:Fallback>
            <p:pic>
              <p:nvPicPr>
                <p:cNvPr id="49" name="墨迹 48">
                  <a:extLst>
                    <a:ext uri="{FF2B5EF4-FFF2-40B4-BE49-F238E27FC236}">
                      <a16:creationId xmlns:a16="http://schemas.microsoft.com/office/drawing/2014/main" id="{FFF6C36B-0BAF-4378-80FA-1F1A1DA376E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104333" y="1346253"/>
                  <a:ext cx="2534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0" name="墨迹 49">
                  <a:extLst>
                    <a:ext uri="{FF2B5EF4-FFF2-40B4-BE49-F238E27FC236}">
                      <a16:creationId xmlns:a16="http://schemas.microsoft.com/office/drawing/2014/main" id="{D7FAA186-8BED-48E5-967D-98AD7A904253}"/>
                    </a:ext>
                  </a:extLst>
                </p14:cNvPr>
                <p14:cNvContentPartPr/>
                <p14:nvPr/>
              </p14:nvContentPartPr>
              <p14:xfrm>
                <a:off x="9135653" y="1165893"/>
                <a:ext cx="252360" cy="763920"/>
              </p14:xfrm>
            </p:contentPart>
          </mc:Choice>
          <mc:Fallback>
            <p:pic>
              <p:nvPicPr>
                <p:cNvPr id="50" name="墨迹 49">
                  <a:extLst>
                    <a:ext uri="{FF2B5EF4-FFF2-40B4-BE49-F238E27FC236}">
                      <a16:creationId xmlns:a16="http://schemas.microsoft.com/office/drawing/2014/main" id="{D7FAA186-8BED-48E5-967D-98AD7A90425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127013" y="1157253"/>
                  <a:ext cx="270000" cy="78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1" name="墨迹 50">
                  <a:extLst>
                    <a:ext uri="{FF2B5EF4-FFF2-40B4-BE49-F238E27FC236}">
                      <a16:creationId xmlns:a16="http://schemas.microsoft.com/office/drawing/2014/main" id="{B392A5D0-ACEC-4E1E-BBED-28F4590059CD}"/>
                    </a:ext>
                  </a:extLst>
                </p14:cNvPr>
                <p14:cNvContentPartPr/>
                <p14:nvPr/>
              </p14:nvContentPartPr>
              <p14:xfrm>
                <a:off x="9561893" y="1307733"/>
                <a:ext cx="164160" cy="39960"/>
              </p14:xfrm>
            </p:contentPart>
          </mc:Choice>
          <mc:Fallback>
            <p:pic>
              <p:nvPicPr>
                <p:cNvPr id="51" name="墨迹 50">
                  <a:extLst>
                    <a:ext uri="{FF2B5EF4-FFF2-40B4-BE49-F238E27FC236}">
                      <a16:creationId xmlns:a16="http://schemas.microsoft.com/office/drawing/2014/main" id="{B392A5D0-ACEC-4E1E-BBED-28F4590059C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553253" y="1298733"/>
                  <a:ext cx="1818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2" name="墨迹 51">
                  <a:extLst>
                    <a:ext uri="{FF2B5EF4-FFF2-40B4-BE49-F238E27FC236}">
                      <a16:creationId xmlns:a16="http://schemas.microsoft.com/office/drawing/2014/main" id="{5C5ED9F8-99D4-4CB0-A4BE-51EF53D01FB2}"/>
                    </a:ext>
                  </a:extLst>
                </p14:cNvPr>
                <p14:cNvContentPartPr/>
                <p14:nvPr/>
              </p14:nvContentPartPr>
              <p14:xfrm>
                <a:off x="9531293" y="1190373"/>
                <a:ext cx="230040" cy="651960"/>
              </p14:xfrm>
            </p:contentPart>
          </mc:Choice>
          <mc:Fallback>
            <p:pic>
              <p:nvPicPr>
                <p:cNvPr id="52" name="墨迹 51">
                  <a:extLst>
                    <a:ext uri="{FF2B5EF4-FFF2-40B4-BE49-F238E27FC236}">
                      <a16:creationId xmlns:a16="http://schemas.microsoft.com/office/drawing/2014/main" id="{5C5ED9F8-99D4-4CB0-A4BE-51EF53D01FB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522293" y="1181373"/>
                  <a:ext cx="247680" cy="66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3" name="墨迹 52">
                  <a:extLst>
                    <a:ext uri="{FF2B5EF4-FFF2-40B4-BE49-F238E27FC236}">
                      <a16:creationId xmlns:a16="http://schemas.microsoft.com/office/drawing/2014/main" id="{0BCFFF92-89A4-4751-B844-03A46BEC6347}"/>
                    </a:ext>
                  </a:extLst>
                </p14:cNvPr>
                <p14:cNvContentPartPr/>
                <p14:nvPr/>
              </p14:nvContentPartPr>
              <p14:xfrm>
                <a:off x="9801653" y="1204413"/>
                <a:ext cx="170640" cy="482760"/>
              </p14:xfrm>
            </p:contentPart>
          </mc:Choice>
          <mc:Fallback>
            <p:pic>
              <p:nvPicPr>
                <p:cNvPr id="53" name="墨迹 52">
                  <a:extLst>
                    <a:ext uri="{FF2B5EF4-FFF2-40B4-BE49-F238E27FC236}">
                      <a16:creationId xmlns:a16="http://schemas.microsoft.com/office/drawing/2014/main" id="{0BCFFF92-89A4-4751-B844-03A46BEC634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792653" y="1195413"/>
                  <a:ext cx="188280" cy="50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4" name="墨迹 53">
                  <a:extLst>
                    <a:ext uri="{FF2B5EF4-FFF2-40B4-BE49-F238E27FC236}">
                      <a16:creationId xmlns:a16="http://schemas.microsoft.com/office/drawing/2014/main" id="{75E862B6-3B47-4F20-BF81-6BAE406A1DA5}"/>
                    </a:ext>
                  </a:extLst>
                </p14:cNvPr>
                <p14:cNvContentPartPr/>
                <p14:nvPr/>
              </p14:nvContentPartPr>
              <p14:xfrm>
                <a:off x="9694373" y="1375413"/>
                <a:ext cx="294840" cy="204120"/>
              </p14:xfrm>
            </p:contentPart>
          </mc:Choice>
          <mc:Fallback>
            <p:pic>
              <p:nvPicPr>
                <p:cNvPr id="54" name="墨迹 53">
                  <a:extLst>
                    <a:ext uri="{FF2B5EF4-FFF2-40B4-BE49-F238E27FC236}">
                      <a16:creationId xmlns:a16="http://schemas.microsoft.com/office/drawing/2014/main" id="{75E862B6-3B47-4F20-BF81-6BAE406A1DA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685373" y="1366413"/>
                  <a:ext cx="3124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5" name="墨迹 54">
                  <a:extLst>
                    <a:ext uri="{FF2B5EF4-FFF2-40B4-BE49-F238E27FC236}">
                      <a16:creationId xmlns:a16="http://schemas.microsoft.com/office/drawing/2014/main" id="{8141E4F0-3A1F-49DF-997F-E0A9ABB55D1A}"/>
                    </a:ext>
                  </a:extLst>
                </p14:cNvPr>
                <p14:cNvContentPartPr/>
                <p14:nvPr/>
              </p14:nvContentPartPr>
              <p14:xfrm>
                <a:off x="10229333" y="1750533"/>
                <a:ext cx="124200" cy="627480"/>
              </p14:xfrm>
            </p:contentPart>
          </mc:Choice>
          <mc:Fallback>
            <p:pic>
              <p:nvPicPr>
                <p:cNvPr id="55" name="墨迹 54">
                  <a:extLst>
                    <a:ext uri="{FF2B5EF4-FFF2-40B4-BE49-F238E27FC236}">
                      <a16:creationId xmlns:a16="http://schemas.microsoft.com/office/drawing/2014/main" id="{8141E4F0-3A1F-49DF-997F-E0A9ABB55D1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220333" y="1741533"/>
                  <a:ext cx="141840" cy="64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6" name="墨迹 55">
                  <a:extLst>
                    <a:ext uri="{FF2B5EF4-FFF2-40B4-BE49-F238E27FC236}">
                      <a16:creationId xmlns:a16="http://schemas.microsoft.com/office/drawing/2014/main" id="{6EA69EDD-D79D-4A7A-8402-B11B9DFDF7E0}"/>
                    </a:ext>
                  </a:extLst>
                </p14:cNvPr>
                <p14:cNvContentPartPr/>
                <p14:nvPr/>
              </p14:nvContentPartPr>
              <p14:xfrm>
                <a:off x="10273973" y="1676733"/>
                <a:ext cx="1040040" cy="864360"/>
              </p14:xfrm>
            </p:contentPart>
          </mc:Choice>
          <mc:Fallback>
            <p:pic>
              <p:nvPicPr>
                <p:cNvPr id="56" name="墨迹 55">
                  <a:extLst>
                    <a:ext uri="{FF2B5EF4-FFF2-40B4-BE49-F238E27FC236}">
                      <a16:creationId xmlns:a16="http://schemas.microsoft.com/office/drawing/2014/main" id="{6EA69EDD-D79D-4A7A-8402-B11B9DFDF7E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264973" y="1668093"/>
                  <a:ext cx="1057680" cy="88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7" name="墨迹 56">
                  <a:extLst>
                    <a:ext uri="{FF2B5EF4-FFF2-40B4-BE49-F238E27FC236}">
                      <a16:creationId xmlns:a16="http://schemas.microsoft.com/office/drawing/2014/main" id="{A224C0EF-BCD1-429F-8C86-B4A0F0E962DE}"/>
                    </a:ext>
                  </a:extLst>
                </p14:cNvPr>
                <p14:cNvContentPartPr/>
                <p14:nvPr/>
              </p14:nvContentPartPr>
              <p14:xfrm>
                <a:off x="10363613" y="2416533"/>
                <a:ext cx="839520" cy="120600"/>
              </p14:xfrm>
            </p:contentPart>
          </mc:Choice>
          <mc:Fallback>
            <p:pic>
              <p:nvPicPr>
                <p:cNvPr id="57" name="墨迹 56">
                  <a:extLst>
                    <a:ext uri="{FF2B5EF4-FFF2-40B4-BE49-F238E27FC236}">
                      <a16:creationId xmlns:a16="http://schemas.microsoft.com/office/drawing/2014/main" id="{A224C0EF-BCD1-429F-8C86-B4A0F0E962D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354613" y="2407533"/>
                  <a:ext cx="8571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墨迹 58">
                  <a:extLst>
                    <a:ext uri="{FF2B5EF4-FFF2-40B4-BE49-F238E27FC236}">
                      <a16:creationId xmlns:a16="http://schemas.microsoft.com/office/drawing/2014/main" id="{F8459904-8C35-465A-9CCB-FFBF3BBC07B7}"/>
                    </a:ext>
                  </a:extLst>
                </p14:cNvPr>
                <p14:cNvContentPartPr/>
                <p14:nvPr/>
              </p14:nvContentPartPr>
              <p14:xfrm>
                <a:off x="10356413" y="1897773"/>
                <a:ext cx="112320" cy="349920"/>
              </p14:xfrm>
            </p:contentPart>
          </mc:Choice>
          <mc:Fallback>
            <p:pic>
              <p:nvPicPr>
                <p:cNvPr id="59" name="墨迹 58">
                  <a:extLst>
                    <a:ext uri="{FF2B5EF4-FFF2-40B4-BE49-F238E27FC236}">
                      <a16:creationId xmlns:a16="http://schemas.microsoft.com/office/drawing/2014/main" id="{F8459904-8C35-465A-9CCB-FFBF3BBC07B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347413" y="1889133"/>
                  <a:ext cx="12996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0" name="墨迹 59">
                  <a:extLst>
                    <a:ext uri="{FF2B5EF4-FFF2-40B4-BE49-F238E27FC236}">
                      <a16:creationId xmlns:a16="http://schemas.microsoft.com/office/drawing/2014/main" id="{045A6C03-76A5-47A5-83FC-AF44139EB2DC}"/>
                    </a:ext>
                  </a:extLst>
                </p14:cNvPr>
                <p14:cNvContentPartPr/>
                <p14:nvPr/>
              </p14:nvContentPartPr>
              <p14:xfrm>
                <a:off x="10864013" y="1781133"/>
                <a:ext cx="139680" cy="497880"/>
              </p14:xfrm>
            </p:contentPart>
          </mc:Choice>
          <mc:Fallback>
            <p:pic>
              <p:nvPicPr>
                <p:cNvPr id="60" name="墨迹 59">
                  <a:extLst>
                    <a:ext uri="{FF2B5EF4-FFF2-40B4-BE49-F238E27FC236}">
                      <a16:creationId xmlns:a16="http://schemas.microsoft.com/office/drawing/2014/main" id="{045A6C03-76A5-47A5-83FC-AF44139EB2D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855373" y="1772493"/>
                  <a:ext cx="157320" cy="51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2" name="墨迹 61">
                  <a:extLst>
                    <a:ext uri="{FF2B5EF4-FFF2-40B4-BE49-F238E27FC236}">
                      <a16:creationId xmlns:a16="http://schemas.microsoft.com/office/drawing/2014/main" id="{9C38D160-AAB2-44FF-A475-916484B8DA9F}"/>
                    </a:ext>
                  </a:extLst>
                </p14:cNvPr>
                <p14:cNvContentPartPr/>
                <p14:nvPr/>
              </p14:nvContentPartPr>
              <p14:xfrm>
                <a:off x="9950333" y="1041333"/>
                <a:ext cx="240120" cy="343440"/>
              </p14:xfrm>
            </p:contentPart>
          </mc:Choice>
          <mc:Fallback>
            <p:pic>
              <p:nvPicPr>
                <p:cNvPr id="62" name="墨迹 61">
                  <a:extLst>
                    <a:ext uri="{FF2B5EF4-FFF2-40B4-BE49-F238E27FC236}">
                      <a16:creationId xmlns:a16="http://schemas.microsoft.com/office/drawing/2014/main" id="{9C38D160-AAB2-44FF-A475-916484B8DA9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941333" y="1032693"/>
                  <a:ext cx="25776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3" name="墨迹 62">
                  <a:extLst>
                    <a:ext uri="{FF2B5EF4-FFF2-40B4-BE49-F238E27FC236}">
                      <a16:creationId xmlns:a16="http://schemas.microsoft.com/office/drawing/2014/main" id="{1DDBA726-AFFB-4C91-AB81-7287DC5DB342}"/>
                    </a:ext>
                  </a:extLst>
                </p14:cNvPr>
                <p14:cNvContentPartPr/>
                <p14:nvPr/>
              </p14:nvContentPartPr>
              <p14:xfrm>
                <a:off x="10084253" y="1184613"/>
                <a:ext cx="90720" cy="458280"/>
              </p14:xfrm>
            </p:contentPart>
          </mc:Choice>
          <mc:Fallback>
            <p:pic>
              <p:nvPicPr>
                <p:cNvPr id="63" name="墨迹 62">
                  <a:extLst>
                    <a:ext uri="{FF2B5EF4-FFF2-40B4-BE49-F238E27FC236}">
                      <a16:creationId xmlns:a16="http://schemas.microsoft.com/office/drawing/2014/main" id="{1DDBA726-AFFB-4C91-AB81-7287DC5DB34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075253" y="1175613"/>
                  <a:ext cx="108360" cy="47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4" name="墨迹 63">
                  <a:extLst>
                    <a:ext uri="{FF2B5EF4-FFF2-40B4-BE49-F238E27FC236}">
                      <a16:creationId xmlns:a16="http://schemas.microsoft.com/office/drawing/2014/main" id="{7E14609B-9F7C-4E49-9B99-E7FE1FF42EA9}"/>
                    </a:ext>
                  </a:extLst>
                </p14:cNvPr>
                <p14:cNvContentPartPr/>
                <p14:nvPr/>
              </p14:nvContentPartPr>
              <p14:xfrm>
                <a:off x="10279733" y="1062213"/>
                <a:ext cx="473040" cy="495720"/>
              </p14:xfrm>
            </p:contentPart>
          </mc:Choice>
          <mc:Fallback>
            <p:pic>
              <p:nvPicPr>
                <p:cNvPr id="64" name="墨迹 63">
                  <a:extLst>
                    <a:ext uri="{FF2B5EF4-FFF2-40B4-BE49-F238E27FC236}">
                      <a16:creationId xmlns:a16="http://schemas.microsoft.com/office/drawing/2014/main" id="{7E14609B-9F7C-4E49-9B99-E7FE1FF42EA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270733" y="1053573"/>
                  <a:ext cx="490680" cy="51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5" name="墨迹 64">
                  <a:extLst>
                    <a:ext uri="{FF2B5EF4-FFF2-40B4-BE49-F238E27FC236}">
                      <a16:creationId xmlns:a16="http://schemas.microsoft.com/office/drawing/2014/main" id="{350AA89B-7124-42AF-9CB5-553AD97B7331}"/>
                    </a:ext>
                  </a:extLst>
                </p14:cNvPr>
                <p14:cNvContentPartPr/>
                <p14:nvPr/>
              </p14:nvContentPartPr>
              <p14:xfrm>
                <a:off x="8171573" y="124773"/>
                <a:ext cx="3414600" cy="2356920"/>
              </p14:xfrm>
            </p:contentPart>
          </mc:Choice>
          <mc:Fallback>
            <p:pic>
              <p:nvPicPr>
                <p:cNvPr id="65" name="墨迹 64">
                  <a:extLst>
                    <a:ext uri="{FF2B5EF4-FFF2-40B4-BE49-F238E27FC236}">
                      <a16:creationId xmlns:a16="http://schemas.microsoft.com/office/drawing/2014/main" id="{350AA89B-7124-42AF-9CB5-553AD97B733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162933" y="115773"/>
                  <a:ext cx="3432240" cy="237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7" name="墨迹 66">
                  <a:extLst>
                    <a:ext uri="{FF2B5EF4-FFF2-40B4-BE49-F238E27FC236}">
                      <a16:creationId xmlns:a16="http://schemas.microsoft.com/office/drawing/2014/main" id="{9A7C95D4-E12D-4A6F-8C56-C9C6EA2C1196}"/>
                    </a:ext>
                  </a:extLst>
                </p14:cNvPr>
                <p14:cNvContentPartPr/>
                <p14:nvPr/>
              </p14:nvContentPartPr>
              <p14:xfrm>
                <a:off x="2855813" y="1078413"/>
                <a:ext cx="990720" cy="1284480"/>
              </p14:xfrm>
            </p:contentPart>
          </mc:Choice>
          <mc:Fallback>
            <p:pic>
              <p:nvPicPr>
                <p:cNvPr id="67" name="墨迹 66">
                  <a:extLst>
                    <a:ext uri="{FF2B5EF4-FFF2-40B4-BE49-F238E27FC236}">
                      <a16:creationId xmlns:a16="http://schemas.microsoft.com/office/drawing/2014/main" id="{9A7C95D4-E12D-4A6F-8C56-C9C6EA2C1196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846813" y="1069413"/>
                  <a:ext cx="1008360" cy="13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8" name="墨迹 67">
                  <a:extLst>
                    <a:ext uri="{FF2B5EF4-FFF2-40B4-BE49-F238E27FC236}">
                      <a16:creationId xmlns:a16="http://schemas.microsoft.com/office/drawing/2014/main" id="{0BE25FA7-A03B-438A-959E-6FDA96B8F50F}"/>
                    </a:ext>
                  </a:extLst>
                </p14:cNvPr>
                <p14:cNvContentPartPr/>
                <p14:nvPr/>
              </p14:nvContentPartPr>
              <p14:xfrm>
                <a:off x="2590853" y="1594293"/>
                <a:ext cx="953280" cy="909360"/>
              </p14:xfrm>
            </p:contentPart>
          </mc:Choice>
          <mc:Fallback>
            <p:pic>
              <p:nvPicPr>
                <p:cNvPr id="68" name="墨迹 67">
                  <a:extLst>
                    <a:ext uri="{FF2B5EF4-FFF2-40B4-BE49-F238E27FC236}">
                      <a16:creationId xmlns:a16="http://schemas.microsoft.com/office/drawing/2014/main" id="{0BE25FA7-A03B-438A-959E-6FDA96B8F50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581853" y="1585653"/>
                  <a:ext cx="970920" cy="9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9" name="墨迹 68">
                  <a:extLst>
                    <a:ext uri="{FF2B5EF4-FFF2-40B4-BE49-F238E27FC236}">
                      <a16:creationId xmlns:a16="http://schemas.microsoft.com/office/drawing/2014/main" id="{DCFB993D-1D99-4333-9043-754770DE593C}"/>
                    </a:ext>
                  </a:extLst>
                </p14:cNvPr>
                <p14:cNvContentPartPr/>
                <p14:nvPr/>
              </p14:nvContentPartPr>
              <p14:xfrm>
                <a:off x="3941213" y="485853"/>
                <a:ext cx="476280" cy="713160"/>
              </p14:xfrm>
            </p:contentPart>
          </mc:Choice>
          <mc:Fallback>
            <p:pic>
              <p:nvPicPr>
                <p:cNvPr id="69" name="墨迹 68">
                  <a:extLst>
                    <a:ext uri="{FF2B5EF4-FFF2-40B4-BE49-F238E27FC236}">
                      <a16:creationId xmlns:a16="http://schemas.microsoft.com/office/drawing/2014/main" id="{DCFB993D-1D99-4333-9043-754770DE593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932213" y="477213"/>
                  <a:ext cx="493920" cy="73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0" name="墨迹 69">
                  <a:extLst>
                    <a:ext uri="{FF2B5EF4-FFF2-40B4-BE49-F238E27FC236}">
                      <a16:creationId xmlns:a16="http://schemas.microsoft.com/office/drawing/2014/main" id="{B0416E8A-1F63-4D05-B010-77CE8886D826}"/>
                    </a:ext>
                  </a:extLst>
                </p14:cNvPr>
                <p14:cNvContentPartPr/>
                <p14:nvPr/>
              </p14:nvContentPartPr>
              <p14:xfrm>
                <a:off x="4433693" y="475413"/>
                <a:ext cx="420120" cy="410040"/>
              </p14:xfrm>
            </p:contentPart>
          </mc:Choice>
          <mc:Fallback>
            <p:pic>
              <p:nvPicPr>
                <p:cNvPr id="70" name="墨迹 69">
                  <a:extLst>
                    <a:ext uri="{FF2B5EF4-FFF2-40B4-BE49-F238E27FC236}">
                      <a16:creationId xmlns:a16="http://schemas.microsoft.com/office/drawing/2014/main" id="{B0416E8A-1F63-4D05-B010-77CE8886D82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425053" y="466413"/>
                  <a:ext cx="43776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1" name="墨迹 70">
                  <a:extLst>
                    <a:ext uri="{FF2B5EF4-FFF2-40B4-BE49-F238E27FC236}">
                      <a16:creationId xmlns:a16="http://schemas.microsoft.com/office/drawing/2014/main" id="{20AFD042-3134-4359-863B-1B0906D512AB}"/>
                    </a:ext>
                  </a:extLst>
                </p14:cNvPr>
                <p14:cNvContentPartPr/>
                <p14:nvPr/>
              </p14:nvContentPartPr>
              <p14:xfrm>
                <a:off x="4791893" y="499893"/>
                <a:ext cx="272160" cy="307440"/>
              </p14:xfrm>
            </p:contentPart>
          </mc:Choice>
          <mc:Fallback>
            <p:pic>
              <p:nvPicPr>
                <p:cNvPr id="71" name="墨迹 70">
                  <a:extLst>
                    <a:ext uri="{FF2B5EF4-FFF2-40B4-BE49-F238E27FC236}">
                      <a16:creationId xmlns:a16="http://schemas.microsoft.com/office/drawing/2014/main" id="{20AFD042-3134-4359-863B-1B0906D512A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783253" y="490893"/>
                  <a:ext cx="28980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2" name="墨迹 71">
                  <a:extLst>
                    <a:ext uri="{FF2B5EF4-FFF2-40B4-BE49-F238E27FC236}">
                      <a16:creationId xmlns:a16="http://schemas.microsoft.com/office/drawing/2014/main" id="{EBD54D27-C45D-45C5-B544-9DB0F9B3F0E7}"/>
                    </a:ext>
                  </a:extLst>
                </p14:cNvPr>
                <p14:cNvContentPartPr/>
                <p14:nvPr/>
              </p14:nvContentPartPr>
              <p14:xfrm>
                <a:off x="5088893" y="531573"/>
                <a:ext cx="671040" cy="504360"/>
              </p14:xfrm>
            </p:contentPart>
          </mc:Choice>
          <mc:Fallback>
            <p:pic>
              <p:nvPicPr>
                <p:cNvPr id="72" name="墨迹 71">
                  <a:extLst>
                    <a:ext uri="{FF2B5EF4-FFF2-40B4-BE49-F238E27FC236}">
                      <a16:creationId xmlns:a16="http://schemas.microsoft.com/office/drawing/2014/main" id="{EBD54D27-C45D-45C5-B544-9DB0F9B3F0E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080253" y="522933"/>
                  <a:ext cx="688680" cy="52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3" name="墨迹 72">
                  <a:extLst>
                    <a:ext uri="{FF2B5EF4-FFF2-40B4-BE49-F238E27FC236}">
                      <a16:creationId xmlns:a16="http://schemas.microsoft.com/office/drawing/2014/main" id="{308470FC-DFF0-4CD6-A75B-744A1A63EAAB}"/>
                    </a:ext>
                  </a:extLst>
                </p14:cNvPr>
                <p14:cNvContentPartPr/>
                <p14:nvPr/>
              </p14:nvContentPartPr>
              <p14:xfrm>
                <a:off x="5791613" y="540213"/>
                <a:ext cx="452520" cy="574200"/>
              </p14:xfrm>
            </p:contentPart>
          </mc:Choice>
          <mc:Fallback>
            <p:pic>
              <p:nvPicPr>
                <p:cNvPr id="73" name="墨迹 72">
                  <a:extLst>
                    <a:ext uri="{FF2B5EF4-FFF2-40B4-BE49-F238E27FC236}">
                      <a16:creationId xmlns:a16="http://schemas.microsoft.com/office/drawing/2014/main" id="{308470FC-DFF0-4CD6-A75B-744A1A63EAA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782613" y="531573"/>
                  <a:ext cx="470160" cy="59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4" name="墨迹 73">
                  <a:extLst>
                    <a:ext uri="{FF2B5EF4-FFF2-40B4-BE49-F238E27FC236}">
                      <a16:creationId xmlns:a16="http://schemas.microsoft.com/office/drawing/2014/main" id="{22A93C43-C5ED-4965-B2A8-D2CB898BFA7B}"/>
                    </a:ext>
                  </a:extLst>
                </p14:cNvPr>
                <p14:cNvContentPartPr/>
                <p14:nvPr/>
              </p14:nvContentPartPr>
              <p14:xfrm>
                <a:off x="6430253" y="391533"/>
                <a:ext cx="394560" cy="160560"/>
              </p14:xfrm>
            </p:contentPart>
          </mc:Choice>
          <mc:Fallback>
            <p:pic>
              <p:nvPicPr>
                <p:cNvPr id="74" name="墨迹 73">
                  <a:extLst>
                    <a:ext uri="{FF2B5EF4-FFF2-40B4-BE49-F238E27FC236}">
                      <a16:creationId xmlns:a16="http://schemas.microsoft.com/office/drawing/2014/main" id="{22A93C43-C5ED-4965-B2A8-D2CB898BFA7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421613" y="382533"/>
                  <a:ext cx="41220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5" name="墨迹 74">
                  <a:extLst>
                    <a:ext uri="{FF2B5EF4-FFF2-40B4-BE49-F238E27FC236}">
                      <a16:creationId xmlns:a16="http://schemas.microsoft.com/office/drawing/2014/main" id="{7BA56397-8889-40D5-9EAE-E34B26C57F13}"/>
                    </a:ext>
                  </a:extLst>
                </p14:cNvPr>
                <p14:cNvContentPartPr/>
                <p14:nvPr/>
              </p14:nvContentPartPr>
              <p14:xfrm>
                <a:off x="6417293" y="259773"/>
                <a:ext cx="399240" cy="885600"/>
              </p14:xfrm>
            </p:contentPart>
          </mc:Choice>
          <mc:Fallback>
            <p:pic>
              <p:nvPicPr>
                <p:cNvPr id="75" name="墨迹 74">
                  <a:extLst>
                    <a:ext uri="{FF2B5EF4-FFF2-40B4-BE49-F238E27FC236}">
                      <a16:creationId xmlns:a16="http://schemas.microsoft.com/office/drawing/2014/main" id="{7BA56397-8889-40D5-9EAE-E34B26C57F13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408653" y="251133"/>
                  <a:ext cx="416880" cy="90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7" name="墨迹 76">
                  <a:extLst>
                    <a:ext uri="{FF2B5EF4-FFF2-40B4-BE49-F238E27FC236}">
                      <a16:creationId xmlns:a16="http://schemas.microsoft.com/office/drawing/2014/main" id="{7C66A367-9112-4C72-9ECE-84E51A5180B8}"/>
                    </a:ext>
                  </a:extLst>
                </p14:cNvPr>
                <p14:cNvContentPartPr/>
                <p14:nvPr/>
              </p14:nvContentPartPr>
              <p14:xfrm>
                <a:off x="7138733" y="601413"/>
                <a:ext cx="232560" cy="45720"/>
              </p14:xfrm>
            </p:contentPart>
          </mc:Choice>
          <mc:Fallback>
            <p:pic>
              <p:nvPicPr>
                <p:cNvPr id="77" name="墨迹 76">
                  <a:extLst>
                    <a:ext uri="{FF2B5EF4-FFF2-40B4-BE49-F238E27FC236}">
                      <a16:creationId xmlns:a16="http://schemas.microsoft.com/office/drawing/2014/main" id="{7C66A367-9112-4C72-9ECE-84E51A5180B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129733" y="592773"/>
                  <a:ext cx="2502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8" name="墨迹 77">
                  <a:extLst>
                    <a:ext uri="{FF2B5EF4-FFF2-40B4-BE49-F238E27FC236}">
                      <a16:creationId xmlns:a16="http://schemas.microsoft.com/office/drawing/2014/main" id="{FCA358E9-8819-46F6-A5EB-FA10BB8EDEE4}"/>
                    </a:ext>
                  </a:extLst>
                </p14:cNvPr>
                <p14:cNvContentPartPr/>
                <p14:nvPr/>
              </p14:nvContentPartPr>
              <p14:xfrm>
                <a:off x="7136213" y="485493"/>
                <a:ext cx="216360" cy="596520"/>
              </p14:xfrm>
            </p:contentPart>
          </mc:Choice>
          <mc:Fallback>
            <p:pic>
              <p:nvPicPr>
                <p:cNvPr id="78" name="墨迹 77">
                  <a:extLst>
                    <a:ext uri="{FF2B5EF4-FFF2-40B4-BE49-F238E27FC236}">
                      <a16:creationId xmlns:a16="http://schemas.microsoft.com/office/drawing/2014/main" id="{FCA358E9-8819-46F6-A5EB-FA10BB8EDEE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127213" y="476853"/>
                  <a:ext cx="234000" cy="61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9" name="墨迹 78">
                  <a:extLst>
                    <a:ext uri="{FF2B5EF4-FFF2-40B4-BE49-F238E27FC236}">
                      <a16:creationId xmlns:a16="http://schemas.microsoft.com/office/drawing/2014/main" id="{CFC269E4-C104-4413-8B72-347BBDC09BCD}"/>
                    </a:ext>
                  </a:extLst>
                </p14:cNvPr>
                <p14:cNvContentPartPr/>
                <p14:nvPr/>
              </p14:nvContentPartPr>
              <p14:xfrm>
                <a:off x="7454453" y="412413"/>
                <a:ext cx="46440" cy="140040"/>
              </p14:xfrm>
            </p:contentPart>
          </mc:Choice>
          <mc:Fallback>
            <p:pic>
              <p:nvPicPr>
                <p:cNvPr id="79" name="墨迹 78">
                  <a:extLst>
                    <a:ext uri="{FF2B5EF4-FFF2-40B4-BE49-F238E27FC236}">
                      <a16:creationId xmlns:a16="http://schemas.microsoft.com/office/drawing/2014/main" id="{CFC269E4-C104-4413-8B72-347BBDC09BC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445453" y="403413"/>
                  <a:ext cx="6408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0" name="墨迹 79">
                  <a:extLst>
                    <a:ext uri="{FF2B5EF4-FFF2-40B4-BE49-F238E27FC236}">
                      <a16:creationId xmlns:a16="http://schemas.microsoft.com/office/drawing/2014/main" id="{E95FCB04-0AED-4EA0-8620-6B62FEAA8EC7}"/>
                    </a:ext>
                  </a:extLst>
                </p14:cNvPr>
                <p14:cNvContentPartPr/>
                <p14:nvPr/>
              </p14:nvContentPartPr>
              <p14:xfrm>
                <a:off x="7375253" y="546333"/>
                <a:ext cx="267480" cy="601920"/>
              </p14:xfrm>
            </p:contentPart>
          </mc:Choice>
          <mc:Fallback>
            <p:pic>
              <p:nvPicPr>
                <p:cNvPr id="80" name="墨迹 79">
                  <a:extLst>
                    <a:ext uri="{FF2B5EF4-FFF2-40B4-BE49-F238E27FC236}">
                      <a16:creationId xmlns:a16="http://schemas.microsoft.com/office/drawing/2014/main" id="{E95FCB04-0AED-4EA0-8620-6B62FEAA8EC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366613" y="537333"/>
                  <a:ext cx="285120" cy="61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1" name="墨迹 80">
                  <a:extLst>
                    <a:ext uri="{FF2B5EF4-FFF2-40B4-BE49-F238E27FC236}">
                      <a16:creationId xmlns:a16="http://schemas.microsoft.com/office/drawing/2014/main" id="{6B250F94-E277-4CB1-9E8E-8AEE704185D1}"/>
                    </a:ext>
                  </a:extLst>
                </p14:cNvPr>
                <p14:cNvContentPartPr/>
                <p14:nvPr/>
              </p14:nvContentPartPr>
              <p14:xfrm>
                <a:off x="7698893" y="478293"/>
                <a:ext cx="223200" cy="647640"/>
              </p14:xfrm>
            </p:contentPart>
          </mc:Choice>
          <mc:Fallback>
            <p:pic>
              <p:nvPicPr>
                <p:cNvPr id="81" name="墨迹 80">
                  <a:extLst>
                    <a:ext uri="{FF2B5EF4-FFF2-40B4-BE49-F238E27FC236}">
                      <a16:creationId xmlns:a16="http://schemas.microsoft.com/office/drawing/2014/main" id="{6B250F94-E277-4CB1-9E8E-8AEE704185D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690253" y="469653"/>
                  <a:ext cx="240840" cy="66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2" name="墨迹 81">
                  <a:extLst>
                    <a:ext uri="{FF2B5EF4-FFF2-40B4-BE49-F238E27FC236}">
                      <a16:creationId xmlns:a16="http://schemas.microsoft.com/office/drawing/2014/main" id="{189042FF-8054-42B8-A69D-CF5223947454}"/>
                    </a:ext>
                  </a:extLst>
                </p14:cNvPr>
                <p14:cNvContentPartPr/>
                <p14:nvPr/>
              </p14:nvContentPartPr>
              <p14:xfrm>
                <a:off x="7594133" y="770613"/>
                <a:ext cx="307080" cy="245160"/>
              </p14:xfrm>
            </p:contentPart>
          </mc:Choice>
          <mc:Fallback>
            <p:pic>
              <p:nvPicPr>
                <p:cNvPr id="82" name="墨迹 81">
                  <a:extLst>
                    <a:ext uri="{FF2B5EF4-FFF2-40B4-BE49-F238E27FC236}">
                      <a16:creationId xmlns:a16="http://schemas.microsoft.com/office/drawing/2014/main" id="{189042FF-8054-42B8-A69D-CF522394745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585133" y="761613"/>
                  <a:ext cx="32472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3" name="墨迹 82">
                  <a:extLst>
                    <a:ext uri="{FF2B5EF4-FFF2-40B4-BE49-F238E27FC236}">
                      <a16:creationId xmlns:a16="http://schemas.microsoft.com/office/drawing/2014/main" id="{C246E6AE-DBE1-4103-A0FB-991BB0F84DD6}"/>
                    </a:ext>
                  </a:extLst>
                </p14:cNvPr>
                <p14:cNvContentPartPr/>
                <p14:nvPr/>
              </p14:nvContentPartPr>
              <p14:xfrm>
                <a:off x="7810133" y="451293"/>
                <a:ext cx="291600" cy="635400"/>
              </p14:xfrm>
            </p:contentPart>
          </mc:Choice>
          <mc:Fallback>
            <p:pic>
              <p:nvPicPr>
                <p:cNvPr id="83" name="墨迹 82">
                  <a:extLst>
                    <a:ext uri="{FF2B5EF4-FFF2-40B4-BE49-F238E27FC236}">
                      <a16:creationId xmlns:a16="http://schemas.microsoft.com/office/drawing/2014/main" id="{C246E6AE-DBE1-4103-A0FB-991BB0F84DD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801493" y="442293"/>
                  <a:ext cx="309240" cy="65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4" name="墨迹 83">
                  <a:extLst>
                    <a:ext uri="{FF2B5EF4-FFF2-40B4-BE49-F238E27FC236}">
                      <a16:creationId xmlns:a16="http://schemas.microsoft.com/office/drawing/2014/main" id="{E9ABCDF1-ABCA-4564-BE9E-F9BF2721E0EA}"/>
                    </a:ext>
                  </a:extLst>
                </p14:cNvPr>
                <p14:cNvContentPartPr/>
                <p14:nvPr/>
              </p14:nvContentPartPr>
              <p14:xfrm>
                <a:off x="4891253" y="1274973"/>
                <a:ext cx="263880" cy="396000"/>
              </p14:xfrm>
            </p:contentPart>
          </mc:Choice>
          <mc:Fallback>
            <p:pic>
              <p:nvPicPr>
                <p:cNvPr id="84" name="墨迹 83">
                  <a:extLst>
                    <a:ext uri="{FF2B5EF4-FFF2-40B4-BE49-F238E27FC236}">
                      <a16:creationId xmlns:a16="http://schemas.microsoft.com/office/drawing/2014/main" id="{E9ABCDF1-ABCA-4564-BE9E-F9BF2721E0E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882613" y="1266333"/>
                  <a:ext cx="28152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5" name="墨迹 84">
                  <a:extLst>
                    <a:ext uri="{FF2B5EF4-FFF2-40B4-BE49-F238E27FC236}">
                      <a16:creationId xmlns:a16="http://schemas.microsoft.com/office/drawing/2014/main" id="{F670E2A6-63BE-489D-A716-4EC55BC5BCF9}"/>
                    </a:ext>
                  </a:extLst>
                </p14:cNvPr>
                <p14:cNvContentPartPr/>
                <p14:nvPr/>
              </p14:nvContentPartPr>
              <p14:xfrm>
                <a:off x="5256293" y="1224933"/>
                <a:ext cx="213840" cy="30600"/>
              </p14:xfrm>
            </p:contentPart>
          </mc:Choice>
          <mc:Fallback>
            <p:pic>
              <p:nvPicPr>
                <p:cNvPr id="85" name="墨迹 84">
                  <a:extLst>
                    <a:ext uri="{FF2B5EF4-FFF2-40B4-BE49-F238E27FC236}">
                      <a16:creationId xmlns:a16="http://schemas.microsoft.com/office/drawing/2014/main" id="{F670E2A6-63BE-489D-A716-4EC55BC5BCF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247293" y="1215933"/>
                  <a:ext cx="2314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6" name="墨迹 85">
                  <a:extLst>
                    <a:ext uri="{FF2B5EF4-FFF2-40B4-BE49-F238E27FC236}">
                      <a16:creationId xmlns:a16="http://schemas.microsoft.com/office/drawing/2014/main" id="{B5F74407-7CA6-40E1-B453-727698EF6E9C}"/>
                    </a:ext>
                  </a:extLst>
                </p14:cNvPr>
                <p14:cNvContentPartPr/>
                <p14:nvPr/>
              </p14:nvContentPartPr>
              <p14:xfrm>
                <a:off x="5241533" y="1103973"/>
                <a:ext cx="218160" cy="574920"/>
              </p14:xfrm>
            </p:contentPart>
          </mc:Choice>
          <mc:Fallback>
            <p:pic>
              <p:nvPicPr>
                <p:cNvPr id="86" name="墨迹 85">
                  <a:extLst>
                    <a:ext uri="{FF2B5EF4-FFF2-40B4-BE49-F238E27FC236}">
                      <a16:creationId xmlns:a16="http://schemas.microsoft.com/office/drawing/2014/main" id="{B5F74407-7CA6-40E1-B453-727698EF6E9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232893" y="1095333"/>
                  <a:ext cx="235800" cy="59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7" name="墨迹 86">
                  <a:extLst>
                    <a:ext uri="{FF2B5EF4-FFF2-40B4-BE49-F238E27FC236}">
                      <a16:creationId xmlns:a16="http://schemas.microsoft.com/office/drawing/2014/main" id="{CA38E3C0-C22C-404A-BCF0-0D626241EF9A}"/>
                    </a:ext>
                  </a:extLst>
                </p14:cNvPr>
                <p14:cNvContentPartPr/>
                <p14:nvPr/>
              </p14:nvContentPartPr>
              <p14:xfrm>
                <a:off x="5479133" y="1289013"/>
                <a:ext cx="253080" cy="125640"/>
              </p14:xfrm>
            </p:contentPart>
          </mc:Choice>
          <mc:Fallback>
            <p:pic>
              <p:nvPicPr>
                <p:cNvPr id="87" name="墨迹 86">
                  <a:extLst>
                    <a:ext uri="{FF2B5EF4-FFF2-40B4-BE49-F238E27FC236}">
                      <a16:creationId xmlns:a16="http://schemas.microsoft.com/office/drawing/2014/main" id="{CA38E3C0-C22C-404A-BCF0-0D626241EF9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470133" y="1280013"/>
                  <a:ext cx="2707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8" name="墨迹 87">
                  <a:extLst>
                    <a:ext uri="{FF2B5EF4-FFF2-40B4-BE49-F238E27FC236}">
                      <a16:creationId xmlns:a16="http://schemas.microsoft.com/office/drawing/2014/main" id="{FC995C74-B08C-45F3-BFA9-648A1810B259}"/>
                    </a:ext>
                  </a:extLst>
                </p14:cNvPr>
                <p14:cNvContentPartPr/>
                <p14:nvPr/>
              </p14:nvContentPartPr>
              <p14:xfrm>
                <a:off x="5556893" y="1180293"/>
                <a:ext cx="244800" cy="500760"/>
              </p14:xfrm>
            </p:contentPart>
          </mc:Choice>
          <mc:Fallback>
            <p:pic>
              <p:nvPicPr>
                <p:cNvPr id="88" name="墨迹 87">
                  <a:extLst>
                    <a:ext uri="{FF2B5EF4-FFF2-40B4-BE49-F238E27FC236}">
                      <a16:creationId xmlns:a16="http://schemas.microsoft.com/office/drawing/2014/main" id="{FC995C74-B08C-45F3-BFA9-648A1810B259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548253" y="1171653"/>
                  <a:ext cx="262440" cy="51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9" name="墨迹 88">
                  <a:extLst>
                    <a:ext uri="{FF2B5EF4-FFF2-40B4-BE49-F238E27FC236}">
                      <a16:creationId xmlns:a16="http://schemas.microsoft.com/office/drawing/2014/main" id="{C03F7F44-90E5-4E7B-95A6-5BB912CB0D97}"/>
                    </a:ext>
                  </a:extLst>
                </p14:cNvPr>
                <p14:cNvContentPartPr/>
                <p14:nvPr/>
              </p14:nvContentPartPr>
              <p14:xfrm>
                <a:off x="5782253" y="1150053"/>
                <a:ext cx="279360" cy="488880"/>
              </p14:xfrm>
            </p:contentPart>
          </mc:Choice>
          <mc:Fallback>
            <p:pic>
              <p:nvPicPr>
                <p:cNvPr id="89" name="墨迹 88">
                  <a:extLst>
                    <a:ext uri="{FF2B5EF4-FFF2-40B4-BE49-F238E27FC236}">
                      <a16:creationId xmlns:a16="http://schemas.microsoft.com/office/drawing/2014/main" id="{C03F7F44-90E5-4E7B-95A6-5BB912CB0D9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773613" y="1141413"/>
                  <a:ext cx="297000" cy="50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0" name="墨迹 89">
                  <a:extLst>
                    <a:ext uri="{FF2B5EF4-FFF2-40B4-BE49-F238E27FC236}">
                      <a16:creationId xmlns:a16="http://schemas.microsoft.com/office/drawing/2014/main" id="{6D204DA7-F20C-4C75-9B45-19EA2C02C52B}"/>
                    </a:ext>
                  </a:extLst>
                </p14:cNvPr>
                <p14:cNvContentPartPr/>
                <p14:nvPr/>
              </p14:nvContentPartPr>
              <p14:xfrm>
                <a:off x="5738333" y="1165893"/>
                <a:ext cx="629280" cy="361080"/>
              </p14:xfrm>
            </p:contentPart>
          </mc:Choice>
          <mc:Fallback>
            <p:pic>
              <p:nvPicPr>
                <p:cNvPr id="90" name="墨迹 89">
                  <a:extLst>
                    <a:ext uri="{FF2B5EF4-FFF2-40B4-BE49-F238E27FC236}">
                      <a16:creationId xmlns:a16="http://schemas.microsoft.com/office/drawing/2014/main" id="{6D204DA7-F20C-4C75-9B45-19EA2C02C52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729333" y="1157253"/>
                  <a:ext cx="64692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1" name="墨迹 90">
                  <a:extLst>
                    <a:ext uri="{FF2B5EF4-FFF2-40B4-BE49-F238E27FC236}">
                      <a16:creationId xmlns:a16="http://schemas.microsoft.com/office/drawing/2014/main" id="{4B87D8EA-C857-474C-9737-32FBDA155BA9}"/>
                    </a:ext>
                  </a:extLst>
                </p14:cNvPr>
                <p14:cNvContentPartPr/>
                <p14:nvPr/>
              </p14:nvContentPartPr>
              <p14:xfrm>
                <a:off x="6217853" y="1164453"/>
                <a:ext cx="456120" cy="367200"/>
              </p14:xfrm>
            </p:contentPart>
          </mc:Choice>
          <mc:Fallback>
            <p:pic>
              <p:nvPicPr>
                <p:cNvPr id="91" name="墨迹 90">
                  <a:extLst>
                    <a:ext uri="{FF2B5EF4-FFF2-40B4-BE49-F238E27FC236}">
                      <a16:creationId xmlns:a16="http://schemas.microsoft.com/office/drawing/2014/main" id="{4B87D8EA-C857-474C-9737-32FBDA155BA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209213" y="1155813"/>
                  <a:ext cx="47376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2" name="墨迹 91">
                  <a:extLst>
                    <a:ext uri="{FF2B5EF4-FFF2-40B4-BE49-F238E27FC236}">
                      <a16:creationId xmlns:a16="http://schemas.microsoft.com/office/drawing/2014/main" id="{96D930C2-D102-43AA-A1E1-E70B7ED13716}"/>
                    </a:ext>
                  </a:extLst>
                </p14:cNvPr>
                <p14:cNvContentPartPr/>
                <p14:nvPr/>
              </p14:nvContentPartPr>
              <p14:xfrm>
                <a:off x="6529253" y="1258773"/>
                <a:ext cx="216360" cy="252720"/>
              </p14:xfrm>
            </p:contentPart>
          </mc:Choice>
          <mc:Fallback>
            <p:pic>
              <p:nvPicPr>
                <p:cNvPr id="92" name="墨迹 91">
                  <a:extLst>
                    <a:ext uri="{FF2B5EF4-FFF2-40B4-BE49-F238E27FC236}">
                      <a16:creationId xmlns:a16="http://schemas.microsoft.com/office/drawing/2014/main" id="{96D930C2-D102-43AA-A1E1-E70B7ED1371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520613" y="1249773"/>
                  <a:ext cx="2340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4" name="墨迹 93">
                  <a:extLst>
                    <a:ext uri="{FF2B5EF4-FFF2-40B4-BE49-F238E27FC236}">
                      <a16:creationId xmlns:a16="http://schemas.microsoft.com/office/drawing/2014/main" id="{7BEA54CD-7D43-48FA-8F61-749A99598EF8}"/>
                    </a:ext>
                  </a:extLst>
                </p14:cNvPr>
                <p14:cNvContentPartPr/>
                <p14:nvPr/>
              </p14:nvContentPartPr>
              <p14:xfrm>
                <a:off x="1039253" y="3216813"/>
                <a:ext cx="1060920" cy="208800"/>
              </p14:xfrm>
            </p:contentPart>
          </mc:Choice>
          <mc:Fallback>
            <p:pic>
              <p:nvPicPr>
                <p:cNvPr id="94" name="墨迹 93">
                  <a:extLst>
                    <a:ext uri="{FF2B5EF4-FFF2-40B4-BE49-F238E27FC236}">
                      <a16:creationId xmlns:a16="http://schemas.microsoft.com/office/drawing/2014/main" id="{7BEA54CD-7D43-48FA-8F61-749A99598EF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30613" y="3207813"/>
                  <a:ext cx="10785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5" name="墨迹 94">
                  <a:extLst>
                    <a:ext uri="{FF2B5EF4-FFF2-40B4-BE49-F238E27FC236}">
                      <a16:creationId xmlns:a16="http://schemas.microsoft.com/office/drawing/2014/main" id="{04C38AEF-E830-4285-8488-6174D3E092CB}"/>
                    </a:ext>
                  </a:extLst>
                </p14:cNvPr>
                <p14:cNvContentPartPr/>
                <p14:nvPr/>
              </p14:nvContentPartPr>
              <p14:xfrm>
                <a:off x="8353733" y="4880013"/>
                <a:ext cx="34560" cy="8280"/>
              </p14:xfrm>
            </p:contentPart>
          </mc:Choice>
          <mc:Fallback>
            <p:pic>
              <p:nvPicPr>
                <p:cNvPr id="95" name="墨迹 94">
                  <a:extLst>
                    <a:ext uri="{FF2B5EF4-FFF2-40B4-BE49-F238E27FC236}">
                      <a16:creationId xmlns:a16="http://schemas.microsoft.com/office/drawing/2014/main" id="{04C38AEF-E830-4285-8488-6174D3E092C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344733" y="4871013"/>
                  <a:ext cx="522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6" name="墨迹 95">
                  <a:extLst>
                    <a:ext uri="{FF2B5EF4-FFF2-40B4-BE49-F238E27FC236}">
                      <a16:creationId xmlns:a16="http://schemas.microsoft.com/office/drawing/2014/main" id="{27AD79DA-1F92-4C2A-B1AC-AF1F6866E33C}"/>
                    </a:ext>
                  </a:extLst>
                </p14:cNvPr>
                <p14:cNvContentPartPr/>
                <p14:nvPr/>
              </p14:nvContentPartPr>
              <p14:xfrm>
                <a:off x="2437853" y="2198373"/>
                <a:ext cx="50760" cy="41400"/>
              </p14:xfrm>
            </p:contentPart>
          </mc:Choice>
          <mc:Fallback>
            <p:pic>
              <p:nvPicPr>
                <p:cNvPr id="96" name="墨迹 95">
                  <a:extLst>
                    <a:ext uri="{FF2B5EF4-FFF2-40B4-BE49-F238E27FC236}">
                      <a16:creationId xmlns:a16="http://schemas.microsoft.com/office/drawing/2014/main" id="{27AD79DA-1F92-4C2A-B1AC-AF1F6866E33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428853" y="2189733"/>
                  <a:ext cx="684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7" name="墨迹 96">
                  <a:extLst>
                    <a:ext uri="{FF2B5EF4-FFF2-40B4-BE49-F238E27FC236}">
                      <a16:creationId xmlns:a16="http://schemas.microsoft.com/office/drawing/2014/main" id="{58C703F1-5DB4-4F23-B745-94635EABAD8F}"/>
                    </a:ext>
                  </a:extLst>
                </p14:cNvPr>
                <p14:cNvContentPartPr/>
                <p14:nvPr/>
              </p14:nvContentPartPr>
              <p14:xfrm>
                <a:off x="2585453" y="2255253"/>
                <a:ext cx="170280" cy="47160"/>
              </p14:xfrm>
            </p:contentPart>
          </mc:Choice>
          <mc:Fallback>
            <p:pic>
              <p:nvPicPr>
                <p:cNvPr id="97" name="墨迹 96">
                  <a:extLst>
                    <a:ext uri="{FF2B5EF4-FFF2-40B4-BE49-F238E27FC236}">
                      <a16:creationId xmlns:a16="http://schemas.microsoft.com/office/drawing/2014/main" id="{58C703F1-5DB4-4F23-B745-94635EABAD8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576813" y="2246613"/>
                  <a:ext cx="1879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9" name="墨迹 98">
                  <a:extLst>
                    <a:ext uri="{FF2B5EF4-FFF2-40B4-BE49-F238E27FC236}">
                      <a16:creationId xmlns:a16="http://schemas.microsoft.com/office/drawing/2014/main" id="{A0B75827-6ACE-4B88-9762-EF1FEAC9CFD0}"/>
                    </a:ext>
                  </a:extLst>
                </p14:cNvPr>
                <p14:cNvContentPartPr/>
                <p14:nvPr/>
              </p14:nvContentPartPr>
              <p14:xfrm>
                <a:off x="6649133" y="1838013"/>
                <a:ext cx="1730520" cy="1323720"/>
              </p14:xfrm>
            </p:contentPart>
          </mc:Choice>
          <mc:Fallback>
            <p:pic>
              <p:nvPicPr>
                <p:cNvPr id="99" name="墨迹 98">
                  <a:extLst>
                    <a:ext uri="{FF2B5EF4-FFF2-40B4-BE49-F238E27FC236}">
                      <a16:creationId xmlns:a16="http://schemas.microsoft.com/office/drawing/2014/main" id="{A0B75827-6ACE-4B88-9762-EF1FEAC9CFD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640493" y="1829373"/>
                  <a:ext cx="1748160" cy="13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1" name="墨迹 100">
                  <a:extLst>
                    <a:ext uri="{FF2B5EF4-FFF2-40B4-BE49-F238E27FC236}">
                      <a16:creationId xmlns:a16="http://schemas.microsoft.com/office/drawing/2014/main" id="{85EB8805-31BD-4531-B2CB-B99A8C2610AD}"/>
                    </a:ext>
                  </a:extLst>
                </p14:cNvPr>
                <p14:cNvContentPartPr/>
                <p14:nvPr/>
              </p14:nvContentPartPr>
              <p14:xfrm>
                <a:off x="4112933" y="2954373"/>
                <a:ext cx="332280" cy="751680"/>
              </p14:xfrm>
            </p:contentPart>
          </mc:Choice>
          <mc:Fallback>
            <p:pic>
              <p:nvPicPr>
                <p:cNvPr id="101" name="墨迹 100">
                  <a:extLst>
                    <a:ext uri="{FF2B5EF4-FFF2-40B4-BE49-F238E27FC236}">
                      <a16:creationId xmlns:a16="http://schemas.microsoft.com/office/drawing/2014/main" id="{85EB8805-31BD-4531-B2CB-B99A8C2610A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103933" y="2945373"/>
                  <a:ext cx="349920" cy="76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2" name="墨迹 101">
                  <a:extLst>
                    <a:ext uri="{FF2B5EF4-FFF2-40B4-BE49-F238E27FC236}">
                      <a16:creationId xmlns:a16="http://schemas.microsoft.com/office/drawing/2014/main" id="{84C02D3B-35FF-4CBE-B5B9-5ED7857F4462}"/>
                    </a:ext>
                  </a:extLst>
                </p14:cNvPr>
                <p14:cNvContentPartPr/>
                <p14:nvPr/>
              </p14:nvContentPartPr>
              <p14:xfrm>
                <a:off x="4055693" y="3389973"/>
                <a:ext cx="437400" cy="478440"/>
              </p14:xfrm>
            </p:contentPart>
          </mc:Choice>
          <mc:Fallback>
            <p:pic>
              <p:nvPicPr>
                <p:cNvPr id="102" name="墨迹 101">
                  <a:extLst>
                    <a:ext uri="{FF2B5EF4-FFF2-40B4-BE49-F238E27FC236}">
                      <a16:creationId xmlns:a16="http://schemas.microsoft.com/office/drawing/2014/main" id="{84C02D3B-35FF-4CBE-B5B9-5ED7857F446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046693" y="3381333"/>
                  <a:ext cx="45504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4" name="墨迹 103">
                  <a:extLst>
                    <a:ext uri="{FF2B5EF4-FFF2-40B4-BE49-F238E27FC236}">
                      <a16:creationId xmlns:a16="http://schemas.microsoft.com/office/drawing/2014/main" id="{34470FBE-F7A5-4961-9581-D5624DA7DBF2}"/>
                    </a:ext>
                  </a:extLst>
                </p14:cNvPr>
                <p14:cNvContentPartPr/>
                <p14:nvPr/>
              </p14:nvContentPartPr>
              <p14:xfrm>
                <a:off x="3494813" y="4015653"/>
                <a:ext cx="298440" cy="488520"/>
              </p14:xfrm>
            </p:contentPart>
          </mc:Choice>
          <mc:Fallback>
            <p:pic>
              <p:nvPicPr>
                <p:cNvPr id="104" name="墨迹 103">
                  <a:extLst>
                    <a:ext uri="{FF2B5EF4-FFF2-40B4-BE49-F238E27FC236}">
                      <a16:creationId xmlns:a16="http://schemas.microsoft.com/office/drawing/2014/main" id="{34470FBE-F7A5-4961-9581-D5624DA7DBF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486173" y="4006653"/>
                  <a:ext cx="316080" cy="5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5" name="墨迹 104">
                  <a:extLst>
                    <a:ext uri="{FF2B5EF4-FFF2-40B4-BE49-F238E27FC236}">
                      <a16:creationId xmlns:a16="http://schemas.microsoft.com/office/drawing/2014/main" id="{5225A86E-B15B-44FE-B386-47DE70C8F82E}"/>
                    </a:ext>
                  </a:extLst>
                </p14:cNvPr>
                <p14:cNvContentPartPr/>
                <p14:nvPr/>
              </p14:nvContentPartPr>
              <p14:xfrm>
                <a:off x="3483293" y="4403733"/>
                <a:ext cx="324720" cy="270720"/>
              </p14:xfrm>
            </p:contentPart>
          </mc:Choice>
          <mc:Fallback>
            <p:pic>
              <p:nvPicPr>
                <p:cNvPr id="105" name="墨迹 104">
                  <a:extLst>
                    <a:ext uri="{FF2B5EF4-FFF2-40B4-BE49-F238E27FC236}">
                      <a16:creationId xmlns:a16="http://schemas.microsoft.com/office/drawing/2014/main" id="{5225A86E-B15B-44FE-B386-47DE70C8F82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474293" y="4395093"/>
                  <a:ext cx="34236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6" name="墨迹 105">
                  <a:extLst>
                    <a:ext uri="{FF2B5EF4-FFF2-40B4-BE49-F238E27FC236}">
                      <a16:creationId xmlns:a16="http://schemas.microsoft.com/office/drawing/2014/main" id="{17B0DD1E-2149-45B3-9FB0-F46486EF5B3C}"/>
                    </a:ext>
                  </a:extLst>
                </p14:cNvPr>
                <p14:cNvContentPartPr/>
                <p14:nvPr/>
              </p14:nvContentPartPr>
              <p14:xfrm>
                <a:off x="3869573" y="4131933"/>
                <a:ext cx="281880" cy="455400"/>
              </p14:xfrm>
            </p:contentPart>
          </mc:Choice>
          <mc:Fallback>
            <p:pic>
              <p:nvPicPr>
                <p:cNvPr id="106" name="墨迹 105">
                  <a:extLst>
                    <a:ext uri="{FF2B5EF4-FFF2-40B4-BE49-F238E27FC236}">
                      <a16:creationId xmlns:a16="http://schemas.microsoft.com/office/drawing/2014/main" id="{17B0DD1E-2149-45B3-9FB0-F46486EF5B3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860573" y="4123293"/>
                  <a:ext cx="29952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7" name="墨迹 106">
                  <a:extLst>
                    <a:ext uri="{FF2B5EF4-FFF2-40B4-BE49-F238E27FC236}">
                      <a16:creationId xmlns:a16="http://schemas.microsoft.com/office/drawing/2014/main" id="{F9F1B8E7-3D80-4712-92FA-17FE1C64FDFA}"/>
                    </a:ext>
                  </a:extLst>
                </p14:cNvPr>
                <p14:cNvContentPartPr/>
                <p14:nvPr/>
              </p14:nvContentPartPr>
              <p14:xfrm>
                <a:off x="3931133" y="4247133"/>
                <a:ext cx="165960" cy="211680"/>
              </p14:xfrm>
            </p:contentPart>
          </mc:Choice>
          <mc:Fallback>
            <p:pic>
              <p:nvPicPr>
                <p:cNvPr id="107" name="墨迹 106">
                  <a:extLst>
                    <a:ext uri="{FF2B5EF4-FFF2-40B4-BE49-F238E27FC236}">
                      <a16:creationId xmlns:a16="http://schemas.microsoft.com/office/drawing/2014/main" id="{F9F1B8E7-3D80-4712-92FA-17FE1C64FDF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922133" y="4238493"/>
                  <a:ext cx="18360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8" name="墨迹 107">
                  <a:extLst>
                    <a:ext uri="{FF2B5EF4-FFF2-40B4-BE49-F238E27FC236}">
                      <a16:creationId xmlns:a16="http://schemas.microsoft.com/office/drawing/2014/main" id="{F84B70CC-B9D4-456B-854B-D1B7C21FDF6E}"/>
                    </a:ext>
                  </a:extLst>
                </p14:cNvPr>
                <p14:cNvContentPartPr/>
                <p14:nvPr/>
              </p14:nvContentPartPr>
              <p14:xfrm>
                <a:off x="4227773" y="4030773"/>
                <a:ext cx="366480" cy="567720"/>
              </p14:xfrm>
            </p:contentPart>
          </mc:Choice>
          <mc:Fallback>
            <p:pic>
              <p:nvPicPr>
                <p:cNvPr id="108" name="墨迹 107">
                  <a:extLst>
                    <a:ext uri="{FF2B5EF4-FFF2-40B4-BE49-F238E27FC236}">
                      <a16:creationId xmlns:a16="http://schemas.microsoft.com/office/drawing/2014/main" id="{F84B70CC-B9D4-456B-854B-D1B7C21FDF6E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219133" y="4022133"/>
                  <a:ext cx="384120" cy="58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9" name="墨迹 108">
                  <a:extLst>
                    <a:ext uri="{FF2B5EF4-FFF2-40B4-BE49-F238E27FC236}">
                      <a16:creationId xmlns:a16="http://schemas.microsoft.com/office/drawing/2014/main" id="{AA2DF8DA-3281-4A80-B652-73FB3544F12D}"/>
                    </a:ext>
                  </a:extLst>
                </p14:cNvPr>
                <p14:cNvContentPartPr/>
                <p14:nvPr/>
              </p14:nvContentPartPr>
              <p14:xfrm>
                <a:off x="4700093" y="3982533"/>
                <a:ext cx="176760" cy="484560"/>
              </p14:xfrm>
            </p:contentPart>
          </mc:Choice>
          <mc:Fallback>
            <p:pic>
              <p:nvPicPr>
                <p:cNvPr id="109" name="墨迹 108">
                  <a:extLst>
                    <a:ext uri="{FF2B5EF4-FFF2-40B4-BE49-F238E27FC236}">
                      <a16:creationId xmlns:a16="http://schemas.microsoft.com/office/drawing/2014/main" id="{AA2DF8DA-3281-4A80-B652-73FB3544F12D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691093" y="3973893"/>
                  <a:ext cx="194400" cy="50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0" name="墨迹 109">
                  <a:extLst>
                    <a:ext uri="{FF2B5EF4-FFF2-40B4-BE49-F238E27FC236}">
                      <a16:creationId xmlns:a16="http://schemas.microsoft.com/office/drawing/2014/main" id="{0B10D1DA-C4AD-4131-9C7F-7999720D7EB0}"/>
                    </a:ext>
                  </a:extLst>
                </p14:cNvPr>
                <p14:cNvContentPartPr/>
                <p14:nvPr/>
              </p14:nvContentPartPr>
              <p14:xfrm>
                <a:off x="4944893" y="3855093"/>
                <a:ext cx="187200" cy="149040"/>
              </p14:xfrm>
            </p:contentPart>
          </mc:Choice>
          <mc:Fallback>
            <p:pic>
              <p:nvPicPr>
                <p:cNvPr id="110" name="墨迹 109">
                  <a:extLst>
                    <a:ext uri="{FF2B5EF4-FFF2-40B4-BE49-F238E27FC236}">
                      <a16:creationId xmlns:a16="http://schemas.microsoft.com/office/drawing/2014/main" id="{0B10D1DA-C4AD-4131-9C7F-7999720D7EB0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935893" y="3846453"/>
                  <a:ext cx="2048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1" name="墨迹 110">
                  <a:extLst>
                    <a:ext uri="{FF2B5EF4-FFF2-40B4-BE49-F238E27FC236}">
                      <a16:creationId xmlns:a16="http://schemas.microsoft.com/office/drawing/2014/main" id="{AA8FE5C7-8EB8-469C-9CA4-34AE28E62401}"/>
                    </a:ext>
                  </a:extLst>
                </p14:cNvPr>
                <p14:cNvContentPartPr/>
                <p14:nvPr/>
              </p14:nvContentPartPr>
              <p14:xfrm>
                <a:off x="4930493" y="4049493"/>
                <a:ext cx="283320" cy="170640"/>
              </p14:xfrm>
            </p:contentPart>
          </mc:Choice>
          <mc:Fallback>
            <p:pic>
              <p:nvPicPr>
                <p:cNvPr id="111" name="墨迹 110">
                  <a:extLst>
                    <a:ext uri="{FF2B5EF4-FFF2-40B4-BE49-F238E27FC236}">
                      <a16:creationId xmlns:a16="http://schemas.microsoft.com/office/drawing/2014/main" id="{AA8FE5C7-8EB8-469C-9CA4-34AE28E6240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921493" y="4040493"/>
                  <a:ext cx="30096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2" name="墨迹 111">
                  <a:extLst>
                    <a:ext uri="{FF2B5EF4-FFF2-40B4-BE49-F238E27FC236}">
                      <a16:creationId xmlns:a16="http://schemas.microsoft.com/office/drawing/2014/main" id="{D4363C41-9E4C-4B4C-AD49-4982F383D82C}"/>
                    </a:ext>
                  </a:extLst>
                </p14:cNvPr>
                <p14:cNvContentPartPr/>
                <p14:nvPr/>
              </p14:nvContentPartPr>
              <p14:xfrm>
                <a:off x="4959653" y="3980373"/>
                <a:ext cx="439200" cy="617400"/>
              </p14:xfrm>
            </p:contentPart>
          </mc:Choice>
          <mc:Fallback>
            <p:pic>
              <p:nvPicPr>
                <p:cNvPr id="112" name="墨迹 111">
                  <a:extLst>
                    <a:ext uri="{FF2B5EF4-FFF2-40B4-BE49-F238E27FC236}">
                      <a16:creationId xmlns:a16="http://schemas.microsoft.com/office/drawing/2014/main" id="{D4363C41-9E4C-4B4C-AD49-4982F383D82C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951013" y="3971733"/>
                  <a:ext cx="456840" cy="63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4" name="墨迹 113">
                  <a:extLst>
                    <a:ext uri="{FF2B5EF4-FFF2-40B4-BE49-F238E27FC236}">
                      <a16:creationId xmlns:a16="http://schemas.microsoft.com/office/drawing/2014/main" id="{A6884093-0085-4FDE-8D22-FCD9D14FF41C}"/>
                    </a:ext>
                  </a:extLst>
                </p14:cNvPr>
                <p14:cNvContentPartPr/>
                <p14:nvPr/>
              </p14:nvContentPartPr>
              <p14:xfrm>
                <a:off x="3022493" y="4309773"/>
                <a:ext cx="4109760" cy="587160"/>
              </p14:xfrm>
            </p:contentPart>
          </mc:Choice>
          <mc:Fallback>
            <p:pic>
              <p:nvPicPr>
                <p:cNvPr id="114" name="墨迹 113">
                  <a:extLst>
                    <a:ext uri="{FF2B5EF4-FFF2-40B4-BE49-F238E27FC236}">
                      <a16:creationId xmlns:a16="http://schemas.microsoft.com/office/drawing/2014/main" id="{A6884093-0085-4FDE-8D22-FCD9D14FF41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3013493" y="4300773"/>
                  <a:ext cx="4127400" cy="604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506602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A84526EE-02F9-45C6-8401-D5FB8A9A4FD8}"/>
              </a:ext>
            </a:extLst>
          </p:cNvPr>
          <p:cNvGrpSpPr/>
          <p:nvPr/>
        </p:nvGrpSpPr>
        <p:grpSpPr>
          <a:xfrm>
            <a:off x="-305347" y="93813"/>
            <a:ext cx="3910320" cy="1345680"/>
            <a:chOff x="-305347" y="93813"/>
            <a:chExt cx="3910320" cy="1345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墨迹 1">
                  <a:extLst>
                    <a:ext uri="{FF2B5EF4-FFF2-40B4-BE49-F238E27FC236}">
                      <a16:creationId xmlns:a16="http://schemas.microsoft.com/office/drawing/2014/main" id="{A8504949-9DAE-4C32-A6BA-55A3892898A9}"/>
                    </a:ext>
                  </a:extLst>
                </p14:cNvPr>
                <p14:cNvContentPartPr/>
                <p14:nvPr/>
              </p14:nvContentPartPr>
              <p14:xfrm>
                <a:off x="687173" y="93813"/>
                <a:ext cx="478080" cy="757800"/>
              </p14:xfrm>
            </p:contentPart>
          </mc:Choice>
          <mc:Fallback>
            <p:pic>
              <p:nvPicPr>
                <p:cNvPr id="2" name="墨迹 1">
                  <a:extLst>
                    <a:ext uri="{FF2B5EF4-FFF2-40B4-BE49-F238E27FC236}">
                      <a16:creationId xmlns:a16="http://schemas.microsoft.com/office/drawing/2014/main" id="{A8504949-9DAE-4C32-A6BA-55A3892898A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78173" y="85173"/>
                  <a:ext cx="495720" cy="77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墨迹 2">
                  <a:extLst>
                    <a:ext uri="{FF2B5EF4-FFF2-40B4-BE49-F238E27FC236}">
                      <a16:creationId xmlns:a16="http://schemas.microsoft.com/office/drawing/2014/main" id="{75DE0269-73B5-4BE1-87B0-818BE0CBF540}"/>
                    </a:ext>
                  </a:extLst>
                </p14:cNvPr>
                <p14:cNvContentPartPr/>
                <p14:nvPr/>
              </p14:nvContentPartPr>
              <p14:xfrm>
                <a:off x="1086413" y="202173"/>
                <a:ext cx="380880" cy="551160"/>
              </p14:xfrm>
            </p:contentPart>
          </mc:Choice>
          <mc:Fallback>
            <p:pic>
              <p:nvPicPr>
                <p:cNvPr id="3" name="墨迹 2">
                  <a:extLst>
                    <a:ext uri="{FF2B5EF4-FFF2-40B4-BE49-F238E27FC236}">
                      <a16:creationId xmlns:a16="http://schemas.microsoft.com/office/drawing/2014/main" id="{75DE0269-73B5-4BE1-87B0-818BE0CBF54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77413" y="193533"/>
                  <a:ext cx="398520" cy="56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0B22998B-8816-4DF4-AB2B-E20D6F1F8844}"/>
                    </a:ext>
                  </a:extLst>
                </p14:cNvPr>
                <p14:cNvContentPartPr/>
                <p14:nvPr/>
              </p14:nvContentPartPr>
              <p14:xfrm>
                <a:off x="1237973" y="116133"/>
                <a:ext cx="348480" cy="860400"/>
              </p14:xfrm>
            </p:contentPart>
          </mc:Choice>
          <mc:Fallback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0B22998B-8816-4DF4-AB2B-E20D6F1F884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29333" y="107133"/>
                  <a:ext cx="366120" cy="87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6383B14C-3D88-41A5-9F75-A7F63358C14E}"/>
                    </a:ext>
                  </a:extLst>
                </p14:cNvPr>
                <p14:cNvContentPartPr/>
                <p14:nvPr/>
              </p14:nvContentPartPr>
              <p14:xfrm>
                <a:off x="1764653" y="302973"/>
                <a:ext cx="750960" cy="918360"/>
              </p14:xfrm>
            </p:contentPart>
          </mc:Choice>
          <mc:Fallback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6383B14C-3D88-41A5-9F75-A7F63358C14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55653" y="294333"/>
                  <a:ext cx="768600" cy="9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44C1AA1C-1818-4B9C-BE0E-B69222A571D6}"/>
                    </a:ext>
                  </a:extLst>
                </p14:cNvPr>
                <p14:cNvContentPartPr/>
                <p14:nvPr/>
              </p14:nvContentPartPr>
              <p14:xfrm>
                <a:off x="-305347" y="1268133"/>
                <a:ext cx="3910320" cy="171360"/>
              </p14:xfrm>
            </p:contentPart>
          </mc:Choice>
          <mc:Fallback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44C1AA1C-1818-4B9C-BE0E-B69222A571D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-314347" y="1259133"/>
                  <a:ext cx="3927960" cy="18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0F6E54C8-FC2C-4B6B-B6D1-67035B860359}"/>
              </a:ext>
            </a:extLst>
          </p:cNvPr>
          <p:cNvGrpSpPr/>
          <p:nvPr/>
        </p:nvGrpSpPr>
        <p:grpSpPr>
          <a:xfrm>
            <a:off x="3490853" y="-391827"/>
            <a:ext cx="7580880" cy="1815840"/>
            <a:chOff x="3490853" y="-391827"/>
            <a:chExt cx="7580880" cy="181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6A325A77-48BA-473F-A979-26B58231C83A}"/>
                    </a:ext>
                  </a:extLst>
                </p14:cNvPr>
                <p14:cNvContentPartPr/>
                <p14:nvPr/>
              </p14:nvContentPartPr>
              <p14:xfrm>
                <a:off x="4299053" y="387933"/>
                <a:ext cx="132480" cy="42732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6A325A77-48BA-473F-A979-26B58231C83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290053" y="378933"/>
                  <a:ext cx="15012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CFE1896B-FE03-4BEC-8382-4739EC8A16EA}"/>
                    </a:ext>
                  </a:extLst>
                </p14:cNvPr>
                <p14:cNvContentPartPr/>
                <p14:nvPr/>
              </p14:nvContentPartPr>
              <p14:xfrm>
                <a:off x="4516493" y="334653"/>
                <a:ext cx="313560" cy="567000"/>
              </p14:xfrm>
            </p:contentPart>
          </mc:Choice>
          <mc:Fallback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CFE1896B-FE03-4BEC-8382-4739EC8A16E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507493" y="325653"/>
                  <a:ext cx="331200" cy="58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715168D8-6DCD-44FE-9FB2-148CCD2418D4}"/>
                    </a:ext>
                  </a:extLst>
                </p14:cNvPr>
                <p14:cNvContentPartPr/>
                <p14:nvPr/>
              </p14:nvContentPartPr>
              <p14:xfrm>
                <a:off x="4944893" y="329973"/>
                <a:ext cx="422640" cy="707400"/>
              </p14:xfrm>
            </p:contentPart>
          </mc:Choice>
          <mc:Fallback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715168D8-6DCD-44FE-9FB2-148CCD2418D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936253" y="320973"/>
                  <a:ext cx="440280" cy="72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D5456FAB-25FB-4380-AC8E-81D39DA8A5D1}"/>
                    </a:ext>
                  </a:extLst>
                </p14:cNvPr>
                <p14:cNvContentPartPr/>
                <p14:nvPr/>
              </p14:nvContentPartPr>
              <p14:xfrm>
                <a:off x="5555813" y="318813"/>
                <a:ext cx="204120" cy="549000"/>
              </p14:xfrm>
            </p:contentPart>
          </mc:Choice>
          <mc:Fallback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D5456FAB-25FB-4380-AC8E-81D39DA8A5D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546813" y="310173"/>
                  <a:ext cx="221760" cy="56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7C5EE93E-D6E6-47F9-ACDB-B45EECE55C56}"/>
                    </a:ext>
                  </a:extLst>
                </p14:cNvPr>
                <p14:cNvContentPartPr/>
                <p14:nvPr/>
              </p14:nvContentPartPr>
              <p14:xfrm>
                <a:off x="5496773" y="429693"/>
                <a:ext cx="476640" cy="220320"/>
              </p14:xfrm>
            </p:contentPart>
          </mc:Choice>
          <mc:Fallback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7C5EE93E-D6E6-47F9-ACDB-B45EECE55C5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488133" y="420693"/>
                  <a:ext cx="4942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D4E5939F-275A-41BC-8A57-7908AE9BCC7F}"/>
                    </a:ext>
                  </a:extLst>
                </p14:cNvPr>
                <p14:cNvContentPartPr/>
                <p14:nvPr/>
              </p14:nvContentPartPr>
              <p14:xfrm>
                <a:off x="5989253" y="486933"/>
                <a:ext cx="76320" cy="336240"/>
              </p14:xfrm>
            </p:contentPart>
          </mc:Choice>
          <mc:Fallback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D4E5939F-275A-41BC-8A57-7908AE9BCC7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980253" y="478293"/>
                  <a:ext cx="9396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AB14B022-F49B-4247-AC4C-6AF13F3D8B41}"/>
                    </a:ext>
                  </a:extLst>
                </p14:cNvPr>
                <p14:cNvContentPartPr/>
                <p14:nvPr/>
              </p14:nvContentPartPr>
              <p14:xfrm>
                <a:off x="6054053" y="317373"/>
                <a:ext cx="286920" cy="678600"/>
              </p14:xfrm>
            </p:contentPart>
          </mc:Choice>
          <mc:Fallback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AB14B022-F49B-4247-AC4C-6AF13F3D8B4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045413" y="308733"/>
                  <a:ext cx="304560" cy="69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8C37C6E6-2A43-4A00-B10D-1186E027AB72}"/>
                    </a:ext>
                  </a:extLst>
                </p14:cNvPr>
                <p14:cNvContentPartPr/>
                <p14:nvPr/>
              </p14:nvContentPartPr>
              <p14:xfrm>
                <a:off x="6031733" y="313053"/>
                <a:ext cx="273240" cy="559080"/>
              </p14:xfrm>
            </p:contentPart>
          </mc:Choice>
          <mc:Fallback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8C37C6E6-2A43-4A00-B10D-1186E027AB7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023093" y="304413"/>
                  <a:ext cx="29088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74D2D756-18C5-485C-B329-A499AA8D7AC4}"/>
                    </a:ext>
                  </a:extLst>
                </p14:cNvPr>
                <p14:cNvContentPartPr/>
                <p14:nvPr/>
              </p14:nvContentPartPr>
              <p14:xfrm>
                <a:off x="6675413" y="259773"/>
                <a:ext cx="120600" cy="529560"/>
              </p14:xfrm>
            </p:contentPart>
          </mc:Choice>
          <mc:Fallback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74D2D756-18C5-485C-B329-A499AA8D7AC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666413" y="251133"/>
                  <a:ext cx="138240" cy="54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2B1750A6-C724-4E13-A04F-4A8B4D52BB71}"/>
                    </a:ext>
                  </a:extLst>
                </p14:cNvPr>
                <p14:cNvContentPartPr/>
                <p14:nvPr/>
              </p14:nvContentPartPr>
              <p14:xfrm>
                <a:off x="6783413" y="443373"/>
                <a:ext cx="263520" cy="200160"/>
              </p14:xfrm>
            </p:contentPart>
          </mc:Choice>
          <mc:Fallback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2B1750A6-C724-4E13-A04F-4A8B4D52BB7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774413" y="434733"/>
                  <a:ext cx="2811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A09C7518-D271-4499-83F0-87831577D56D}"/>
                    </a:ext>
                  </a:extLst>
                </p14:cNvPr>
                <p14:cNvContentPartPr/>
                <p14:nvPr/>
              </p14:nvContentPartPr>
              <p14:xfrm>
                <a:off x="7122533" y="472533"/>
                <a:ext cx="187920" cy="193680"/>
              </p14:xfrm>
            </p:contentPart>
          </mc:Choice>
          <mc:Fallback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A09C7518-D271-4499-83F0-87831577D56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113533" y="463893"/>
                  <a:ext cx="2055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DB3799D4-9694-4286-8EBD-531302B0A6BD}"/>
                    </a:ext>
                  </a:extLst>
                </p14:cNvPr>
                <p14:cNvContentPartPr/>
                <p14:nvPr/>
              </p14:nvContentPartPr>
              <p14:xfrm>
                <a:off x="7324853" y="481173"/>
                <a:ext cx="324000" cy="419400"/>
              </p14:xfrm>
            </p:contentPart>
          </mc:Choice>
          <mc:Fallback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DB3799D4-9694-4286-8EBD-531302B0A6B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315853" y="472533"/>
                  <a:ext cx="34164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F88086C5-14BD-46FA-B266-736C7DC5DC05}"/>
                    </a:ext>
                  </a:extLst>
                </p14:cNvPr>
                <p14:cNvContentPartPr/>
                <p14:nvPr/>
              </p14:nvContentPartPr>
              <p14:xfrm>
                <a:off x="7745333" y="467493"/>
                <a:ext cx="149760" cy="272160"/>
              </p14:xfrm>
            </p:contentPart>
          </mc:Choice>
          <mc:Fallback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F88086C5-14BD-46FA-B266-736C7DC5DC0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736333" y="458853"/>
                  <a:ext cx="16740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E63E2647-3221-4B51-9BAC-1596412A2BF6}"/>
                    </a:ext>
                  </a:extLst>
                </p14:cNvPr>
                <p14:cNvContentPartPr/>
                <p14:nvPr/>
              </p14:nvContentPartPr>
              <p14:xfrm>
                <a:off x="7957733" y="277053"/>
                <a:ext cx="232560" cy="40104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E63E2647-3221-4B51-9BAC-1596412A2BF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949093" y="268413"/>
                  <a:ext cx="25020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54C47FF8-CE90-4193-9074-965B102F5CC6}"/>
                    </a:ext>
                  </a:extLst>
                </p14:cNvPr>
                <p14:cNvContentPartPr/>
                <p14:nvPr/>
              </p14:nvContentPartPr>
              <p14:xfrm>
                <a:off x="8304053" y="462093"/>
                <a:ext cx="214560" cy="165600"/>
              </p14:xfrm>
            </p:contentPart>
          </mc:Choice>
          <mc:Fallback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54C47FF8-CE90-4193-9074-965B102F5CC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295413" y="453093"/>
                  <a:ext cx="2322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3BEFF9BA-739F-41EC-B1F6-57B4721886CD}"/>
                    </a:ext>
                  </a:extLst>
                </p14:cNvPr>
                <p14:cNvContentPartPr/>
                <p14:nvPr/>
              </p14:nvContentPartPr>
              <p14:xfrm>
                <a:off x="8668733" y="483333"/>
                <a:ext cx="124920" cy="137880"/>
              </p14:xfrm>
            </p:contentPart>
          </mc:Choice>
          <mc:Fallback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3BEFF9BA-739F-41EC-B1F6-57B4721886C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659733" y="474693"/>
                  <a:ext cx="1425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F79643E6-BBCE-44D2-80E2-E4E42AF53356}"/>
                    </a:ext>
                  </a:extLst>
                </p14:cNvPr>
                <p14:cNvContentPartPr/>
                <p14:nvPr/>
              </p14:nvContentPartPr>
              <p14:xfrm>
                <a:off x="8672693" y="286413"/>
                <a:ext cx="96840" cy="489240"/>
              </p14:xfrm>
            </p:contentPart>
          </mc:Choice>
          <mc:Fallback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F79643E6-BBCE-44D2-80E2-E4E42AF5335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664053" y="277773"/>
                  <a:ext cx="114480" cy="50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365F0BFF-CBC5-4BC7-9948-D58F5694543C}"/>
                    </a:ext>
                  </a:extLst>
                </p14:cNvPr>
                <p14:cNvContentPartPr/>
                <p14:nvPr/>
              </p14:nvContentPartPr>
              <p14:xfrm>
                <a:off x="8707973" y="162933"/>
                <a:ext cx="43920" cy="27720"/>
              </p14:xfrm>
            </p:contentPart>
          </mc:Choice>
          <mc:Fallback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365F0BFF-CBC5-4BC7-9948-D58F5694543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698973" y="153933"/>
                  <a:ext cx="615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F575E9A9-21B4-4B51-9193-AD937C3C072D}"/>
                    </a:ext>
                  </a:extLst>
                </p14:cNvPr>
                <p14:cNvContentPartPr/>
                <p14:nvPr/>
              </p14:nvContentPartPr>
              <p14:xfrm>
                <a:off x="8809493" y="393693"/>
                <a:ext cx="263880" cy="422280"/>
              </p14:xfrm>
            </p:contentPart>
          </mc:Choice>
          <mc:Fallback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F575E9A9-21B4-4B51-9193-AD937C3C072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800493" y="384693"/>
                  <a:ext cx="28152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0DC68A3A-D1E6-4B24-8595-A6F3C372E64F}"/>
                    </a:ext>
                  </a:extLst>
                </p14:cNvPr>
                <p14:cNvContentPartPr/>
                <p14:nvPr/>
              </p14:nvContentPartPr>
              <p14:xfrm>
                <a:off x="3490853" y="995973"/>
                <a:ext cx="7580880" cy="167760"/>
              </p14:xfrm>
            </p:contentPart>
          </mc:Choice>
          <mc:Fallback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0DC68A3A-D1E6-4B24-8595-A6F3C372E64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481853" y="986973"/>
                  <a:ext cx="759852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4A138A1A-DAAC-4728-BF1F-C854FE8102F3}"/>
                    </a:ext>
                  </a:extLst>
                </p14:cNvPr>
                <p14:cNvContentPartPr/>
                <p14:nvPr/>
              </p14:nvContentPartPr>
              <p14:xfrm>
                <a:off x="3883613" y="-391827"/>
                <a:ext cx="2981880" cy="1815840"/>
              </p14:xfrm>
            </p:contentPart>
          </mc:Choice>
          <mc:Fallback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4A138A1A-DAAC-4728-BF1F-C854FE8102F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874973" y="-400827"/>
                  <a:ext cx="2999520" cy="18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E9B2CE9E-F0F8-4A6E-B3AB-F3E101E14C8D}"/>
                    </a:ext>
                  </a:extLst>
                </p14:cNvPr>
                <p14:cNvContentPartPr/>
                <p14:nvPr/>
              </p14:nvContentPartPr>
              <p14:xfrm>
                <a:off x="6197333" y="714520"/>
                <a:ext cx="3868200" cy="275040"/>
              </p14:xfrm>
            </p:contentPart>
          </mc:Choice>
          <mc:Fallback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E9B2CE9E-F0F8-4A6E-B3AB-F3E101E14C8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188693" y="705880"/>
                  <a:ext cx="3885840" cy="292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859928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AA1A90D4-16EF-429E-A8CB-09FE55929E29}"/>
              </a:ext>
            </a:extLst>
          </p:cNvPr>
          <p:cNvGrpSpPr/>
          <p:nvPr/>
        </p:nvGrpSpPr>
        <p:grpSpPr>
          <a:xfrm>
            <a:off x="1660613" y="4247853"/>
            <a:ext cx="1198080" cy="484200"/>
            <a:chOff x="1660613" y="4247853"/>
            <a:chExt cx="1198080" cy="48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34F71F90-23FE-4CDA-9275-71C91DC99101}"/>
                    </a:ext>
                  </a:extLst>
                </p14:cNvPr>
                <p14:cNvContentPartPr/>
                <p14:nvPr/>
              </p14:nvContentPartPr>
              <p14:xfrm>
                <a:off x="1660613" y="4396893"/>
                <a:ext cx="433800" cy="284400"/>
              </p14:xfrm>
            </p:contentPart>
          </mc:Choice>
          <mc:Fallback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34F71F90-23FE-4CDA-9275-71C91DC9910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651613" y="4387893"/>
                  <a:ext cx="45144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159B709C-6B13-46BD-B9F0-BAAC5A2F9B58}"/>
                    </a:ext>
                  </a:extLst>
                </p14:cNvPr>
                <p14:cNvContentPartPr/>
                <p14:nvPr/>
              </p14:nvContentPartPr>
              <p14:xfrm>
                <a:off x="2189453" y="4337853"/>
                <a:ext cx="341640" cy="288000"/>
              </p14:xfrm>
            </p:contentPart>
          </mc:Choice>
          <mc:Fallback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159B709C-6B13-46BD-B9F0-BAAC5A2F9B5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80813" y="4328853"/>
                  <a:ext cx="35928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6813AF67-902F-488A-A760-F00006E5F4EC}"/>
                    </a:ext>
                  </a:extLst>
                </p14:cNvPr>
                <p14:cNvContentPartPr/>
                <p14:nvPr/>
              </p14:nvContentPartPr>
              <p14:xfrm>
                <a:off x="2422373" y="4247853"/>
                <a:ext cx="436320" cy="484200"/>
              </p14:xfrm>
            </p:contentPart>
          </mc:Choice>
          <mc:Fallback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6813AF67-902F-488A-A760-F00006E5F4E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413733" y="4239213"/>
                  <a:ext cx="453960" cy="5018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2CB595AD-D819-48A3-A61E-E386801ACC06}"/>
              </a:ext>
            </a:extLst>
          </p:cNvPr>
          <p:cNvSpPr txBox="1"/>
          <p:nvPr/>
        </p:nvSpPr>
        <p:spPr>
          <a:xfrm>
            <a:off x="4984958" y="2118482"/>
            <a:ext cx="22220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公司的规章制度</a:t>
            </a:r>
            <a:r>
              <a:rPr lang="en-US" altLang="zh-CN" dirty="0">
                <a:solidFill>
                  <a:srgbClr val="FF0000"/>
                </a:solidFill>
              </a:rPr>
              <a:t>.doc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10w</a:t>
            </a:r>
            <a:r>
              <a:rPr lang="zh-CN" altLang="en-US" dirty="0">
                <a:solidFill>
                  <a:srgbClr val="FF0000"/>
                </a:solidFill>
              </a:rPr>
              <a:t>字</a:t>
            </a: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D0131FD7-C70D-428C-855C-E1ED5F857462}"/>
              </a:ext>
            </a:extLst>
          </p:cNvPr>
          <p:cNvCxnSpPr>
            <a:cxnSpLocks/>
          </p:cNvCxnSpPr>
          <p:nvPr/>
        </p:nvCxnSpPr>
        <p:spPr>
          <a:xfrm flipH="1" flipV="1">
            <a:off x="2504814" y="1571413"/>
            <a:ext cx="2527773" cy="806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16497259-9512-4ADD-A1FB-3E145E49010B}"/>
              </a:ext>
            </a:extLst>
          </p:cNvPr>
          <p:cNvSpPr txBox="1"/>
          <p:nvPr/>
        </p:nvSpPr>
        <p:spPr>
          <a:xfrm>
            <a:off x="5330613" y="3562773"/>
            <a:ext cx="48700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阿里巴巴奉行</a:t>
            </a:r>
            <a:r>
              <a:rPr lang="en-US" altLang="zh-CN" dirty="0">
                <a:solidFill>
                  <a:srgbClr val="FF0000"/>
                </a:solidFill>
              </a:rPr>
              <a:t>996</a:t>
            </a:r>
            <a:r>
              <a:rPr lang="zh-CN" altLang="en-US" dirty="0">
                <a:solidFill>
                  <a:srgbClr val="FF0000"/>
                </a:solidFill>
              </a:rPr>
              <a:t>，必须按时上班。。。。。。阿里巴巴职级晋升规则。。。。。 </a:t>
            </a:r>
            <a:r>
              <a:rPr lang="zh-CN" altLang="en-US" dirty="0"/>
              <a:t>阿里巴巴几点上班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CE7FEB2-1F6D-4C1F-B3D8-1B148742C16F}"/>
              </a:ext>
            </a:extLst>
          </p:cNvPr>
          <p:cNvSpPr txBox="1"/>
          <p:nvPr/>
        </p:nvSpPr>
        <p:spPr>
          <a:xfrm>
            <a:off x="6651413" y="379307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英语考试</a:t>
            </a:r>
            <a:endParaRPr lang="en-US" altLang="zh-CN" dirty="0"/>
          </a:p>
          <a:p>
            <a:r>
              <a:rPr lang="zh-CN" altLang="en-US" dirty="0"/>
              <a:t>阅读理解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15121A5-452C-4F6B-AF06-E7C08386FCB7}"/>
              </a:ext>
            </a:extLst>
          </p:cNvPr>
          <p:cNvSpPr txBox="1"/>
          <p:nvPr/>
        </p:nvSpPr>
        <p:spPr>
          <a:xfrm>
            <a:off x="3606504" y="4625853"/>
            <a:ext cx="187262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检索数据增强</a:t>
            </a:r>
            <a:endParaRPr lang="en-US" altLang="zh-CN" dirty="0"/>
          </a:p>
          <a:p>
            <a:r>
              <a:rPr lang="en-US" altLang="zh-CN" dirty="0"/>
              <a:t>RAG</a:t>
            </a:r>
          </a:p>
          <a:p>
            <a:r>
              <a:rPr lang="en-US" altLang="zh-CN" dirty="0"/>
              <a:t>Retrieve</a:t>
            </a:r>
            <a:r>
              <a:rPr lang="zh-CN" altLang="en-US" dirty="0"/>
              <a:t>检索</a:t>
            </a:r>
            <a:endParaRPr lang="en-US" altLang="zh-CN" dirty="0"/>
          </a:p>
          <a:p>
            <a:r>
              <a:rPr lang="en-US" altLang="zh-CN" dirty="0"/>
              <a:t>A augment </a:t>
            </a:r>
            <a:r>
              <a:rPr lang="zh-CN" altLang="en-US" dirty="0"/>
              <a:t>增强</a:t>
            </a:r>
            <a:endParaRPr lang="en-US" altLang="zh-CN" dirty="0"/>
          </a:p>
          <a:p>
            <a:r>
              <a:rPr lang="en-US" altLang="zh-CN" dirty="0"/>
              <a:t>G  generate</a:t>
            </a:r>
            <a:r>
              <a:rPr lang="zh-CN" altLang="en-US" dirty="0"/>
              <a:t>生成 </a:t>
            </a:r>
          </a:p>
        </p:txBody>
      </p: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8BEB9736-CA05-451A-AC4E-41C4C491D1BD}"/>
              </a:ext>
            </a:extLst>
          </p:cNvPr>
          <p:cNvGrpSpPr/>
          <p:nvPr/>
        </p:nvGrpSpPr>
        <p:grpSpPr>
          <a:xfrm>
            <a:off x="1441733" y="244653"/>
            <a:ext cx="9221760" cy="3798000"/>
            <a:chOff x="1441733" y="244653"/>
            <a:chExt cx="9221760" cy="3798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" name="墨迹 1">
                  <a:extLst>
                    <a:ext uri="{FF2B5EF4-FFF2-40B4-BE49-F238E27FC236}">
                      <a16:creationId xmlns:a16="http://schemas.microsoft.com/office/drawing/2014/main" id="{3BA9E457-35DC-4DA4-B1AA-D8E6430C7D0C}"/>
                    </a:ext>
                  </a:extLst>
                </p14:cNvPr>
                <p14:cNvContentPartPr/>
                <p14:nvPr/>
              </p14:nvContentPartPr>
              <p14:xfrm>
                <a:off x="1735493" y="2392773"/>
                <a:ext cx="94320" cy="615240"/>
              </p14:xfrm>
            </p:contentPart>
          </mc:Choice>
          <mc:Fallback>
            <p:pic>
              <p:nvPicPr>
                <p:cNvPr id="2" name="墨迹 1">
                  <a:extLst>
                    <a:ext uri="{FF2B5EF4-FFF2-40B4-BE49-F238E27FC236}">
                      <a16:creationId xmlns:a16="http://schemas.microsoft.com/office/drawing/2014/main" id="{3BA9E457-35DC-4DA4-B1AA-D8E6430C7D0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26853" y="2383773"/>
                  <a:ext cx="111960" cy="63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3" name="墨迹 2">
                  <a:extLst>
                    <a:ext uri="{FF2B5EF4-FFF2-40B4-BE49-F238E27FC236}">
                      <a16:creationId xmlns:a16="http://schemas.microsoft.com/office/drawing/2014/main" id="{AE84B738-D821-4B51-B033-FF3EE2CE3154}"/>
                    </a:ext>
                  </a:extLst>
                </p14:cNvPr>
                <p14:cNvContentPartPr/>
                <p14:nvPr/>
              </p14:nvContentPartPr>
              <p14:xfrm>
                <a:off x="1780133" y="2072373"/>
                <a:ext cx="1700640" cy="854640"/>
              </p14:xfrm>
            </p:contentPart>
          </mc:Choice>
          <mc:Fallback>
            <p:pic>
              <p:nvPicPr>
                <p:cNvPr id="3" name="墨迹 2">
                  <a:extLst>
                    <a:ext uri="{FF2B5EF4-FFF2-40B4-BE49-F238E27FC236}">
                      <a16:creationId xmlns:a16="http://schemas.microsoft.com/office/drawing/2014/main" id="{AE84B738-D821-4B51-B033-FF3EE2CE315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71133" y="2063733"/>
                  <a:ext cx="1718280" cy="87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7F38477A-7463-4D4C-B018-8774503739C2}"/>
                    </a:ext>
                  </a:extLst>
                </p14:cNvPr>
                <p14:cNvContentPartPr/>
                <p14:nvPr/>
              </p14:nvContentPartPr>
              <p14:xfrm>
                <a:off x="1937093" y="2937093"/>
                <a:ext cx="1530360" cy="65160"/>
              </p14:xfrm>
            </p:contentPart>
          </mc:Choice>
          <mc:Fallback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7F38477A-7463-4D4C-B018-8774503739C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928093" y="2928093"/>
                  <a:ext cx="15480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BD572627-36F3-46DB-BC33-FB81EE74EDD2}"/>
                    </a:ext>
                  </a:extLst>
                </p14:cNvPr>
                <p14:cNvContentPartPr/>
                <p14:nvPr/>
              </p14:nvContentPartPr>
              <p14:xfrm>
                <a:off x="2180093" y="2342373"/>
                <a:ext cx="207720" cy="398160"/>
              </p14:xfrm>
            </p:contentPart>
          </mc:Choice>
          <mc:Fallback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BD572627-36F3-46DB-BC33-FB81EE74EDD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171453" y="2333373"/>
                  <a:ext cx="22536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74A37789-F689-4609-AEFA-033CAC2F4241}"/>
                    </a:ext>
                  </a:extLst>
                </p14:cNvPr>
                <p14:cNvContentPartPr/>
                <p14:nvPr/>
              </p14:nvContentPartPr>
              <p14:xfrm>
                <a:off x="2437853" y="2357493"/>
                <a:ext cx="194040" cy="33696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74A37789-F689-4609-AEFA-033CAC2F424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428853" y="2348493"/>
                  <a:ext cx="21168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125AE463-A3C7-48A4-A305-790D1C0C26BD}"/>
                    </a:ext>
                  </a:extLst>
                </p14:cNvPr>
                <p14:cNvContentPartPr/>
                <p14:nvPr/>
              </p14:nvContentPartPr>
              <p14:xfrm>
                <a:off x="2704973" y="2393493"/>
                <a:ext cx="108000" cy="23472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125AE463-A3C7-48A4-A305-790D1C0C26B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695973" y="2384493"/>
                  <a:ext cx="12564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E5B02A89-024F-4646-8418-CA149BA9C7BC}"/>
                    </a:ext>
                  </a:extLst>
                </p14:cNvPr>
                <p14:cNvContentPartPr/>
                <p14:nvPr/>
              </p14:nvContentPartPr>
              <p14:xfrm>
                <a:off x="2820173" y="2330133"/>
                <a:ext cx="44640" cy="10440"/>
              </p14:xfrm>
            </p:contentPart>
          </mc:Choice>
          <mc:Fallback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E5B02A89-024F-4646-8418-CA149BA9C7B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811173" y="2321133"/>
                  <a:ext cx="622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DFEA7493-EB26-4A83-8CE1-66E649EDEEB8}"/>
                    </a:ext>
                  </a:extLst>
                </p14:cNvPr>
                <p14:cNvContentPartPr/>
                <p14:nvPr/>
              </p14:nvContentPartPr>
              <p14:xfrm>
                <a:off x="2704973" y="2378373"/>
                <a:ext cx="122400" cy="344880"/>
              </p14:xfrm>
            </p:contentPart>
          </mc:Choice>
          <mc:Fallback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DFEA7493-EB26-4A83-8CE1-66E649EDEEB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95973" y="2369373"/>
                  <a:ext cx="14004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1D8C569E-5638-4A0E-9D99-CFE7938A1A57}"/>
                    </a:ext>
                  </a:extLst>
                </p14:cNvPr>
                <p14:cNvContentPartPr/>
                <p14:nvPr/>
              </p14:nvContentPartPr>
              <p14:xfrm>
                <a:off x="2837093" y="2322213"/>
                <a:ext cx="274320" cy="412560"/>
              </p14:xfrm>
            </p:contentPart>
          </mc:Choice>
          <mc:Fallback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1D8C569E-5638-4A0E-9D99-CFE7938A1A5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828453" y="2313213"/>
                  <a:ext cx="29196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A8515B7A-782F-4433-9590-32513A6FF6B3}"/>
                    </a:ext>
                  </a:extLst>
                </p14:cNvPr>
                <p14:cNvContentPartPr/>
                <p14:nvPr/>
              </p14:nvContentPartPr>
              <p14:xfrm>
                <a:off x="2419133" y="3087933"/>
                <a:ext cx="85680" cy="751680"/>
              </p14:xfrm>
            </p:contentPart>
          </mc:Choice>
          <mc:Fallback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A8515B7A-782F-4433-9590-32513A6FF6B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410133" y="3079293"/>
                  <a:ext cx="103320" cy="76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C2C796CA-7EA7-4403-8692-0B559109AD5B}"/>
                    </a:ext>
                  </a:extLst>
                </p14:cNvPr>
                <p14:cNvContentPartPr/>
                <p14:nvPr/>
              </p14:nvContentPartPr>
              <p14:xfrm>
                <a:off x="2292053" y="3656733"/>
                <a:ext cx="393840" cy="385920"/>
              </p14:xfrm>
            </p:contentPart>
          </mc:Choice>
          <mc:Fallback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C2C796CA-7EA7-4403-8692-0B559109AD5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283053" y="3648093"/>
                  <a:ext cx="41148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CB0CFD15-8D32-40C6-9F05-84CB6984D65C}"/>
                    </a:ext>
                  </a:extLst>
                </p14:cNvPr>
                <p14:cNvContentPartPr/>
                <p14:nvPr/>
              </p14:nvContentPartPr>
              <p14:xfrm>
                <a:off x="7392893" y="3757533"/>
                <a:ext cx="57600" cy="4680"/>
              </p14:xfrm>
            </p:contentPart>
          </mc:Choice>
          <mc:Fallback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CB0CFD15-8D32-40C6-9F05-84CB6984D65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384253" y="3748533"/>
                  <a:ext cx="752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BBDB2CCB-D9AA-41AA-8B3E-EB7D9F2BE43F}"/>
                    </a:ext>
                  </a:extLst>
                </p14:cNvPr>
                <p14:cNvContentPartPr/>
                <p14:nvPr/>
              </p14:nvContentPartPr>
              <p14:xfrm>
                <a:off x="8183813" y="1071573"/>
                <a:ext cx="175320" cy="438120"/>
              </p14:xfrm>
            </p:contentPart>
          </mc:Choice>
          <mc:Fallback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BBDB2CCB-D9AA-41AA-8B3E-EB7D9F2BE43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175173" y="1062933"/>
                  <a:ext cx="192960" cy="45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40" name="墨迹 39">
                  <a:extLst>
                    <a:ext uri="{FF2B5EF4-FFF2-40B4-BE49-F238E27FC236}">
                      <a16:creationId xmlns:a16="http://schemas.microsoft.com/office/drawing/2014/main" id="{E252F809-AEE8-49C7-AB2F-C98925C100FB}"/>
                    </a:ext>
                  </a:extLst>
                </p14:cNvPr>
                <p14:cNvContentPartPr/>
                <p14:nvPr/>
              </p14:nvContentPartPr>
              <p14:xfrm>
                <a:off x="8260133" y="803013"/>
                <a:ext cx="2146320" cy="364680"/>
              </p14:xfrm>
            </p:contentPart>
          </mc:Choice>
          <mc:Fallback>
            <p:pic>
              <p:nvPicPr>
                <p:cNvPr id="40" name="墨迹 39">
                  <a:extLst>
                    <a:ext uri="{FF2B5EF4-FFF2-40B4-BE49-F238E27FC236}">
                      <a16:creationId xmlns:a16="http://schemas.microsoft.com/office/drawing/2014/main" id="{E252F809-AEE8-49C7-AB2F-C98925C100F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251133" y="794013"/>
                  <a:ext cx="216396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E0671934-E786-41CF-B396-67A63D08415B}"/>
                    </a:ext>
                  </a:extLst>
                </p14:cNvPr>
                <p14:cNvContentPartPr/>
                <p14:nvPr/>
              </p14:nvContentPartPr>
              <p14:xfrm>
                <a:off x="8314493" y="1235733"/>
                <a:ext cx="2349000" cy="187920"/>
              </p14:xfrm>
            </p:contentPart>
          </mc:Choice>
          <mc:Fallback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E0671934-E786-41CF-B396-67A63D08415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305493" y="1227093"/>
                  <a:ext cx="23666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CCB2C437-C66C-4081-B650-725F20893082}"/>
                    </a:ext>
                  </a:extLst>
                </p14:cNvPr>
                <p14:cNvContentPartPr/>
                <p14:nvPr/>
              </p14:nvContentPartPr>
              <p14:xfrm>
                <a:off x="8348693" y="1879053"/>
                <a:ext cx="72720" cy="169200"/>
              </p14:xfrm>
            </p:contentPart>
          </mc:Choice>
          <mc:Fallback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CCB2C437-C66C-4081-B650-725F2089308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339693" y="1870413"/>
                  <a:ext cx="9036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3" name="墨迹 42">
                  <a:extLst>
                    <a:ext uri="{FF2B5EF4-FFF2-40B4-BE49-F238E27FC236}">
                      <a16:creationId xmlns:a16="http://schemas.microsoft.com/office/drawing/2014/main" id="{1B2023AB-F318-4557-AFB7-4A01258B6F3A}"/>
                    </a:ext>
                  </a:extLst>
                </p14:cNvPr>
                <p14:cNvContentPartPr/>
                <p14:nvPr/>
              </p14:nvContentPartPr>
              <p14:xfrm>
                <a:off x="8448773" y="1524453"/>
                <a:ext cx="1624320" cy="516960"/>
              </p14:xfrm>
            </p:contentPart>
          </mc:Choice>
          <mc:Fallback>
            <p:pic>
              <p:nvPicPr>
                <p:cNvPr id="43" name="墨迹 42">
                  <a:extLst>
                    <a:ext uri="{FF2B5EF4-FFF2-40B4-BE49-F238E27FC236}">
                      <a16:creationId xmlns:a16="http://schemas.microsoft.com/office/drawing/2014/main" id="{1B2023AB-F318-4557-AFB7-4A01258B6F3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439773" y="1515453"/>
                  <a:ext cx="1641960" cy="53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4" name="墨迹 43">
                  <a:extLst>
                    <a:ext uri="{FF2B5EF4-FFF2-40B4-BE49-F238E27FC236}">
                      <a16:creationId xmlns:a16="http://schemas.microsoft.com/office/drawing/2014/main" id="{73CB8DA4-9553-4B70-915C-49B8CFF8AA9D}"/>
                    </a:ext>
                  </a:extLst>
                </p14:cNvPr>
                <p14:cNvContentPartPr/>
                <p14:nvPr/>
              </p14:nvContentPartPr>
              <p14:xfrm>
                <a:off x="8365613" y="1997853"/>
                <a:ext cx="1830600" cy="92520"/>
              </p14:xfrm>
            </p:contentPart>
          </mc:Choice>
          <mc:Fallback>
            <p:pic>
              <p:nvPicPr>
                <p:cNvPr id="44" name="墨迹 43">
                  <a:extLst>
                    <a:ext uri="{FF2B5EF4-FFF2-40B4-BE49-F238E27FC236}">
                      <a16:creationId xmlns:a16="http://schemas.microsoft.com/office/drawing/2014/main" id="{73CB8DA4-9553-4B70-915C-49B8CFF8AA9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356973" y="1989213"/>
                  <a:ext cx="18482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5" name="墨迹 44">
                  <a:extLst>
                    <a:ext uri="{FF2B5EF4-FFF2-40B4-BE49-F238E27FC236}">
                      <a16:creationId xmlns:a16="http://schemas.microsoft.com/office/drawing/2014/main" id="{D2EE482A-AD6D-47B4-8033-4073CFF733B5}"/>
                    </a:ext>
                  </a:extLst>
                </p14:cNvPr>
                <p14:cNvContentPartPr/>
                <p14:nvPr/>
              </p14:nvContentPartPr>
              <p14:xfrm>
                <a:off x="8397293" y="2335173"/>
                <a:ext cx="151560" cy="250560"/>
              </p14:xfrm>
            </p:contentPart>
          </mc:Choice>
          <mc:Fallback>
            <p:pic>
              <p:nvPicPr>
                <p:cNvPr id="45" name="墨迹 44">
                  <a:extLst>
                    <a:ext uri="{FF2B5EF4-FFF2-40B4-BE49-F238E27FC236}">
                      <a16:creationId xmlns:a16="http://schemas.microsoft.com/office/drawing/2014/main" id="{D2EE482A-AD6D-47B4-8033-4073CFF733B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388293" y="2326173"/>
                  <a:ext cx="16920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CB0559A8-967E-4FB7-B449-08AF7B89005F}"/>
                    </a:ext>
                  </a:extLst>
                </p14:cNvPr>
                <p14:cNvContentPartPr/>
                <p14:nvPr/>
              </p14:nvContentPartPr>
              <p14:xfrm>
                <a:off x="8538773" y="2169933"/>
                <a:ext cx="1291680" cy="412200"/>
              </p14:xfrm>
            </p:contentPart>
          </mc:Choice>
          <mc:Fallback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CB0559A8-967E-4FB7-B449-08AF7B89005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530133" y="2161293"/>
                  <a:ext cx="130932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7" name="墨迹 46">
                  <a:extLst>
                    <a:ext uri="{FF2B5EF4-FFF2-40B4-BE49-F238E27FC236}">
                      <a16:creationId xmlns:a16="http://schemas.microsoft.com/office/drawing/2014/main" id="{470CEEBD-CA37-4BCB-A07D-9AE3DAFBDCB2}"/>
                    </a:ext>
                  </a:extLst>
                </p14:cNvPr>
                <p14:cNvContentPartPr/>
                <p14:nvPr/>
              </p14:nvContentPartPr>
              <p14:xfrm>
                <a:off x="8503853" y="2631453"/>
                <a:ext cx="862200" cy="44280"/>
              </p14:xfrm>
            </p:contentPart>
          </mc:Choice>
          <mc:Fallback>
            <p:pic>
              <p:nvPicPr>
                <p:cNvPr id="47" name="墨迹 46">
                  <a:extLst>
                    <a:ext uri="{FF2B5EF4-FFF2-40B4-BE49-F238E27FC236}">
                      <a16:creationId xmlns:a16="http://schemas.microsoft.com/office/drawing/2014/main" id="{470CEEBD-CA37-4BCB-A07D-9AE3DAFBDCB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495213" y="2622453"/>
                  <a:ext cx="8798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8" name="墨迹 47">
                  <a:extLst>
                    <a:ext uri="{FF2B5EF4-FFF2-40B4-BE49-F238E27FC236}">
                      <a16:creationId xmlns:a16="http://schemas.microsoft.com/office/drawing/2014/main" id="{BB9016F9-0E44-42A2-B4E8-D33324FB5E2A}"/>
                    </a:ext>
                  </a:extLst>
                </p14:cNvPr>
                <p14:cNvContentPartPr/>
                <p14:nvPr/>
              </p14:nvContentPartPr>
              <p14:xfrm>
                <a:off x="8512493" y="2914773"/>
                <a:ext cx="143640" cy="194400"/>
              </p14:xfrm>
            </p:contentPart>
          </mc:Choice>
          <mc:Fallback>
            <p:pic>
              <p:nvPicPr>
                <p:cNvPr id="48" name="墨迹 47">
                  <a:extLst>
                    <a:ext uri="{FF2B5EF4-FFF2-40B4-BE49-F238E27FC236}">
                      <a16:creationId xmlns:a16="http://schemas.microsoft.com/office/drawing/2014/main" id="{BB9016F9-0E44-42A2-B4E8-D33324FB5E2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503493" y="2905773"/>
                  <a:ext cx="1612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9" name="墨迹 48">
                  <a:extLst>
                    <a:ext uri="{FF2B5EF4-FFF2-40B4-BE49-F238E27FC236}">
                      <a16:creationId xmlns:a16="http://schemas.microsoft.com/office/drawing/2014/main" id="{E9BA33D6-6838-48CB-83A8-878B2FA2C559}"/>
                    </a:ext>
                  </a:extLst>
                </p14:cNvPr>
                <p14:cNvContentPartPr/>
                <p14:nvPr/>
              </p14:nvContentPartPr>
              <p14:xfrm>
                <a:off x="8655053" y="2774373"/>
                <a:ext cx="1222200" cy="306000"/>
              </p14:xfrm>
            </p:contentPart>
          </mc:Choice>
          <mc:Fallback>
            <p:pic>
              <p:nvPicPr>
                <p:cNvPr id="49" name="墨迹 48">
                  <a:extLst>
                    <a:ext uri="{FF2B5EF4-FFF2-40B4-BE49-F238E27FC236}">
                      <a16:creationId xmlns:a16="http://schemas.microsoft.com/office/drawing/2014/main" id="{E9BA33D6-6838-48CB-83A8-878B2FA2C55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646053" y="2765733"/>
                  <a:ext cx="123984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50" name="墨迹 49">
                  <a:extLst>
                    <a:ext uri="{FF2B5EF4-FFF2-40B4-BE49-F238E27FC236}">
                      <a16:creationId xmlns:a16="http://schemas.microsoft.com/office/drawing/2014/main" id="{2A9821CB-7350-4780-BAB6-5045254CE269}"/>
                    </a:ext>
                  </a:extLst>
                </p14:cNvPr>
                <p14:cNvContentPartPr/>
                <p14:nvPr/>
              </p14:nvContentPartPr>
              <p14:xfrm>
                <a:off x="8644613" y="3105213"/>
                <a:ext cx="915840" cy="89640"/>
              </p14:xfrm>
            </p:contentPart>
          </mc:Choice>
          <mc:Fallback>
            <p:pic>
              <p:nvPicPr>
                <p:cNvPr id="50" name="墨迹 49">
                  <a:extLst>
                    <a:ext uri="{FF2B5EF4-FFF2-40B4-BE49-F238E27FC236}">
                      <a16:creationId xmlns:a16="http://schemas.microsoft.com/office/drawing/2014/main" id="{2A9821CB-7350-4780-BAB6-5045254CE26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635973" y="3096573"/>
                  <a:ext cx="9334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2" name="墨迹 51">
                  <a:extLst>
                    <a:ext uri="{FF2B5EF4-FFF2-40B4-BE49-F238E27FC236}">
                      <a16:creationId xmlns:a16="http://schemas.microsoft.com/office/drawing/2014/main" id="{6A6E13DB-6168-45BC-99E6-478C499267BA}"/>
                    </a:ext>
                  </a:extLst>
                </p14:cNvPr>
                <p14:cNvContentPartPr/>
                <p14:nvPr/>
              </p14:nvContentPartPr>
              <p14:xfrm>
                <a:off x="8405933" y="1120533"/>
                <a:ext cx="69480" cy="174960"/>
              </p14:xfrm>
            </p:contentPart>
          </mc:Choice>
          <mc:Fallback>
            <p:pic>
              <p:nvPicPr>
                <p:cNvPr id="52" name="墨迹 51">
                  <a:extLst>
                    <a:ext uri="{FF2B5EF4-FFF2-40B4-BE49-F238E27FC236}">
                      <a16:creationId xmlns:a16="http://schemas.microsoft.com/office/drawing/2014/main" id="{6A6E13DB-6168-45BC-99E6-478C499267B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396933" y="1111893"/>
                  <a:ext cx="8712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3" name="墨迹 52">
                  <a:extLst>
                    <a:ext uri="{FF2B5EF4-FFF2-40B4-BE49-F238E27FC236}">
                      <a16:creationId xmlns:a16="http://schemas.microsoft.com/office/drawing/2014/main" id="{8095732B-DC30-436B-B8D9-801C4CA6A16C}"/>
                    </a:ext>
                  </a:extLst>
                </p14:cNvPr>
                <p14:cNvContentPartPr/>
                <p14:nvPr/>
              </p14:nvContentPartPr>
              <p14:xfrm>
                <a:off x="8640293" y="947373"/>
                <a:ext cx="218880" cy="316800"/>
              </p14:xfrm>
            </p:contentPart>
          </mc:Choice>
          <mc:Fallback>
            <p:pic>
              <p:nvPicPr>
                <p:cNvPr id="53" name="墨迹 52">
                  <a:extLst>
                    <a:ext uri="{FF2B5EF4-FFF2-40B4-BE49-F238E27FC236}">
                      <a16:creationId xmlns:a16="http://schemas.microsoft.com/office/drawing/2014/main" id="{8095732B-DC30-436B-B8D9-801C4CA6A16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631653" y="938373"/>
                  <a:ext cx="23652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4" name="墨迹 53">
                  <a:extLst>
                    <a:ext uri="{FF2B5EF4-FFF2-40B4-BE49-F238E27FC236}">
                      <a16:creationId xmlns:a16="http://schemas.microsoft.com/office/drawing/2014/main" id="{9A62FF98-0EB4-4C91-B16D-D3B9F9AA7DA8}"/>
                    </a:ext>
                  </a:extLst>
                </p14:cNvPr>
                <p14:cNvContentPartPr/>
                <p14:nvPr/>
              </p14:nvContentPartPr>
              <p14:xfrm>
                <a:off x="8925413" y="1122693"/>
                <a:ext cx="145440" cy="129960"/>
              </p14:xfrm>
            </p:contentPart>
          </mc:Choice>
          <mc:Fallback>
            <p:pic>
              <p:nvPicPr>
                <p:cNvPr id="54" name="墨迹 53">
                  <a:extLst>
                    <a:ext uri="{FF2B5EF4-FFF2-40B4-BE49-F238E27FC236}">
                      <a16:creationId xmlns:a16="http://schemas.microsoft.com/office/drawing/2014/main" id="{9A62FF98-0EB4-4C91-B16D-D3B9F9AA7DA8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916773" y="1114053"/>
                  <a:ext cx="1630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5" name="墨迹 54">
                  <a:extLst>
                    <a:ext uri="{FF2B5EF4-FFF2-40B4-BE49-F238E27FC236}">
                      <a16:creationId xmlns:a16="http://schemas.microsoft.com/office/drawing/2014/main" id="{6D6B984E-AD3C-479F-B01F-2F7C0A488288}"/>
                    </a:ext>
                  </a:extLst>
                </p14:cNvPr>
                <p14:cNvContentPartPr/>
                <p14:nvPr/>
              </p14:nvContentPartPr>
              <p14:xfrm>
                <a:off x="9134573" y="1114773"/>
                <a:ext cx="153000" cy="122040"/>
              </p14:xfrm>
            </p:contentPart>
          </mc:Choice>
          <mc:Fallback>
            <p:pic>
              <p:nvPicPr>
                <p:cNvPr id="55" name="墨迹 54">
                  <a:extLst>
                    <a:ext uri="{FF2B5EF4-FFF2-40B4-BE49-F238E27FC236}">
                      <a16:creationId xmlns:a16="http://schemas.microsoft.com/office/drawing/2014/main" id="{6D6B984E-AD3C-479F-B01F-2F7C0A48828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125573" y="1106133"/>
                  <a:ext cx="1706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6" name="墨迹 55">
                  <a:extLst>
                    <a:ext uri="{FF2B5EF4-FFF2-40B4-BE49-F238E27FC236}">
                      <a16:creationId xmlns:a16="http://schemas.microsoft.com/office/drawing/2014/main" id="{1BD4133E-3FF0-4958-A7FA-29DAEDAD9D0C}"/>
                    </a:ext>
                  </a:extLst>
                </p14:cNvPr>
                <p14:cNvContentPartPr/>
                <p14:nvPr/>
              </p14:nvContentPartPr>
              <p14:xfrm>
                <a:off x="9381173" y="981213"/>
                <a:ext cx="196560" cy="195840"/>
              </p14:xfrm>
            </p:contentPart>
          </mc:Choice>
          <mc:Fallback>
            <p:pic>
              <p:nvPicPr>
                <p:cNvPr id="56" name="墨迹 55">
                  <a:extLst>
                    <a:ext uri="{FF2B5EF4-FFF2-40B4-BE49-F238E27FC236}">
                      <a16:creationId xmlns:a16="http://schemas.microsoft.com/office/drawing/2014/main" id="{1BD4133E-3FF0-4958-A7FA-29DAEDAD9D0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372173" y="972213"/>
                  <a:ext cx="2142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7" name="墨迹 56">
                  <a:extLst>
                    <a:ext uri="{FF2B5EF4-FFF2-40B4-BE49-F238E27FC236}">
                      <a16:creationId xmlns:a16="http://schemas.microsoft.com/office/drawing/2014/main" id="{0E4466CF-E373-4E11-B490-D724225CD6A7}"/>
                    </a:ext>
                  </a:extLst>
                </p14:cNvPr>
                <p14:cNvContentPartPr/>
                <p14:nvPr/>
              </p14:nvContentPartPr>
              <p14:xfrm>
                <a:off x="9743693" y="910653"/>
                <a:ext cx="51480" cy="328320"/>
              </p14:xfrm>
            </p:contentPart>
          </mc:Choice>
          <mc:Fallback>
            <p:pic>
              <p:nvPicPr>
                <p:cNvPr id="57" name="墨迹 56">
                  <a:extLst>
                    <a:ext uri="{FF2B5EF4-FFF2-40B4-BE49-F238E27FC236}">
                      <a16:creationId xmlns:a16="http://schemas.microsoft.com/office/drawing/2014/main" id="{0E4466CF-E373-4E11-B490-D724225CD6A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735053" y="901653"/>
                  <a:ext cx="6912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8" name="墨迹 57">
                  <a:extLst>
                    <a:ext uri="{FF2B5EF4-FFF2-40B4-BE49-F238E27FC236}">
                      <a16:creationId xmlns:a16="http://schemas.microsoft.com/office/drawing/2014/main" id="{6DF534F0-C5E4-4943-91AE-E7D67DE655DF}"/>
                    </a:ext>
                  </a:extLst>
                </p14:cNvPr>
                <p14:cNvContentPartPr/>
                <p14:nvPr/>
              </p14:nvContentPartPr>
              <p14:xfrm>
                <a:off x="8613293" y="1816053"/>
                <a:ext cx="95040" cy="135000"/>
              </p14:xfrm>
            </p:contentPart>
          </mc:Choice>
          <mc:Fallback>
            <p:pic>
              <p:nvPicPr>
                <p:cNvPr id="58" name="墨迹 57">
                  <a:extLst>
                    <a:ext uri="{FF2B5EF4-FFF2-40B4-BE49-F238E27FC236}">
                      <a16:creationId xmlns:a16="http://schemas.microsoft.com/office/drawing/2014/main" id="{6DF534F0-C5E4-4943-91AE-E7D67DE655D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604293" y="1807053"/>
                  <a:ext cx="11268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9" name="墨迹 58">
                  <a:extLst>
                    <a:ext uri="{FF2B5EF4-FFF2-40B4-BE49-F238E27FC236}">
                      <a16:creationId xmlns:a16="http://schemas.microsoft.com/office/drawing/2014/main" id="{68A995F6-805B-40C7-8E91-CB6400A9F7DD}"/>
                    </a:ext>
                  </a:extLst>
                </p14:cNvPr>
                <p14:cNvContentPartPr/>
                <p14:nvPr/>
              </p14:nvContentPartPr>
              <p14:xfrm>
                <a:off x="8813813" y="1713093"/>
                <a:ext cx="189000" cy="242640"/>
              </p14:xfrm>
            </p:contentPart>
          </mc:Choice>
          <mc:Fallback>
            <p:pic>
              <p:nvPicPr>
                <p:cNvPr id="59" name="墨迹 58">
                  <a:extLst>
                    <a:ext uri="{FF2B5EF4-FFF2-40B4-BE49-F238E27FC236}">
                      <a16:creationId xmlns:a16="http://schemas.microsoft.com/office/drawing/2014/main" id="{68A995F6-805B-40C7-8E91-CB6400A9F7DD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804813" y="1704453"/>
                  <a:ext cx="20664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60" name="墨迹 59">
                  <a:extLst>
                    <a:ext uri="{FF2B5EF4-FFF2-40B4-BE49-F238E27FC236}">
                      <a16:creationId xmlns:a16="http://schemas.microsoft.com/office/drawing/2014/main" id="{214689EC-E683-4881-A8FF-6E77A7041689}"/>
                    </a:ext>
                  </a:extLst>
                </p14:cNvPr>
                <p14:cNvContentPartPr/>
                <p14:nvPr/>
              </p14:nvContentPartPr>
              <p14:xfrm>
                <a:off x="9097853" y="1816053"/>
                <a:ext cx="180360" cy="163440"/>
              </p14:xfrm>
            </p:contentPart>
          </mc:Choice>
          <mc:Fallback>
            <p:pic>
              <p:nvPicPr>
                <p:cNvPr id="60" name="墨迹 59">
                  <a:extLst>
                    <a:ext uri="{FF2B5EF4-FFF2-40B4-BE49-F238E27FC236}">
                      <a16:creationId xmlns:a16="http://schemas.microsoft.com/office/drawing/2014/main" id="{214689EC-E683-4881-A8FF-6E77A704168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088853" y="1807053"/>
                  <a:ext cx="1980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1" name="墨迹 60">
                  <a:extLst>
                    <a:ext uri="{FF2B5EF4-FFF2-40B4-BE49-F238E27FC236}">
                      <a16:creationId xmlns:a16="http://schemas.microsoft.com/office/drawing/2014/main" id="{7418AE21-E7FF-4E99-8ABD-B4CE5B0201DA}"/>
                    </a:ext>
                  </a:extLst>
                </p14:cNvPr>
                <p14:cNvContentPartPr/>
                <p14:nvPr/>
              </p14:nvContentPartPr>
              <p14:xfrm>
                <a:off x="9289013" y="1811733"/>
                <a:ext cx="129960" cy="151200"/>
              </p14:xfrm>
            </p:contentPart>
          </mc:Choice>
          <mc:Fallback>
            <p:pic>
              <p:nvPicPr>
                <p:cNvPr id="61" name="墨迹 60">
                  <a:extLst>
                    <a:ext uri="{FF2B5EF4-FFF2-40B4-BE49-F238E27FC236}">
                      <a16:creationId xmlns:a16="http://schemas.microsoft.com/office/drawing/2014/main" id="{7418AE21-E7FF-4E99-8ABD-B4CE5B0201D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280013" y="1802733"/>
                  <a:ext cx="1476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2" name="墨迹 61">
                  <a:extLst>
                    <a:ext uri="{FF2B5EF4-FFF2-40B4-BE49-F238E27FC236}">
                      <a16:creationId xmlns:a16="http://schemas.microsoft.com/office/drawing/2014/main" id="{DBBD8BC7-0615-447A-928F-F57FB25936B8}"/>
                    </a:ext>
                  </a:extLst>
                </p14:cNvPr>
                <p14:cNvContentPartPr/>
                <p14:nvPr/>
              </p14:nvContentPartPr>
              <p14:xfrm>
                <a:off x="9533813" y="1697253"/>
                <a:ext cx="32760" cy="197280"/>
              </p14:xfrm>
            </p:contentPart>
          </mc:Choice>
          <mc:Fallback>
            <p:pic>
              <p:nvPicPr>
                <p:cNvPr id="62" name="墨迹 61">
                  <a:extLst>
                    <a:ext uri="{FF2B5EF4-FFF2-40B4-BE49-F238E27FC236}">
                      <a16:creationId xmlns:a16="http://schemas.microsoft.com/office/drawing/2014/main" id="{DBBD8BC7-0615-447A-928F-F57FB25936B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525173" y="1688613"/>
                  <a:ext cx="504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3" name="墨迹 62">
                  <a:extLst>
                    <a:ext uri="{FF2B5EF4-FFF2-40B4-BE49-F238E27FC236}">
                      <a16:creationId xmlns:a16="http://schemas.microsoft.com/office/drawing/2014/main" id="{320D83CC-A995-4467-9BFC-9B14D0047611}"/>
                    </a:ext>
                  </a:extLst>
                </p14:cNvPr>
                <p14:cNvContentPartPr/>
                <p14:nvPr/>
              </p14:nvContentPartPr>
              <p14:xfrm>
                <a:off x="9542453" y="1722453"/>
                <a:ext cx="113040" cy="140760"/>
              </p14:xfrm>
            </p:contentPart>
          </mc:Choice>
          <mc:Fallback>
            <p:pic>
              <p:nvPicPr>
                <p:cNvPr id="63" name="墨迹 62">
                  <a:extLst>
                    <a:ext uri="{FF2B5EF4-FFF2-40B4-BE49-F238E27FC236}">
                      <a16:creationId xmlns:a16="http://schemas.microsoft.com/office/drawing/2014/main" id="{320D83CC-A995-4467-9BFC-9B14D004761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533453" y="1713813"/>
                  <a:ext cx="13068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4" name="墨迹 63">
                  <a:extLst>
                    <a:ext uri="{FF2B5EF4-FFF2-40B4-BE49-F238E27FC236}">
                      <a16:creationId xmlns:a16="http://schemas.microsoft.com/office/drawing/2014/main" id="{0014864C-FEA6-4C5D-AEC4-7AD7DD856A19}"/>
                    </a:ext>
                  </a:extLst>
                </p14:cNvPr>
                <p14:cNvContentPartPr/>
                <p14:nvPr/>
              </p14:nvContentPartPr>
              <p14:xfrm>
                <a:off x="9692573" y="1638933"/>
                <a:ext cx="131760" cy="233280"/>
              </p14:xfrm>
            </p:contentPart>
          </mc:Choice>
          <mc:Fallback>
            <p:pic>
              <p:nvPicPr>
                <p:cNvPr id="64" name="墨迹 63">
                  <a:extLst>
                    <a:ext uri="{FF2B5EF4-FFF2-40B4-BE49-F238E27FC236}">
                      <a16:creationId xmlns:a16="http://schemas.microsoft.com/office/drawing/2014/main" id="{0014864C-FEA6-4C5D-AEC4-7AD7DD856A1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683573" y="1630293"/>
                  <a:ext cx="1494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5" name="墨迹 64">
                  <a:extLst>
                    <a:ext uri="{FF2B5EF4-FFF2-40B4-BE49-F238E27FC236}">
                      <a16:creationId xmlns:a16="http://schemas.microsoft.com/office/drawing/2014/main" id="{886A255D-C7F7-427F-8526-86BC33ED14F1}"/>
                    </a:ext>
                  </a:extLst>
                </p14:cNvPr>
                <p14:cNvContentPartPr/>
                <p14:nvPr/>
              </p14:nvContentPartPr>
              <p14:xfrm>
                <a:off x="8756573" y="2868693"/>
                <a:ext cx="100080" cy="213840"/>
              </p14:xfrm>
            </p:contentPart>
          </mc:Choice>
          <mc:Fallback>
            <p:pic>
              <p:nvPicPr>
                <p:cNvPr id="65" name="墨迹 64">
                  <a:extLst>
                    <a:ext uri="{FF2B5EF4-FFF2-40B4-BE49-F238E27FC236}">
                      <a16:creationId xmlns:a16="http://schemas.microsoft.com/office/drawing/2014/main" id="{886A255D-C7F7-427F-8526-86BC33ED14F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747573" y="2859693"/>
                  <a:ext cx="11772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6" name="墨迹 65">
                  <a:extLst>
                    <a:ext uri="{FF2B5EF4-FFF2-40B4-BE49-F238E27FC236}">
                      <a16:creationId xmlns:a16="http://schemas.microsoft.com/office/drawing/2014/main" id="{D75218FC-44DD-48B1-A006-57A54F2621A2}"/>
                    </a:ext>
                  </a:extLst>
                </p14:cNvPr>
                <p14:cNvContentPartPr/>
                <p14:nvPr/>
              </p14:nvContentPartPr>
              <p14:xfrm>
                <a:off x="8957093" y="2765733"/>
                <a:ext cx="142920" cy="239760"/>
              </p14:xfrm>
            </p:contentPart>
          </mc:Choice>
          <mc:Fallback>
            <p:pic>
              <p:nvPicPr>
                <p:cNvPr id="66" name="墨迹 65">
                  <a:extLst>
                    <a:ext uri="{FF2B5EF4-FFF2-40B4-BE49-F238E27FC236}">
                      <a16:creationId xmlns:a16="http://schemas.microsoft.com/office/drawing/2014/main" id="{D75218FC-44DD-48B1-A006-57A54F2621A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948093" y="2757093"/>
                  <a:ext cx="16056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7" name="墨迹 66">
                  <a:extLst>
                    <a:ext uri="{FF2B5EF4-FFF2-40B4-BE49-F238E27FC236}">
                      <a16:creationId xmlns:a16="http://schemas.microsoft.com/office/drawing/2014/main" id="{6C0F628C-9593-4AF0-81BF-0F0DAA0ED649}"/>
                    </a:ext>
                  </a:extLst>
                </p14:cNvPr>
                <p14:cNvContentPartPr/>
                <p14:nvPr/>
              </p14:nvContentPartPr>
              <p14:xfrm>
                <a:off x="9169133" y="2853573"/>
                <a:ext cx="93240" cy="161640"/>
              </p14:xfrm>
            </p:contentPart>
          </mc:Choice>
          <mc:Fallback>
            <p:pic>
              <p:nvPicPr>
                <p:cNvPr id="67" name="墨迹 66">
                  <a:extLst>
                    <a:ext uri="{FF2B5EF4-FFF2-40B4-BE49-F238E27FC236}">
                      <a16:creationId xmlns:a16="http://schemas.microsoft.com/office/drawing/2014/main" id="{6C0F628C-9593-4AF0-81BF-0F0DAA0ED64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160493" y="2844933"/>
                  <a:ext cx="1108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8" name="墨迹 67">
                  <a:extLst>
                    <a:ext uri="{FF2B5EF4-FFF2-40B4-BE49-F238E27FC236}">
                      <a16:creationId xmlns:a16="http://schemas.microsoft.com/office/drawing/2014/main" id="{2B1C32DB-73F7-4CE0-8001-55567E0A806D}"/>
                    </a:ext>
                  </a:extLst>
                </p14:cNvPr>
                <p14:cNvContentPartPr/>
                <p14:nvPr/>
              </p14:nvContentPartPr>
              <p14:xfrm>
                <a:off x="9200093" y="2840613"/>
                <a:ext cx="166680" cy="226800"/>
              </p14:xfrm>
            </p:contentPart>
          </mc:Choice>
          <mc:Fallback>
            <p:pic>
              <p:nvPicPr>
                <p:cNvPr id="68" name="墨迹 67">
                  <a:extLst>
                    <a:ext uri="{FF2B5EF4-FFF2-40B4-BE49-F238E27FC236}">
                      <a16:creationId xmlns:a16="http://schemas.microsoft.com/office/drawing/2014/main" id="{2B1C32DB-73F7-4CE0-8001-55567E0A806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191453" y="2831973"/>
                  <a:ext cx="18432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9" name="墨迹 68">
                  <a:extLst>
                    <a:ext uri="{FF2B5EF4-FFF2-40B4-BE49-F238E27FC236}">
                      <a16:creationId xmlns:a16="http://schemas.microsoft.com/office/drawing/2014/main" id="{D84B6EBB-3471-4965-9446-B6E05B57E549}"/>
                    </a:ext>
                  </a:extLst>
                </p14:cNvPr>
                <p14:cNvContentPartPr/>
                <p14:nvPr/>
              </p14:nvContentPartPr>
              <p14:xfrm>
                <a:off x="9396293" y="2871573"/>
                <a:ext cx="98640" cy="137880"/>
              </p14:xfrm>
            </p:contentPart>
          </mc:Choice>
          <mc:Fallback>
            <p:pic>
              <p:nvPicPr>
                <p:cNvPr id="69" name="墨迹 68">
                  <a:extLst>
                    <a:ext uri="{FF2B5EF4-FFF2-40B4-BE49-F238E27FC236}">
                      <a16:creationId xmlns:a16="http://schemas.microsoft.com/office/drawing/2014/main" id="{D84B6EBB-3471-4965-9446-B6E05B57E54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387653" y="2862573"/>
                  <a:ext cx="11628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0" name="墨迹 69">
                  <a:extLst>
                    <a:ext uri="{FF2B5EF4-FFF2-40B4-BE49-F238E27FC236}">
                      <a16:creationId xmlns:a16="http://schemas.microsoft.com/office/drawing/2014/main" id="{78674F87-FD6C-4C94-9848-E15440ABF7E7}"/>
                    </a:ext>
                  </a:extLst>
                </p14:cNvPr>
                <p14:cNvContentPartPr/>
                <p14:nvPr/>
              </p14:nvContentPartPr>
              <p14:xfrm>
                <a:off x="9554333" y="2822613"/>
                <a:ext cx="21600" cy="169920"/>
              </p14:xfrm>
            </p:contentPart>
          </mc:Choice>
          <mc:Fallback>
            <p:pic>
              <p:nvPicPr>
                <p:cNvPr id="70" name="墨迹 69">
                  <a:extLst>
                    <a:ext uri="{FF2B5EF4-FFF2-40B4-BE49-F238E27FC236}">
                      <a16:creationId xmlns:a16="http://schemas.microsoft.com/office/drawing/2014/main" id="{78674F87-FD6C-4C94-9848-E15440ABF7E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545333" y="2813973"/>
                  <a:ext cx="392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1" name="墨迹 70">
                  <a:extLst>
                    <a:ext uri="{FF2B5EF4-FFF2-40B4-BE49-F238E27FC236}">
                      <a16:creationId xmlns:a16="http://schemas.microsoft.com/office/drawing/2014/main" id="{5449B8E2-92C4-47A7-AD77-D683F971F17C}"/>
                    </a:ext>
                  </a:extLst>
                </p14:cNvPr>
                <p14:cNvContentPartPr/>
                <p14:nvPr/>
              </p14:nvContentPartPr>
              <p14:xfrm>
                <a:off x="9597893" y="2862213"/>
                <a:ext cx="181080" cy="144000"/>
              </p14:xfrm>
            </p:contentPart>
          </mc:Choice>
          <mc:Fallback>
            <p:pic>
              <p:nvPicPr>
                <p:cNvPr id="71" name="墨迹 70">
                  <a:extLst>
                    <a:ext uri="{FF2B5EF4-FFF2-40B4-BE49-F238E27FC236}">
                      <a16:creationId xmlns:a16="http://schemas.microsoft.com/office/drawing/2014/main" id="{5449B8E2-92C4-47A7-AD77-D683F971F17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588893" y="2853213"/>
                  <a:ext cx="19872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2F9BA519-698B-4344-80EE-911A2306A137}"/>
                    </a:ext>
                  </a:extLst>
                </p14:cNvPr>
                <p14:cNvContentPartPr/>
                <p14:nvPr/>
              </p14:nvContentPartPr>
              <p14:xfrm>
                <a:off x="7312613" y="2356773"/>
                <a:ext cx="433080" cy="56520"/>
              </p14:xfrm>
            </p:contentPart>
          </mc:Choice>
          <mc:Fallback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2F9BA519-698B-4344-80EE-911A2306A13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303973" y="2347773"/>
                  <a:ext cx="4507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FC27974E-D536-4339-8E62-F2E9C86679CA}"/>
                    </a:ext>
                  </a:extLst>
                </p14:cNvPr>
                <p14:cNvContentPartPr/>
                <p14:nvPr/>
              </p14:nvContentPartPr>
              <p14:xfrm>
                <a:off x="7214693" y="2603373"/>
                <a:ext cx="506520" cy="24120"/>
              </p14:xfrm>
            </p:contentPart>
          </mc:Choice>
          <mc:Fallback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FC27974E-D536-4339-8E62-F2E9C86679C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205693" y="2594373"/>
                  <a:ext cx="5241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929977B9-FB84-4502-9BB3-CCED2C62B8AC}"/>
                    </a:ext>
                  </a:extLst>
                </p14:cNvPr>
                <p14:cNvContentPartPr/>
                <p14:nvPr/>
              </p14:nvContentPartPr>
              <p14:xfrm>
                <a:off x="7553453" y="2209893"/>
                <a:ext cx="360360" cy="556200"/>
              </p14:xfrm>
            </p:contentPart>
          </mc:Choice>
          <mc:Fallback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929977B9-FB84-4502-9BB3-CCED2C62B8A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544453" y="2201253"/>
                  <a:ext cx="378000" cy="57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3" name="墨迹 72">
                  <a:extLst>
                    <a:ext uri="{FF2B5EF4-FFF2-40B4-BE49-F238E27FC236}">
                      <a16:creationId xmlns:a16="http://schemas.microsoft.com/office/drawing/2014/main" id="{66DBADEE-762E-4012-98A6-3194C54D024E}"/>
                    </a:ext>
                  </a:extLst>
                </p14:cNvPr>
                <p14:cNvContentPartPr/>
                <p14:nvPr/>
              </p14:nvContentPartPr>
              <p14:xfrm>
                <a:off x="5210933" y="2473773"/>
                <a:ext cx="1852920" cy="146160"/>
              </p14:xfrm>
            </p:contentPart>
          </mc:Choice>
          <mc:Fallback>
            <p:pic>
              <p:nvPicPr>
                <p:cNvPr id="73" name="墨迹 72">
                  <a:extLst>
                    <a:ext uri="{FF2B5EF4-FFF2-40B4-BE49-F238E27FC236}">
                      <a16:creationId xmlns:a16="http://schemas.microsoft.com/office/drawing/2014/main" id="{66DBADEE-762E-4012-98A6-3194C54D024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202293" y="2465133"/>
                  <a:ext cx="18705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5" name="墨迹 74">
                  <a:extLst>
                    <a:ext uri="{FF2B5EF4-FFF2-40B4-BE49-F238E27FC236}">
                      <a16:creationId xmlns:a16="http://schemas.microsoft.com/office/drawing/2014/main" id="{4D899A93-12A5-4A02-B84A-72C4D097DB88}"/>
                    </a:ext>
                  </a:extLst>
                </p14:cNvPr>
                <p14:cNvContentPartPr/>
                <p14:nvPr/>
              </p14:nvContentPartPr>
              <p14:xfrm>
                <a:off x="8837573" y="2250933"/>
                <a:ext cx="13320" cy="9720"/>
              </p14:xfrm>
            </p:contentPart>
          </mc:Choice>
          <mc:Fallback>
            <p:pic>
              <p:nvPicPr>
                <p:cNvPr id="75" name="墨迹 74">
                  <a:extLst>
                    <a:ext uri="{FF2B5EF4-FFF2-40B4-BE49-F238E27FC236}">
                      <a16:creationId xmlns:a16="http://schemas.microsoft.com/office/drawing/2014/main" id="{4D899A93-12A5-4A02-B84A-72C4D097DB88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828573" y="2242293"/>
                  <a:ext cx="309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6" name="墨迹 75">
                  <a:extLst>
                    <a:ext uri="{FF2B5EF4-FFF2-40B4-BE49-F238E27FC236}">
                      <a16:creationId xmlns:a16="http://schemas.microsoft.com/office/drawing/2014/main" id="{6D61CE14-2989-47A3-8A44-C5AF698BA41F}"/>
                    </a:ext>
                  </a:extLst>
                </p14:cNvPr>
                <p14:cNvContentPartPr/>
                <p14:nvPr/>
              </p14:nvContentPartPr>
              <p14:xfrm>
                <a:off x="8886893" y="3427413"/>
                <a:ext cx="5400" cy="58680"/>
              </p14:xfrm>
            </p:contentPart>
          </mc:Choice>
          <mc:Fallback>
            <p:pic>
              <p:nvPicPr>
                <p:cNvPr id="76" name="墨迹 75">
                  <a:extLst>
                    <a:ext uri="{FF2B5EF4-FFF2-40B4-BE49-F238E27FC236}">
                      <a16:creationId xmlns:a16="http://schemas.microsoft.com/office/drawing/2014/main" id="{6D61CE14-2989-47A3-8A44-C5AF698BA41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878253" y="3418413"/>
                  <a:ext cx="230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84F530E4-E184-475B-B6D5-8B4502B5BD89}"/>
                    </a:ext>
                  </a:extLst>
                </p14:cNvPr>
                <p14:cNvContentPartPr/>
                <p14:nvPr/>
              </p14:nvContentPartPr>
              <p14:xfrm>
                <a:off x="2415533" y="1342653"/>
                <a:ext cx="43200" cy="714240"/>
              </p14:xfrm>
            </p:contentPart>
          </mc:Choice>
          <mc:Fallback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84F530E4-E184-475B-B6D5-8B4502B5BD8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406893" y="1334013"/>
                  <a:ext cx="60840" cy="73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2A005DF7-B818-48D1-A3A9-F616A914D483}"/>
                    </a:ext>
                  </a:extLst>
                </p14:cNvPr>
                <p14:cNvContentPartPr/>
                <p14:nvPr/>
              </p14:nvContentPartPr>
              <p14:xfrm>
                <a:off x="2260373" y="1804533"/>
                <a:ext cx="322200" cy="292320"/>
              </p14:xfrm>
            </p:contentPart>
          </mc:Choice>
          <mc:Fallback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2A005DF7-B818-48D1-A3A9-F616A914D48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251373" y="1795533"/>
                  <a:ext cx="339840" cy="30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1D3322EF-B32F-4160-998B-459209C226B3}"/>
                    </a:ext>
                  </a:extLst>
                </p14:cNvPr>
                <p14:cNvContentPartPr/>
                <p14:nvPr/>
              </p14:nvContentPartPr>
              <p14:xfrm>
                <a:off x="1766453" y="835773"/>
                <a:ext cx="400680" cy="426240"/>
              </p14:xfrm>
            </p:contentPart>
          </mc:Choice>
          <mc:Fallback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1D3322EF-B32F-4160-998B-459209C226B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757453" y="827133"/>
                  <a:ext cx="418320" cy="44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14B19F87-A7D8-4C12-8A0B-AA9828B006BF}"/>
                    </a:ext>
                  </a:extLst>
                </p14:cNvPr>
                <p14:cNvContentPartPr/>
                <p14:nvPr/>
              </p14:nvContentPartPr>
              <p14:xfrm>
                <a:off x="2131493" y="874653"/>
                <a:ext cx="391320" cy="244800"/>
              </p14:xfrm>
            </p:contentPart>
          </mc:Choice>
          <mc:Fallback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14B19F87-A7D8-4C12-8A0B-AA9828B006B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122853" y="866013"/>
                  <a:ext cx="40896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34CCB335-F8DB-4DB6-AD1B-63FB465AD672}"/>
                    </a:ext>
                  </a:extLst>
                </p14:cNvPr>
                <p14:cNvContentPartPr/>
                <p14:nvPr/>
              </p14:nvContentPartPr>
              <p14:xfrm>
                <a:off x="2591573" y="843693"/>
                <a:ext cx="137880" cy="260640"/>
              </p14:xfrm>
            </p:contentPart>
          </mc:Choice>
          <mc:Fallback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34CCB335-F8DB-4DB6-AD1B-63FB465AD67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582573" y="835053"/>
                  <a:ext cx="1555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5C747692-D22C-420E-8984-3D839D5E5828}"/>
                    </a:ext>
                  </a:extLst>
                </p14:cNvPr>
                <p14:cNvContentPartPr/>
                <p14:nvPr/>
              </p14:nvContentPartPr>
              <p14:xfrm>
                <a:off x="2838173" y="809853"/>
                <a:ext cx="175320" cy="231840"/>
              </p14:xfrm>
            </p:contentPart>
          </mc:Choice>
          <mc:Fallback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5C747692-D22C-420E-8984-3D839D5E582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829173" y="801213"/>
                  <a:ext cx="1929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D8531055-CC6E-4E8B-BA22-0EFA43C359EC}"/>
                    </a:ext>
                  </a:extLst>
                </p14:cNvPr>
                <p14:cNvContentPartPr/>
                <p14:nvPr/>
              </p14:nvContentPartPr>
              <p14:xfrm>
                <a:off x="3036893" y="814893"/>
                <a:ext cx="272520" cy="37008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D8531055-CC6E-4E8B-BA22-0EFA43C359E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027893" y="806253"/>
                  <a:ext cx="29016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8" name="墨迹 77">
                  <a:extLst>
                    <a:ext uri="{FF2B5EF4-FFF2-40B4-BE49-F238E27FC236}">
                      <a16:creationId xmlns:a16="http://schemas.microsoft.com/office/drawing/2014/main" id="{FF0B116A-4D63-491C-835A-20CD99440B71}"/>
                    </a:ext>
                  </a:extLst>
                </p14:cNvPr>
                <p14:cNvContentPartPr/>
                <p14:nvPr/>
              </p14:nvContentPartPr>
              <p14:xfrm>
                <a:off x="1441733" y="244653"/>
                <a:ext cx="2063160" cy="1158480"/>
              </p14:xfrm>
            </p:contentPart>
          </mc:Choice>
          <mc:Fallback>
            <p:pic>
              <p:nvPicPr>
                <p:cNvPr id="78" name="墨迹 77">
                  <a:extLst>
                    <a:ext uri="{FF2B5EF4-FFF2-40B4-BE49-F238E27FC236}">
                      <a16:creationId xmlns:a16="http://schemas.microsoft.com/office/drawing/2014/main" id="{FF0B116A-4D63-491C-835A-20CD99440B7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433093" y="235653"/>
                  <a:ext cx="2080800" cy="11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0" name="墨迹 79">
                  <a:extLst>
                    <a:ext uri="{FF2B5EF4-FFF2-40B4-BE49-F238E27FC236}">
                      <a16:creationId xmlns:a16="http://schemas.microsoft.com/office/drawing/2014/main" id="{576869ED-94A9-42E6-A719-A817F69333BD}"/>
                    </a:ext>
                  </a:extLst>
                </p14:cNvPr>
                <p14:cNvContentPartPr/>
                <p14:nvPr/>
              </p14:nvContentPartPr>
              <p14:xfrm>
                <a:off x="3621533" y="812373"/>
                <a:ext cx="4660200" cy="1153440"/>
              </p14:xfrm>
            </p:contentPart>
          </mc:Choice>
          <mc:Fallback>
            <p:pic>
              <p:nvPicPr>
                <p:cNvPr id="80" name="墨迹 79">
                  <a:extLst>
                    <a:ext uri="{FF2B5EF4-FFF2-40B4-BE49-F238E27FC236}">
                      <a16:creationId xmlns:a16="http://schemas.microsoft.com/office/drawing/2014/main" id="{576869ED-94A9-42E6-A719-A817F69333B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612533" y="803373"/>
                  <a:ext cx="4677840" cy="11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1" name="墨迹 80">
                  <a:extLst>
                    <a:ext uri="{FF2B5EF4-FFF2-40B4-BE49-F238E27FC236}">
                      <a16:creationId xmlns:a16="http://schemas.microsoft.com/office/drawing/2014/main" id="{712253FF-4FFE-4244-97F5-2A330699FE6D}"/>
                    </a:ext>
                  </a:extLst>
                </p14:cNvPr>
                <p14:cNvContentPartPr/>
                <p14:nvPr/>
              </p14:nvContentPartPr>
              <p14:xfrm>
                <a:off x="8216213" y="1801653"/>
                <a:ext cx="155520" cy="295200"/>
              </p14:xfrm>
            </p:contentPart>
          </mc:Choice>
          <mc:Fallback>
            <p:pic>
              <p:nvPicPr>
                <p:cNvPr id="81" name="墨迹 80">
                  <a:extLst>
                    <a:ext uri="{FF2B5EF4-FFF2-40B4-BE49-F238E27FC236}">
                      <a16:creationId xmlns:a16="http://schemas.microsoft.com/office/drawing/2014/main" id="{712253FF-4FFE-4244-97F5-2A330699FE6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207573" y="1792653"/>
                  <a:ext cx="17316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3" name="墨迹 82">
                  <a:extLst>
                    <a:ext uri="{FF2B5EF4-FFF2-40B4-BE49-F238E27FC236}">
                      <a16:creationId xmlns:a16="http://schemas.microsoft.com/office/drawing/2014/main" id="{113C9310-E44C-46E6-ABFC-54F274BF38DC}"/>
                    </a:ext>
                  </a:extLst>
                </p14:cNvPr>
                <p14:cNvContentPartPr/>
                <p14:nvPr/>
              </p14:nvContentPartPr>
              <p14:xfrm>
                <a:off x="3660413" y="718053"/>
                <a:ext cx="284040" cy="325440"/>
              </p14:xfrm>
            </p:contentPart>
          </mc:Choice>
          <mc:Fallback>
            <p:pic>
              <p:nvPicPr>
                <p:cNvPr id="83" name="墨迹 82">
                  <a:extLst>
                    <a:ext uri="{FF2B5EF4-FFF2-40B4-BE49-F238E27FC236}">
                      <a16:creationId xmlns:a16="http://schemas.microsoft.com/office/drawing/2014/main" id="{113C9310-E44C-46E6-ABFC-54F274BF38DC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651413" y="709053"/>
                  <a:ext cx="30168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4" name="墨迹 83">
                  <a:extLst>
                    <a:ext uri="{FF2B5EF4-FFF2-40B4-BE49-F238E27FC236}">
                      <a16:creationId xmlns:a16="http://schemas.microsoft.com/office/drawing/2014/main" id="{1560E8E7-F184-49D6-A5CE-6A703E5EC226}"/>
                    </a:ext>
                  </a:extLst>
                </p14:cNvPr>
                <p14:cNvContentPartPr/>
                <p14:nvPr/>
              </p14:nvContentPartPr>
              <p14:xfrm>
                <a:off x="5521613" y="1016493"/>
                <a:ext cx="244440" cy="32040"/>
              </p14:xfrm>
            </p:contentPart>
          </mc:Choice>
          <mc:Fallback>
            <p:pic>
              <p:nvPicPr>
                <p:cNvPr id="84" name="墨迹 83">
                  <a:extLst>
                    <a:ext uri="{FF2B5EF4-FFF2-40B4-BE49-F238E27FC236}">
                      <a16:creationId xmlns:a16="http://schemas.microsoft.com/office/drawing/2014/main" id="{1560E8E7-F184-49D6-A5CE-6A703E5EC22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512973" y="1007493"/>
                  <a:ext cx="2620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5" name="墨迹 84">
                  <a:extLst>
                    <a:ext uri="{FF2B5EF4-FFF2-40B4-BE49-F238E27FC236}">
                      <a16:creationId xmlns:a16="http://schemas.microsoft.com/office/drawing/2014/main" id="{26438947-6F0C-4E7B-B44C-631F46D0BF57}"/>
                    </a:ext>
                  </a:extLst>
                </p14:cNvPr>
                <p14:cNvContentPartPr/>
                <p14:nvPr/>
              </p14:nvContentPartPr>
              <p14:xfrm>
                <a:off x="5479133" y="907773"/>
                <a:ext cx="318600" cy="417600"/>
              </p14:xfrm>
            </p:contentPart>
          </mc:Choice>
          <mc:Fallback>
            <p:pic>
              <p:nvPicPr>
                <p:cNvPr id="85" name="墨迹 84">
                  <a:extLst>
                    <a:ext uri="{FF2B5EF4-FFF2-40B4-BE49-F238E27FC236}">
                      <a16:creationId xmlns:a16="http://schemas.microsoft.com/office/drawing/2014/main" id="{26438947-6F0C-4E7B-B44C-631F46D0BF5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470133" y="898773"/>
                  <a:ext cx="33624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6" name="墨迹 85">
                  <a:extLst>
                    <a:ext uri="{FF2B5EF4-FFF2-40B4-BE49-F238E27FC236}">
                      <a16:creationId xmlns:a16="http://schemas.microsoft.com/office/drawing/2014/main" id="{F896FC27-90C9-43BD-AD4A-007F5461B14D}"/>
                    </a:ext>
                  </a:extLst>
                </p14:cNvPr>
                <p14:cNvContentPartPr/>
                <p14:nvPr/>
              </p14:nvContentPartPr>
              <p14:xfrm>
                <a:off x="5704493" y="946653"/>
                <a:ext cx="302760" cy="434160"/>
              </p14:xfrm>
            </p:contentPart>
          </mc:Choice>
          <mc:Fallback>
            <p:pic>
              <p:nvPicPr>
                <p:cNvPr id="86" name="墨迹 85">
                  <a:extLst>
                    <a:ext uri="{FF2B5EF4-FFF2-40B4-BE49-F238E27FC236}">
                      <a16:creationId xmlns:a16="http://schemas.microsoft.com/office/drawing/2014/main" id="{F896FC27-90C9-43BD-AD4A-007F5461B14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695853" y="937653"/>
                  <a:ext cx="320400" cy="45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7" name="墨迹 86">
                  <a:extLst>
                    <a:ext uri="{FF2B5EF4-FFF2-40B4-BE49-F238E27FC236}">
                      <a16:creationId xmlns:a16="http://schemas.microsoft.com/office/drawing/2014/main" id="{38EC0261-3158-4579-AA4F-1126613C31EF}"/>
                    </a:ext>
                  </a:extLst>
                </p14:cNvPr>
                <p14:cNvContentPartPr/>
                <p14:nvPr/>
              </p14:nvContentPartPr>
              <p14:xfrm>
                <a:off x="6130733" y="948813"/>
                <a:ext cx="174600" cy="72360"/>
              </p14:xfrm>
            </p:contentPart>
          </mc:Choice>
          <mc:Fallback>
            <p:pic>
              <p:nvPicPr>
                <p:cNvPr id="87" name="墨迹 86">
                  <a:extLst>
                    <a:ext uri="{FF2B5EF4-FFF2-40B4-BE49-F238E27FC236}">
                      <a16:creationId xmlns:a16="http://schemas.microsoft.com/office/drawing/2014/main" id="{38EC0261-3158-4579-AA4F-1126613C31E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122093" y="939813"/>
                  <a:ext cx="1922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8" name="墨迹 87">
                  <a:extLst>
                    <a:ext uri="{FF2B5EF4-FFF2-40B4-BE49-F238E27FC236}">
                      <a16:creationId xmlns:a16="http://schemas.microsoft.com/office/drawing/2014/main" id="{6AFFF1A4-9CE5-4123-B031-EAEDAACB893C}"/>
                    </a:ext>
                  </a:extLst>
                </p14:cNvPr>
                <p14:cNvContentPartPr/>
                <p14:nvPr/>
              </p14:nvContentPartPr>
              <p14:xfrm>
                <a:off x="6206693" y="842253"/>
                <a:ext cx="44640" cy="239760"/>
              </p14:xfrm>
            </p:contentPart>
          </mc:Choice>
          <mc:Fallback>
            <p:pic>
              <p:nvPicPr>
                <p:cNvPr id="88" name="墨迹 87">
                  <a:extLst>
                    <a:ext uri="{FF2B5EF4-FFF2-40B4-BE49-F238E27FC236}">
                      <a16:creationId xmlns:a16="http://schemas.microsoft.com/office/drawing/2014/main" id="{6AFFF1A4-9CE5-4123-B031-EAEDAACB893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198053" y="833613"/>
                  <a:ext cx="622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9" name="墨迹 88">
                  <a:extLst>
                    <a:ext uri="{FF2B5EF4-FFF2-40B4-BE49-F238E27FC236}">
                      <a16:creationId xmlns:a16="http://schemas.microsoft.com/office/drawing/2014/main" id="{B8736D6E-1E8A-493D-B08B-753D67E490D7}"/>
                    </a:ext>
                  </a:extLst>
                </p14:cNvPr>
                <p14:cNvContentPartPr/>
                <p14:nvPr/>
              </p14:nvContentPartPr>
              <p14:xfrm>
                <a:off x="6145133" y="1062573"/>
                <a:ext cx="169920" cy="282240"/>
              </p14:xfrm>
            </p:contentPart>
          </mc:Choice>
          <mc:Fallback>
            <p:pic>
              <p:nvPicPr>
                <p:cNvPr id="89" name="墨迹 88">
                  <a:extLst>
                    <a:ext uri="{FF2B5EF4-FFF2-40B4-BE49-F238E27FC236}">
                      <a16:creationId xmlns:a16="http://schemas.microsoft.com/office/drawing/2014/main" id="{B8736D6E-1E8A-493D-B08B-753D67E490D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136493" y="1053933"/>
                  <a:ext cx="1875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0" name="墨迹 89">
                  <a:extLst>
                    <a:ext uri="{FF2B5EF4-FFF2-40B4-BE49-F238E27FC236}">
                      <a16:creationId xmlns:a16="http://schemas.microsoft.com/office/drawing/2014/main" id="{41305A24-BBBB-4F75-A631-CB0565D3B98A}"/>
                    </a:ext>
                  </a:extLst>
                </p14:cNvPr>
                <p14:cNvContentPartPr/>
                <p14:nvPr/>
              </p14:nvContentPartPr>
              <p14:xfrm>
                <a:off x="6113453" y="1302333"/>
                <a:ext cx="323280" cy="45000"/>
              </p14:xfrm>
            </p:contentPart>
          </mc:Choice>
          <mc:Fallback>
            <p:pic>
              <p:nvPicPr>
                <p:cNvPr id="90" name="墨迹 89">
                  <a:extLst>
                    <a:ext uri="{FF2B5EF4-FFF2-40B4-BE49-F238E27FC236}">
                      <a16:creationId xmlns:a16="http://schemas.microsoft.com/office/drawing/2014/main" id="{41305A24-BBBB-4F75-A631-CB0565D3B98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104813" y="1293693"/>
                  <a:ext cx="3409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2" name="墨迹 91">
                  <a:extLst>
                    <a:ext uri="{FF2B5EF4-FFF2-40B4-BE49-F238E27FC236}">
                      <a16:creationId xmlns:a16="http://schemas.microsoft.com/office/drawing/2014/main" id="{325BCFCF-2B6B-465B-B5AD-F8BD1CCC2087}"/>
                    </a:ext>
                  </a:extLst>
                </p14:cNvPr>
                <p14:cNvContentPartPr/>
                <p14:nvPr/>
              </p14:nvContentPartPr>
              <p14:xfrm>
                <a:off x="2811173" y="1452813"/>
                <a:ext cx="5529960" cy="598680"/>
              </p14:xfrm>
            </p:contentPart>
          </mc:Choice>
          <mc:Fallback>
            <p:pic>
              <p:nvPicPr>
                <p:cNvPr id="92" name="墨迹 91">
                  <a:extLst>
                    <a:ext uri="{FF2B5EF4-FFF2-40B4-BE49-F238E27FC236}">
                      <a16:creationId xmlns:a16="http://schemas.microsoft.com/office/drawing/2014/main" id="{325BCFCF-2B6B-465B-B5AD-F8BD1CCC208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802533" y="1443813"/>
                  <a:ext cx="5547600" cy="61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3" name="墨迹 92">
                  <a:extLst>
                    <a:ext uri="{FF2B5EF4-FFF2-40B4-BE49-F238E27FC236}">
                      <a16:creationId xmlns:a16="http://schemas.microsoft.com/office/drawing/2014/main" id="{22A8BC8D-B4D3-4612-9924-3807E65CC7E9}"/>
                    </a:ext>
                  </a:extLst>
                </p14:cNvPr>
                <p14:cNvContentPartPr/>
                <p14:nvPr/>
              </p14:nvContentPartPr>
              <p14:xfrm>
                <a:off x="2657093" y="1363533"/>
                <a:ext cx="404280" cy="242280"/>
              </p14:xfrm>
            </p:contentPart>
          </mc:Choice>
          <mc:Fallback>
            <p:pic>
              <p:nvPicPr>
                <p:cNvPr id="93" name="墨迹 92">
                  <a:extLst>
                    <a:ext uri="{FF2B5EF4-FFF2-40B4-BE49-F238E27FC236}">
                      <a16:creationId xmlns:a16="http://schemas.microsoft.com/office/drawing/2014/main" id="{22A8BC8D-B4D3-4612-9924-3807E65CC7E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648093" y="1354893"/>
                  <a:ext cx="42192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5" name="墨迹 94">
                  <a:extLst>
                    <a:ext uri="{FF2B5EF4-FFF2-40B4-BE49-F238E27FC236}">
                      <a16:creationId xmlns:a16="http://schemas.microsoft.com/office/drawing/2014/main" id="{162CD3AE-8C61-4712-8D00-CF5FC1E71536}"/>
                    </a:ext>
                  </a:extLst>
                </p14:cNvPr>
                <p14:cNvContentPartPr/>
                <p14:nvPr/>
              </p14:nvContentPartPr>
              <p14:xfrm>
                <a:off x="5827973" y="2530653"/>
                <a:ext cx="25920" cy="18360"/>
              </p14:xfrm>
            </p:contentPart>
          </mc:Choice>
          <mc:Fallback>
            <p:pic>
              <p:nvPicPr>
                <p:cNvPr id="95" name="墨迹 94">
                  <a:extLst>
                    <a:ext uri="{FF2B5EF4-FFF2-40B4-BE49-F238E27FC236}">
                      <a16:creationId xmlns:a16="http://schemas.microsoft.com/office/drawing/2014/main" id="{162CD3AE-8C61-4712-8D00-CF5FC1E7153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819333" y="2522013"/>
                  <a:ext cx="435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6" name="墨迹 95">
                  <a:extLst>
                    <a:ext uri="{FF2B5EF4-FFF2-40B4-BE49-F238E27FC236}">
                      <a16:creationId xmlns:a16="http://schemas.microsoft.com/office/drawing/2014/main" id="{970B4376-5161-4676-827D-8DEB4FCDF3E3}"/>
                    </a:ext>
                  </a:extLst>
                </p14:cNvPr>
                <p14:cNvContentPartPr/>
                <p14:nvPr/>
              </p14:nvContentPartPr>
              <p14:xfrm>
                <a:off x="5915813" y="2525613"/>
                <a:ext cx="20880" cy="10440"/>
              </p14:xfrm>
            </p:contentPart>
          </mc:Choice>
          <mc:Fallback>
            <p:pic>
              <p:nvPicPr>
                <p:cNvPr id="96" name="墨迹 95">
                  <a:extLst>
                    <a:ext uri="{FF2B5EF4-FFF2-40B4-BE49-F238E27FC236}">
                      <a16:creationId xmlns:a16="http://schemas.microsoft.com/office/drawing/2014/main" id="{970B4376-5161-4676-827D-8DEB4FCDF3E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907173" y="2516973"/>
                  <a:ext cx="385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7" name="墨迹 96">
                  <a:extLst>
                    <a:ext uri="{FF2B5EF4-FFF2-40B4-BE49-F238E27FC236}">
                      <a16:creationId xmlns:a16="http://schemas.microsoft.com/office/drawing/2014/main" id="{7F743AFB-2936-460B-A866-AC730710CE9D}"/>
                    </a:ext>
                  </a:extLst>
                </p14:cNvPr>
                <p14:cNvContentPartPr/>
                <p14:nvPr/>
              </p14:nvContentPartPr>
              <p14:xfrm>
                <a:off x="5945693" y="2462973"/>
                <a:ext cx="67680" cy="73800"/>
              </p14:xfrm>
            </p:contentPart>
          </mc:Choice>
          <mc:Fallback>
            <p:pic>
              <p:nvPicPr>
                <p:cNvPr id="97" name="墨迹 96">
                  <a:extLst>
                    <a:ext uri="{FF2B5EF4-FFF2-40B4-BE49-F238E27FC236}">
                      <a16:creationId xmlns:a16="http://schemas.microsoft.com/office/drawing/2014/main" id="{7F743AFB-2936-460B-A866-AC730710CE9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937053" y="2454333"/>
                  <a:ext cx="853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8" name="墨迹 97">
                  <a:extLst>
                    <a:ext uri="{FF2B5EF4-FFF2-40B4-BE49-F238E27FC236}">
                      <a16:creationId xmlns:a16="http://schemas.microsoft.com/office/drawing/2014/main" id="{82BED5E4-795D-45F3-B827-8941CD3264A7}"/>
                    </a:ext>
                  </a:extLst>
                </p14:cNvPr>
                <p14:cNvContentPartPr/>
                <p14:nvPr/>
              </p14:nvContentPartPr>
              <p14:xfrm>
                <a:off x="3208253" y="1269573"/>
                <a:ext cx="48960" cy="29880"/>
              </p14:xfrm>
            </p:contentPart>
          </mc:Choice>
          <mc:Fallback>
            <p:pic>
              <p:nvPicPr>
                <p:cNvPr id="98" name="墨迹 97">
                  <a:extLst>
                    <a:ext uri="{FF2B5EF4-FFF2-40B4-BE49-F238E27FC236}">
                      <a16:creationId xmlns:a16="http://schemas.microsoft.com/office/drawing/2014/main" id="{82BED5E4-795D-45F3-B827-8941CD3264A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199613" y="1260573"/>
                  <a:ext cx="666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0" name="墨迹 99">
                  <a:extLst>
                    <a:ext uri="{FF2B5EF4-FFF2-40B4-BE49-F238E27FC236}">
                      <a16:creationId xmlns:a16="http://schemas.microsoft.com/office/drawing/2014/main" id="{BF962BA7-ACE1-42D5-B8C2-C3D47050A13C}"/>
                    </a:ext>
                  </a:extLst>
                </p14:cNvPr>
                <p14:cNvContentPartPr/>
                <p14:nvPr/>
              </p14:nvContentPartPr>
              <p14:xfrm>
                <a:off x="8372453" y="1865733"/>
                <a:ext cx="37800" cy="162000"/>
              </p14:xfrm>
            </p:contentPart>
          </mc:Choice>
          <mc:Fallback>
            <p:pic>
              <p:nvPicPr>
                <p:cNvPr id="100" name="墨迹 99">
                  <a:extLst>
                    <a:ext uri="{FF2B5EF4-FFF2-40B4-BE49-F238E27FC236}">
                      <a16:creationId xmlns:a16="http://schemas.microsoft.com/office/drawing/2014/main" id="{BF962BA7-ACE1-42D5-B8C2-C3D47050A13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363813" y="1856733"/>
                  <a:ext cx="5544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1" name="墨迹 100">
                  <a:extLst>
                    <a:ext uri="{FF2B5EF4-FFF2-40B4-BE49-F238E27FC236}">
                      <a16:creationId xmlns:a16="http://schemas.microsoft.com/office/drawing/2014/main" id="{7D5FFA91-17D0-4DF4-ADE4-2D53CE3569E1}"/>
                    </a:ext>
                  </a:extLst>
                </p14:cNvPr>
                <p14:cNvContentPartPr/>
                <p14:nvPr/>
              </p14:nvContentPartPr>
              <p14:xfrm>
                <a:off x="8476493" y="1520493"/>
                <a:ext cx="1553400" cy="315000"/>
              </p14:xfrm>
            </p:contentPart>
          </mc:Choice>
          <mc:Fallback>
            <p:pic>
              <p:nvPicPr>
                <p:cNvPr id="101" name="墨迹 100">
                  <a:extLst>
                    <a:ext uri="{FF2B5EF4-FFF2-40B4-BE49-F238E27FC236}">
                      <a16:creationId xmlns:a16="http://schemas.microsoft.com/office/drawing/2014/main" id="{7D5FFA91-17D0-4DF4-ADE4-2D53CE3569E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8467853" y="1511853"/>
                  <a:ext cx="157104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2" name="墨迹 101">
                  <a:extLst>
                    <a:ext uri="{FF2B5EF4-FFF2-40B4-BE49-F238E27FC236}">
                      <a16:creationId xmlns:a16="http://schemas.microsoft.com/office/drawing/2014/main" id="{D42A58F9-6790-4CD6-BB9E-A78DDF0B704C}"/>
                    </a:ext>
                  </a:extLst>
                </p14:cNvPr>
                <p14:cNvContentPartPr/>
                <p14:nvPr/>
              </p14:nvContentPartPr>
              <p14:xfrm>
                <a:off x="8562893" y="2079213"/>
                <a:ext cx="963720" cy="14040"/>
              </p14:xfrm>
            </p:contentPart>
          </mc:Choice>
          <mc:Fallback>
            <p:pic>
              <p:nvPicPr>
                <p:cNvPr id="102" name="墨迹 101">
                  <a:extLst>
                    <a:ext uri="{FF2B5EF4-FFF2-40B4-BE49-F238E27FC236}">
                      <a16:creationId xmlns:a16="http://schemas.microsoft.com/office/drawing/2014/main" id="{D42A58F9-6790-4CD6-BB9E-A78DDF0B704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553893" y="2070213"/>
                  <a:ext cx="981360" cy="316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5" name="文本框 104">
            <a:extLst>
              <a:ext uri="{FF2B5EF4-FFF2-40B4-BE49-F238E27FC236}">
                <a16:creationId xmlns:a16="http://schemas.microsoft.com/office/drawing/2014/main" id="{4B3C3F28-39FC-41D0-B47B-937BC31B294F}"/>
              </a:ext>
            </a:extLst>
          </p:cNvPr>
          <p:cNvSpPr txBox="1"/>
          <p:nvPr/>
        </p:nvSpPr>
        <p:spPr>
          <a:xfrm>
            <a:off x="6113453" y="4936996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Chunk1</a:t>
            </a:r>
            <a:r>
              <a:rPr lang="zh-CN" altLang="en-US" dirty="0">
                <a:solidFill>
                  <a:srgbClr val="FF0000"/>
                </a:solidFill>
              </a:rPr>
              <a:t>：阿里巴巴奉行</a:t>
            </a:r>
            <a:r>
              <a:rPr lang="en-US" altLang="zh-CN" dirty="0">
                <a:solidFill>
                  <a:srgbClr val="FF0000"/>
                </a:solidFill>
              </a:rPr>
              <a:t>996</a:t>
            </a:r>
            <a:r>
              <a:rPr lang="zh-CN" altLang="en-US" dirty="0">
                <a:solidFill>
                  <a:srgbClr val="FF0000"/>
                </a:solidFill>
              </a:rPr>
              <a:t>，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0000"/>
                </a:solidFill>
              </a:rPr>
              <a:t>Chunk2</a:t>
            </a:r>
            <a:r>
              <a:rPr lang="zh-CN" altLang="en-US" dirty="0">
                <a:solidFill>
                  <a:srgbClr val="FF0000"/>
                </a:solidFill>
              </a:rPr>
              <a:t>：必须按时上班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26326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92824EF-714F-459F-B9CE-A5D583FA0391}"/>
              </a:ext>
            </a:extLst>
          </p:cNvPr>
          <p:cNvSpPr txBox="1"/>
          <p:nvPr/>
        </p:nvSpPr>
        <p:spPr>
          <a:xfrm>
            <a:off x="907627" y="318347"/>
            <a:ext cx="1120820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正常切分</a:t>
            </a:r>
            <a:endParaRPr lang="en-US" altLang="zh-CN" dirty="0"/>
          </a:p>
          <a:p>
            <a:r>
              <a:rPr lang="en-US" altLang="zh-CN" dirty="0"/>
              <a:t>200</a:t>
            </a:r>
            <a:r>
              <a:rPr lang="zh-CN" altLang="en-US" dirty="0"/>
              <a:t>字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1~200</a:t>
            </a:r>
          </a:p>
          <a:p>
            <a:endParaRPr lang="en-US" altLang="zh-CN" dirty="0"/>
          </a:p>
          <a:p>
            <a:r>
              <a:rPr lang="en-US" altLang="zh-CN" dirty="0"/>
              <a:t>201~400</a:t>
            </a:r>
          </a:p>
          <a:p>
            <a:endParaRPr lang="en-US" altLang="zh-CN" dirty="0"/>
          </a:p>
          <a:p>
            <a:r>
              <a:rPr lang="en-US" altLang="zh-CN" dirty="0"/>
              <a:t>401~600.</a:t>
            </a: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改进方法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1~200</a:t>
            </a:r>
          </a:p>
          <a:p>
            <a:endParaRPr lang="en-US" altLang="zh-CN" dirty="0"/>
          </a:p>
          <a:p>
            <a:r>
              <a:rPr lang="en-US" altLang="zh-CN" dirty="0"/>
              <a:t>180~380</a:t>
            </a:r>
          </a:p>
          <a:p>
            <a:endParaRPr lang="en-US" altLang="zh-CN" dirty="0"/>
          </a:p>
          <a:p>
            <a:r>
              <a:rPr lang="en-US" altLang="zh-CN" dirty="0"/>
              <a:t>360~560</a:t>
            </a:r>
          </a:p>
          <a:p>
            <a:endParaRPr lang="en-US" altLang="zh-CN" dirty="0"/>
          </a:p>
          <a:p>
            <a:r>
              <a:rPr lang="en-US" altLang="zh-CN" dirty="0"/>
              <a:t>540~740</a:t>
            </a:r>
          </a:p>
        </p:txBody>
      </p:sp>
    </p:spTree>
    <p:extLst>
      <p:ext uri="{BB962C8B-B14F-4D97-AF65-F5344CB8AC3E}">
        <p14:creationId xmlns:p14="http://schemas.microsoft.com/office/powerpoint/2010/main" val="41965758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4264C5E-1F27-4CBC-A5F9-483A9264ACC8}"/>
              </a:ext>
            </a:extLst>
          </p:cNvPr>
          <p:cNvSpPr txBox="1"/>
          <p:nvPr/>
        </p:nvSpPr>
        <p:spPr>
          <a:xfrm>
            <a:off x="833120" y="440267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字符串匹配</a:t>
            </a:r>
            <a:endParaRPr lang="en-US" altLang="zh-CN" dirty="0"/>
          </a:p>
          <a:p>
            <a:r>
              <a:rPr lang="zh-CN" altLang="en-US" dirty="0"/>
              <a:t>过硬，容易丢信息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0CCD85B-B6BF-4E89-9A5E-F17A191DBE66}"/>
              </a:ext>
            </a:extLst>
          </p:cNvPr>
          <p:cNvSpPr txBox="1"/>
          <p:nvPr/>
        </p:nvSpPr>
        <p:spPr>
          <a:xfrm>
            <a:off x="596053" y="1862667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向量匹配方法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C444323B-AC85-4151-80F5-7AC9D9BBCB21}"/>
                  </a:ext>
                </a:extLst>
              </p14:cNvPr>
              <p14:cNvContentPartPr/>
              <p14:nvPr/>
            </p14:nvContentPartPr>
            <p14:xfrm>
              <a:off x="2190533" y="4120053"/>
              <a:ext cx="21600" cy="39240"/>
            </p14:xfrm>
          </p:contentPart>
        </mc:Choice>
        <mc:Fallback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C444323B-AC85-4151-80F5-7AC9D9BBCB2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81533" y="4111053"/>
                <a:ext cx="39240" cy="5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组合 40">
            <a:extLst>
              <a:ext uri="{FF2B5EF4-FFF2-40B4-BE49-F238E27FC236}">
                <a16:creationId xmlns:a16="http://schemas.microsoft.com/office/drawing/2014/main" id="{F9B320B4-3742-4C61-9C94-122A9503BCE3}"/>
              </a:ext>
            </a:extLst>
          </p:cNvPr>
          <p:cNvGrpSpPr/>
          <p:nvPr/>
        </p:nvGrpSpPr>
        <p:grpSpPr>
          <a:xfrm>
            <a:off x="2128973" y="2521653"/>
            <a:ext cx="5162760" cy="983880"/>
            <a:chOff x="2128973" y="2521653"/>
            <a:chExt cx="5162760" cy="98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9BAB82BB-0772-49A2-8566-9A9DA1A3BDAF}"/>
                    </a:ext>
                  </a:extLst>
                </p14:cNvPr>
                <p14:cNvContentPartPr/>
                <p14:nvPr/>
              </p14:nvContentPartPr>
              <p14:xfrm>
                <a:off x="2128973" y="2942853"/>
                <a:ext cx="38880" cy="428760"/>
              </p14:xfrm>
            </p:contentPart>
          </mc:Choice>
          <mc:Fallback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9BAB82BB-0772-49A2-8566-9A9DA1A3BDA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119973" y="2933853"/>
                  <a:ext cx="56520" cy="44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FC5CBC7F-B007-45A6-B19A-2F1D817B5C3F}"/>
                    </a:ext>
                  </a:extLst>
                </p14:cNvPr>
                <p14:cNvContentPartPr/>
                <p14:nvPr/>
              </p14:nvContentPartPr>
              <p14:xfrm>
                <a:off x="2140853" y="2868333"/>
                <a:ext cx="1180440" cy="49680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FC5CBC7F-B007-45A6-B19A-2F1D817B5C3F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32213" y="2859333"/>
                  <a:ext cx="1198080" cy="51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27493D16-C0E2-46F7-9B03-4A9A70F3D06D}"/>
                    </a:ext>
                  </a:extLst>
                </p14:cNvPr>
                <p14:cNvContentPartPr/>
                <p14:nvPr/>
              </p14:nvContentPartPr>
              <p14:xfrm>
                <a:off x="2180813" y="3248493"/>
                <a:ext cx="1133280" cy="13176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27493D16-C0E2-46F7-9B03-4A9A70F3D06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72173" y="3239493"/>
                  <a:ext cx="115092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0CA086F7-7963-4079-8184-68FF8FAFCC27}"/>
                    </a:ext>
                  </a:extLst>
                </p14:cNvPr>
                <p14:cNvContentPartPr/>
                <p14:nvPr/>
              </p14:nvContentPartPr>
              <p14:xfrm>
                <a:off x="2382413" y="3073893"/>
                <a:ext cx="167760" cy="265320"/>
              </p14:xfrm>
            </p:contentPart>
          </mc:Choice>
          <mc:Fallback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0CA086F7-7963-4079-8184-68FF8FAFCC2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373413" y="3064893"/>
                  <a:ext cx="18540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BFC9F7AD-AE90-47F2-B0E8-26B62991025B}"/>
                    </a:ext>
                  </a:extLst>
                </p14:cNvPr>
                <p14:cNvContentPartPr/>
                <p14:nvPr/>
              </p14:nvContentPartPr>
              <p14:xfrm>
                <a:off x="2635853" y="3086493"/>
                <a:ext cx="41400" cy="298080"/>
              </p14:xfrm>
            </p:contentPart>
          </mc:Choice>
          <mc:Fallback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BFC9F7AD-AE90-47F2-B0E8-26B62991025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626853" y="3077853"/>
                  <a:ext cx="5904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19C7306D-F0BC-4B35-BEBC-BFC8DF1A5F32}"/>
                    </a:ext>
                  </a:extLst>
                </p14:cNvPr>
                <p14:cNvContentPartPr/>
                <p14:nvPr/>
              </p14:nvContentPartPr>
              <p14:xfrm>
                <a:off x="3291413" y="2927373"/>
                <a:ext cx="840960" cy="54000"/>
              </p14:xfrm>
            </p:contentPart>
          </mc:Choice>
          <mc:Fallback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19C7306D-F0BC-4B35-BEBC-BFC8DF1A5F3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282773" y="2918733"/>
                  <a:ext cx="8586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DA5FD351-E7B8-41A8-82D4-D8932B865C66}"/>
                    </a:ext>
                  </a:extLst>
                </p14:cNvPr>
                <p14:cNvContentPartPr/>
                <p14:nvPr/>
              </p14:nvContentPartPr>
              <p14:xfrm>
                <a:off x="4045973" y="2711013"/>
                <a:ext cx="411120" cy="399240"/>
              </p14:xfrm>
            </p:contentPart>
          </mc:Choice>
          <mc:Fallback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DA5FD351-E7B8-41A8-82D4-D8932B865C6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037333" y="2702373"/>
                  <a:ext cx="42876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270A83CF-31C9-4CA7-B07F-82F07E9936FC}"/>
                    </a:ext>
                  </a:extLst>
                </p14:cNvPr>
                <p14:cNvContentPartPr/>
                <p14:nvPr/>
              </p14:nvContentPartPr>
              <p14:xfrm>
                <a:off x="4572653" y="2700573"/>
                <a:ext cx="52560" cy="691560"/>
              </p14:xfrm>
            </p:contentPart>
          </mc:Choice>
          <mc:Fallback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270A83CF-31C9-4CA7-B07F-82F07E9936F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564013" y="2691573"/>
                  <a:ext cx="70200" cy="70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A723A616-0BA0-4DCF-96B5-40661C62DF66}"/>
                    </a:ext>
                  </a:extLst>
                </p14:cNvPr>
                <p14:cNvContentPartPr/>
                <p14:nvPr/>
              </p14:nvContentPartPr>
              <p14:xfrm>
                <a:off x="4542773" y="2521653"/>
                <a:ext cx="1704600" cy="945000"/>
              </p14:xfrm>
            </p:contentPart>
          </mc:Choice>
          <mc:Fallback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A723A616-0BA0-4DCF-96B5-40661C62DF6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534133" y="2512653"/>
                  <a:ext cx="1722240" cy="9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8F27A5C1-F6E8-4DB6-9C89-8B55440E82B2}"/>
                    </a:ext>
                  </a:extLst>
                </p14:cNvPr>
                <p14:cNvContentPartPr/>
                <p14:nvPr/>
              </p14:nvContentPartPr>
              <p14:xfrm>
                <a:off x="4324973" y="3431013"/>
                <a:ext cx="1919520" cy="74520"/>
              </p14:xfrm>
            </p:contentPart>
          </mc:Choice>
          <mc:Fallback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8F27A5C1-F6E8-4DB6-9C89-8B55440E82B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315973" y="3422013"/>
                  <a:ext cx="19371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C7F4A34A-6F16-462B-A2B9-C7BCA7ED5657}"/>
                    </a:ext>
                  </a:extLst>
                </p14:cNvPr>
                <p14:cNvContentPartPr/>
                <p14:nvPr/>
              </p14:nvContentPartPr>
              <p14:xfrm>
                <a:off x="4716653" y="2723613"/>
                <a:ext cx="192960" cy="454680"/>
              </p14:xfrm>
            </p:contentPart>
          </mc:Choice>
          <mc:Fallback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C7F4A34A-6F16-462B-A2B9-C7BCA7ED565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707653" y="2714613"/>
                  <a:ext cx="210600" cy="47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B360E2D9-EB2A-4B0E-A4D1-AD73AB9BBF71}"/>
                    </a:ext>
                  </a:extLst>
                </p14:cNvPr>
                <p14:cNvContentPartPr/>
                <p14:nvPr/>
              </p14:nvContentPartPr>
              <p14:xfrm>
                <a:off x="4898813" y="2883093"/>
                <a:ext cx="199080" cy="28584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B360E2D9-EB2A-4B0E-A4D1-AD73AB9BBF7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889813" y="2874093"/>
                  <a:ext cx="21672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29C3A5E9-5F9A-4A7B-A62F-52086C2A14CB}"/>
                    </a:ext>
                  </a:extLst>
                </p14:cNvPr>
                <p14:cNvContentPartPr/>
                <p14:nvPr/>
              </p14:nvContentPartPr>
              <p14:xfrm>
                <a:off x="4871813" y="2953293"/>
                <a:ext cx="194400" cy="137520"/>
              </p14:xfrm>
            </p:contentPart>
          </mc:Choice>
          <mc:Fallback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29C3A5E9-5F9A-4A7B-A62F-52086C2A14C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862813" y="2944293"/>
                  <a:ext cx="2120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4AF95008-E746-4347-806D-F8A2D0FD6BCB}"/>
                    </a:ext>
                  </a:extLst>
                </p14:cNvPr>
                <p14:cNvContentPartPr/>
                <p14:nvPr/>
              </p14:nvContentPartPr>
              <p14:xfrm>
                <a:off x="5147213" y="2731893"/>
                <a:ext cx="32760" cy="115560"/>
              </p14:xfrm>
            </p:contentPart>
          </mc:Choice>
          <mc:Fallback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4AF95008-E746-4347-806D-F8A2D0FD6BC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38213" y="2723253"/>
                  <a:ext cx="5040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1FC4BF17-D043-43C8-A551-A3ED0A0FE047}"/>
                    </a:ext>
                  </a:extLst>
                </p14:cNvPr>
                <p14:cNvContentPartPr/>
                <p14:nvPr/>
              </p14:nvContentPartPr>
              <p14:xfrm>
                <a:off x="5151173" y="2686533"/>
                <a:ext cx="190080" cy="168120"/>
              </p14:xfrm>
            </p:contentPart>
          </mc:Choice>
          <mc:Fallback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1FC4BF17-D043-43C8-A551-A3ED0A0FE04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42533" y="2677533"/>
                  <a:ext cx="20772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59ACCDD0-A864-43A8-9B62-B858533C7C42}"/>
                    </a:ext>
                  </a:extLst>
                </p14:cNvPr>
                <p14:cNvContentPartPr/>
                <p14:nvPr/>
              </p14:nvContentPartPr>
              <p14:xfrm>
                <a:off x="5104373" y="2837013"/>
                <a:ext cx="253080" cy="217440"/>
              </p14:xfrm>
            </p:contentPart>
          </mc:Choice>
          <mc:Fallback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59ACCDD0-A864-43A8-9B62-B858533C7C4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095733" y="2828373"/>
                  <a:ext cx="2707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6864348E-29EC-4E9C-B9B5-D47CA55CD4E2}"/>
                    </a:ext>
                  </a:extLst>
                </p14:cNvPr>
                <p14:cNvContentPartPr/>
                <p14:nvPr/>
              </p14:nvContentPartPr>
              <p14:xfrm>
                <a:off x="5195813" y="2912253"/>
                <a:ext cx="145080" cy="112680"/>
              </p14:xfrm>
            </p:contentPart>
          </mc:Choice>
          <mc:Fallback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6864348E-29EC-4E9C-B9B5-D47CA55CD4E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187173" y="2903613"/>
                  <a:ext cx="1627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4C6F19CF-BD58-4EE4-A148-A5D1FFF59CC1}"/>
                    </a:ext>
                  </a:extLst>
                </p14:cNvPr>
                <p14:cNvContentPartPr/>
                <p14:nvPr/>
              </p14:nvContentPartPr>
              <p14:xfrm>
                <a:off x="5169533" y="2934933"/>
                <a:ext cx="226080" cy="245520"/>
              </p14:xfrm>
            </p:contentPart>
          </mc:Choice>
          <mc:Fallback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4C6F19CF-BD58-4EE4-A148-A5D1FFF59CC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160893" y="2925933"/>
                  <a:ext cx="2437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A561B8AB-A40B-4CA8-B16D-7C5A44F9FD52}"/>
                    </a:ext>
                  </a:extLst>
                </p14:cNvPr>
                <p14:cNvContentPartPr/>
                <p14:nvPr/>
              </p14:nvContentPartPr>
              <p14:xfrm>
                <a:off x="5433773" y="2790933"/>
                <a:ext cx="167760" cy="27720"/>
              </p14:xfrm>
            </p:contentPart>
          </mc:Choice>
          <mc:Fallback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A561B8AB-A40B-4CA8-B16D-7C5A44F9FD5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424773" y="2782293"/>
                  <a:ext cx="1854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7606B1C3-74F0-49D8-A60D-474AD7B06093}"/>
                    </a:ext>
                  </a:extLst>
                </p14:cNvPr>
                <p14:cNvContentPartPr/>
                <p14:nvPr/>
              </p14:nvContentPartPr>
              <p14:xfrm>
                <a:off x="5403173" y="2689413"/>
                <a:ext cx="239400" cy="498240"/>
              </p14:xfrm>
            </p:contentPart>
          </mc:Choice>
          <mc:Fallback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7606B1C3-74F0-49D8-A60D-474AD7B0609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394173" y="2680413"/>
                  <a:ext cx="257040" cy="51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2062C361-6CDD-4381-AA40-663142D40FB3}"/>
                    </a:ext>
                  </a:extLst>
                </p14:cNvPr>
                <p14:cNvContentPartPr/>
                <p14:nvPr/>
              </p14:nvContentPartPr>
              <p14:xfrm>
                <a:off x="5561573" y="2694813"/>
                <a:ext cx="132480" cy="75240"/>
              </p14:xfrm>
            </p:contentPart>
          </mc:Choice>
          <mc:Fallback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2062C361-6CDD-4381-AA40-663142D40FB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552933" y="2685813"/>
                  <a:ext cx="1501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FED0EF5A-F21B-4955-A9BD-DADAAA2C7C13}"/>
                    </a:ext>
                  </a:extLst>
                </p14:cNvPr>
                <p14:cNvContentPartPr/>
                <p14:nvPr/>
              </p14:nvContentPartPr>
              <p14:xfrm>
                <a:off x="5549693" y="2676453"/>
                <a:ext cx="161640" cy="404640"/>
              </p14:xfrm>
            </p:contentPart>
          </mc:Choice>
          <mc:Fallback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FED0EF5A-F21B-4955-A9BD-DADAAA2C7C1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541053" y="2667813"/>
                  <a:ext cx="17928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25871B32-D69E-4F42-BA8B-5A283A18DF99}"/>
                    </a:ext>
                  </a:extLst>
                </p14:cNvPr>
                <p14:cNvContentPartPr/>
                <p14:nvPr/>
              </p14:nvContentPartPr>
              <p14:xfrm>
                <a:off x="5585693" y="2914773"/>
                <a:ext cx="200880" cy="241920"/>
              </p14:xfrm>
            </p:contentPart>
          </mc:Choice>
          <mc:Fallback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25871B32-D69E-4F42-BA8B-5A283A18DF9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576693" y="2905773"/>
                  <a:ext cx="2185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4522B62C-19C7-47D6-A19A-72DE51215344}"/>
                    </a:ext>
                  </a:extLst>
                </p14:cNvPr>
                <p14:cNvContentPartPr/>
                <p14:nvPr/>
              </p14:nvContentPartPr>
              <p14:xfrm>
                <a:off x="5786213" y="2691213"/>
                <a:ext cx="173520" cy="48600"/>
              </p14:xfrm>
            </p:contentPart>
          </mc:Choice>
          <mc:Fallback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4522B62C-19C7-47D6-A19A-72DE5121534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777213" y="2682213"/>
                  <a:ext cx="1911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E5FBCF16-21BF-46A7-BF79-0C03526A39FF}"/>
                    </a:ext>
                  </a:extLst>
                </p14:cNvPr>
                <p14:cNvContentPartPr/>
                <p14:nvPr/>
              </p14:nvContentPartPr>
              <p14:xfrm>
                <a:off x="5755973" y="2790933"/>
                <a:ext cx="243000" cy="185040"/>
              </p14:xfrm>
            </p:contentPart>
          </mc:Choice>
          <mc:Fallback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E5FBCF16-21BF-46A7-BF79-0C03526A39F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747333" y="2782293"/>
                  <a:ext cx="2606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CB0870F1-9CB2-45E2-8C9A-24C41A1EE786}"/>
                    </a:ext>
                  </a:extLst>
                </p14:cNvPr>
                <p14:cNvContentPartPr/>
                <p14:nvPr/>
              </p14:nvContentPartPr>
              <p14:xfrm>
                <a:off x="6020933" y="2552253"/>
                <a:ext cx="99360" cy="372240"/>
              </p14:xfrm>
            </p:contentPart>
          </mc:Choice>
          <mc:Fallback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CB0870F1-9CB2-45E2-8C9A-24C41A1EE78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011933" y="2543613"/>
                  <a:ext cx="11700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E5340D89-D089-4723-B33A-82F35AFFEEA3}"/>
                    </a:ext>
                  </a:extLst>
                </p14:cNvPr>
                <p14:cNvContentPartPr/>
                <p14:nvPr/>
              </p14:nvContentPartPr>
              <p14:xfrm>
                <a:off x="5798093" y="2923413"/>
                <a:ext cx="261360" cy="95400"/>
              </p14:xfrm>
            </p:contentPart>
          </mc:Choice>
          <mc:Fallback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E5340D89-D089-4723-B33A-82F35AFFEEA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789453" y="2914413"/>
                  <a:ext cx="27900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C6B64AC1-A38C-4718-8C54-66931FC922AD}"/>
                    </a:ext>
                  </a:extLst>
                </p14:cNvPr>
                <p14:cNvContentPartPr/>
                <p14:nvPr/>
              </p14:nvContentPartPr>
              <p14:xfrm>
                <a:off x="5840573" y="2881653"/>
                <a:ext cx="325080" cy="235080"/>
              </p14:xfrm>
            </p:contentPart>
          </mc:Choice>
          <mc:Fallback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C6B64AC1-A38C-4718-8C54-66931FC922A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831933" y="2872653"/>
                  <a:ext cx="34272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DB838059-1F89-4972-A9F2-3D5C0379DAC5}"/>
                    </a:ext>
                  </a:extLst>
                </p14:cNvPr>
                <p14:cNvContentPartPr/>
                <p14:nvPr/>
              </p14:nvContentPartPr>
              <p14:xfrm>
                <a:off x="6151253" y="2846373"/>
                <a:ext cx="978120" cy="63000"/>
              </p14:xfrm>
            </p:contentPart>
          </mc:Choice>
          <mc:Fallback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DB838059-1F89-4972-A9F2-3D5C0379DAC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142613" y="2837733"/>
                  <a:ext cx="9957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墨迹 39">
                  <a:extLst>
                    <a:ext uri="{FF2B5EF4-FFF2-40B4-BE49-F238E27FC236}">
                      <a16:creationId xmlns:a16="http://schemas.microsoft.com/office/drawing/2014/main" id="{A136E1A5-53A5-4BC3-8088-3C8645257FB9}"/>
                    </a:ext>
                  </a:extLst>
                </p14:cNvPr>
                <p14:cNvContentPartPr/>
                <p14:nvPr/>
              </p14:nvContentPartPr>
              <p14:xfrm>
                <a:off x="7003013" y="2741253"/>
                <a:ext cx="288720" cy="327600"/>
              </p14:xfrm>
            </p:contentPart>
          </mc:Choice>
          <mc:Fallback>
            <p:pic>
              <p:nvPicPr>
                <p:cNvPr id="40" name="墨迹 39">
                  <a:extLst>
                    <a:ext uri="{FF2B5EF4-FFF2-40B4-BE49-F238E27FC236}">
                      <a16:creationId xmlns:a16="http://schemas.microsoft.com/office/drawing/2014/main" id="{A136E1A5-53A5-4BC3-8088-3C8645257FB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994013" y="2732613"/>
                  <a:ext cx="306360" cy="34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2BB63E95-F7C6-4A84-8900-EAA518A6DAE8}"/>
              </a:ext>
            </a:extLst>
          </p:cNvPr>
          <p:cNvGrpSpPr/>
          <p:nvPr/>
        </p:nvGrpSpPr>
        <p:grpSpPr>
          <a:xfrm>
            <a:off x="7437173" y="513213"/>
            <a:ext cx="1092240" cy="703440"/>
            <a:chOff x="7437173" y="513213"/>
            <a:chExt cx="1092240" cy="70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4" name="墨迹 43">
                  <a:extLst>
                    <a:ext uri="{FF2B5EF4-FFF2-40B4-BE49-F238E27FC236}">
                      <a16:creationId xmlns:a16="http://schemas.microsoft.com/office/drawing/2014/main" id="{91B8FC68-5BB6-49B0-9B10-F8A3B9A2B05F}"/>
                    </a:ext>
                  </a:extLst>
                </p14:cNvPr>
                <p14:cNvContentPartPr/>
                <p14:nvPr/>
              </p14:nvContentPartPr>
              <p14:xfrm>
                <a:off x="7437173" y="559653"/>
                <a:ext cx="202680" cy="657000"/>
              </p14:xfrm>
            </p:contentPart>
          </mc:Choice>
          <mc:Fallback>
            <p:pic>
              <p:nvPicPr>
                <p:cNvPr id="44" name="墨迹 43">
                  <a:extLst>
                    <a:ext uri="{FF2B5EF4-FFF2-40B4-BE49-F238E27FC236}">
                      <a16:creationId xmlns:a16="http://schemas.microsoft.com/office/drawing/2014/main" id="{91B8FC68-5BB6-49B0-9B10-F8A3B9A2B05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428173" y="551013"/>
                  <a:ext cx="220320" cy="67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5" name="墨迹 44">
                  <a:extLst>
                    <a:ext uri="{FF2B5EF4-FFF2-40B4-BE49-F238E27FC236}">
                      <a16:creationId xmlns:a16="http://schemas.microsoft.com/office/drawing/2014/main" id="{770A156D-EB3C-4A97-A3E2-379D40BDF323}"/>
                    </a:ext>
                  </a:extLst>
                </p14:cNvPr>
                <p14:cNvContentPartPr/>
                <p14:nvPr/>
              </p14:nvContentPartPr>
              <p14:xfrm>
                <a:off x="7787093" y="752973"/>
                <a:ext cx="142920" cy="326160"/>
              </p14:xfrm>
            </p:contentPart>
          </mc:Choice>
          <mc:Fallback>
            <p:pic>
              <p:nvPicPr>
                <p:cNvPr id="45" name="墨迹 44">
                  <a:extLst>
                    <a:ext uri="{FF2B5EF4-FFF2-40B4-BE49-F238E27FC236}">
                      <a16:creationId xmlns:a16="http://schemas.microsoft.com/office/drawing/2014/main" id="{770A156D-EB3C-4A97-A3E2-379D40BDF32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778453" y="744333"/>
                  <a:ext cx="16056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1EEE9F94-B406-4151-946E-03C11857A8A8}"/>
                    </a:ext>
                  </a:extLst>
                </p14:cNvPr>
                <p14:cNvContentPartPr/>
                <p14:nvPr/>
              </p14:nvContentPartPr>
              <p14:xfrm>
                <a:off x="7691333" y="859533"/>
                <a:ext cx="243720" cy="201600"/>
              </p14:xfrm>
            </p:contentPart>
          </mc:Choice>
          <mc:Fallback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1EEE9F94-B406-4151-946E-03C11857A8A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682693" y="850893"/>
                  <a:ext cx="2613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7" name="墨迹 46">
                  <a:extLst>
                    <a:ext uri="{FF2B5EF4-FFF2-40B4-BE49-F238E27FC236}">
                      <a16:creationId xmlns:a16="http://schemas.microsoft.com/office/drawing/2014/main" id="{A28B6A94-6DAA-42AC-944E-2E734BC26553}"/>
                    </a:ext>
                  </a:extLst>
                </p14:cNvPr>
                <p14:cNvContentPartPr/>
                <p14:nvPr/>
              </p14:nvContentPartPr>
              <p14:xfrm>
                <a:off x="8148173" y="521493"/>
                <a:ext cx="64440" cy="203040"/>
              </p14:xfrm>
            </p:contentPart>
          </mc:Choice>
          <mc:Fallback>
            <p:pic>
              <p:nvPicPr>
                <p:cNvPr id="47" name="墨迹 46">
                  <a:extLst>
                    <a:ext uri="{FF2B5EF4-FFF2-40B4-BE49-F238E27FC236}">
                      <a16:creationId xmlns:a16="http://schemas.microsoft.com/office/drawing/2014/main" id="{A28B6A94-6DAA-42AC-944E-2E734BC2655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139173" y="512853"/>
                  <a:ext cx="820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8" name="墨迹 47">
                  <a:extLst>
                    <a:ext uri="{FF2B5EF4-FFF2-40B4-BE49-F238E27FC236}">
                      <a16:creationId xmlns:a16="http://schemas.microsoft.com/office/drawing/2014/main" id="{849C7EB5-2184-4505-8819-BA8F1760B8AC}"/>
                    </a:ext>
                  </a:extLst>
                </p14:cNvPr>
                <p14:cNvContentPartPr/>
                <p14:nvPr/>
              </p14:nvContentPartPr>
              <p14:xfrm>
                <a:off x="8141693" y="513213"/>
                <a:ext cx="387720" cy="273600"/>
              </p14:xfrm>
            </p:contentPart>
          </mc:Choice>
          <mc:Fallback>
            <p:pic>
              <p:nvPicPr>
                <p:cNvPr id="48" name="墨迹 47">
                  <a:extLst>
                    <a:ext uri="{FF2B5EF4-FFF2-40B4-BE49-F238E27FC236}">
                      <a16:creationId xmlns:a16="http://schemas.microsoft.com/office/drawing/2014/main" id="{849C7EB5-2184-4505-8819-BA8F1760B8A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133053" y="504213"/>
                  <a:ext cx="40536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墨迹 48">
                  <a:extLst>
                    <a:ext uri="{FF2B5EF4-FFF2-40B4-BE49-F238E27FC236}">
                      <a16:creationId xmlns:a16="http://schemas.microsoft.com/office/drawing/2014/main" id="{3D840CDA-0A5F-43E5-B774-C98A642883FF}"/>
                    </a:ext>
                  </a:extLst>
                </p14:cNvPr>
                <p14:cNvContentPartPr/>
                <p14:nvPr/>
              </p14:nvContentPartPr>
              <p14:xfrm>
                <a:off x="8279213" y="755493"/>
                <a:ext cx="241920" cy="358920"/>
              </p14:xfrm>
            </p:contentPart>
          </mc:Choice>
          <mc:Fallback>
            <p:pic>
              <p:nvPicPr>
                <p:cNvPr id="49" name="墨迹 48">
                  <a:extLst>
                    <a:ext uri="{FF2B5EF4-FFF2-40B4-BE49-F238E27FC236}">
                      <a16:creationId xmlns:a16="http://schemas.microsoft.com/office/drawing/2014/main" id="{3D840CDA-0A5F-43E5-B774-C98A642883F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270573" y="746493"/>
                  <a:ext cx="259560" cy="37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58297AB5-6F2B-43C5-B5B1-56714429A257}"/>
              </a:ext>
            </a:extLst>
          </p:cNvPr>
          <p:cNvGrpSpPr/>
          <p:nvPr/>
        </p:nvGrpSpPr>
        <p:grpSpPr>
          <a:xfrm>
            <a:off x="9032693" y="382893"/>
            <a:ext cx="1565640" cy="632520"/>
            <a:chOff x="9032693" y="382893"/>
            <a:chExt cx="1565640" cy="63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0" name="墨迹 49">
                  <a:extLst>
                    <a:ext uri="{FF2B5EF4-FFF2-40B4-BE49-F238E27FC236}">
                      <a16:creationId xmlns:a16="http://schemas.microsoft.com/office/drawing/2014/main" id="{A6B48CF6-E8B7-40CD-BBCF-41DBC6148866}"/>
                    </a:ext>
                  </a:extLst>
                </p14:cNvPr>
                <p14:cNvContentPartPr/>
                <p14:nvPr/>
              </p14:nvContentPartPr>
              <p14:xfrm>
                <a:off x="9032693" y="382893"/>
                <a:ext cx="614160" cy="632520"/>
              </p14:xfrm>
            </p:contentPart>
          </mc:Choice>
          <mc:Fallback>
            <p:pic>
              <p:nvPicPr>
                <p:cNvPr id="50" name="墨迹 49">
                  <a:extLst>
                    <a:ext uri="{FF2B5EF4-FFF2-40B4-BE49-F238E27FC236}">
                      <a16:creationId xmlns:a16="http://schemas.microsoft.com/office/drawing/2014/main" id="{A6B48CF6-E8B7-40CD-BBCF-41DBC614886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023693" y="373893"/>
                  <a:ext cx="631800" cy="65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1" name="墨迹 50">
                  <a:extLst>
                    <a:ext uri="{FF2B5EF4-FFF2-40B4-BE49-F238E27FC236}">
                      <a16:creationId xmlns:a16="http://schemas.microsoft.com/office/drawing/2014/main" id="{C51FF66C-F719-46E4-86CE-F373B50EC921}"/>
                    </a:ext>
                  </a:extLst>
                </p14:cNvPr>
                <p14:cNvContentPartPr/>
                <p14:nvPr/>
              </p14:nvContentPartPr>
              <p14:xfrm>
                <a:off x="9505733" y="407013"/>
                <a:ext cx="217080" cy="567720"/>
              </p14:xfrm>
            </p:contentPart>
          </mc:Choice>
          <mc:Fallback>
            <p:pic>
              <p:nvPicPr>
                <p:cNvPr id="51" name="墨迹 50">
                  <a:extLst>
                    <a:ext uri="{FF2B5EF4-FFF2-40B4-BE49-F238E27FC236}">
                      <a16:creationId xmlns:a16="http://schemas.microsoft.com/office/drawing/2014/main" id="{C51FF66C-F719-46E4-86CE-F373B50EC92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497093" y="398013"/>
                  <a:ext cx="234720" cy="58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2" name="墨迹 51">
                  <a:extLst>
                    <a:ext uri="{FF2B5EF4-FFF2-40B4-BE49-F238E27FC236}">
                      <a16:creationId xmlns:a16="http://schemas.microsoft.com/office/drawing/2014/main" id="{A422D3ED-851E-440E-987B-E6EB41D38DB2}"/>
                    </a:ext>
                  </a:extLst>
                </p14:cNvPr>
                <p14:cNvContentPartPr/>
                <p14:nvPr/>
              </p14:nvContentPartPr>
              <p14:xfrm>
                <a:off x="9507533" y="690693"/>
                <a:ext cx="230040" cy="189360"/>
              </p14:xfrm>
            </p:contentPart>
          </mc:Choice>
          <mc:Fallback>
            <p:pic>
              <p:nvPicPr>
                <p:cNvPr id="52" name="墨迹 51">
                  <a:extLst>
                    <a:ext uri="{FF2B5EF4-FFF2-40B4-BE49-F238E27FC236}">
                      <a16:creationId xmlns:a16="http://schemas.microsoft.com/office/drawing/2014/main" id="{A422D3ED-851E-440E-987B-E6EB41D38DB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498533" y="681693"/>
                  <a:ext cx="24768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3" name="墨迹 52">
                  <a:extLst>
                    <a:ext uri="{FF2B5EF4-FFF2-40B4-BE49-F238E27FC236}">
                      <a16:creationId xmlns:a16="http://schemas.microsoft.com/office/drawing/2014/main" id="{3C99E3AF-684C-45A6-BB86-C57DCF977733}"/>
                    </a:ext>
                  </a:extLst>
                </p14:cNvPr>
                <p14:cNvContentPartPr/>
                <p14:nvPr/>
              </p14:nvContentPartPr>
              <p14:xfrm>
                <a:off x="9765653" y="442293"/>
                <a:ext cx="339480" cy="383400"/>
              </p14:xfrm>
            </p:contentPart>
          </mc:Choice>
          <mc:Fallback>
            <p:pic>
              <p:nvPicPr>
                <p:cNvPr id="53" name="墨迹 52">
                  <a:extLst>
                    <a:ext uri="{FF2B5EF4-FFF2-40B4-BE49-F238E27FC236}">
                      <a16:creationId xmlns:a16="http://schemas.microsoft.com/office/drawing/2014/main" id="{3C99E3AF-684C-45A6-BB86-C57DCF97773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756653" y="433653"/>
                  <a:ext cx="35712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4" name="墨迹 53">
                  <a:extLst>
                    <a:ext uri="{FF2B5EF4-FFF2-40B4-BE49-F238E27FC236}">
                      <a16:creationId xmlns:a16="http://schemas.microsoft.com/office/drawing/2014/main" id="{01B0F23E-00DF-4598-BFDA-B52021E4E6C1}"/>
                    </a:ext>
                  </a:extLst>
                </p14:cNvPr>
                <p14:cNvContentPartPr/>
                <p14:nvPr/>
              </p14:nvContentPartPr>
              <p14:xfrm>
                <a:off x="10112333" y="429693"/>
                <a:ext cx="38880" cy="410400"/>
              </p14:xfrm>
            </p:contentPart>
          </mc:Choice>
          <mc:Fallback>
            <p:pic>
              <p:nvPicPr>
                <p:cNvPr id="54" name="墨迹 53">
                  <a:extLst>
                    <a:ext uri="{FF2B5EF4-FFF2-40B4-BE49-F238E27FC236}">
                      <a16:creationId xmlns:a16="http://schemas.microsoft.com/office/drawing/2014/main" id="{01B0F23E-00DF-4598-BFDA-B52021E4E6C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103693" y="420693"/>
                  <a:ext cx="5652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墨迹 54">
                  <a:extLst>
                    <a:ext uri="{FF2B5EF4-FFF2-40B4-BE49-F238E27FC236}">
                      <a16:creationId xmlns:a16="http://schemas.microsoft.com/office/drawing/2014/main" id="{CAD4A2C0-567E-4348-B070-2B8583FA0979}"/>
                    </a:ext>
                  </a:extLst>
                </p14:cNvPr>
                <p14:cNvContentPartPr/>
                <p14:nvPr/>
              </p14:nvContentPartPr>
              <p14:xfrm>
                <a:off x="10140773" y="405213"/>
                <a:ext cx="186840" cy="397440"/>
              </p14:xfrm>
            </p:contentPart>
          </mc:Choice>
          <mc:Fallback>
            <p:pic>
              <p:nvPicPr>
                <p:cNvPr id="55" name="墨迹 54">
                  <a:extLst>
                    <a:ext uri="{FF2B5EF4-FFF2-40B4-BE49-F238E27FC236}">
                      <a16:creationId xmlns:a16="http://schemas.microsoft.com/office/drawing/2014/main" id="{CAD4A2C0-567E-4348-B070-2B8583FA097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132133" y="396573"/>
                  <a:ext cx="20448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墨迹 55">
                  <a:extLst>
                    <a:ext uri="{FF2B5EF4-FFF2-40B4-BE49-F238E27FC236}">
                      <a16:creationId xmlns:a16="http://schemas.microsoft.com/office/drawing/2014/main" id="{AE585D97-F3D3-4065-A108-76EC5777711B}"/>
                    </a:ext>
                  </a:extLst>
                </p14:cNvPr>
                <p14:cNvContentPartPr/>
                <p14:nvPr/>
              </p14:nvContentPartPr>
              <p14:xfrm>
                <a:off x="9980213" y="574413"/>
                <a:ext cx="618120" cy="374040"/>
              </p14:xfrm>
            </p:contentPart>
          </mc:Choice>
          <mc:Fallback>
            <p:pic>
              <p:nvPicPr>
                <p:cNvPr id="56" name="墨迹 55">
                  <a:extLst>
                    <a:ext uri="{FF2B5EF4-FFF2-40B4-BE49-F238E27FC236}">
                      <a16:creationId xmlns:a16="http://schemas.microsoft.com/office/drawing/2014/main" id="{AE585D97-F3D3-4065-A108-76EC5777711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971213" y="565413"/>
                  <a:ext cx="635760" cy="39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55651E99-412B-487A-9F1E-56028638145E}"/>
              </a:ext>
            </a:extLst>
          </p:cNvPr>
          <p:cNvGrpSpPr/>
          <p:nvPr/>
        </p:nvGrpSpPr>
        <p:grpSpPr>
          <a:xfrm>
            <a:off x="7590173" y="1435533"/>
            <a:ext cx="1096200" cy="3339360"/>
            <a:chOff x="7590173" y="1435533"/>
            <a:chExt cx="1096200" cy="333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58344D03-8AF8-4995-996B-36E67DF59817}"/>
                    </a:ext>
                  </a:extLst>
                </p14:cNvPr>
                <p14:cNvContentPartPr/>
                <p14:nvPr/>
              </p14:nvContentPartPr>
              <p14:xfrm>
                <a:off x="7590173" y="1568733"/>
                <a:ext cx="331920" cy="2752200"/>
              </p14:xfrm>
            </p:contentPart>
          </mc:Choice>
          <mc:Fallback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58344D03-8AF8-4995-996B-36E67DF5981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581533" y="1559733"/>
                  <a:ext cx="349560" cy="27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43" name="墨迹 42">
                  <a:extLst>
                    <a:ext uri="{FF2B5EF4-FFF2-40B4-BE49-F238E27FC236}">
                      <a16:creationId xmlns:a16="http://schemas.microsoft.com/office/drawing/2014/main" id="{042809C4-B06E-4FDC-98DC-A66C024BB94A}"/>
                    </a:ext>
                  </a:extLst>
                </p14:cNvPr>
                <p14:cNvContentPartPr/>
                <p14:nvPr/>
              </p14:nvContentPartPr>
              <p14:xfrm>
                <a:off x="8198573" y="1534893"/>
                <a:ext cx="487800" cy="3240000"/>
              </p14:xfrm>
            </p:contentPart>
          </mc:Choice>
          <mc:Fallback>
            <p:pic>
              <p:nvPicPr>
                <p:cNvPr id="43" name="墨迹 42">
                  <a:extLst>
                    <a:ext uri="{FF2B5EF4-FFF2-40B4-BE49-F238E27FC236}">
                      <a16:creationId xmlns:a16="http://schemas.microsoft.com/office/drawing/2014/main" id="{042809C4-B06E-4FDC-98DC-A66C024BB94A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189573" y="1525893"/>
                  <a:ext cx="505440" cy="325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墨迹 56">
                  <a:extLst>
                    <a:ext uri="{FF2B5EF4-FFF2-40B4-BE49-F238E27FC236}">
                      <a16:creationId xmlns:a16="http://schemas.microsoft.com/office/drawing/2014/main" id="{617FA491-3CE0-41B6-8E0A-5C389E4FEB15}"/>
                    </a:ext>
                  </a:extLst>
                </p14:cNvPr>
                <p14:cNvContentPartPr/>
                <p14:nvPr/>
              </p14:nvContentPartPr>
              <p14:xfrm>
                <a:off x="7800773" y="1435533"/>
                <a:ext cx="447480" cy="462600"/>
              </p14:xfrm>
            </p:contentPart>
          </mc:Choice>
          <mc:Fallback>
            <p:pic>
              <p:nvPicPr>
                <p:cNvPr id="57" name="墨迹 56">
                  <a:extLst>
                    <a:ext uri="{FF2B5EF4-FFF2-40B4-BE49-F238E27FC236}">
                      <a16:creationId xmlns:a16="http://schemas.microsoft.com/office/drawing/2014/main" id="{617FA491-3CE0-41B6-8E0A-5C389E4FEB1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792133" y="1426893"/>
                  <a:ext cx="465120" cy="48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墨迹 57">
                  <a:extLst>
                    <a:ext uri="{FF2B5EF4-FFF2-40B4-BE49-F238E27FC236}">
                      <a16:creationId xmlns:a16="http://schemas.microsoft.com/office/drawing/2014/main" id="{C2587636-DCAB-47F0-BD59-CD00C048DC86}"/>
                    </a:ext>
                  </a:extLst>
                </p14:cNvPr>
                <p14:cNvContentPartPr/>
                <p14:nvPr/>
              </p14:nvContentPartPr>
              <p14:xfrm>
                <a:off x="7591613" y="1670613"/>
                <a:ext cx="356040" cy="344880"/>
              </p14:xfrm>
            </p:contentPart>
          </mc:Choice>
          <mc:Fallback>
            <p:pic>
              <p:nvPicPr>
                <p:cNvPr id="58" name="墨迹 57">
                  <a:extLst>
                    <a:ext uri="{FF2B5EF4-FFF2-40B4-BE49-F238E27FC236}">
                      <a16:creationId xmlns:a16="http://schemas.microsoft.com/office/drawing/2014/main" id="{C2587636-DCAB-47F0-BD59-CD00C048DC8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582973" y="1661973"/>
                  <a:ext cx="37368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墨迹 58">
                  <a:extLst>
                    <a:ext uri="{FF2B5EF4-FFF2-40B4-BE49-F238E27FC236}">
                      <a16:creationId xmlns:a16="http://schemas.microsoft.com/office/drawing/2014/main" id="{C8517B85-6F33-4DCF-810D-E6E806BAD70F}"/>
                    </a:ext>
                  </a:extLst>
                </p14:cNvPr>
                <p14:cNvContentPartPr/>
                <p14:nvPr/>
              </p14:nvContentPartPr>
              <p14:xfrm>
                <a:off x="7908413" y="2025213"/>
                <a:ext cx="80640" cy="72360"/>
              </p14:xfrm>
            </p:contentPart>
          </mc:Choice>
          <mc:Fallback>
            <p:pic>
              <p:nvPicPr>
                <p:cNvPr id="59" name="墨迹 58">
                  <a:extLst>
                    <a:ext uri="{FF2B5EF4-FFF2-40B4-BE49-F238E27FC236}">
                      <a16:creationId xmlns:a16="http://schemas.microsoft.com/office/drawing/2014/main" id="{C8517B85-6F33-4DCF-810D-E6E806BAD70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899413" y="2016213"/>
                  <a:ext cx="9828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0" name="墨迹 59">
                  <a:extLst>
                    <a:ext uri="{FF2B5EF4-FFF2-40B4-BE49-F238E27FC236}">
                      <a16:creationId xmlns:a16="http://schemas.microsoft.com/office/drawing/2014/main" id="{5068A77E-B9CB-49EE-8AA4-DA270476BFCB}"/>
                    </a:ext>
                  </a:extLst>
                </p14:cNvPr>
                <p14:cNvContentPartPr/>
                <p14:nvPr/>
              </p14:nvContentPartPr>
              <p14:xfrm>
                <a:off x="8132693" y="1733973"/>
                <a:ext cx="93240" cy="440280"/>
              </p14:xfrm>
            </p:contentPart>
          </mc:Choice>
          <mc:Fallback>
            <p:pic>
              <p:nvPicPr>
                <p:cNvPr id="60" name="墨迹 59">
                  <a:extLst>
                    <a:ext uri="{FF2B5EF4-FFF2-40B4-BE49-F238E27FC236}">
                      <a16:creationId xmlns:a16="http://schemas.microsoft.com/office/drawing/2014/main" id="{5068A77E-B9CB-49EE-8AA4-DA270476BFC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124053" y="1724973"/>
                  <a:ext cx="11088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1" name="墨迹 60">
                  <a:extLst>
                    <a:ext uri="{FF2B5EF4-FFF2-40B4-BE49-F238E27FC236}">
                      <a16:creationId xmlns:a16="http://schemas.microsoft.com/office/drawing/2014/main" id="{85B38F75-74E0-411A-9255-F11158473F46}"/>
                    </a:ext>
                  </a:extLst>
                </p14:cNvPr>
                <p14:cNvContentPartPr/>
                <p14:nvPr/>
              </p14:nvContentPartPr>
              <p14:xfrm>
                <a:off x="7660733" y="2439573"/>
                <a:ext cx="382680" cy="326520"/>
              </p14:xfrm>
            </p:contentPart>
          </mc:Choice>
          <mc:Fallback>
            <p:pic>
              <p:nvPicPr>
                <p:cNvPr id="61" name="墨迹 60">
                  <a:extLst>
                    <a:ext uri="{FF2B5EF4-FFF2-40B4-BE49-F238E27FC236}">
                      <a16:creationId xmlns:a16="http://schemas.microsoft.com/office/drawing/2014/main" id="{85B38F75-74E0-411A-9255-F11158473F4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652093" y="2430933"/>
                  <a:ext cx="40032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2" name="墨迹 61">
                  <a:extLst>
                    <a:ext uri="{FF2B5EF4-FFF2-40B4-BE49-F238E27FC236}">
                      <a16:creationId xmlns:a16="http://schemas.microsoft.com/office/drawing/2014/main" id="{913F2283-EC2D-4516-8052-B4A92C67079F}"/>
                    </a:ext>
                  </a:extLst>
                </p14:cNvPr>
                <p14:cNvContentPartPr/>
                <p14:nvPr/>
              </p14:nvContentPartPr>
              <p14:xfrm>
                <a:off x="8003093" y="2387733"/>
                <a:ext cx="263160" cy="420480"/>
              </p14:xfrm>
            </p:contentPart>
          </mc:Choice>
          <mc:Fallback>
            <p:pic>
              <p:nvPicPr>
                <p:cNvPr id="62" name="墨迹 61">
                  <a:extLst>
                    <a:ext uri="{FF2B5EF4-FFF2-40B4-BE49-F238E27FC236}">
                      <a16:creationId xmlns:a16="http://schemas.microsoft.com/office/drawing/2014/main" id="{913F2283-EC2D-4516-8052-B4A92C67079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994093" y="2378733"/>
                  <a:ext cx="28080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3" name="墨迹 62">
                  <a:extLst>
                    <a:ext uri="{FF2B5EF4-FFF2-40B4-BE49-F238E27FC236}">
                      <a16:creationId xmlns:a16="http://schemas.microsoft.com/office/drawing/2014/main" id="{F1C25802-1251-4DC1-AA1E-F03EFEB23719}"/>
                    </a:ext>
                  </a:extLst>
                </p14:cNvPr>
                <p14:cNvContentPartPr/>
                <p14:nvPr/>
              </p14:nvContentPartPr>
              <p14:xfrm>
                <a:off x="7926053" y="3149133"/>
                <a:ext cx="156600" cy="294480"/>
              </p14:xfrm>
            </p:contentPart>
          </mc:Choice>
          <mc:Fallback>
            <p:pic>
              <p:nvPicPr>
                <p:cNvPr id="63" name="墨迹 62">
                  <a:extLst>
                    <a:ext uri="{FF2B5EF4-FFF2-40B4-BE49-F238E27FC236}">
                      <a16:creationId xmlns:a16="http://schemas.microsoft.com/office/drawing/2014/main" id="{F1C25802-1251-4DC1-AA1E-F03EFEB2371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917413" y="3140133"/>
                  <a:ext cx="17424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4" name="墨迹 63">
                  <a:extLst>
                    <a:ext uri="{FF2B5EF4-FFF2-40B4-BE49-F238E27FC236}">
                      <a16:creationId xmlns:a16="http://schemas.microsoft.com/office/drawing/2014/main" id="{08F10872-A3E2-4F51-A237-F97ACABF163B}"/>
                    </a:ext>
                  </a:extLst>
                </p14:cNvPr>
                <p14:cNvContentPartPr/>
                <p14:nvPr/>
              </p14:nvContentPartPr>
              <p14:xfrm>
                <a:off x="8114693" y="3676173"/>
                <a:ext cx="26640" cy="13320"/>
              </p14:xfrm>
            </p:contentPart>
          </mc:Choice>
          <mc:Fallback>
            <p:pic>
              <p:nvPicPr>
                <p:cNvPr id="64" name="墨迹 63">
                  <a:extLst>
                    <a:ext uri="{FF2B5EF4-FFF2-40B4-BE49-F238E27FC236}">
                      <a16:creationId xmlns:a16="http://schemas.microsoft.com/office/drawing/2014/main" id="{08F10872-A3E2-4F51-A237-F97ACABF163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106053" y="3667533"/>
                  <a:ext cx="442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5" name="墨迹 64">
                  <a:extLst>
                    <a:ext uri="{FF2B5EF4-FFF2-40B4-BE49-F238E27FC236}">
                      <a16:creationId xmlns:a16="http://schemas.microsoft.com/office/drawing/2014/main" id="{86B8EE76-5015-4F4C-92CD-739EB100F84A}"/>
                    </a:ext>
                  </a:extLst>
                </p14:cNvPr>
                <p14:cNvContentPartPr/>
                <p14:nvPr/>
              </p14:nvContentPartPr>
              <p14:xfrm>
                <a:off x="7868453" y="4066413"/>
                <a:ext cx="270360" cy="312120"/>
              </p14:xfrm>
            </p:contentPart>
          </mc:Choice>
          <mc:Fallback>
            <p:pic>
              <p:nvPicPr>
                <p:cNvPr id="65" name="墨迹 64">
                  <a:extLst>
                    <a:ext uri="{FF2B5EF4-FFF2-40B4-BE49-F238E27FC236}">
                      <a16:creationId xmlns:a16="http://schemas.microsoft.com/office/drawing/2014/main" id="{86B8EE76-5015-4F4C-92CD-739EB100F84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859813" y="4057773"/>
                  <a:ext cx="28800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6" name="墨迹 65">
                  <a:extLst>
                    <a:ext uri="{FF2B5EF4-FFF2-40B4-BE49-F238E27FC236}">
                      <a16:creationId xmlns:a16="http://schemas.microsoft.com/office/drawing/2014/main" id="{DFACA52F-8B52-41C0-971E-10E9CCE209F2}"/>
                    </a:ext>
                  </a:extLst>
                </p14:cNvPr>
                <p14:cNvContentPartPr/>
                <p14:nvPr/>
              </p14:nvContentPartPr>
              <p14:xfrm>
                <a:off x="8084093" y="4262973"/>
                <a:ext cx="78840" cy="64440"/>
              </p14:xfrm>
            </p:contentPart>
          </mc:Choice>
          <mc:Fallback>
            <p:pic>
              <p:nvPicPr>
                <p:cNvPr id="66" name="墨迹 65">
                  <a:extLst>
                    <a:ext uri="{FF2B5EF4-FFF2-40B4-BE49-F238E27FC236}">
                      <a16:creationId xmlns:a16="http://schemas.microsoft.com/office/drawing/2014/main" id="{DFACA52F-8B52-41C0-971E-10E9CCE209F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075093" y="4253973"/>
                  <a:ext cx="964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7" name="墨迹 66">
                  <a:extLst>
                    <a:ext uri="{FF2B5EF4-FFF2-40B4-BE49-F238E27FC236}">
                      <a16:creationId xmlns:a16="http://schemas.microsoft.com/office/drawing/2014/main" id="{12C1F58D-A886-451C-87C6-CC1C685F8A6E}"/>
                    </a:ext>
                  </a:extLst>
                </p14:cNvPr>
                <p14:cNvContentPartPr/>
                <p14:nvPr/>
              </p14:nvContentPartPr>
              <p14:xfrm>
                <a:off x="8215853" y="4113573"/>
                <a:ext cx="294120" cy="301320"/>
              </p14:xfrm>
            </p:contentPart>
          </mc:Choice>
          <mc:Fallback>
            <p:pic>
              <p:nvPicPr>
                <p:cNvPr id="67" name="墨迹 66">
                  <a:extLst>
                    <a:ext uri="{FF2B5EF4-FFF2-40B4-BE49-F238E27FC236}">
                      <a16:creationId xmlns:a16="http://schemas.microsoft.com/office/drawing/2014/main" id="{12C1F58D-A886-451C-87C6-CC1C685F8A6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207213" y="4104573"/>
                  <a:ext cx="311760" cy="31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6FE275AE-84FF-4D0A-BF9F-BB2EF18C54C5}"/>
              </a:ext>
            </a:extLst>
          </p:cNvPr>
          <p:cNvGrpSpPr/>
          <p:nvPr/>
        </p:nvGrpSpPr>
        <p:grpSpPr>
          <a:xfrm>
            <a:off x="2163533" y="4921053"/>
            <a:ext cx="5787000" cy="1288800"/>
            <a:chOff x="2163533" y="4921053"/>
            <a:chExt cx="5787000" cy="128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1" name="墨迹 70">
                  <a:extLst>
                    <a:ext uri="{FF2B5EF4-FFF2-40B4-BE49-F238E27FC236}">
                      <a16:creationId xmlns:a16="http://schemas.microsoft.com/office/drawing/2014/main" id="{96E97E34-2027-47DC-A1A4-20591B3632E5}"/>
                    </a:ext>
                  </a:extLst>
                </p14:cNvPr>
                <p14:cNvContentPartPr/>
                <p14:nvPr/>
              </p14:nvContentPartPr>
              <p14:xfrm>
                <a:off x="2181173" y="5453133"/>
                <a:ext cx="122400" cy="690840"/>
              </p14:xfrm>
            </p:contentPart>
          </mc:Choice>
          <mc:Fallback>
            <p:pic>
              <p:nvPicPr>
                <p:cNvPr id="71" name="墨迹 70">
                  <a:extLst>
                    <a:ext uri="{FF2B5EF4-FFF2-40B4-BE49-F238E27FC236}">
                      <a16:creationId xmlns:a16="http://schemas.microsoft.com/office/drawing/2014/main" id="{96E97E34-2027-47DC-A1A4-20591B3632E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172173" y="5444133"/>
                  <a:ext cx="140040" cy="70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墨迹 71">
                  <a:extLst>
                    <a:ext uri="{FF2B5EF4-FFF2-40B4-BE49-F238E27FC236}">
                      <a16:creationId xmlns:a16="http://schemas.microsoft.com/office/drawing/2014/main" id="{393A9E76-5937-43CA-8C99-22DB64A2985F}"/>
                    </a:ext>
                  </a:extLst>
                </p14:cNvPr>
                <p14:cNvContentPartPr/>
                <p14:nvPr/>
              </p14:nvContentPartPr>
              <p14:xfrm>
                <a:off x="2323373" y="5385093"/>
                <a:ext cx="1666080" cy="759240"/>
              </p14:xfrm>
            </p:contentPart>
          </mc:Choice>
          <mc:Fallback>
            <p:pic>
              <p:nvPicPr>
                <p:cNvPr id="72" name="墨迹 71">
                  <a:extLst>
                    <a:ext uri="{FF2B5EF4-FFF2-40B4-BE49-F238E27FC236}">
                      <a16:creationId xmlns:a16="http://schemas.microsoft.com/office/drawing/2014/main" id="{393A9E76-5937-43CA-8C99-22DB64A2985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2314733" y="5376093"/>
                  <a:ext cx="1683720" cy="77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3" name="墨迹 72">
                  <a:extLst>
                    <a:ext uri="{FF2B5EF4-FFF2-40B4-BE49-F238E27FC236}">
                      <a16:creationId xmlns:a16="http://schemas.microsoft.com/office/drawing/2014/main" id="{14941AA6-D7F1-4013-99C3-5F1B5C2C272A}"/>
                    </a:ext>
                  </a:extLst>
                </p14:cNvPr>
                <p14:cNvContentPartPr/>
                <p14:nvPr/>
              </p14:nvContentPartPr>
              <p14:xfrm>
                <a:off x="2163533" y="6056133"/>
                <a:ext cx="1575720" cy="153720"/>
              </p14:xfrm>
            </p:contentPart>
          </mc:Choice>
          <mc:Fallback>
            <p:pic>
              <p:nvPicPr>
                <p:cNvPr id="73" name="墨迹 72">
                  <a:extLst>
                    <a:ext uri="{FF2B5EF4-FFF2-40B4-BE49-F238E27FC236}">
                      <a16:creationId xmlns:a16="http://schemas.microsoft.com/office/drawing/2014/main" id="{14941AA6-D7F1-4013-99C3-5F1B5C2C272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154533" y="6047493"/>
                  <a:ext cx="15933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4" name="墨迹 73">
                  <a:extLst>
                    <a:ext uri="{FF2B5EF4-FFF2-40B4-BE49-F238E27FC236}">
                      <a16:creationId xmlns:a16="http://schemas.microsoft.com/office/drawing/2014/main" id="{D0CBA5B4-5DBB-4DDB-99F6-E9F4FC72E0A0}"/>
                    </a:ext>
                  </a:extLst>
                </p14:cNvPr>
                <p14:cNvContentPartPr/>
                <p14:nvPr/>
              </p14:nvContentPartPr>
              <p14:xfrm>
                <a:off x="2623613" y="5592453"/>
                <a:ext cx="298080" cy="570600"/>
              </p14:xfrm>
            </p:contentPart>
          </mc:Choice>
          <mc:Fallback>
            <p:pic>
              <p:nvPicPr>
                <p:cNvPr id="74" name="墨迹 73">
                  <a:extLst>
                    <a:ext uri="{FF2B5EF4-FFF2-40B4-BE49-F238E27FC236}">
                      <a16:creationId xmlns:a16="http://schemas.microsoft.com/office/drawing/2014/main" id="{D0CBA5B4-5DBB-4DDB-99F6-E9F4FC72E0A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614973" y="5583813"/>
                  <a:ext cx="315720" cy="58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5" name="墨迹 74">
                  <a:extLst>
                    <a:ext uri="{FF2B5EF4-FFF2-40B4-BE49-F238E27FC236}">
                      <a16:creationId xmlns:a16="http://schemas.microsoft.com/office/drawing/2014/main" id="{D29AB3EE-3896-40F7-913D-D5EDD6BD9A4B}"/>
                    </a:ext>
                  </a:extLst>
                </p14:cNvPr>
                <p14:cNvContentPartPr/>
                <p14:nvPr/>
              </p14:nvContentPartPr>
              <p14:xfrm>
                <a:off x="3059933" y="5669493"/>
                <a:ext cx="677160" cy="332640"/>
              </p14:xfrm>
            </p:contentPart>
          </mc:Choice>
          <mc:Fallback>
            <p:pic>
              <p:nvPicPr>
                <p:cNvPr id="75" name="墨迹 74">
                  <a:extLst>
                    <a:ext uri="{FF2B5EF4-FFF2-40B4-BE49-F238E27FC236}">
                      <a16:creationId xmlns:a16="http://schemas.microsoft.com/office/drawing/2014/main" id="{D29AB3EE-3896-40F7-913D-D5EDD6BD9A4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050933" y="5660853"/>
                  <a:ext cx="69480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6" name="墨迹 75">
                  <a:extLst>
                    <a:ext uri="{FF2B5EF4-FFF2-40B4-BE49-F238E27FC236}">
                      <a16:creationId xmlns:a16="http://schemas.microsoft.com/office/drawing/2014/main" id="{0CED2E29-5084-4A97-B2F8-F6500C746A98}"/>
                    </a:ext>
                  </a:extLst>
                </p14:cNvPr>
                <p14:cNvContentPartPr/>
                <p14:nvPr/>
              </p14:nvContentPartPr>
              <p14:xfrm>
                <a:off x="3906293" y="5621973"/>
                <a:ext cx="987480" cy="79560"/>
              </p14:xfrm>
            </p:contentPart>
          </mc:Choice>
          <mc:Fallback>
            <p:pic>
              <p:nvPicPr>
                <p:cNvPr id="76" name="墨迹 75">
                  <a:extLst>
                    <a:ext uri="{FF2B5EF4-FFF2-40B4-BE49-F238E27FC236}">
                      <a16:creationId xmlns:a16="http://schemas.microsoft.com/office/drawing/2014/main" id="{0CED2E29-5084-4A97-B2F8-F6500C746A9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897653" y="5613333"/>
                  <a:ext cx="100512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7" name="墨迹 76">
                  <a:extLst>
                    <a:ext uri="{FF2B5EF4-FFF2-40B4-BE49-F238E27FC236}">
                      <a16:creationId xmlns:a16="http://schemas.microsoft.com/office/drawing/2014/main" id="{462FB241-2EB3-403A-BFB4-0119926D287D}"/>
                    </a:ext>
                  </a:extLst>
                </p14:cNvPr>
                <p14:cNvContentPartPr/>
                <p14:nvPr/>
              </p14:nvContentPartPr>
              <p14:xfrm>
                <a:off x="4421093" y="5418573"/>
                <a:ext cx="568440" cy="628200"/>
              </p14:xfrm>
            </p:contentPart>
          </mc:Choice>
          <mc:Fallback>
            <p:pic>
              <p:nvPicPr>
                <p:cNvPr id="77" name="墨迹 76">
                  <a:extLst>
                    <a:ext uri="{FF2B5EF4-FFF2-40B4-BE49-F238E27FC236}">
                      <a16:creationId xmlns:a16="http://schemas.microsoft.com/office/drawing/2014/main" id="{462FB241-2EB3-403A-BFB4-0119926D287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412093" y="5409933"/>
                  <a:ext cx="586080" cy="64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9" name="墨迹 78">
                  <a:extLst>
                    <a:ext uri="{FF2B5EF4-FFF2-40B4-BE49-F238E27FC236}">
                      <a16:creationId xmlns:a16="http://schemas.microsoft.com/office/drawing/2014/main" id="{8E738D41-EFF7-49AF-AD97-76F4313C5C8F}"/>
                    </a:ext>
                  </a:extLst>
                </p14:cNvPr>
                <p14:cNvContentPartPr/>
                <p14:nvPr/>
              </p14:nvContentPartPr>
              <p14:xfrm>
                <a:off x="4945973" y="4951653"/>
                <a:ext cx="236520" cy="1239840"/>
              </p14:xfrm>
            </p:contentPart>
          </mc:Choice>
          <mc:Fallback>
            <p:pic>
              <p:nvPicPr>
                <p:cNvPr id="79" name="墨迹 78">
                  <a:extLst>
                    <a:ext uri="{FF2B5EF4-FFF2-40B4-BE49-F238E27FC236}">
                      <a16:creationId xmlns:a16="http://schemas.microsoft.com/office/drawing/2014/main" id="{8E738D41-EFF7-49AF-AD97-76F4313C5C8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937333" y="4942653"/>
                  <a:ext cx="254160" cy="12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0" name="墨迹 79">
                  <a:extLst>
                    <a:ext uri="{FF2B5EF4-FFF2-40B4-BE49-F238E27FC236}">
                      <a16:creationId xmlns:a16="http://schemas.microsoft.com/office/drawing/2014/main" id="{65FA01B5-90DD-4F9A-8689-8827109F2FDE}"/>
                    </a:ext>
                  </a:extLst>
                </p14:cNvPr>
                <p14:cNvContentPartPr/>
                <p14:nvPr/>
              </p14:nvContentPartPr>
              <p14:xfrm>
                <a:off x="4946693" y="4921053"/>
                <a:ext cx="1871280" cy="1207800"/>
              </p14:xfrm>
            </p:contentPart>
          </mc:Choice>
          <mc:Fallback>
            <p:pic>
              <p:nvPicPr>
                <p:cNvPr id="80" name="墨迹 79">
                  <a:extLst>
                    <a:ext uri="{FF2B5EF4-FFF2-40B4-BE49-F238E27FC236}">
                      <a16:creationId xmlns:a16="http://schemas.microsoft.com/office/drawing/2014/main" id="{65FA01B5-90DD-4F9A-8689-8827109F2FD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937693" y="4912053"/>
                  <a:ext cx="1888920" cy="12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1" name="墨迹 80">
                  <a:extLst>
                    <a:ext uri="{FF2B5EF4-FFF2-40B4-BE49-F238E27FC236}">
                      <a16:creationId xmlns:a16="http://schemas.microsoft.com/office/drawing/2014/main" id="{3102F97D-7708-4B2D-BB20-51AFFEAD774C}"/>
                    </a:ext>
                  </a:extLst>
                </p14:cNvPr>
                <p14:cNvContentPartPr/>
                <p14:nvPr/>
              </p14:nvContentPartPr>
              <p14:xfrm>
                <a:off x="5124893" y="5991693"/>
                <a:ext cx="1115640" cy="117000"/>
              </p14:xfrm>
            </p:contentPart>
          </mc:Choice>
          <mc:Fallback>
            <p:pic>
              <p:nvPicPr>
                <p:cNvPr id="81" name="墨迹 80">
                  <a:extLst>
                    <a:ext uri="{FF2B5EF4-FFF2-40B4-BE49-F238E27FC236}">
                      <a16:creationId xmlns:a16="http://schemas.microsoft.com/office/drawing/2014/main" id="{3102F97D-7708-4B2D-BB20-51AFFEAD774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115893" y="5982693"/>
                  <a:ext cx="11332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2" name="墨迹 81">
                  <a:extLst>
                    <a:ext uri="{FF2B5EF4-FFF2-40B4-BE49-F238E27FC236}">
                      <a16:creationId xmlns:a16="http://schemas.microsoft.com/office/drawing/2014/main" id="{5BC4FA98-9485-4E1D-A6BB-AE27145820C7}"/>
                    </a:ext>
                  </a:extLst>
                </p14:cNvPr>
                <p14:cNvContentPartPr/>
                <p14:nvPr/>
              </p14:nvContentPartPr>
              <p14:xfrm>
                <a:off x="5273933" y="5213013"/>
                <a:ext cx="233640" cy="636480"/>
              </p14:xfrm>
            </p:contentPart>
          </mc:Choice>
          <mc:Fallback>
            <p:pic>
              <p:nvPicPr>
                <p:cNvPr id="82" name="墨迹 81">
                  <a:extLst>
                    <a:ext uri="{FF2B5EF4-FFF2-40B4-BE49-F238E27FC236}">
                      <a16:creationId xmlns:a16="http://schemas.microsoft.com/office/drawing/2014/main" id="{5BC4FA98-9485-4E1D-A6BB-AE27145820C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265293" y="5204373"/>
                  <a:ext cx="251280" cy="65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3" name="墨迹 82">
                  <a:extLst>
                    <a:ext uri="{FF2B5EF4-FFF2-40B4-BE49-F238E27FC236}">
                      <a16:creationId xmlns:a16="http://schemas.microsoft.com/office/drawing/2014/main" id="{AB083FE4-E0CF-4235-B929-2238561FFC0D}"/>
                    </a:ext>
                  </a:extLst>
                </p14:cNvPr>
                <p14:cNvContentPartPr/>
                <p14:nvPr/>
              </p14:nvContentPartPr>
              <p14:xfrm>
                <a:off x="5450693" y="5475453"/>
                <a:ext cx="216360" cy="351360"/>
              </p14:xfrm>
            </p:contentPart>
          </mc:Choice>
          <mc:Fallback>
            <p:pic>
              <p:nvPicPr>
                <p:cNvPr id="83" name="墨迹 82">
                  <a:extLst>
                    <a:ext uri="{FF2B5EF4-FFF2-40B4-BE49-F238E27FC236}">
                      <a16:creationId xmlns:a16="http://schemas.microsoft.com/office/drawing/2014/main" id="{AB083FE4-E0CF-4235-B929-2238561FFC0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442053" y="5466453"/>
                  <a:ext cx="23400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4" name="墨迹 83">
                  <a:extLst>
                    <a:ext uri="{FF2B5EF4-FFF2-40B4-BE49-F238E27FC236}">
                      <a16:creationId xmlns:a16="http://schemas.microsoft.com/office/drawing/2014/main" id="{469B52F0-0E48-41E1-9B5E-5F79DA61650F}"/>
                    </a:ext>
                  </a:extLst>
                </p14:cNvPr>
                <p14:cNvContentPartPr/>
                <p14:nvPr/>
              </p14:nvContentPartPr>
              <p14:xfrm>
                <a:off x="5457533" y="5542413"/>
                <a:ext cx="192600" cy="137520"/>
              </p14:xfrm>
            </p:contentPart>
          </mc:Choice>
          <mc:Fallback>
            <p:pic>
              <p:nvPicPr>
                <p:cNvPr id="84" name="墨迹 83">
                  <a:extLst>
                    <a:ext uri="{FF2B5EF4-FFF2-40B4-BE49-F238E27FC236}">
                      <a16:creationId xmlns:a16="http://schemas.microsoft.com/office/drawing/2014/main" id="{469B52F0-0E48-41E1-9B5E-5F79DA61650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448533" y="5533773"/>
                  <a:ext cx="2102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5" name="墨迹 84">
                  <a:extLst>
                    <a:ext uri="{FF2B5EF4-FFF2-40B4-BE49-F238E27FC236}">
                      <a16:creationId xmlns:a16="http://schemas.microsoft.com/office/drawing/2014/main" id="{B0ADCDDD-E39F-43C4-A7E5-DCEC549DB49B}"/>
                    </a:ext>
                  </a:extLst>
                </p14:cNvPr>
                <p14:cNvContentPartPr/>
                <p14:nvPr/>
              </p14:nvContentPartPr>
              <p14:xfrm>
                <a:off x="5693333" y="5094213"/>
                <a:ext cx="95040" cy="273600"/>
              </p14:xfrm>
            </p:contentPart>
          </mc:Choice>
          <mc:Fallback>
            <p:pic>
              <p:nvPicPr>
                <p:cNvPr id="85" name="墨迹 84">
                  <a:extLst>
                    <a:ext uri="{FF2B5EF4-FFF2-40B4-BE49-F238E27FC236}">
                      <a16:creationId xmlns:a16="http://schemas.microsoft.com/office/drawing/2014/main" id="{B0ADCDDD-E39F-43C4-A7E5-DCEC549DB49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684333" y="5085573"/>
                  <a:ext cx="11268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6" name="墨迹 85">
                  <a:extLst>
                    <a:ext uri="{FF2B5EF4-FFF2-40B4-BE49-F238E27FC236}">
                      <a16:creationId xmlns:a16="http://schemas.microsoft.com/office/drawing/2014/main" id="{E7270A6E-9BC4-425C-BD40-A8C4F62E28B7}"/>
                    </a:ext>
                  </a:extLst>
                </p14:cNvPr>
                <p14:cNvContentPartPr/>
                <p14:nvPr/>
              </p14:nvContentPartPr>
              <p14:xfrm>
                <a:off x="5709533" y="5127693"/>
                <a:ext cx="279360" cy="205560"/>
              </p14:xfrm>
            </p:contentPart>
          </mc:Choice>
          <mc:Fallback>
            <p:pic>
              <p:nvPicPr>
                <p:cNvPr id="86" name="墨迹 85">
                  <a:extLst>
                    <a:ext uri="{FF2B5EF4-FFF2-40B4-BE49-F238E27FC236}">
                      <a16:creationId xmlns:a16="http://schemas.microsoft.com/office/drawing/2014/main" id="{E7270A6E-9BC4-425C-BD40-A8C4F62E28B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700533" y="5118693"/>
                  <a:ext cx="29700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7" name="墨迹 86">
                  <a:extLst>
                    <a:ext uri="{FF2B5EF4-FFF2-40B4-BE49-F238E27FC236}">
                      <a16:creationId xmlns:a16="http://schemas.microsoft.com/office/drawing/2014/main" id="{324325BC-CCB1-4325-B959-DE3D44FB796A}"/>
                    </a:ext>
                  </a:extLst>
                </p14:cNvPr>
                <p14:cNvContentPartPr/>
                <p14:nvPr/>
              </p14:nvContentPartPr>
              <p14:xfrm>
                <a:off x="5692253" y="5401293"/>
                <a:ext cx="390240" cy="61560"/>
              </p14:xfrm>
            </p:contentPart>
          </mc:Choice>
          <mc:Fallback>
            <p:pic>
              <p:nvPicPr>
                <p:cNvPr id="87" name="墨迹 86">
                  <a:extLst>
                    <a:ext uri="{FF2B5EF4-FFF2-40B4-BE49-F238E27FC236}">
                      <a16:creationId xmlns:a16="http://schemas.microsoft.com/office/drawing/2014/main" id="{324325BC-CCB1-4325-B959-DE3D44FB796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683613" y="5392293"/>
                  <a:ext cx="40788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8" name="墨迹 87">
                  <a:extLst>
                    <a:ext uri="{FF2B5EF4-FFF2-40B4-BE49-F238E27FC236}">
                      <a16:creationId xmlns:a16="http://schemas.microsoft.com/office/drawing/2014/main" id="{2BE99A50-9498-4DF4-AEF0-EEE5BBB3A90A}"/>
                    </a:ext>
                  </a:extLst>
                </p14:cNvPr>
                <p14:cNvContentPartPr/>
                <p14:nvPr/>
              </p14:nvContentPartPr>
              <p14:xfrm>
                <a:off x="5783693" y="5519373"/>
                <a:ext cx="181080" cy="184680"/>
              </p14:xfrm>
            </p:contentPart>
          </mc:Choice>
          <mc:Fallback>
            <p:pic>
              <p:nvPicPr>
                <p:cNvPr id="88" name="墨迹 87">
                  <a:extLst>
                    <a:ext uri="{FF2B5EF4-FFF2-40B4-BE49-F238E27FC236}">
                      <a16:creationId xmlns:a16="http://schemas.microsoft.com/office/drawing/2014/main" id="{2BE99A50-9498-4DF4-AEF0-EEE5BBB3A90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774693" y="5510373"/>
                  <a:ext cx="1987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9" name="墨迹 88">
                  <a:extLst>
                    <a:ext uri="{FF2B5EF4-FFF2-40B4-BE49-F238E27FC236}">
                      <a16:creationId xmlns:a16="http://schemas.microsoft.com/office/drawing/2014/main" id="{37DAB1A2-65D8-4225-9BFC-2B37F1985606}"/>
                    </a:ext>
                  </a:extLst>
                </p14:cNvPr>
                <p14:cNvContentPartPr/>
                <p14:nvPr/>
              </p14:nvContentPartPr>
              <p14:xfrm>
                <a:off x="5817173" y="5543493"/>
                <a:ext cx="202320" cy="323640"/>
              </p14:xfrm>
            </p:contentPart>
          </mc:Choice>
          <mc:Fallback>
            <p:pic>
              <p:nvPicPr>
                <p:cNvPr id="89" name="墨迹 88">
                  <a:extLst>
                    <a:ext uri="{FF2B5EF4-FFF2-40B4-BE49-F238E27FC236}">
                      <a16:creationId xmlns:a16="http://schemas.microsoft.com/office/drawing/2014/main" id="{37DAB1A2-65D8-4225-9BFC-2B37F198560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808173" y="5534853"/>
                  <a:ext cx="21996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0" name="墨迹 89">
                  <a:extLst>
                    <a:ext uri="{FF2B5EF4-FFF2-40B4-BE49-F238E27FC236}">
                      <a16:creationId xmlns:a16="http://schemas.microsoft.com/office/drawing/2014/main" id="{4A82039C-EAE3-4D8D-9078-35E75E7A4A82}"/>
                    </a:ext>
                  </a:extLst>
                </p14:cNvPr>
                <p14:cNvContentPartPr/>
                <p14:nvPr/>
              </p14:nvContentPartPr>
              <p14:xfrm>
                <a:off x="6099413" y="5382573"/>
                <a:ext cx="222120" cy="89640"/>
              </p14:xfrm>
            </p:contentPart>
          </mc:Choice>
          <mc:Fallback>
            <p:pic>
              <p:nvPicPr>
                <p:cNvPr id="90" name="墨迹 89">
                  <a:extLst>
                    <a:ext uri="{FF2B5EF4-FFF2-40B4-BE49-F238E27FC236}">
                      <a16:creationId xmlns:a16="http://schemas.microsoft.com/office/drawing/2014/main" id="{4A82039C-EAE3-4D8D-9078-35E75E7A4A8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090413" y="5373933"/>
                  <a:ext cx="2397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1" name="墨迹 90">
                  <a:extLst>
                    <a:ext uri="{FF2B5EF4-FFF2-40B4-BE49-F238E27FC236}">
                      <a16:creationId xmlns:a16="http://schemas.microsoft.com/office/drawing/2014/main" id="{6ED656C4-23BA-4D37-A441-DCECD64AA84C}"/>
                    </a:ext>
                  </a:extLst>
                </p14:cNvPr>
                <p14:cNvContentPartPr/>
                <p14:nvPr/>
              </p14:nvContentPartPr>
              <p14:xfrm>
                <a:off x="6120653" y="5312013"/>
                <a:ext cx="210960" cy="468360"/>
              </p14:xfrm>
            </p:contentPart>
          </mc:Choice>
          <mc:Fallback>
            <p:pic>
              <p:nvPicPr>
                <p:cNvPr id="91" name="墨迹 90">
                  <a:extLst>
                    <a:ext uri="{FF2B5EF4-FFF2-40B4-BE49-F238E27FC236}">
                      <a16:creationId xmlns:a16="http://schemas.microsoft.com/office/drawing/2014/main" id="{6ED656C4-23BA-4D37-A441-DCECD64AA84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111653" y="5303373"/>
                  <a:ext cx="228600" cy="48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2" name="墨迹 91">
                  <a:extLst>
                    <a:ext uri="{FF2B5EF4-FFF2-40B4-BE49-F238E27FC236}">
                      <a16:creationId xmlns:a16="http://schemas.microsoft.com/office/drawing/2014/main" id="{9E1DEBE9-8433-41D5-ABAF-55DD1B8A4D30}"/>
                    </a:ext>
                  </a:extLst>
                </p14:cNvPr>
                <p14:cNvContentPartPr/>
                <p14:nvPr/>
              </p14:nvContentPartPr>
              <p14:xfrm>
                <a:off x="6241973" y="5244693"/>
                <a:ext cx="231480" cy="60840"/>
              </p14:xfrm>
            </p:contentPart>
          </mc:Choice>
          <mc:Fallback>
            <p:pic>
              <p:nvPicPr>
                <p:cNvPr id="92" name="墨迹 91">
                  <a:extLst>
                    <a:ext uri="{FF2B5EF4-FFF2-40B4-BE49-F238E27FC236}">
                      <a16:creationId xmlns:a16="http://schemas.microsoft.com/office/drawing/2014/main" id="{9E1DEBE9-8433-41D5-ABAF-55DD1B8A4D3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232973" y="5235693"/>
                  <a:ext cx="2491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3" name="墨迹 92">
                  <a:extLst>
                    <a:ext uri="{FF2B5EF4-FFF2-40B4-BE49-F238E27FC236}">
                      <a16:creationId xmlns:a16="http://schemas.microsoft.com/office/drawing/2014/main" id="{43FE44BD-AB6B-491C-8105-CC7B999CE1A2}"/>
                    </a:ext>
                  </a:extLst>
                </p14:cNvPr>
                <p14:cNvContentPartPr/>
                <p14:nvPr/>
              </p14:nvContentPartPr>
              <p14:xfrm>
                <a:off x="6354293" y="5207973"/>
                <a:ext cx="83160" cy="137880"/>
              </p14:xfrm>
            </p:contentPart>
          </mc:Choice>
          <mc:Fallback>
            <p:pic>
              <p:nvPicPr>
                <p:cNvPr id="93" name="墨迹 92">
                  <a:extLst>
                    <a:ext uri="{FF2B5EF4-FFF2-40B4-BE49-F238E27FC236}">
                      <a16:creationId xmlns:a16="http://schemas.microsoft.com/office/drawing/2014/main" id="{43FE44BD-AB6B-491C-8105-CC7B999CE1A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345653" y="5198973"/>
                  <a:ext cx="10080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4" name="墨迹 93">
                  <a:extLst>
                    <a:ext uri="{FF2B5EF4-FFF2-40B4-BE49-F238E27FC236}">
                      <a16:creationId xmlns:a16="http://schemas.microsoft.com/office/drawing/2014/main" id="{A55E65F4-D2B6-423A-8D4E-D5E1F8749137}"/>
                    </a:ext>
                  </a:extLst>
                </p14:cNvPr>
                <p14:cNvContentPartPr/>
                <p14:nvPr/>
              </p14:nvContentPartPr>
              <p14:xfrm>
                <a:off x="6279053" y="5422173"/>
                <a:ext cx="195840" cy="341640"/>
              </p14:xfrm>
            </p:contentPart>
          </mc:Choice>
          <mc:Fallback>
            <p:pic>
              <p:nvPicPr>
                <p:cNvPr id="94" name="墨迹 93">
                  <a:extLst>
                    <a:ext uri="{FF2B5EF4-FFF2-40B4-BE49-F238E27FC236}">
                      <a16:creationId xmlns:a16="http://schemas.microsoft.com/office/drawing/2014/main" id="{A55E65F4-D2B6-423A-8D4E-D5E1F874913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270413" y="5413173"/>
                  <a:ext cx="21348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5" name="墨迹 94">
                  <a:extLst>
                    <a:ext uri="{FF2B5EF4-FFF2-40B4-BE49-F238E27FC236}">
                      <a16:creationId xmlns:a16="http://schemas.microsoft.com/office/drawing/2014/main" id="{E065E686-EF04-460B-B9A5-0B2CFEA63A81}"/>
                    </a:ext>
                  </a:extLst>
                </p14:cNvPr>
                <p14:cNvContentPartPr/>
                <p14:nvPr/>
              </p14:nvContentPartPr>
              <p14:xfrm>
                <a:off x="6403253" y="5172693"/>
                <a:ext cx="264960" cy="531720"/>
              </p14:xfrm>
            </p:contentPart>
          </mc:Choice>
          <mc:Fallback>
            <p:pic>
              <p:nvPicPr>
                <p:cNvPr id="95" name="墨迹 94">
                  <a:extLst>
                    <a:ext uri="{FF2B5EF4-FFF2-40B4-BE49-F238E27FC236}">
                      <a16:creationId xmlns:a16="http://schemas.microsoft.com/office/drawing/2014/main" id="{E065E686-EF04-460B-B9A5-0B2CFEA63A8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394253" y="5163693"/>
                  <a:ext cx="282600" cy="54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6" name="墨迹 95">
                  <a:extLst>
                    <a:ext uri="{FF2B5EF4-FFF2-40B4-BE49-F238E27FC236}">
                      <a16:creationId xmlns:a16="http://schemas.microsoft.com/office/drawing/2014/main" id="{41A46139-D116-424E-BF34-163D1DCA92F8}"/>
                    </a:ext>
                  </a:extLst>
                </p14:cNvPr>
                <p14:cNvContentPartPr/>
                <p14:nvPr/>
              </p14:nvContentPartPr>
              <p14:xfrm>
                <a:off x="6528533" y="5242533"/>
                <a:ext cx="124920" cy="148320"/>
              </p14:xfrm>
            </p:contentPart>
          </mc:Choice>
          <mc:Fallback>
            <p:pic>
              <p:nvPicPr>
                <p:cNvPr id="96" name="墨迹 95">
                  <a:extLst>
                    <a:ext uri="{FF2B5EF4-FFF2-40B4-BE49-F238E27FC236}">
                      <a16:creationId xmlns:a16="http://schemas.microsoft.com/office/drawing/2014/main" id="{41A46139-D116-424E-BF34-163D1DCA92F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519533" y="5233533"/>
                  <a:ext cx="14256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7" name="墨迹 96">
                  <a:extLst>
                    <a:ext uri="{FF2B5EF4-FFF2-40B4-BE49-F238E27FC236}">
                      <a16:creationId xmlns:a16="http://schemas.microsoft.com/office/drawing/2014/main" id="{BC6C09A6-4EBF-4E36-BCFE-621EFE50CB9E}"/>
                    </a:ext>
                  </a:extLst>
                </p14:cNvPr>
                <p14:cNvContentPartPr/>
                <p14:nvPr/>
              </p14:nvContentPartPr>
              <p14:xfrm>
                <a:off x="6484613" y="5381853"/>
                <a:ext cx="168120" cy="281160"/>
              </p14:xfrm>
            </p:contentPart>
          </mc:Choice>
          <mc:Fallback>
            <p:pic>
              <p:nvPicPr>
                <p:cNvPr id="97" name="墨迹 96">
                  <a:extLst>
                    <a:ext uri="{FF2B5EF4-FFF2-40B4-BE49-F238E27FC236}">
                      <a16:creationId xmlns:a16="http://schemas.microsoft.com/office/drawing/2014/main" id="{BC6C09A6-4EBF-4E36-BCFE-621EFE50CB9E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475613" y="5373213"/>
                  <a:ext cx="18576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8" name="墨迹 97">
                  <a:extLst>
                    <a:ext uri="{FF2B5EF4-FFF2-40B4-BE49-F238E27FC236}">
                      <a16:creationId xmlns:a16="http://schemas.microsoft.com/office/drawing/2014/main" id="{50C42965-B3D7-4A0F-B2AE-377030B4104D}"/>
                    </a:ext>
                  </a:extLst>
                </p14:cNvPr>
                <p14:cNvContentPartPr/>
                <p14:nvPr/>
              </p14:nvContentPartPr>
              <p14:xfrm>
                <a:off x="6690173" y="5256933"/>
                <a:ext cx="27360" cy="151560"/>
              </p14:xfrm>
            </p:contentPart>
          </mc:Choice>
          <mc:Fallback>
            <p:pic>
              <p:nvPicPr>
                <p:cNvPr id="98" name="墨迹 97">
                  <a:extLst>
                    <a:ext uri="{FF2B5EF4-FFF2-40B4-BE49-F238E27FC236}">
                      <a16:creationId xmlns:a16="http://schemas.microsoft.com/office/drawing/2014/main" id="{50C42965-B3D7-4A0F-B2AE-377030B4104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681173" y="5247933"/>
                  <a:ext cx="450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9" name="墨迹 98">
                  <a:extLst>
                    <a:ext uri="{FF2B5EF4-FFF2-40B4-BE49-F238E27FC236}">
                      <a16:creationId xmlns:a16="http://schemas.microsoft.com/office/drawing/2014/main" id="{F0ED22D4-4684-4BF7-8645-AE04C7E75A80}"/>
                    </a:ext>
                  </a:extLst>
                </p14:cNvPr>
                <p14:cNvContentPartPr/>
                <p14:nvPr/>
              </p14:nvContentPartPr>
              <p14:xfrm>
                <a:off x="6627533" y="5198613"/>
                <a:ext cx="96840" cy="218160"/>
              </p14:xfrm>
            </p:contentPart>
          </mc:Choice>
          <mc:Fallback>
            <p:pic>
              <p:nvPicPr>
                <p:cNvPr id="99" name="墨迹 98">
                  <a:extLst>
                    <a:ext uri="{FF2B5EF4-FFF2-40B4-BE49-F238E27FC236}">
                      <a16:creationId xmlns:a16="http://schemas.microsoft.com/office/drawing/2014/main" id="{F0ED22D4-4684-4BF7-8645-AE04C7E75A80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618533" y="5189613"/>
                  <a:ext cx="11448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0" name="墨迹 99">
                  <a:extLst>
                    <a:ext uri="{FF2B5EF4-FFF2-40B4-BE49-F238E27FC236}">
                      <a16:creationId xmlns:a16="http://schemas.microsoft.com/office/drawing/2014/main" id="{B57F9163-56FE-44BB-9ED2-BAB95D9C5EF3}"/>
                    </a:ext>
                  </a:extLst>
                </p14:cNvPr>
                <p14:cNvContentPartPr/>
                <p14:nvPr/>
              </p14:nvContentPartPr>
              <p14:xfrm>
                <a:off x="6658133" y="5515773"/>
                <a:ext cx="1065960" cy="81720"/>
              </p14:xfrm>
            </p:contentPart>
          </mc:Choice>
          <mc:Fallback>
            <p:pic>
              <p:nvPicPr>
                <p:cNvPr id="100" name="墨迹 99">
                  <a:extLst>
                    <a:ext uri="{FF2B5EF4-FFF2-40B4-BE49-F238E27FC236}">
                      <a16:creationId xmlns:a16="http://schemas.microsoft.com/office/drawing/2014/main" id="{B57F9163-56FE-44BB-9ED2-BAB95D9C5EF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649493" y="5506773"/>
                  <a:ext cx="10836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1" name="墨迹 100">
                  <a:extLst>
                    <a:ext uri="{FF2B5EF4-FFF2-40B4-BE49-F238E27FC236}">
                      <a16:creationId xmlns:a16="http://schemas.microsoft.com/office/drawing/2014/main" id="{CBFE97E6-FE16-4F97-BCAE-8E1CC7C23E1D}"/>
                    </a:ext>
                  </a:extLst>
                </p14:cNvPr>
                <p14:cNvContentPartPr/>
                <p14:nvPr/>
              </p14:nvContentPartPr>
              <p14:xfrm>
                <a:off x="7629413" y="5304093"/>
                <a:ext cx="321120" cy="512640"/>
              </p14:xfrm>
            </p:contentPart>
          </mc:Choice>
          <mc:Fallback>
            <p:pic>
              <p:nvPicPr>
                <p:cNvPr id="101" name="墨迹 100">
                  <a:extLst>
                    <a:ext uri="{FF2B5EF4-FFF2-40B4-BE49-F238E27FC236}">
                      <a16:creationId xmlns:a16="http://schemas.microsoft.com/office/drawing/2014/main" id="{CBFE97E6-FE16-4F97-BCAE-8E1CC7C23E1D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620413" y="5295453"/>
                  <a:ext cx="338760" cy="53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A812C0BB-9001-4C0B-BA56-7F3B7EB1A7AC}"/>
              </a:ext>
            </a:extLst>
          </p:cNvPr>
          <p:cNvGrpSpPr/>
          <p:nvPr/>
        </p:nvGrpSpPr>
        <p:grpSpPr>
          <a:xfrm>
            <a:off x="8311253" y="4683453"/>
            <a:ext cx="1032480" cy="2021040"/>
            <a:chOff x="8311253" y="4683453"/>
            <a:chExt cx="1032480" cy="202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2" name="墨迹 101">
                  <a:extLst>
                    <a:ext uri="{FF2B5EF4-FFF2-40B4-BE49-F238E27FC236}">
                      <a16:creationId xmlns:a16="http://schemas.microsoft.com/office/drawing/2014/main" id="{65B79036-6438-40D0-A7E6-0603EADF7B68}"/>
                    </a:ext>
                  </a:extLst>
                </p14:cNvPr>
                <p14:cNvContentPartPr/>
                <p14:nvPr/>
              </p14:nvContentPartPr>
              <p14:xfrm>
                <a:off x="8311253" y="4683453"/>
                <a:ext cx="403920" cy="2021040"/>
              </p14:xfrm>
            </p:contentPart>
          </mc:Choice>
          <mc:Fallback>
            <p:pic>
              <p:nvPicPr>
                <p:cNvPr id="102" name="墨迹 101">
                  <a:extLst>
                    <a:ext uri="{FF2B5EF4-FFF2-40B4-BE49-F238E27FC236}">
                      <a16:creationId xmlns:a16="http://schemas.microsoft.com/office/drawing/2014/main" id="{65B79036-6438-40D0-A7E6-0603EADF7B6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302253" y="4674453"/>
                  <a:ext cx="421560" cy="20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3" name="墨迹 102">
                  <a:extLst>
                    <a:ext uri="{FF2B5EF4-FFF2-40B4-BE49-F238E27FC236}">
                      <a16:creationId xmlns:a16="http://schemas.microsoft.com/office/drawing/2014/main" id="{928A4BF1-B6F4-48E7-85A3-63147984E48D}"/>
                    </a:ext>
                  </a:extLst>
                </p14:cNvPr>
                <p14:cNvContentPartPr/>
                <p14:nvPr/>
              </p14:nvContentPartPr>
              <p14:xfrm>
                <a:off x="9024413" y="4757613"/>
                <a:ext cx="319320" cy="1769760"/>
              </p14:xfrm>
            </p:contentPart>
          </mc:Choice>
          <mc:Fallback>
            <p:pic>
              <p:nvPicPr>
                <p:cNvPr id="103" name="墨迹 102">
                  <a:extLst>
                    <a:ext uri="{FF2B5EF4-FFF2-40B4-BE49-F238E27FC236}">
                      <a16:creationId xmlns:a16="http://schemas.microsoft.com/office/drawing/2014/main" id="{928A4BF1-B6F4-48E7-85A3-63147984E48D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015413" y="4748973"/>
                  <a:ext cx="336960" cy="178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4" name="墨迹 103">
                  <a:extLst>
                    <a:ext uri="{FF2B5EF4-FFF2-40B4-BE49-F238E27FC236}">
                      <a16:creationId xmlns:a16="http://schemas.microsoft.com/office/drawing/2014/main" id="{B254795C-CD4E-4901-AC8E-2405457714FC}"/>
                    </a:ext>
                  </a:extLst>
                </p14:cNvPr>
                <p14:cNvContentPartPr/>
                <p14:nvPr/>
              </p14:nvContentPartPr>
              <p14:xfrm>
                <a:off x="8659373" y="5060373"/>
                <a:ext cx="20160" cy="19800"/>
              </p14:xfrm>
            </p:contentPart>
          </mc:Choice>
          <mc:Fallback>
            <p:pic>
              <p:nvPicPr>
                <p:cNvPr id="104" name="墨迹 103">
                  <a:extLst>
                    <a:ext uri="{FF2B5EF4-FFF2-40B4-BE49-F238E27FC236}">
                      <a16:creationId xmlns:a16="http://schemas.microsoft.com/office/drawing/2014/main" id="{B254795C-CD4E-4901-AC8E-2405457714F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650373" y="5051733"/>
                  <a:ext cx="378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5" name="墨迹 104">
                  <a:extLst>
                    <a:ext uri="{FF2B5EF4-FFF2-40B4-BE49-F238E27FC236}">
                      <a16:creationId xmlns:a16="http://schemas.microsoft.com/office/drawing/2014/main" id="{2FBD2FE9-51BC-454F-8EAF-989B2BAA86C1}"/>
                    </a:ext>
                  </a:extLst>
                </p14:cNvPr>
                <p14:cNvContentPartPr/>
                <p14:nvPr/>
              </p14:nvContentPartPr>
              <p14:xfrm>
                <a:off x="8800133" y="6027693"/>
                <a:ext cx="101880" cy="214560"/>
              </p14:xfrm>
            </p:contentPart>
          </mc:Choice>
          <mc:Fallback>
            <p:pic>
              <p:nvPicPr>
                <p:cNvPr id="105" name="墨迹 104">
                  <a:extLst>
                    <a:ext uri="{FF2B5EF4-FFF2-40B4-BE49-F238E27FC236}">
                      <a16:creationId xmlns:a16="http://schemas.microsoft.com/office/drawing/2014/main" id="{2FBD2FE9-51BC-454F-8EAF-989B2BAA86C1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791133" y="6018693"/>
                  <a:ext cx="119520" cy="23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2799A527-D892-4343-BB18-B22F1E79AA74}"/>
              </a:ext>
            </a:extLst>
          </p:cNvPr>
          <p:cNvGrpSpPr/>
          <p:nvPr/>
        </p:nvGrpSpPr>
        <p:grpSpPr>
          <a:xfrm>
            <a:off x="9266693" y="2969853"/>
            <a:ext cx="2923200" cy="2009160"/>
            <a:chOff x="9266693" y="2969853"/>
            <a:chExt cx="2923200" cy="200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8" name="墨迹 107">
                  <a:extLst>
                    <a:ext uri="{FF2B5EF4-FFF2-40B4-BE49-F238E27FC236}">
                      <a16:creationId xmlns:a16="http://schemas.microsoft.com/office/drawing/2014/main" id="{D748D316-3696-4BD0-B395-2E1F27993F86}"/>
                    </a:ext>
                  </a:extLst>
                </p14:cNvPr>
                <p14:cNvContentPartPr/>
                <p14:nvPr/>
              </p14:nvContentPartPr>
              <p14:xfrm>
                <a:off x="9266693" y="2969853"/>
                <a:ext cx="1696320" cy="2009160"/>
              </p14:xfrm>
            </p:contentPart>
          </mc:Choice>
          <mc:Fallback>
            <p:pic>
              <p:nvPicPr>
                <p:cNvPr id="108" name="墨迹 107">
                  <a:extLst>
                    <a:ext uri="{FF2B5EF4-FFF2-40B4-BE49-F238E27FC236}">
                      <a16:creationId xmlns:a16="http://schemas.microsoft.com/office/drawing/2014/main" id="{D748D316-3696-4BD0-B395-2E1F27993F8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258053" y="2960853"/>
                  <a:ext cx="1713960" cy="20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09" name="墨迹 108">
                  <a:extLst>
                    <a:ext uri="{FF2B5EF4-FFF2-40B4-BE49-F238E27FC236}">
                      <a16:creationId xmlns:a16="http://schemas.microsoft.com/office/drawing/2014/main" id="{5F055098-2593-4C0F-8455-738DD5AEC6F7}"/>
                    </a:ext>
                  </a:extLst>
                </p14:cNvPr>
                <p14:cNvContentPartPr/>
                <p14:nvPr/>
              </p14:nvContentPartPr>
              <p14:xfrm>
                <a:off x="11007293" y="3392133"/>
                <a:ext cx="218880" cy="38520"/>
              </p14:xfrm>
            </p:contentPart>
          </mc:Choice>
          <mc:Fallback>
            <p:pic>
              <p:nvPicPr>
                <p:cNvPr id="109" name="墨迹 108">
                  <a:extLst>
                    <a:ext uri="{FF2B5EF4-FFF2-40B4-BE49-F238E27FC236}">
                      <a16:creationId xmlns:a16="http://schemas.microsoft.com/office/drawing/2014/main" id="{5F055098-2593-4C0F-8455-738DD5AEC6F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998653" y="3383493"/>
                  <a:ext cx="2365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0" name="墨迹 109">
                  <a:extLst>
                    <a:ext uri="{FF2B5EF4-FFF2-40B4-BE49-F238E27FC236}">
                      <a16:creationId xmlns:a16="http://schemas.microsoft.com/office/drawing/2014/main" id="{7D3B8C9B-8397-48A7-AD29-8E7A62876FEA}"/>
                    </a:ext>
                  </a:extLst>
                </p14:cNvPr>
                <p14:cNvContentPartPr/>
                <p14:nvPr/>
              </p14:nvContentPartPr>
              <p14:xfrm>
                <a:off x="10937453" y="3180813"/>
                <a:ext cx="316080" cy="708480"/>
              </p14:xfrm>
            </p:contentPart>
          </mc:Choice>
          <mc:Fallback>
            <p:pic>
              <p:nvPicPr>
                <p:cNvPr id="110" name="墨迹 109">
                  <a:extLst>
                    <a:ext uri="{FF2B5EF4-FFF2-40B4-BE49-F238E27FC236}">
                      <a16:creationId xmlns:a16="http://schemas.microsoft.com/office/drawing/2014/main" id="{7D3B8C9B-8397-48A7-AD29-8E7A62876FE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928813" y="3171813"/>
                  <a:ext cx="333720" cy="72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1" name="墨迹 110">
                  <a:extLst>
                    <a:ext uri="{FF2B5EF4-FFF2-40B4-BE49-F238E27FC236}">
                      <a16:creationId xmlns:a16="http://schemas.microsoft.com/office/drawing/2014/main" id="{054DD169-C320-4775-B370-B12F988B9991}"/>
                    </a:ext>
                  </a:extLst>
                </p14:cNvPr>
                <p14:cNvContentPartPr/>
                <p14:nvPr/>
              </p14:nvContentPartPr>
              <p14:xfrm>
                <a:off x="11238773" y="3343173"/>
                <a:ext cx="61920" cy="409680"/>
              </p14:xfrm>
            </p:contentPart>
          </mc:Choice>
          <mc:Fallback>
            <p:pic>
              <p:nvPicPr>
                <p:cNvPr id="111" name="墨迹 110">
                  <a:extLst>
                    <a:ext uri="{FF2B5EF4-FFF2-40B4-BE49-F238E27FC236}">
                      <a16:creationId xmlns:a16="http://schemas.microsoft.com/office/drawing/2014/main" id="{054DD169-C320-4775-B370-B12F988B999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1229773" y="3334533"/>
                  <a:ext cx="79560" cy="42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2" name="墨迹 111">
                  <a:extLst>
                    <a:ext uri="{FF2B5EF4-FFF2-40B4-BE49-F238E27FC236}">
                      <a16:creationId xmlns:a16="http://schemas.microsoft.com/office/drawing/2014/main" id="{8AB21462-E467-4D15-AC65-0D5C2AFCB462}"/>
                    </a:ext>
                  </a:extLst>
                </p14:cNvPr>
                <p14:cNvContentPartPr/>
                <p14:nvPr/>
              </p14:nvContentPartPr>
              <p14:xfrm>
                <a:off x="11296013" y="3307893"/>
                <a:ext cx="213840" cy="421200"/>
              </p14:xfrm>
            </p:contentPart>
          </mc:Choice>
          <mc:Fallback>
            <p:pic>
              <p:nvPicPr>
                <p:cNvPr id="112" name="墨迹 111">
                  <a:extLst>
                    <a:ext uri="{FF2B5EF4-FFF2-40B4-BE49-F238E27FC236}">
                      <a16:creationId xmlns:a16="http://schemas.microsoft.com/office/drawing/2014/main" id="{8AB21462-E467-4D15-AC65-0D5C2AFCB46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1287013" y="3299253"/>
                  <a:ext cx="23148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3" name="墨迹 112">
                  <a:extLst>
                    <a:ext uri="{FF2B5EF4-FFF2-40B4-BE49-F238E27FC236}">
                      <a16:creationId xmlns:a16="http://schemas.microsoft.com/office/drawing/2014/main" id="{45A3D634-0CC6-4B2B-9F34-2573D944E006}"/>
                    </a:ext>
                  </a:extLst>
                </p14:cNvPr>
                <p14:cNvContentPartPr/>
                <p14:nvPr/>
              </p14:nvContentPartPr>
              <p14:xfrm>
                <a:off x="11287373" y="3261453"/>
                <a:ext cx="505440" cy="506520"/>
              </p14:xfrm>
            </p:contentPart>
          </mc:Choice>
          <mc:Fallback>
            <p:pic>
              <p:nvPicPr>
                <p:cNvPr id="113" name="墨迹 112">
                  <a:extLst>
                    <a:ext uri="{FF2B5EF4-FFF2-40B4-BE49-F238E27FC236}">
                      <a16:creationId xmlns:a16="http://schemas.microsoft.com/office/drawing/2014/main" id="{45A3D634-0CC6-4B2B-9F34-2573D944E00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1278373" y="3252453"/>
                  <a:ext cx="523080" cy="52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4" name="墨迹 113">
                  <a:extLst>
                    <a:ext uri="{FF2B5EF4-FFF2-40B4-BE49-F238E27FC236}">
                      <a16:creationId xmlns:a16="http://schemas.microsoft.com/office/drawing/2014/main" id="{D385D351-7AEE-461B-96D5-4894691FBEBB}"/>
                    </a:ext>
                  </a:extLst>
                </p14:cNvPr>
                <p14:cNvContentPartPr/>
                <p14:nvPr/>
              </p14:nvContentPartPr>
              <p14:xfrm>
                <a:off x="11566373" y="3508053"/>
                <a:ext cx="97560" cy="360000"/>
              </p14:xfrm>
            </p:contentPart>
          </mc:Choice>
          <mc:Fallback>
            <p:pic>
              <p:nvPicPr>
                <p:cNvPr id="114" name="墨迹 113">
                  <a:extLst>
                    <a:ext uri="{FF2B5EF4-FFF2-40B4-BE49-F238E27FC236}">
                      <a16:creationId xmlns:a16="http://schemas.microsoft.com/office/drawing/2014/main" id="{D385D351-7AEE-461B-96D5-4894691FBEB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557373" y="3499053"/>
                  <a:ext cx="11520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5" name="墨迹 114">
                  <a:extLst>
                    <a:ext uri="{FF2B5EF4-FFF2-40B4-BE49-F238E27FC236}">
                      <a16:creationId xmlns:a16="http://schemas.microsoft.com/office/drawing/2014/main" id="{118AC671-7049-4E75-B293-05B8B5B823D6}"/>
                    </a:ext>
                  </a:extLst>
                </p14:cNvPr>
                <p14:cNvContentPartPr/>
                <p14:nvPr/>
              </p14:nvContentPartPr>
              <p14:xfrm>
                <a:off x="11689853" y="3397173"/>
                <a:ext cx="255600" cy="345600"/>
              </p14:xfrm>
            </p:contentPart>
          </mc:Choice>
          <mc:Fallback>
            <p:pic>
              <p:nvPicPr>
                <p:cNvPr id="115" name="墨迹 114">
                  <a:extLst>
                    <a:ext uri="{FF2B5EF4-FFF2-40B4-BE49-F238E27FC236}">
                      <a16:creationId xmlns:a16="http://schemas.microsoft.com/office/drawing/2014/main" id="{118AC671-7049-4E75-B293-05B8B5B823D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1681213" y="3388533"/>
                  <a:ext cx="27324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6" name="墨迹 115">
                  <a:extLst>
                    <a:ext uri="{FF2B5EF4-FFF2-40B4-BE49-F238E27FC236}">
                      <a16:creationId xmlns:a16="http://schemas.microsoft.com/office/drawing/2014/main" id="{ECD58FD2-4173-4E5F-AA1B-09C04F64A927}"/>
                    </a:ext>
                  </a:extLst>
                </p14:cNvPr>
                <p14:cNvContentPartPr/>
                <p14:nvPr/>
              </p14:nvContentPartPr>
              <p14:xfrm>
                <a:off x="11781293" y="3461253"/>
                <a:ext cx="236880" cy="342720"/>
              </p14:xfrm>
            </p:contentPart>
          </mc:Choice>
          <mc:Fallback>
            <p:pic>
              <p:nvPicPr>
                <p:cNvPr id="116" name="墨迹 115">
                  <a:extLst>
                    <a:ext uri="{FF2B5EF4-FFF2-40B4-BE49-F238E27FC236}">
                      <a16:creationId xmlns:a16="http://schemas.microsoft.com/office/drawing/2014/main" id="{ECD58FD2-4173-4E5F-AA1B-09C04F64A927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772653" y="3452253"/>
                  <a:ext cx="25452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17" name="墨迹 116">
                  <a:extLst>
                    <a:ext uri="{FF2B5EF4-FFF2-40B4-BE49-F238E27FC236}">
                      <a16:creationId xmlns:a16="http://schemas.microsoft.com/office/drawing/2014/main" id="{EFE04B9F-39CE-4EEE-9AC0-CBD6496354AF}"/>
                    </a:ext>
                  </a:extLst>
                </p14:cNvPr>
                <p14:cNvContentPartPr/>
                <p14:nvPr/>
              </p14:nvContentPartPr>
              <p14:xfrm>
                <a:off x="11947613" y="3317253"/>
                <a:ext cx="222120" cy="526680"/>
              </p14:xfrm>
            </p:contentPart>
          </mc:Choice>
          <mc:Fallback>
            <p:pic>
              <p:nvPicPr>
                <p:cNvPr id="117" name="墨迹 116">
                  <a:extLst>
                    <a:ext uri="{FF2B5EF4-FFF2-40B4-BE49-F238E27FC236}">
                      <a16:creationId xmlns:a16="http://schemas.microsoft.com/office/drawing/2014/main" id="{EFE04B9F-39CE-4EEE-9AC0-CBD6496354AF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1938973" y="3308613"/>
                  <a:ext cx="239760" cy="54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18" name="墨迹 117">
                  <a:extLst>
                    <a:ext uri="{FF2B5EF4-FFF2-40B4-BE49-F238E27FC236}">
                      <a16:creationId xmlns:a16="http://schemas.microsoft.com/office/drawing/2014/main" id="{242371CE-152B-4A74-9E5E-E27B34BC0BD3}"/>
                    </a:ext>
                  </a:extLst>
                </p14:cNvPr>
                <p14:cNvContentPartPr/>
                <p14:nvPr/>
              </p14:nvContentPartPr>
              <p14:xfrm>
                <a:off x="12002333" y="3430293"/>
                <a:ext cx="187200" cy="170640"/>
              </p14:xfrm>
            </p:contentPart>
          </mc:Choice>
          <mc:Fallback>
            <p:pic>
              <p:nvPicPr>
                <p:cNvPr id="118" name="墨迹 117">
                  <a:extLst>
                    <a:ext uri="{FF2B5EF4-FFF2-40B4-BE49-F238E27FC236}">
                      <a16:creationId xmlns:a16="http://schemas.microsoft.com/office/drawing/2014/main" id="{242371CE-152B-4A74-9E5E-E27B34BC0BD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1993693" y="3421293"/>
                  <a:ext cx="2048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19" name="墨迹 118">
                  <a:extLst>
                    <a:ext uri="{FF2B5EF4-FFF2-40B4-BE49-F238E27FC236}">
                      <a16:creationId xmlns:a16="http://schemas.microsoft.com/office/drawing/2014/main" id="{F559D785-EE4A-479D-A0E8-277576421224}"/>
                    </a:ext>
                  </a:extLst>
                </p14:cNvPr>
                <p14:cNvContentPartPr/>
                <p14:nvPr/>
              </p14:nvContentPartPr>
              <p14:xfrm>
                <a:off x="11989733" y="3597693"/>
                <a:ext cx="167400" cy="214560"/>
              </p14:xfrm>
            </p:contentPart>
          </mc:Choice>
          <mc:Fallback>
            <p:pic>
              <p:nvPicPr>
                <p:cNvPr id="119" name="墨迹 118">
                  <a:extLst>
                    <a:ext uri="{FF2B5EF4-FFF2-40B4-BE49-F238E27FC236}">
                      <a16:creationId xmlns:a16="http://schemas.microsoft.com/office/drawing/2014/main" id="{F559D785-EE4A-479D-A0E8-277576421224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1980733" y="3589053"/>
                  <a:ext cx="18504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0" name="墨迹 119">
                  <a:extLst>
                    <a:ext uri="{FF2B5EF4-FFF2-40B4-BE49-F238E27FC236}">
                      <a16:creationId xmlns:a16="http://schemas.microsoft.com/office/drawing/2014/main" id="{8E371BDE-048D-4473-B2F6-DFC1D3BA3C25}"/>
                    </a:ext>
                  </a:extLst>
                </p14:cNvPr>
                <p14:cNvContentPartPr/>
                <p14:nvPr/>
              </p14:nvContentPartPr>
              <p14:xfrm>
                <a:off x="11964173" y="3754653"/>
                <a:ext cx="225720" cy="200160"/>
              </p14:xfrm>
            </p:contentPart>
          </mc:Choice>
          <mc:Fallback>
            <p:pic>
              <p:nvPicPr>
                <p:cNvPr id="120" name="墨迹 119">
                  <a:extLst>
                    <a:ext uri="{FF2B5EF4-FFF2-40B4-BE49-F238E27FC236}">
                      <a16:creationId xmlns:a16="http://schemas.microsoft.com/office/drawing/2014/main" id="{8E371BDE-048D-4473-B2F6-DFC1D3BA3C2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955173" y="3745653"/>
                  <a:ext cx="243360" cy="217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942723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40" name="墨迹 139">
                <a:extLst>
                  <a:ext uri="{FF2B5EF4-FFF2-40B4-BE49-F238E27FC236}">
                    <a16:creationId xmlns:a16="http://schemas.microsoft.com/office/drawing/2014/main" id="{B9C1AAEA-BDEC-4D42-A716-C9989A1E38D1}"/>
                  </a:ext>
                </a:extLst>
              </p14:cNvPr>
              <p14:cNvContentPartPr/>
              <p14:nvPr/>
            </p14:nvContentPartPr>
            <p14:xfrm>
              <a:off x="5611253" y="5322093"/>
              <a:ext cx="92520" cy="88920"/>
            </p14:xfrm>
          </p:contentPart>
        </mc:Choice>
        <mc:Fallback>
          <p:pic>
            <p:nvPicPr>
              <p:cNvPr id="140" name="墨迹 139">
                <a:extLst>
                  <a:ext uri="{FF2B5EF4-FFF2-40B4-BE49-F238E27FC236}">
                    <a16:creationId xmlns:a16="http://schemas.microsoft.com/office/drawing/2014/main" id="{B9C1AAEA-BDEC-4D42-A716-C9989A1E38D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02253" y="5313453"/>
                <a:ext cx="110160" cy="10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组合 142">
            <a:extLst>
              <a:ext uri="{FF2B5EF4-FFF2-40B4-BE49-F238E27FC236}">
                <a16:creationId xmlns:a16="http://schemas.microsoft.com/office/drawing/2014/main" id="{93B3E3DB-957E-40E2-A873-D2085CE781D8}"/>
              </a:ext>
            </a:extLst>
          </p:cNvPr>
          <p:cNvGrpSpPr/>
          <p:nvPr/>
        </p:nvGrpSpPr>
        <p:grpSpPr>
          <a:xfrm>
            <a:off x="8538773" y="352293"/>
            <a:ext cx="3258360" cy="2641320"/>
            <a:chOff x="8538773" y="352293"/>
            <a:chExt cx="3258360" cy="264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15" name="墨迹 114">
                  <a:extLst>
                    <a:ext uri="{FF2B5EF4-FFF2-40B4-BE49-F238E27FC236}">
                      <a16:creationId xmlns:a16="http://schemas.microsoft.com/office/drawing/2014/main" id="{703AEA09-5845-43EC-9FBA-4E06BE949298}"/>
                    </a:ext>
                  </a:extLst>
                </p14:cNvPr>
                <p14:cNvContentPartPr/>
                <p14:nvPr/>
              </p14:nvContentPartPr>
              <p14:xfrm>
                <a:off x="8747573" y="757653"/>
                <a:ext cx="2543760" cy="2093760"/>
              </p14:xfrm>
            </p:contentPart>
          </mc:Choice>
          <mc:Fallback>
            <p:pic>
              <p:nvPicPr>
                <p:cNvPr id="115" name="墨迹 114">
                  <a:extLst>
                    <a:ext uri="{FF2B5EF4-FFF2-40B4-BE49-F238E27FC236}">
                      <a16:creationId xmlns:a16="http://schemas.microsoft.com/office/drawing/2014/main" id="{703AEA09-5845-43EC-9FBA-4E06BE94929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738573" y="748653"/>
                  <a:ext cx="2561400" cy="21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16" name="墨迹 115">
                  <a:extLst>
                    <a:ext uri="{FF2B5EF4-FFF2-40B4-BE49-F238E27FC236}">
                      <a16:creationId xmlns:a16="http://schemas.microsoft.com/office/drawing/2014/main" id="{E8C96F89-F8C4-4325-B46A-34806D5368C2}"/>
                    </a:ext>
                  </a:extLst>
                </p14:cNvPr>
                <p14:cNvContentPartPr/>
                <p14:nvPr/>
              </p14:nvContentPartPr>
              <p14:xfrm>
                <a:off x="11149853" y="661173"/>
                <a:ext cx="348480" cy="501480"/>
              </p14:xfrm>
            </p:contentPart>
          </mc:Choice>
          <mc:Fallback>
            <p:pic>
              <p:nvPicPr>
                <p:cNvPr id="116" name="墨迹 115">
                  <a:extLst>
                    <a:ext uri="{FF2B5EF4-FFF2-40B4-BE49-F238E27FC236}">
                      <a16:creationId xmlns:a16="http://schemas.microsoft.com/office/drawing/2014/main" id="{E8C96F89-F8C4-4325-B46A-34806D5368C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141213" y="652173"/>
                  <a:ext cx="366120" cy="51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18" name="墨迹 117">
                  <a:extLst>
                    <a:ext uri="{FF2B5EF4-FFF2-40B4-BE49-F238E27FC236}">
                      <a16:creationId xmlns:a16="http://schemas.microsoft.com/office/drawing/2014/main" id="{8E524B5B-67E8-460E-96D0-2BE504233AE4}"/>
                    </a:ext>
                  </a:extLst>
                </p14:cNvPr>
                <p14:cNvContentPartPr/>
                <p14:nvPr/>
              </p14:nvContentPartPr>
              <p14:xfrm>
                <a:off x="8538773" y="2736933"/>
                <a:ext cx="14760" cy="13320"/>
              </p14:xfrm>
            </p:contentPart>
          </mc:Choice>
          <mc:Fallback>
            <p:pic>
              <p:nvPicPr>
                <p:cNvPr id="118" name="墨迹 117">
                  <a:extLst>
                    <a:ext uri="{FF2B5EF4-FFF2-40B4-BE49-F238E27FC236}">
                      <a16:creationId xmlns:a16="http://schemas.microsoft.com/office/drawing/2014/main" id="{8E524B5B-67E8-460E-96D0-2BE504233AE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530133" y="2728293"/>
                  <a:ext cx="324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19" name="墨迹 118">
                  <a:extLst>
                    <a:ext uri="{FF2B5EF4-FFF2-40B4-BE49-F238E27FC236}">
                      <a16:creationId xmlns:a16="http://schemas.microsoft.com/office/drawing/2014/main" id="{C3087334-F958-4100-86F5-2DB1289A3D4C}"/>
                    </a:ext>
                  </a:extLst>
                </p14:cNvPr>
                <p14:cNvContentPartPr/>
                <p14:nvPr/>
              </p14:nvContentPartPr>
              <p14:xfrm>
                <a:off x="8791493" y="1904253"/>
                <a:ext cx="1086480" cy="821160"/>
              </p14:xfrm>
            </p:contentPart>
          </mc:Choice>
          <mc:Fallback>
            <p:pic>
              <p:nvPicPr>
                <p:cNvPr id="119" name="墨迹 118">
                  <a:extLst>
                    <a:ext uri="{FF2B5EF4-FFF2-40B4-BE49-F238E27FC236}">
                      <a16:creationId xmlns:a16="http://schemas.microsoft.com/office/drawing/2014/main" id="{C3087334-F958-4100-86F5-2DB1289A3D4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782493" y="1895253"/>
                  <a:ext cx="1104120" cy="83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20" name="墨迹 119">
                  <a:extLst>
                    <a:ext uri="{FF2B5EF4-FFF2-40B4-BE49-F238E27FC236}">
                      <a16:creationId xmlns:a16="http://schemas.microsoft.com/office/drawing/2014/main" id="{E5B219D5-456C-4C9B-B0D5-E3A011D2F18E}"/>
                    </a:ext>
                  </a:extLst>
                </p14:cNvPr>
                <p14:cNvContentPartPr/>
                <p14:nvPr/>
              </p14:nvContentPartPr>
              <p14:xfrm>
                <a:off x="9558653" y="1830813"/>
                <a:ext cx="354240" cy="416160"/>
              </p14:xfrm>
            </p:contentPart>
          </mc:Choice>
          <mc:Fallback>
            <p:pic>
              <p:nvPicPr>
                <p:cNvPr id="120" name="墨迹 119">
                  <a:extLst>
                    <a:ext uri="{FF2B5EF4-FFF2-40B4-BE49-F238E27FC236}">
                      <a16:creationId xmlns:a16="http://schemas.microsoft.com/office/drawing/2014/main" id="{E5B219D5-456C-4C9B-B0D5-E3A011D2F18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549653" y="1822173"/>
                  <a:ext cx="37188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1" name="墨迹 120">
                  <a:extLst>
                    <a:ext uri="{FF2B5EF4-FFF2-40B4-BE49-F238E27FC236}">
                      <a16:creationId xmlns:a16="http://schemas.microsoft.com/office/drawing/2014/main" id="{3C7285E2-33D0-4055-98AF-3F2B29A8FBC9}"/>
                    </a:ext>
                  </a:extLst>
                </p14:cNvPr>
                <p14:cNvContentPartPr/>
                <p14:nvPr/>
              </p14:nvContentPartPr>
              <p14:xfrm>
                <a:off x="8838293" y="2596173"/>
                <a:ext cx="2356200" cy="157680"/>
              </p14:xfrm>
            </p:contentPart>
          </mc:Choice>
          <mc:Fallback>
            <p:pic>
              <p:nvPicPr>
                <p:cNvPr id="121" name="墨迹 120">
                  <a:extLst>
                    <a:ext uri="{FF2B5EF4-FFF2-40B4-BE49-F238E27FC236}">
                      <a16:creationId xmlns:a16="http://schemas.microsoft.com/office/drawing/2014/main" id="{3C7285E2-33D0-4055-98AF-3F2B29A8FBC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829653" y="2587173"/>
                  <a:ext cx="23738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2" name="墨迹 121">
                  <a:extLst>
                    <a:ext uri="{FF2B5EF4-FFF2-40B4-BE49-F238E27FC236}">
                      <a16:creationId xmlns:a16="http://schemas.microsoft.com/office/drawing/2014/main" id="{68752068-3C4F-4B26-9A3C-3C8FD7729F17}"/>
                    </a:ext>
                  </a:extLst>
                </p14:cNvPr>
                <p14:cNvContentPartPr/>
                <p14:nvPr/>
              </p14:nvContentPartPr>
              <p14:xfrm>
                <a:off x="10676453" y="2469453"/>
                <a:ext cx="459360" cy="524160"/>
              </p14:xfrm>
            </p:contentPart>
          </mc:Choice>
          <mc:Fallback>
            <p:pic>
              <p:nvPicPr>
                <p:cNvPr id="122" name="墨迹 121">
                  <a:extLst>
                    <a:ext uri="{FF2B5EF4-FFF2-40B4-BE49-F238E27FC236}">
                      <a16:creationId xmlns:a16="http://schemas.microsoft.com/office/drawing/2014/main" id="{68752068-3C4F-4B26-9A3C-3C8FD7729F1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667453" y="2460453"/>
                  <a:ext cx="47700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3" name="墨迹 122">
                  <a:extLst>
                    <a:ext uri="{FF2B5EF4-FFF2-40B4-BE49-F238E27FC236}">
                      <a16:creationId xmlns:a16="http://schemas.microsoft.com/office/drawing/2014/main" id="{134F614F-5185-40E8-86D8-DB669D7B8CB5}"/>
                    </a:ext>
                  </a:extLst>
                </p14:cNvPr>
                <p14:cNvContentPartPr/>
                <p14:nvPr/>
              </p14:nvContentPartPr>
              <p14:xfrm>
                <a:off x="9398093" y="2271813"/>
                <a:ext cx="143280" cy="629280"/>
              </p14:xfrm>
            </p:contentPart>
          </mc:Choice>
          <mc:Fallback>
            <p:pic>
              <p:nvPicPr>
                <p:cNvPr id="123" name="墨迹 122">
                  <a:extLst>
                    <a:ext uri="{FF2B5EF4-FFF2-40B4-BE49-F238E27FC236}">
                      <a16:creationId xmlns:a16="http://schemas.microsoft.com/office/drawing/2014/main" id="{134F614F-5185-40E8-86D8-DB669D7B8CB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389453" y="2263173"/>
                  <a:ext cx="160920" cy="64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4" name="墨迹 123">
                  <a:extLst>
                    <a:ext uri="{FF2B5EF4-FFF2-40B4-BE49-F238E27FC236}">
                      <a16:creationId xmlns:a16="http://schemas.microsoft.com/office/drawing/2014/main" id="{559E6A95-8BE1-4E01-ABD9-14D04258A1E0}"/>
                    </a:ext>
                  </a:extLst>
                </p14:cNvPr>
                <p14:cNvContentPartPr/>
                <p14:nvPr/>
              </p14:nvContentPartPr>
              <p14:xfrm>
                <a:off x="9680333" y="2359293"/>
                <a:ext cx="333360" cy="331920"/>
              </p14:xfrm>
            </p:contentPart>
          </mc:Choice>
          <mc:Fallback>
            <p:pic>
              <p:nvPicPr>
                <p:cNvPr id="124" name="墨迹 123">
                  <a:extLst>
                    <a:ext uri="{FF2B5EF4-FFF2-40B4-BE49-F238E27FC236}">
                      <a16:creationId xmlns:a16="http://schemas.microsoft.com/office/drawing/2014/main" id="{559E6A95-8BE1-4E01-ABD9-14D04258A1E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671333" y="2350293"/>
                  <a:ext cx="35100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5" name="墨迹 124">
                  <a:extLst>
                    <a:ext uri="{FF2B5EF4-FFF2-40B4-BE49-F238E27FC236}">
                      <a16:creationId xmlns:a16="http://schemas.microsoft.com/office/drawing/2014/main" id="{C658733E-DD26-460A-B708-46F125506DBF}"/>
                    </a:ext>
                  </a:extLst>
                </p14:cNvPr>
                <p14:cNvContentPartPr/>
                <p14:nvPr/>
              </p14:nvContentPartPr>
              <p14:xfrm>
                <a:off x="9777893" y="2484573"/>
                <a:ext cx="253080" cy="64440"/>
              </p14:xfrm>
            </p:contentPart>
          </mc:Choice>
          <mc:Fallback>
            <p:pic>
              <p:nvPicPr>
                <p:cNvPr id="125" name="墨迹 124">
                  <a:extLst>
                    <a:ext uri="{FF2B5EF4-FFF2-40B4-BE49-F238E27FC236}">
                      <a16:creationId xmlns:a16="http://schemas.microsoft.com/office/drawing/2014/main" id="{C658733E-DD26-460A-B708-46F125506DB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768893" y="2475933"/>
                  <a:ext cx="2707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26" name="墨迹 125">
                  <a:extLst>
                    <a:ext uri="{FF2B5EF4-FFF2-40B4-BE49-F238E27FC236}">
                      <a16:creationId xmlns:a16="http://schemas.microsoft.com/office/drawing/2014/main" id="{3128D1F3-BD7B-4864-8ACE-1DE73C043AE6}"/>
                    </a:ext>
                  </a:extLst>
                </p14:cNvPr>
                <p14:cNvContentPartPr/>
                <p14:nvPr/>
              </p14:nvContentPartPr>
              <p14:xfrm>
                <a:off x="11205293" y="2682573"/>
                <a:ext cx="12240" cy="9720"/>
              </p14:xfrm>
            </p:contentPart>
          </mc:Choice>
          <mc:Fallback>
            <p:pic>
              <p:nvPicPr>
                <p:cNvPr id="126" name="墨迹 125">
                  <a:extLst>
                    <a:ext uri="{FF2B5EF4-FFF2-40B4-BE49-F238E27FC236}">
                      <a16:creationId xmlns:a16="http://schemas.microsoft.com/office/drawing/2014/main" id="{3128D1F3-BD7B-4864-8ACE-1DE73C043AE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1196653" y="2673573"/>
                  <a:ext cx="298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27" name="墨迹 126">
                  <a:extLst>
                    <a:ext uri="{FF2B5EF4-FFF2-40B4-BE49-F238E27FC236}">
                      <a16:creationId xmlns:a16="http://schemas.microsoft.com/office/drawing/2014/main" id="{D97716C0-9889-47FA-AB41-A85B7BEAEA3E}"/>
                    </a:ext>
                  </a:extLst>
                </p14:cNvPr>
                <p14:cNvContentPartPr/>
                <p14:nvPr/>
              </p14:nvContentPartPr>
              <p14:xfrm>
                <a:off x="9731813" y="1857813"/>
                <a:ext cx="48960" cy="52920"/>
              </p14:xfrm>
            </p:contentPart>
          </mc:Choice>
          <mc:Fallback>
            <p:pic>
              <p:nvPicPr>
                <p:cNvPr id="127" name="墨迹 126">
                  <a:extLst>
                    <a:ext uri="{FF2B5EF4-FFF2-40B4-BE49-F238E27FC236}">
                      <a16:creationId xmlns:a16="http://schemas.microsoft.com/office/drawing/2014/main" id="{D97716C0-9889-47FA-AB41-A85B7BEAEA3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722813" y="1848813"/>
                  <a:ext cx="666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28" name="墨迹 127">
                  <a:extLst>
                    <a:ext uri="{FF2B5EF4-FFF2-40B4-BE49-F238E27FC236}">
                      <a16:creationId xmlns:a16="http://schemas.microsoft.com/office/drawing/2014/main" id="{2CA8056D-3CBF-4BA3-87D0-2414AD60F195}"/>
                    </a:ext>
                  </a:extLst>
                </p14:cNvPr>
                <p14:cNvContentPartPr/>
                <p14:nvPr/>
              </p14:nvContentPartPr>
              <p14:xfrm>
                <a:off x="10663493" y="1399533"/>
                <a:ext cx="7200" cy="39240"/>
              </p14:xfrm>
            </p:contentPart>
          </mc:Choice>
          <mc:Fallback>
            <p:pic>
              <p:nvPicPr>
                <p:cNvPr id="128" name="墨迹 127">
                  <a:extLst>
                    <a:ext uri="{FF2B5EF4-FFF2-40B4-BE49-F238E27FC236}">
                      <a16:creationId xmlns:a16="http://schemas.microsoft.com/office/drawing/2014/main" id="{2CA8056D-3CBF-4BA3-87D0-2414AD60F19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654853" y="1390893"/>
                  <a:ext cx="248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29" name="墨迹 128">
                  <a:extLst>
                    <a:ext uri="{FF2B5EF4-FFF2-40B4-BE49-F238E27FC236}">
                      <a16:creationId xmlns:a16="http://schemas.microsoft.com/office/drawing/2014/main" id="{6C42EA88-29E2-4D5E-98C6-15602538726E}"/>
                    </a:ext>
                  </a:extLst>
                </p14:cNvPr>
                <p14:cNvContentPartPr/>
                <p14:nvPr/>
              </p14:nvContentPartPr>
              <p14:xfrm>
                <a:off x="10878773" y="2715693"/>
                <a:ext cx="26640" cy="7560"/>
              </p14:xfrm>
            </p:contentPart>
          </mc:Choice>
          <mc:Fallback>
            <p:pic>
              <p:nvPicPr>
                <p:cNvPr id="129" name="墨迹 128">
                  <a:extLst>
                    <a:ext uri="{FF2B5EF4-FFF2-40B4-BE49-F238E27FC236}">
                      <a16:creationId xmlns:a16="http://schemas.microsoft.com/office/drawing/2014/main" id="{6C42EA88-29E2-4D5E-98C6-15602538726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869773" y="2706693"/>
                  <a:ext cx="442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30" name="墨迹 129">
                  <a:extLst>
                    <a:ext uri="{FF2B5EF4-FFF2-40B4-BE49-F238E27FC236}">
                      <a16:creationId xmlns:a16="http://schemas.microsoft.com/office/drawing/2014/main" id="{9EC2D7CF-C466-4373-8EDC-B0434047EFCD}"/>
                    </a:ext>
                  </a:extLst>
                </p14:cNvPr>
                <p14:cNvContentPartPr/>
                <p14:nvPr/>
              </p14:nvContentPartPr>
              <p14:xfrm>
                <a:off x="10900733" y="2700573"/>
                <a:ext cx="90720" cy="34200"/>
              </p14:xfrm>
            </p:contentPart>
          </mc:Choice>
          <mc:Fallback>
            <p:pic>
              <p:nvPicPr>
                <p:cNvPr id="130" name="墨迹 129">
                  <a:extLst>
                    <a:ext uri="{FF2B5EF4-FFF2-40B4-BE49-F238E27FC236}">
                      <a16:creationId xmlns:a16="http://schemas.microsoft.com/office/drawing/2014/main" id="{9EC2D7CF-C466-4373-8EDC-B0434047EFC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892093" y="2691573"/>
                  <a:ext cx="1083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31" name="墨迹 130">
                  <a:extLst>
                    <a:ext uri="{FF2B5EF4-FFF2-40B4-BE49-F238E27FC236}">
                      <a16:creationId xmlns:a16="http://schemas.microsoft.com/office/drawing/2014/main" id="{C5384BD3-9063-40E7-A44E-795303ABB89F}"/>
                    </a:ext>
                  </a:extLst>
                </p14:cNvPr>
                <p14:cNvContentPartPr/>
                <p14:nvPr/>
              </p14:nvContentPartPr>
              <p14:xfrm>
                <a:off x="9350573" y="1403133"/>
                <a:ext cx="560520" cy="296640"/>
              </p14:xfrm>
            </p:contentPart>
          </mc:Choice>
          <mc:Fallback>
            <p:pic>
              <p:nvPicPr>
                <p:cNvPr id="131" name="墨迹 130">
                  <a:extLst>
                    <a:ext uri="{FF2B5EF4-FFF2-40B4-BE49-F238E27FC236}">
                      <a16:creationId xmlns:a16="http://schemas.microsoft.com/office/drawing/2014/main" id="{C5384BD3-9063-40E7-A44E-795303ABB89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341933" y="1394133"/>
                  <a:ext cx="57816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32" name="墨迹 131">
                  <a:extLst>
                    <a:ext uri="{FF2B5EF4-FFF2-40B4-BE49-F238E27FC236}">
                      <a16:creationId xmlns:a16="http://schemas.microsoft.com/office/drawing/2014/main" id="{11AF5C5C-55A1-417B-ABB4-02179CEC84C6}"/>
                    </a:ext>
                  </a:extLst>
                </p14:cNvPr>
                <p14:cNvContentPartPr/>
                <p14:nvPr/>
              </p14:nvContentPartPr>
              <p14:xfrm>
                <a:off x="11435693" y="352293"/>
                <a:ext cx="331560" cy="428760"/>
              </p14:xfrm>
            </p:contentPart>
          </mc:Choice>
          <mc:Fallback>
            <p:pic>
              <p:nvPicPr>
                <p:cNvPr id="132" name="墨迹 131">
                  <a:extLst>
                    <a:ext uri="{FF2B5EF4-FFF2-40B4-BE49-F238E27FC236}">
                      <a16:creationId xmlns:a16="http://schemas.microsoft.com/office/drawing/2014/main" id="{11AF5C5C-55A1-417B-ABB4-02179CEC84C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427053" y="343293"/>
                  <a:ext cx="349200" cy="44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33" name="墨迹 132">
                  <a:extLst>
                    <a:ext uri="{FF2B5EF4-FFF2-40B4-BE49-F238E27FC236}">
                      <a16:creationId xmlns:a16="http://schemas.microsoft.com/office/drawing/2014/main" id="{401677E3-8ACB-4C9D-AB54-603DB9BBB7E0}"/>
                    </a:ext>
                  </a:extLst>
                </p14:cNvPr>
                <p14:cNvContentPartPr/>
                <p14:nvPr/>
              </p14:nvContentPartPr>
              <p14:xfrm>
                <a:off x="11183693" y="2671773"/>
                <a:ext cx="415440" cy="303840"/>
              </p14:xfrm>
            </p:contentPart>
          </mc:Choice>
          <mc:Fallback>
            <p:pic>
              <p:nvPicPr>
                <p:cNvPr id="133" name="墨迹 132">
                  <a:extLst>
                    <a:ext uri="{FF2B5EF4-FFF2-40B4-BE49-F238E27FC236}">
                      <a16:creationId xmlns:a16="http://schemas.microsoft.com/office/drawing/2014/main" id="{401677E3-8ACB-4C9D-AB54-603DB9BBB7E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175053" y="2663133"/>
                  <a:ext cx="43308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35" name="墨迹 134">
                  <a:extLst>
                    <a:ext uri="{FF2B5EF4-FFF2-40B4-BE49-F238E27FC236}">
                      <a16:creationId xmlns:a16="http://schemas.microsoft.com/office/drawing/2014/main" id="{24F20E82-2177-483D-8CF2-A47AEEAF9F2C}"/>
                    </a:ext>
                  </a:extLst>
                </p14:cNvPr>
                <p14:cNvContentPartPr/>
                <p14:nvPr/>
              </p14:nvContentPartPr>
              <p14:xfrm>
                <a:off x="9965453" y="1629573"/>
                <a:ext cx="2160" cy="10440"/>
              </p14:xfrm>
            </p:contentPart>
          </mc:Choice>
          <mc:Fallback>
            <p:pic>
              <p:nvPicPr>
                <p:cNvPr id="135" name="墨迹 134">
                  <a:extLst>
                    <a:ext uri="{FF2B5EF4-FFF2-40B4-BE49-F238E27FC236}">
                      <a16:creationId xmlns:a16="http://schemas.microsoft.com/office/drawing/2014/main" id="{24F20E82-2177-483D-8CF2-A47AEEAF9F2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956813" y="1620933"/>
                  <a:ext cx="198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36" name="墨迹 135">
                  <a:extLst>
                    <a:ext uri="{FF2B5EF4-FFF2-40B4-BE49-F238E27FC236}">
                      <a16:creationId xmlns:a16="http://schemas.microsoft.com/office/drawing/2014/main" id="{9779C673-F336-4249-842C-4D40060D1BE7}"/>
                    </a:ext>
                  </a:extLst>
                </p14:cNvPr>
                <p14:cNvContentPartPr/>
                <p14:nvPr/>
              </p14:nvContentPartPr>
              <p14:xfrm>
                <a:off x="10306733" y="2671773"/>
                <a:ext cx="11520" cy="45000"/>
              </p14:xfrm>
            </p:contentPart>
          </mc:Choice>
          <mc:Fallback>
            <p:pic>
              <p:nvPicPr>
                <p:cNvPr id="136" name="墨迹 135">
                  <a:extLst>
                    <a:ext uri="{FF2B5EF4-FFF2-40B4-BE49-F238E27FC236}">
                      <a16:creationId xmlns:a16="http://schemas.microsoft.com/office/drawing/2014/main" id="{9779C673-F336-4249-842C-4D40060D1BE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298093" y="2662773"/>
                  <a:ext cx="2916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37" name="墨迹 136">
                  <a:extLst>
                    <a:ext uri="{FF2B5EF4-FFF2-40B4-BE49-F238E27FC236}">
                      <a16:creationId xmlns:a16="http://schemas.microsoft.com/office/drawing/2014/main" id="{43B73AA8-E156-4F49-8D50-FAA082ADB196}"/>
                    </a:ext>
                  </a:extLst>
                </p14:cNvPr>
                <p14:cNvContentPartPr/>
                <p14:nvPr/>
              </p14:nvContentPartPr>
              <p14:xfrm>
                <a:off x="11705333" y="713733"/>
                <a:ext cx="91800" cy="81000"/>
              </p14:xfrm>
            </p:contentPart>
          </mc:Choice>
          <mc:Fallback>
            <p:pic>
              <p:nvPicPr>
                <p:cNvPr id="137" name="墨迹 136">
                  <a:extLst>
                    <a:ext uri="{FF2B5EF4-FFF2-40B4-BE49-F238E27FC236}">
                      <a16:creationId xmlns:a16="http://schemas.microsoft.com/office/drawing/2014/main" id="{43B73AA8-E156-4F49-8D50-FAA082ADB19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696693" y="704733"/>
                  <a:ext cx="10944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38" name="墨迹 137">
                  <a:extLst>
                    <a:ext uri="{FF2B5EF4-FFF2-40B4-BE49-F238E27FC236}">
                      <a16:creationId xmlns:a16="http://schemas.microsoft.com/office/drawing/2014/main" id="{04179535-51E0-4496-8EE0-62D32005E452}"/>
                    </a:ext>
                  </a:extLst>
                </p14:cNvPr>
                <p14:cNvContentPartPr/>
                <p14:nvPr/>
              </p14:nvContentPartPr>
              <p14:xfrm>
                <a:off x="10927373" y="2819013"/>
                <a:ext cx="45720" cy="59400"/>
              </p14:xfrm>
            </p:contentPart>
          </mc:Choice>
          <mc:Fallback>
            <p:pic>
              <p:nvPicPr>
                <p:cNvPr id="138" name="墨迹 137">
                  <a:extLst>
                    <a:ext uri="{FF2B5EF4-FFF2-40B4-BE49-F238E27FC236}">
                      <a16:creationId xmlns:a16="http://schemas.microsoft.com/office/drawing/2014/main" id="{04179535-51E0-4496-8EE0-62D32005E45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918373" y="2810373"/>
                  <a:ext cx="633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41" name="墨迹 140">
                  <a:extLst>
                    <a:ext uri="{FF2B5EF4-FFF2-40B4-BE49-F238E27FC236}">
                      <a16:creationId xmlns:a16="http://schemas.microsoft.com/office/drawing/2014/main" id="{2C8C2852-8AE1-4F07-A20A-683D1058FFEE}"/>
                    </a:ext>
                  </a:extLst>
                </p14:cNvPr>
                <p14:cNvContentPartPr/>
                <p14:nvPr/>
              </p14:nvContentPartPr>
              <p14:xfrm>
                <a:off x="11389613" y="604293"/>
                <a:ext cx="90720" cy="82440"/>
              </p14:xfrm>
            </p:contentPart>
          </mc:Choice>
          <mc:Fallback>
            <p:pic>
              <p:nvPicPr>
                <p:cNvPr id="141" name="墨迹 140">
                  <a:extLst>
                    <a:ext uri="{FF2B5EF4-FFF2-40B4-BE49-F238E27FC236}">
                      <a16:creationId xmlns:a16="http://schemas.microsoft.com/office/drawing/2014/main" id="{2C8C2852-8AE1-4F07-A20A-683D1058FFE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380973" y="595653"/>
                  <a:ext cx="10836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42" name="墨迹 141">
                  <a:extLst>
                    <a:ext uri="{FF2B5EF4-FFF2-40B4-BE49-F238E27FC236}">
                      <a16:creationId xmlns:a16="http://schemas.microsoft.com/office/drawing/2014/main" id="{5B036060-A16F-4116-9BCC-4D138F1D76A6}"/>
                    </a:ext>
                  </a:extLst>
                </p14:cNvPr>
                <p14:cNvContentPartPr/>
                <p14:nvPr/>
              </p14:nvContentPartPr>
              <p14:xfrm>
                <a:off x="9635333" y="1958973"/>
                <a:ext cx="30960" cy="45720"/>
              </p14:xfrm>
            </p:contentPart>
          </mc:Choice>
          <mc:Fallback>
            <p:pic>
              <p:nvPicPr>
                <p:cNvPr id="142" name="墨迹 141">
                  <a:extLst>
                    <a:ext uri="{FF2B5EF4-FFF2-40B4-BE49-F238E27FC236}">
                      <a16:creationId xmlns:a16="http://schemas.microsoft.com/office/drawing/2014/main" id="{5B036060-A16F-4116-9BCC-4D138F1D76A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626693" y="1950333"/>
                  <a:ext cx="48600" cy="63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45" name="墨迹 144">
                <a:extLst>
                  <a:ext uri="{FF2B5EF4-FFF2-40B4-BE49-F238E27FC236}">
                    <a16:creationId xmlns:a16="http://schemas.microsoft.com/office/drawing/2014/main" id="{03ABD2CB-05BA-44EC-A494-25669EF5BC0A}"/>
                  </a:ext>
                </a:extLst>
              </p14:cNvPr>
              <p14:cNvContentPartPr/>
              <p14:nvPr/>
            </p14:nvContentPartPr>
            <p14:xfrm>
              <a:off x="5145413" y="738213"/>
              <a:ext cx="92520" cy="48600"/>
            </p14:xfrm>
          </p:contentPart>
        </mc:Choice>
        <mc:Fallback>
          <p:pic>
            <p:nvPicPr>
              <p:cNvPr id="145" name="墨迹 144">
                <a:extLst>
                  <a:ext uri="{FF2B5EF4-FFF2-40B4-BE49-F238E27FC236}">
                    <a16:creationId xmlns:a16="http://schemas.microsoft.com/office/drawing/2014/main" id="{03ABD2CB-05BA-44EC-A494-25669EF5BC0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136413" y="729213"/>
                <a:ext cx="110160" cy="66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4" name="组合 183">
            <a:extLst>
              <a:ext uri="{FF2B5EF4-FFF2-40B4-BE49-F238E27FC236}">
                <a16:creationId xmlns:a16="http://schemas.microsoft.com/office/drawing/2014/main" id="{C0CD4012-B3BE-48B0-A1D3-E7597C139BF2}"/>
              </a:ext>
            </a:extLst>
          </p:cNvPr>
          <p:cNvGrpSpPr/>
          <p:nvPr/>
        </p:nvGrpSpPr>
        <p:grpSpPr>
          <a:xfrm>
            <a:off x="650093" y="3725133"/>
            <a:ext cx="10600920" cy="3098160"/>
            <a:chOff x="650093" y="3725133"/>
            <a:chExt cx="10600920" cy="309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72" name="墨迹 71">
                  <a:extLst>
                    <a:ext uri="{FF2B5EF4-FFF2-40B4-BE49-F238E27FC236}">
                      <a16:creationId xmlns:a16="http://schemas.microsoft.com/office/drawing/2014/main" id="{9E43D6E2-B572-4662-AC5E-15A4596B3948}"/>
                    </a:ext>
                  </a:extLst>
                </p14:cNvPr>
                <p14:cNvContentPartPr/>
                <p14:nvPr/>
              </p14:nvContentPartPr>
              <p14:xfrm>
                <a:off x="3766613" y="4691013"/>
                <a:ext cx="4617360" cy="179280"/>
              </p14:xfrm>
            </p:contentPart>
          </mc:Choice>
          <mc:Fallback>
            <p:pic>
              <p:nvPicPr>
                <p:cNvPr id="72" name="墨迹 71">
                  <a:extLst>
                    <a:ext uri="{FF2B5EF4-FFF2-40B4-BE49-F238E27FC236}">
                      <a16:creationId xmlns:a16="http://schemas.microsoft.com/office/drawing/2014/main" id="{9E43D6E2-B572-4662-AC5E-15A4596B394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757613" y="4682013"/>
                  <a:ext cx="46350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74" name="墨迹 73">
                  <a:extLst>
                    <a:ext uri="{FF2B5EF4-FFF2-40B4-BE49-F238E27FC236}">
                      <a16:creationId xmlns:a16="http://schemas.microsoft.com/office/drawing/2014/main" id="{A2628996-888F-400C-B070-0EE33D9EAF21}"/>
                    </a:ext>
                  </a:extLst>
                </p14:cNvPr>
                <p14:cNvContentPartPr/>
                <p14:nvPr/>
              </p14:nvContentPartPr>
              <p14:xfrm>
                <a:off x="4489133" y="5089893"/>
                <a:ext cx="1309320" cy="129960"/>
              </p14:xfrm>
            </p:contentPart>
          </mc:Choice>
          <mc:Fallback>
            <p:pic>
              <p:nvPicPr>
                <p:cNvPr id="74" name="墨迹 73">
                  <a:extLst>
                    <a:ext uri="{FF2B5EF4-FFF2-40B4-BE49-F238E27FC236}">
                      <a16:creationId xmlns:a16="http://schemas.microsoft.com/office/drawing/2014/main" id="{A2628996-888F-400C-B070-0EE33D9EAF2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480493" y="5081253"/>
                  <a:ext cx="13269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75" name="墨迹 74">
                  <a:extLst>
                    <a:ext uri="{FF2B5EF4-FFF2-40B4-BE49-F238E27FC236}">
                      <a16:creationId xmlns:a16="http://schemas.microsoft.com/office/drawing/2014/main" id="{F65FCE03-EAFC-49E2-BAA5-AA0192804DB1}"/>
                    </a:ext>
                  </a:extLst>
                </p14:cNvPr>
                <p14:cNvContentPartPr/>
                <p14:nvPr/>
              </p14:nvContentPartPr>
              <p14:xfrm>
                <a:off x="3920333" y="5179893"/>
                <a:ext cx="426600" cy="914040"/>
              </p14:xfrm>
            </p:contentPart>
          </mc:Choice>
          <mc:Fallback>
            <p:pic>
              <p:nvPicPr>
                <p:cNvPr id="75" name="墨迹 74">
                  <a:extLst>
                    <a:ext uri="{FF2B5EF4-FFF2-40B4-BE49-F238E27FC236}">
                      <a16:creationId xmlns:a16="http://schemas.microsoft.com/office/drawing/2014/main" id="{F65FCE03-EAFC-49E2-BAA5-AA0192804DB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911333" y="5170893"/>
                  <a:ext cx="444240" cy="9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76" name="墨迹 75">
                  <a:extLst>
                    <a:ext uri="{FF2B5EF4-FFF2-40B4-BE49-F238E27FC236}">
                      <a16:creationId xmlns:a16="http://schemas.microsoft.com/office/drawing/2014/main" id="{BFC26A19-0083-40FE-880D-2350A4C3F08A}"/>
                    </a:ext>
                  </a:extLst>
                </p14:cNvPr>
                <p14:cNvContentPartPr/>
                <p14:nvPr/>
              </p14:nvContentPartPr>
              <p14:xfrm>
                <a:off x="4463213" y="5375013"/>
                <a:ext cx="331560" cy="416520"/>
              </p14:xfrm>
            </p:contentPart>
          </mc:Choice>
          <mc:Fallback>
            <p:pic>
              <p:nvPicPr>
                <p:cNvPr id="76" name="墨迹 75">
                  <a:extLst>
                    <a:ext uri="{FF2B5EF4-FFF2-40B4-BE49-F238E27FC236}">
                      <a16:creationId xmlns:a16="http://schemas.microsoft.com/office/drawing/2014/main" id="{BFC26A19-0083-40FE-880D-2350A4C3F08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454573" y="5366013"/>
                  <a:ext cx="349200" cy="4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77" name="墨迹 76">
                  <a:extLst>
                    <a:ext uri="{FF2B5EF4-FFF2-40B4-BE49-F238E27FC236}">
                      <a16:creationId xmlns:a16="http://schemas.microsoft.com/office/drawing/2014/main" id="{CF8A7F12-638A-4B09-AAE1-DB3F151F5DD5}"/>
                    </a:ext>
                  </a:extLst>
                </p14:cNvPr>
                <p14:cNvContentPartPr/>
                <p14:nvPr/>
              </p14:nvContentPartPr>
              <p14:xfrm>
                <a:off x="4733213" y="5396253"/>
                <a:ext cx="154800" cy="445320"/>
              </p14:xfrm>
            </p:contentPart>
          </mc:Choice>
          <mc:Fallback>
            <p:pic>
              <p:nvPicPr>
                <p:cNvPr id="77" name="墨迹 76">
                  <a:extLst>
                    <a:ext uri="{FF2B5EF4-FFF2-40B4-BE49-F238E27FC236}">
                      <a16:creationId xmlns:a16="http://schemas.microsoft.com/office/drawing/2014/main" id="{CF8A7F12-638A-4B09-AAE1-DB3F151F5DD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724213" y="5387253"/>
                  <a:ext cx="17244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78" name="墨迹 77">
                  <a:extLst>
                    <a:ext uri="{FF2B5EF4-FFF2-40B4-BE49-F238E27FC236}">
                      <a16:creationId xmlns:a16="http://schemas.microsoft.com/office/drawing/2014/main" id="{1AB8646A-608A-450C-ABCA-EA332CDC209E}"/>
                    </a:ext>
                  </a:extLst>
                </p14:cNvPr>
                <p14:cNvContentPartPr/>
                <p14:nvPr/>
              </p14:nvContentPartPr>
              <p14:xfrm>
                <a:off x="4923653" y="5759493"/>
                <a:ext cx="33480" cy="152640"/>
              </p14:xfrm>
            </p:contentPart>
          </mc:Choice>
          <mc:Fallback>
            <p:pic>
              <p:nvPicPr>
                <p:cNvPr id="78" name="墨迹 77">
                  <a:extLst>
                    <a:ext uri="{FF2B5EF4-FFF2-40B4-BE49-F238E27FC236}">
                      <a16:creationId xmlns:a16="http://schemas.microsoft.com/office/drawing/2014/main" id="{1AB8646A-608A-450C-ABCA-EA332CDC209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914653" y="5750493"/>
                  <a:ext cx="5112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79" name="墨迹 78">
                  <a:extLst>
                    <a:ext uri="{FF2B5EF4-FFF2-40B4-BE49-F238E27FC236}">
                      <a16:creationId xmlns:a16="http://schemas.microsoft.com/office/drawing/2014/main" id="{4487B193-CB43-44B5-ACE4-9CCCBE5FFE14}"/>
                    </a:ext>
                  </a:extLst>
                </p14:cNvPr>
                <p14:cNvContentPartPr/>
                <p14:nvPr/>
              </p14:nvContentPartPr>
              <p14:xfrm>
                <a:off x="4913573" y="5265933"/>
                <a:ext cx="186840" cy="229320"/>
              </p14:xfrm>
            </p:contentPart>
          </mc:Choice>
          <mc:Fallback>
            <p:pic>
              <p:nvPicPr>
                <p:cNvPr id="79" name="墨迹 78">
                  <a:extLst>
                    <a:ext uri="{FF2B5EF4-FFF2-40B4-BE49-F238E27FC236}">
                      <a16:creationId xmlns:a16="http://schemas.microsoft.com/office/drawing/2014/main" id="{4487B193-CB43-44B5-ACE4-9CCCBE5FFE1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904933" y="5256933"/>
                  <a:ext cx="2044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80" name="墨迹 79">
                  <a:extLst>
                    <a:ext uri="{FF2B5EF4-FFF2-40B4-BE49-F238E27FC236}">
                      <a16:creationId xmlns:a16="http://schemas.microsoft.com/office/drawing/2014/main" id="{0EC81B0E-F35D-47A0-8EEF-C4350DE5FB8C}"/>
                    </a:ext>
                  </a:extLst>
                </p14:cNvPr>
                <p14:cNvContentPartPr/>
                <p14:nvPr/>
              </p14:nvContentPartPr>
              <p14:xfrm>
                <a:off x="5080613" y="5609013"/>
                <a:ext cx="250200" cy="14760"/>
              </p14:xfrm>
            </p:contentPart>
          </mc:Choice>
          <mc:Fallback>
            <p:pic>
              <p:nvPicPr>
                <p:cNvPr id="80" name="墨迹 79">
                  <a:extLst>
                    <a:ext uri="{FF2B5EF4-FFF2-40B4-BE49-F238E27FC236}">
                      <a16:creationId xmlns:a16="http://schemas.microsoft.com/office/drawing/2014/main" id="{0EC81B0E-F35D-47A0-8EEF-C4350DE5FB8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071613" y="5600013"/>
                  <a:ext cx="2678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81" name="墨迹 80">
                  <a:extLst>
                    <a:ext uri="{FF2B5EF4-FFF2-40B4-BE49-F238E27FC236}">
                      <a16:creationId xmlns:a16="http://schemas.microsoft.com/office/drawing/2014/main" id="{7840BFC4-2CFF-45A3-B431-573C90E027E4}"/>
                    </a:ext>
                  </a:extLst>
                </p14:cNvPr>
                <p14:cNvContentPartPr/>
                <p14:nvPr/>
              </p14:nvContentPartPr>
              <p14:xfrm>
                <a:off x="5205893" y="5411373"/>
                <a:ext cx="271800" cy="400320"/>
              </p14:xfrm>
            </p:contentPart>
          </mc:Choice>
          <mc:Fallback>
            <p:pic>
              <p:nvPicPr>
                <p:cNvPr id="81" name="墨迹 80">
                  <a:extLst>
                    <a:ext uri="{FF2B5EF4-FFF2-40B4-BE49-F238E27FC236}">
                      <a16:creationId xmlns:a16="http://schemas.microsoft.com/office/drawing/2014/main" id="{7840BFC4-2CFF-45A3-B431-573C90E027E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197253" y="5402373"/>
                  <a:ext cx="28944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82" name="墨迹 81">
                  <a:extLst>
                    <a:ext uri="{FF2B5EF4-FFF2-40B4-BE49-F238E27FC236}">
                      <a16:creationId xmlns:a16="http://schemas.microsoft.com/office/drawing/2014/main" id="{E117E5D9-97EC-4096-A09F-402957D3D656}"/>
                    </a:ext>
                  </a:extLst>
                </p14:cNvPr>
                <p14:cNvContentPartPr/>
                <p14:nvPr/>
              </p14:nvContentPartPr>
              <p14:xfrm>
                <a:off x="5532773" y="5337933"/>
                <a:ext cx="87480" cy="390240"/>
              </p14:xfrm>
            </p:contentPart>
          </mc:Choice>
          <mc:Fallback>
            <p:pic>
              <p:nvPicPr>
                <p:cNvPr id="82" name="墨迹 81">
                  <a:extLst>
                    <a:ext uri="{FF2B5EF4-FFF2-40B4-BE49-F238E27FC236}">
                      <a16:creationId xmlns:a16="http://schemas.microsoft.com/office/drawing/2014/main" id="{E117E5D9-97EC-4096-A09F-402957D3D65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523773" y="5329293"/>
                  <a:ext cx="10512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83" name="墨迹 82">
                  <a:extLst>
                    <a:ext uri="{FF2B5EF4-FFF2-40B4-BE49-F238E27FC236}">
                      <a16:creationId xmlns:a16="http://schemas.microsoft.com/office/drawing/2014/main" id="{DC9A943E-53F5-45E2-B405-BDEF90045E70}"/>
                    </a:ext>
                  </a:extLst>
                </p14:cNvPr>
                <p14:cNvContentPartPr/>
                <p14:nvPr/>
              </p14:nvContentPartPr>
              <p14:xfrm>
                <a:off x="5577413" y="5640693"/>
                <a:ext cx="156240" cy="162360"/>
              </p14:xfrm>
            </p:contentPart>
          </mc:Choice>
          <mc:Fallback>
            <p:pic>
              <p:nvPicPr>
                <p:cNvPr id="83" name="墨迹 82">
                  <a:extLst>
                    <a:ext uri="{FF2B5EF4-FFF2-40B4-BE49-F238E27FC236}">
                      <a16:creationId xmlns:a16="http://schemas.microsoft.com/office/drawing/2014/main" id="{DC9A943E-53F5-45E2-B405-BDEF90045E7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568413" y="5632053"/>
                  <a:ext cx="17388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84" name="墨迹 83">
                  <a:extLst>
                    <a:ext uri="{FF2B5EF4-FFF2-40B4-BE49-F238E27FC236}">
                      <a16:creationId xmlns:a16="http://schemas.microsoft.com/office/drawing/2014/main" id="{D5826DB0-E3D1-432A-8D40-F30608B2A204}"/>
                    </a:ext>
                  </a:extLst>
                </p14:cNvPr>
                <p14:cNvContentPartPr/>
                <p14:nvPr/>
              </p14:nvContentPartPr>
              <p14:xfrm>
                <a:off x="5685413" y="5246133"/>
                <a:ext cx="261360" cy="149400"/>
              </p14:xfrm>
            </p:contentPart>
          </mc:Choice>
          <mc:Fallback>
            <p:pic>
              <p:nvPicPr>
                <p:cNvPr id="84" name="墨迹 83">
                  <a:extLst>
                    <a:ext uri="{FF2B5EF4-FFF2-40B4-BE49-F238E27FC236}">
                      <a16:creationId xmlns:a16="http://schemas.microsoft.com/office/drawing/2014/main" id="{D5826DB0-E3D1-432A-8D40-F30608B2A204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676773" y="5237133"/>
                  <a:ext cx="2790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85" name="墨迹 84">
                  <a:extLst>
                    <a:ext uri="{FF2B5EF4-FFF2-40B4-BE49-F238E27FC236}">
                      <a16:creationId xmlns:a16="http://schemas.microsoft.com/office/drawing/2014/main" id="{F56BBAD4-EF90-4F95-97E4-BF9DAE2FAD45}"/>
                    </a:ext>
                  </a:extLst>
                </p14:cNvPr>
                <p14:cNvContentPartPr/>
                <p14:nvPr/>
              </p14:nvContentPartPr>
              <p14:xfrm>
                <a:off x="6332333" y="5322093"/>
                <a:ext cx="362880" cy="16920"/>
              </p14:xfrm>
            </p:contentPart>
          </mc:Choice>
          <mc:Fallback>
            <p:pic>
              <p:nvPicPr>
                <p:cNvPr id="85" name="墨迹 84">
                  <a:extLst>
                    <a:ext uri="{FF2B5EF4-FFF2-40B4-BE49-F238E27FC236}">
                      <a16:creationId xmlns:a16="http://schemas.microsoft.com/office/drawing/2014/main" id="{F56BBAD4-EF90-4F95-97E4-BF9DAE2FAD4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323333" y="5313453"/>
                  <a:ext cx="3805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86" name="墨迹 85">
                  <a:extLst>
                    <a:ext uri="{FF2B5EF4-FFF2-40B4-BE49-F238E27FC236}">
                      <a16:creationId xmlns:a16="http://schemas.microsoft.com/office/drawing/2014/main" id="{1528160E-0D30-4612-BEFC-49A918852517}"/>
                    </a:ext>
                  </a:extLst>
                </p14:cNvPr>
                <p14:cNvContentPartPr/>
                <p14:nvPr/>
              </p14:nvContentPartPr>
              <p14:xfrm>
                <a:off x="6240533" y="5249373"/>
                <a:ext cx="167760" cy="257040"/>
              </p14:xfrm>
            </p:contentPart>
          </mc:Choice>
          <mc:Fallback>
            <p:pic>
              <p:nvPicPr>
                <p:cNvPr id="86" name="墨迹 85">
                  <a:extLst>
                    <a:ext uri="{FF2B5EF4-FFF2-40B4-BE49-F238E27FC236}">
                      <a16:creationId xmlns:a16="http://schemas.microsoft.com/office/drawing/2014/main" id="{1528160E-0D30-4612-BEFC-49A91885251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231893" y="5240733"/>
                  <a:ext cx="18540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87" name="墨迹 86">
                  <a:extLst>
                    <a:ext uri="{FF2B5EF4-FFF2-40B4-BE49-F238E27FC236}">
                      <a16:creationId xmlns:a16="http://schemas.microsoft.com/office/drawing/2014/main" id="{A410B4D5-9A79-4734-A606-ED1F95EE2C90}"/>
                    </a:ext>
                  </a:extLst>
                </p14:cNvPr>
                <p14:cNvContentPartPr/>
                <p14:nvPr/>
              </p14:nvContentPartPr>
              <p14:xfrm>
                <a:off x="6763253" y="4836453"/>
                <a:ext cx="1719720" cy="57240"/>
              </p14:xfrm>
            </p:contentPart>
          </mc:Choice>
          <mc:Fallback>
            <p:pic>
              <p:nvPicPr>
                <p:cNvPr id="87" name="墨迹 86">
                  <a:extLst>
                    <a:ext uri="{FF2B5EF4-FFF2-40B4-BE49-F238E27FC236}">
                      <a16:creationId xmlns:a16="http://schemas.microsoft.com/office/drawing/2014/main" id="{A410B4D5-9A79-4734-A606-ED1F95EE2C9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754613" y="4827813"/>
                  <a:ext cx="17373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88" name="墨迹 87">
                  <a:extLst>
                    <a:ext uri="{FF2B5EF4-FFF2-40B4-BE49-F238E27FC236}">
                      <a16:creationId xmlns:a16="http://schemas.microsoft.com/office/drawing/2014/main" id="{FED61205-2850-4E17-BCEA-1E40EF029D77}"/>
                    </a:ext>
                  </a:extLst>
                </p14:cNvPr>
                <p14:cNvContentPartPr/>
                <p14:nvPr/>
              </p14:nvContentPartPr>
              <p14:xfrm>
                <a:off x="6452573" y="5174133"/>
                <a:ext cx="307080" cy="740880"/>
              </p14:xfrm>
            </p:contentPart>
          </mc:Choice>
          <mc:Fallback>
            <p:pic>
              <p:nvPicPr>
                <p:cNvPr id="88" name="墨迹 87">
                  <a:extLst>
                    <a:ext uri="{FF2B5EF4-FFF2-40B4-BE49-F238E27FC236}">
                      <a16:creationId xmlns:a16="http://schemas.microsoft.com/office/drawing/2014/main" id="{FED61205-2850-4E17-BCEA-1E40EF029D7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443933" y="5165493"/>
                  <a:ext cx="324720" cy="75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89" name="墨迹 88">
                  <a:extLst>
                    <a:ext uri="{FF2B5EF4-FFF2-40B4-BE49-F238E27FC236}">
                      <a16:creationId xmlns:a16="http://schemas.microsoft.com/office/drawing/2014/main" id="{BC2D99BE-12B1-47DC-8D06-DFC901272202}"/>
                    </a:ext>
                  </a:extLst>
                </p14:cNvPr>
                <p14:cNvContentPartPr/>
                <p14:nvPr/>
              </p14:nvContentPartPr>
              <p14:xfrm>
                <a:off x="6996893" y="5271693"/>
                <a:ext cx="352440" cy="516600"/>
              </p14:xfrm>
            </p:contentPart>
          </mc:Choice>
          <mc:Fallback>
            <p:pic>
              <p:nvPicPr>
                <p:cNvPr id="89" name="墨迹 88">
                  <a:extLst>
                    <a:ext uri="{FF2B5EF4-FFF2-40B4-BE49-F238E27FC236}">
                      <a16:creationId xmlns:a16="http://schemas.microsoft.com/office/drawing/2014/main" id="{BC2D99BE-12B1-47DC-8D06-DFC90127220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988253" y="5263053"/>
                  <a:ext cx="370080" cy="53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90" name="墨迹 89">
                  <a:extLst>
                    <a:ext uri="{FF2B5EF4-FFF2-40B4-BE49-F238E27FC236}">
                      <a16:creationId xmlns:a16="http://schemas.microsoft.com/office/drawing/2014/main" id="{24D54470-0A77-4685-BD9B-FD3C9B0B9B10}"/>
                    </a:ext>
                  </a:extLst>
                </p14:cNvPr>
                <p14:cNvContentPartPr/>
                <p14:nvPr/>
              </p14:nvContentPartPr>
              <p14:xfrm>
                <a:off x="7408373" y="5591733"/>
                <a:ext cx="32760" cy="221040"/>
              </p14:xfrm>
            </p:contentPart>
          </mc:Choice>
          <mc:Fallback>
            <p:pic>
              <p:nvPicPr>
                <p:cNvPr id="90" name="墨迹 89">
                  <a:extLst>
                    <a:ext uri="{FF2B5EF4-FFF2-40B4-BE49-F238E27FC236}">
                      <a16:creationId xmlns:a16="http://schemas.microsoft.com/office/drawing/2014/main" id="{24D54470-0A77-4685-BD9B-FD3C9B0B9B1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399373" y="5583093"/>
                  <a:ext cx="5040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91" name="墨迹 90">
                  <a:extLst>
                    <a:ext uri="{FF2B5EF4-FFF2-40B4-BE49-F238E27FC236}">
                      <a16:creationId xmlns:a16="http://schemas.microsoft.com/office/drawing/2014/main" id="{098B6AC6-E29D-4403-A2CE-179A0459B8DD}"/>
                    </a:ext>
                  </a:extLst>
                </p14:cNvPr>
                <p14:cNvContentPartPr/>
                <p14:nvPr/>
              </p14:nvContentPartPr>
              <p14:xfrm>
                <a:off x="7409453" y="4982973"/>
                <a:ext cx="222840" cy="219960"/>
              </p14:xfrm>
            </p:contentPart>
          </mc:Choice>
          <mc:Fallback>
            <p:pic>
              <p:nvPicPr>
                <p:cNvPr id="91" name="墨迹 90">
                  <a:extLst>
                    <a:ext uri="{FF2B5EF4-FFF2-40B4-BE49-F238E27FC236}">
                      <a16:creationId xmlns:a16="http://schemas.microsoft.com/office/drawing/2014/main" id="{098B6AC6-E29D-4403-A2CE-179A0459B8D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400453" y="4973973"/>
                  <a:ext cx="24048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92" name="墨迹 91">
                  <a:extLst>
                    <a:ext uri="{FF2B5EF4-FFF2-40B4-BE49-F238E27FC236}">
                      <a16:creationId xmlns:a16="http://schemas.microsoft.com/office/drawing/2014/main" id="{76E84CDA-82CA-49AD-8FE8-829E39BACC44}"/>
                    </a:ext>
                  </a:extLst>
                </p14:cNvPr>
                <p14:cNvContentPartPr/>
                <p14:nvPr/>
              </p14:nvContentPartPr>
              <p14:xfrm>
                <a:off x="7655693" y="5233173"/>
                <a:ext cx="289800" cy="414000"/>
              </p14:xfrm>
            </p:contentPart>
          </mc:Choice>
          <mc:Fallback>
            <p:pic>
              <p:nvPicPr>
                <p:cNvPr id="92" name="墨迹 91">
                  <a:extLst>
                    <a:ext uri="{FF2B5EF4-FFF2-40B4-BE49-F238E27FC236}">
                      <a16:creationId xmlns:a16="http://schemas.microsoft.com/office/drawing/2014/main" id="{76E84CDA-82CA-49AD-8FE8-829E39BACC4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647053" y="5224173"/>
                  <a:ext cx="30744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93" name="墨迹 92">
                  <a:extLst>
                    <a:ext uri="{FF2B5EF4-FFF2-40B4-BE49-F238E27FC236}">
                      <a16:creationId xmlns:a16="http://schemas.microsoft.com/office/drawing/2014/main" id="{7681DA2C-A651-4DC5-8784-25703A7EB82D}"/>
                    </a:ext>
                  </a:extLst>
                </p14:cNvPr>
                <p14:cNvContentPartPr/>
                <p14:nvPr/>
              </p14:nvContentPartPr>
              <p14:xfrm>
                <a:off x="7894733" y="5224533"/>
                <a:ext cx="396720" cy="502920"/>
              </p14:xfrm>
            </p:contentPart>
          </mc:Choice>
          <mc:Fallback>
            <p:pic>
              <p:nvPicPr>
                <p:cNvPr id="93" name="墨迹 92">
                  <a:extLst>
                    <a:ext uri="{FF2B5EF4-FFF2-40B4-BE49-F238E27FC236}">
                      <a16:creationId xmlns:a16="http://schemas.microsoft.com/office/drawing/2014/main" id="{7681DA2C-A651-4DC5-8784-25703A7EB82D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885733" y="5215533"/>
                  <a:ext cx="414360" cy="52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94" name="墨迹 93">
                  <a:extLst>
                    <a:ext uri="{FF2B5EF4-FFF2-40B4-BE49-F238E27FC236}">
                      <a16:creationId xmlns:a16="http://schemas.microsoft.com/office/drawing/2014/main" id="{A6A67C44-EC1B-470F-AA3A-2F89BD2BFF11}"/>
                    </a:ext>
                  </a:extLst>
                </p14:cNvPr>
                <p14:cNvContentPartPr/>
                <p14:nvPr/>
              </p14:nvContentPartPr>
              <p14:xfrm>
                <a:off x="8215493" y="5596053"/>
                <a:ext cx="204480" cy="181800"/>
              </p14:xfrm>
            </p:contentPart>
          </mc:Choice>
          <mc:Fallback>
            <p:pic>
              <p:nvPicPr>
                <p:cNvPr id="94" name="墨迹 93">
                  <a:extLst>
                    <a:ext uri="{FF2B5EF4-FFF2-40B4-BE49-F238E27FC236}">
                      <a16:creationId xmlns:a16="http://schemas.microsoft.com/office/drawing/2014/main" id="{A6A67C44-EC1B-470F-AA3A-2F89BD2BFF1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206493" y="5587413"/>
                  <a:ext cx="2221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95" name="墨迹 94">
                  <a:extLst>
                    <a:ext uri="{FF2B5EF4-FFF2-40B4-BE49-F238E27FC236}">
                      <a16:creationId xmlns:a16="http://schemas.microsoft.com/office/drawing/2014/main" id="{9482D740-CC43-47B1-B847-8D9D664941A2}"/>
                    </a:ext>
                  </a:extLst>
                </p14:cNvPr>
                <p14:cNvContentPartPr/>
                <p14:nvPr/>
              </p14:nvContentPartPr>
              <p14:xfrm>
                <a:off x="8401253" y="5024373"/>
                <a:ext cx="235800" cy="311400"/>
              </p14:xfrm>
            </p:contentPart>
          </mc:Choice>
          <mc:Fallback>
            <p:pic>
              <p:nvPicPr>
                <p:cNvPr id="95" name="墨迹 94">
                  <a:extLst>
                    <a:ext uri="{FF2B5EF4-FFF2-40B4-BE49-F238E27FC236}">
                      <a16:creationId xmlns:a16="http://schemas.microsoft.com/office/drawing/2014/main" id="{9482D740-CC43-47B1-B847-8D9D664941A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392253" y="5015733"/>
                  <a:ext cx="25344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98" name="墨迹 97">
                  <a:extLst>
                    <a:ext uri="{FF2B5EF4-FFF2-40B4-BE49-F238E27FC236}">
                      <a16:creationId xmlns:a16="http://schemas.microsoft.com/office/drawing/2014/main" id="{3E111890-7792-46D1-AB7D-94B3906BAC4B}"/>
                    </a:ext>
                  </a:extLst>
                </p14:cNvPr>
                <p14:cNvContentPartPr/>
                <p14:nvPr/>
              </p14:nvContentPartPr>
              <p14:xfrm>
                <a:off x="3563573" y="4814133"/>
                <a:ext cx="2491560" cy="1572480"/>
              </p14:xfrm>
            </p:contentPart>
          </mc:Choice>
          <mc:Fallback>
            <p:pic>
              <p:nvPicPr>
                <p:cNvPr id="98" name="墨迹 97">
                  <a:extLst>
                    <a:ext uri="{FF2B5EF4-FFF2-40B4-BE49-F238E27FC236}">
                      <a16:creationId xmlns:a16="http://schemas.microsoft.com/office/drawing/2014/main" id="{3E111890-7792-46D1-AB7D-94B3906BAC4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554933" y="4805493"/>
                  <a:ext cx="2509200" cy="159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99" name="墨迹 98">
                  <a:extLst>
                    <a:ext uri="{FF2B5EF4-FFF2-40B4-BE49-F238E27FC236}">
                      <a16:creationId xmlns:a16="http://schemas.microsoft.com/office/drawing/2014/main" id="{A57FB1BE-5D61-4BEE-A5D2-C9137E92B87D}"/>
                    </a:ext>
                  </a:extLst>
                </p14:cNvPr>
                <p14:cNvContentPartPr/>
                <p14:nvPr/>
              </p14:nvContentPartPr>
              <p14:xfrm>
                <a:off x="2795333" y="4926093"/>
                <a:ext cx="810000" cy="555480"/>
              </p14:xfrm>
            </p:contentPart>
          </mc:Choice>
          <mc:Fallback>
            <p:pic>
              <p:nvPicPr>
                <p:cNvPr id="99" name="墨迹 98">
                  <a:extLst>
                    <a:ext uri="{FF2B5EF4-FFF2-40B4-BE49-F238E27FC236}">
                      <a16:creationId xmlns:a16="http://schemas.microsoft.com/office/drawing/2014/main" id="{A57FB1BE-5D61-4BEE-A5D2-C9137E92B87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786693" y="4917093"/>
                  <a:ext cx="827640" cy="57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00" name="墨迹 99">
                  <a:extLst>
                    <a:ext uri="{FF2B5EF4-FFF2-40B4-BE49-F238E27FC236}">
                      <a16:creationId xmlns:a16="http://schemas.microsoft.com/office/drawing/2014/main" id="{F3C41D88-3221-413A-8C73-E946C56E73AE}"/>
                    </a:ext>
                  </a:extLst>
                </p14:cNvPr>
                <p14:cNvContentPartPr/>
                <p14:nvPr/>
              </p14:nvContentPartPr>
              <p14:xfrm>
                <a:off x="2598413" y="4852653"/>
                <a:ext cx="265680" cy="401760"/>
              </p14:xfrm>
            </p:contentPart>
          </mc:Choice>
          <mc:Fallback>
            <p:pic>
              <p:nvPicPr>
                <p:cNvPr id="100" name="墨迹 99">
                  <a:extLst>
                    <a:ext uri="{FF2B5EF4-FFF2-40B4-BE49-F238E27FC236}">
                      <a16:creationId xmlns:a16="http://schemas.microsoft.com/office/drawing/2014/main" id="{F3C41D88-3221-413A-8C73-E946C56E73A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589413" y="4843653"/>
                  <a:ext cx="28332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01" name="墨迹 100">
                  <a:extLst>
                    <a:ext uri="{FF2B5EF4-FFF2-40B4-BE49-F238E27FC236}">
                      <a16:creationId xmlns:a16="http://schemas.microsoft.com/office/drawing/2014/main" id="{640EE983-7182-4162-8CB7-12A897A73A67}"/>
                    </a:ext>
                  </a:extLst>
                </p14:cNvPr>
                <p14:cNvContentPartPr/>
                <p14:nvPr/>
              </p14:nvContentPartPr>
              <p14:xfrm>
                <a:off x="2994053" y="4780653"/>
                <a:ext cx="316800" cy="290160"/>
              </p14:xfrm>
            </p:contentPart>
          </mc:Choice>
          <mc:Fallback>
            <p:pic>
              <p:nvPicPr>
                <p:cNvPr id="101" name="墨迹 100">
                  <a:extLst>
                    <a:ext uri="{FF2B5EF4-FFF2-40B4-BE49-F238E27FC236}">
                      <a16:creationId xmlns:a16="http://schemas.microsoft.com/office/drawing/2014/main" id="{640EE983-7182-4162-8CB7-12A897A73A6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985413" y="4772013"/>
                  <a:ext cx="33444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02" name="墨迹 101">
                  <a:extLst>
                    <a:ext uri="{FF2B5EF4-FFF2-40B4-BE49-F238E27FC236}">
                      <a16:creationId xmlns:a16="http://schemas.microsoft.com/office/drawing/2014/main" id="{CCACF0A7-4A34-4B6A-989B-D6182B4199E4}"/>
                    </a:ext>
                  </a:extLst>
                </p14:cNvPr>
                <p14:cNvContentPartPr/>
                <p14:nvPr/>
              </p14:nvContentPartPr>
              <p14:xfrm>
                <a:off x="650093" y="4399053"/>
                <a:ext cx="389520" cy="55800"/>
              </p14:xfrm>
            </p:contentPart>
          </mc:Choice>
          <mc:Fallback>
            <p:pic>
              <p:nvPicPr>
                <p:cNvPr id="102" name="墨迹 101">
                  <a:extLst>
                    <a:ext uri="{FF2B5EF4-FFF2-40B4-BE49-F238E27FC236}">
                      <a16:creationId xmlns:a16="http://schemas.microsoft.com/office/drawing/2014/main" id="{CCACF0A7-4A34-4B6A-989B-D6182B4199E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41453" y="4390053"/>
                  <a:ext cx="4071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03" name="墨迹 102">
                  <a:extLst>
                    <a:ext uri="{FF2B5EF4-FFF2-40B4-BE49-F238E27FC236}">
                      <a16:creationId xmlns:a16="http://schemas.microsoft.com/office/drawing/2014/main" id="{8C77A76D-CB43-4A19-87B8-21F032099535}"/>
                    </a:ext>
                  </a:extLst>
                </p14:cNvPr>
                <p14:cNvContentPartPr/>
                <p14:nvPr/>
              </p14:nvContentPartPr>
              <p14:xfrm>
                <a:off x="808493" y="4162893"/>
                <a:ext cx="247680" cy="572040"/>
              </p14:xfrm>
            </p:contentPart>
          </mc:Choice>
          <mc:Fallback>
            <p:pic>
              <p:nvPicPr>
                <p:cNvPr id="103" name="墨迹 102">
                  <a:extLst>
                    <a:ext uri="{FF2B5EF4-FFF2-40B4-BE49-F238E27FC236}">
                      <a16:creationId xmlns:a16="http://schemas.microsoft.com/office/drawing/2014/main" id="{8C77A76D-CB43-4A19-87B8-21F03209953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99493" y="4154253"/>
                  <a:ext cx="265320" cy="58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04" name="墨迹 103">
                  <a:extLst>
                    <a:ext uri="{FF2B5EF4-FFF2-40B4-BE49-F238E27FC236}">
                      <a16:creationId xmlns:a16="http://schemas.microsoft.com/office/drawing/2014/main" id="{04CD5CF1-1777-4AEA-8E72-28F386FE6E73}"/>
                    </a:ext>
                  </a:extLst>
                </p14:cNvPr>
                <p14:cNvContentPartPr/>
                <p14:nvPr/>
              </p14:nvContentPartPr>
              <p14:xfrm>
                <a:off x="835493" y="4049493"/>
                <a:ext cx="559800" cy="464760"/>
              </p14:xfrm>
            </p:contentPart>
          </mc:Choice>
          <mc:Fallback>
            <p:pic>
              <p:nvPicPr>
                <p:cNvPr id="104" name="墨迹 103">
                  <a:extLst>
                    <a:ext uri="{FF2B5EF4-FFF2-40B4-BE49-F238E27FC236}">
                      <a16:creationId xmlns:a16="http://schemas.microsoft.com/office/drawing/2014/main" id="{04CD5CF1-1777-4AEA-8E72-28F386FE6E7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26853" y="4040493"/>
                  <a:ext cx="577440" cy="48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05" name="墨迹 104">
                  <a:extLst>
                    <a:ext uri="{FF2B5EF4-FFF2-40B4-BE49-F238E27FC236}">
                      <a16:creationId xmlns:a16="http://schemas.microsoft.com/office/drawing/2014/main" id="{BD903AAC-142D-4D1A-B8B0-471FFE201302}"/>
                    </a:ext>
                  </a:extLst>
                </p14:cNvPr>
                <p14:cNvContentPartPr/>
                <p14:nvPr/>
              </p14:nvContentPartPr>
              <p14:xfrm>
                <a:off x="1225373" y="4193853"/>
                <a:ext cx="293040" cy="30600"/>
              </p14:xfrm>
            </p:contentPart>
          </mc:Choice>
          <mc:Fallback>
            <p:pic>
              <p:nvPicPr>
                <p:cNvPr id="105" name="墨迹 104">
                  <a:extLst>
                    <a:ext uri="{FF2B5EF4-FFF2-40B4-BE49-F238E27FC236}">
                      <a16:creationId xmlns:a16="http://schemas.microsoft.com/office/drawing/2014/main" id="{BD903AAC-142D-4D1A-B8B0-471FFE20130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216373" y="4185213"/>
                  <a:ext cx="3106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06" name="墨迹 105">
                  <a:extLst>
                    <a:ext uri="{FF2B5EF4-FFF2-40B4-BE49-F238E27FC236}">
                      <a16:creationId xmlns:a16="http://schemas.microsoft.com/office/drawing/2014/main" id="{8E6506CE-DA9F-440C-AD07-94B5315256CA}"/>
                    </a:ext>
                  </a:extLst>
                </p14:cNvPr>
                <p14:cNvContentPartPr/>
                <p14:nvPr/>
              </p14:nvContentPartPr>
              <p14:xfrm>
                <a:off x="1196933" y="4132653"/>
                <a:ext cx="306720" cy="460080"/>
              </p14:xfrm>
            </p:contentPart>
          </mc:Choice>
          <mc:Fallback>
            <p:pic>
              <p:nvPicPr>
                <p:cNvPr id="106" name="墨迹 105">
                  <a:extLst>
                    <a:ext uri="{FF2B5EF4-FFF2-40B4-BE49-F238E27FC236}">
                      <a16:creationId xmlns:a16="http://schemas.microsoft.com/office/drawing/2014/main" id="{8E6506CE-DA9F-440C-AD07-94B5315256C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88293" y="4124013"/>
                  <a:ext cx="324360" cy="47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07" name="墨迹 106">
                  <a:extLst>
                    <a:ext uri="{FF2B5EF4-FFF2-40B4-BE49-F238E27FC236}">
                      <a16:creationId xmlns:a16="http://schemas.microsoft.com/office/drawing/2014/main" id="{3B42B990-B31E-4D41-BEC0-260F5054C362}"/>
                    </a:ext>
                  </a:extLst>
                </p14:cNvPr>
                <p14:cNvContentPartPr/>
                <p14:nvPr/>
              </p14:nvContentPartPr>
              <p14:xfrm>
                <a:off x="1357853" y="4404813"/>
                <a:ext cx="239760" cy="241560"/>
              </p14:xfrm>
            </p:contentPart>
          </mc:Choice>
          <mc:Fallback>
            <p:pic>
              <p:nvPicPr>
                <p:cNvPr id="107" name="墨迹 106">
                  <a:extLst>
                    <a:ext uri="{FF2B5EF4-FFF2-40B4-BE49-F238E27FC236}">
                      <a16:creationId xmlns:a16="http://schemas.microsoft.com/office/drawing/2014/main" id="{3B42B990-B31E-4D41-BEC0-260F5054C36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349213" y="4395813"/>
                  <a:ext cx="2574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08" name="墨迹 107">
                  <a:extLst>
                    <a:ext uri="{FF2B5EF4-FFF2-40B4-BE49-F238E27FC236}">
                      <a16:creationId xmlns:a16="http://schemas.microsoft.com/office/drawing/2014/main" id="{9547DFAC-CD7C-4366-8E12-D81EA335B5C1}"/>
                    </a:ext>
                  </a:extLst>
                </p14:cNvPr>
                <p14:cNvContentPartPr/>
                <p14:nvPr/>
              </p14:nvContentPartPr>
              <p14:xfrm>
                <a:off x="1639013" y="4025733"/>
                <a:ext cx="94320" cy="582840"/>
              </p14:xfrm>
            </p:contentPart>
          </mc:Choice>
          <mc:Fallback>
            <p:pic>
              <p:nvPicPr>
                <p:cNvPr id="108" name="墨迹 107">
                  <a:extLst>
                    <a:ext uri="{FF2B5EF4-FFF2-40B4-BE49-F238E27FC236}">
                      <a16:creationId xmlns:a16="http://schemas.microsoft.com/office/drawing/2014/main" id="{9547DFAC-CD7C-4366-8E12-D81EA335B5C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630373" y="4016733"/>
                  <a:ext cx="111960" cy="60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09" name="墨迹 108">
                  <a:extLst>
                    <a:ext uri="{FF2B5EF4-FFF2-40B4-BE49-F238E27FC236}">
                      <a16:creationId xmlns:a16="http://schemas.microsoft.com/office/drawing/2014/main" id="{E59E273C-1EF5-4356-B8B8-AB68F169FDA1}"/>
                    </a:ext>
                  </a:extLst>
                </p14:cNvPr>
                <p14:cNvContentPartPr/>
                <p14:nvPr/>
              </p14:nvContentPartPr>
              <p14:xfrm>
                <a:off x="1835573" y="4063173"/>
                <a:ext cx="192240" cy="329040"/>
              </p14:xfrm>
            </p:contentPart>
          </mc:Choice>
          <mc:Fallback>
            <p:pic>
              <p:nvPicPr>
                <p:cNvPr id="109" name="墨迹 108">
                  <a:extLst>
                    <a:ext uri="{FF2B5EF4-FFF2-40B4-BE49-F238E27FC236}">
                      <a16:creationId xmlns:a16="http://schemas.microsoft.com/office/drawing/2014/main" id="{E59E273C-1EF5-4356-B8B8-AB68F169FDA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826573" y="4054173"/>
                  <a:ext cx="20988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10" name="墨迹 109">
                  <a:extLst>
                    <a:ext uri="{FF2B5EF4-FFF2-40B4-BE49-F238E27FC236}">
                      <a16:creationId xmlns:a16="http://schemas.microsoft.com/office/drawing/2014/main" id="{F0A3A1AE-0153-46DE-BFAD-159F62F7EB4B}"/>
                    </a:ext>
                  </a:extLst>
                </p14:cNvPr>
                <p14:cNvContentPartPr/>
                <p14:nvPr/>
              </p14:nvContentPartPr>
              <p14:xfrm>
                <a:off x="1816493" y="4252893"/>
                <a:ext cx="149760" cy="200880"/>
              </p14:xfrm>
            </p:contentPart>
          </mc:Choice>
          <mc:Fallback>
            <p:pic>
              <p:nvPicPr>
                <p:cNvPr id="110" name="墨迹 109">
                  <a:extLst>
                    <a:ext uri="{FF2B5EF4-FFF2-40B4-BE49-F238E27FC236}">
                      <a16:creationId xmlns:a16="http://schemas.microsoft.com/office/drawing/2014/main" id="{F0A3A1AE-0153-46DE-BFAD-159F62F7EB4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807493" y="4243893"/>
                  <a:ext cx="1674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11" name="墨迹 110">
                  <a:extLst>
                    <a:ext uri="{FF2B5EF4-FFF2-40B4-BE49-F238E27FC236}">
                      <a16:creationId xmlns:a16="http://schemas.microsoft.com/office/drawing/2014/main" id="{22F2C556-FCE2-447C-98CC-44A62F300099}"/>
                    </a:ext>
                  </a:extLst>
                </p14:cNvPr>
                <p14:cNvContentPartPr/>
                <p14:nvPr/>
              </p14:nvContentPartPr>
              <p14:xfrm>
                <a:off x="2157053" y="3953013"/>
                <a:ext cx="397080" cy="245520"/>
              </p14:xfrm>
            </p:contentPart>
          </mc:Choice>
          <mc:Fallback>
            <p:pic>
              <p:nvPicPr>
                <p:cNvPr id="111" name="墨迹 110">
                  <a:extLst>
                    <a:ext uri="{FF2B5EF4-FFF2-40B4-BE49-F238E27FC236}">
                      <a16:creationId xmlns:a16="http://schemas.microsoft.com/office/drawing/2014/main" id="{22F2C556-FCE2-447C-98CC-44A62F30009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148413" y="3944373"/>
                  <a:ext cx="4147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12" name="墨迹 111">
                  <a:extLst>
                    <a:ext uri="{FF2B5EF4-FFF2-40B4-BE49-F238E27FC236}">
                      <a16:creationId xmlns:a16="http://schemas.microsoft.com/office/drawing/2014/main" id="{8EC0DD64-2C42-4D5D-89CF-B7E0D45FDBFA}"/>
                    </a:ext>
                  </a:extLst>
                </p14:cNvPr>
                <p14:cNvContentPartPr/>
                <p14:nvPr/>
              </p14:nvContentPartPr>
              <p14:xfrm>
                <a:off x="2460173" y="4090533"/>
                <a:ext cx="309240" cy="434520"/>
              </p14:xfrm>
            </p:contentPart>
          </mc:Choice>
          <mc:Fallback>
            <p:pic>
              <p:nvPicPr>
                <p:cNvPr id="112" name="墨迹 111">
                  <a:extLst>
                    <a:ext uri="{FF2B5EF4-FFF2-40B4-BE49-F238E27FC236}">
                      <a16:creationId xmlns:a16="http://schemas.microsoft.com/office/drawing/2014/main" id="{8EC0DD64-2C42-4D5D-89CF-B7E0D45FDBF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451173" y="4081533"/>
                  <a:ext cx="32688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13" name="墨迹 112">
                  <a:extLst>
                    <a:ext uri="{FF2B5EF4-FFF2-40B4-BE49-F238E27FC236}">
                      <a16:creationId xmlns:a16="http://schemas.microsoft.com/office/drawing/2014/main" id="{B9B32270-1F5E-4A89-A85B-ED725BA9C867}"/>
                    </a:ext>
                  </a:extLst>
                </p14:cNvPr>
                <p14:cNvContentPartPr/>
                <p14:nvPr/>
              </p14:nvContentPartPr>
              <p14:xfrm>
                <a:off x="2576093" y="4036533"/>
                <a:ext cx="210240" cy="536040"/>
              </p14:xfrm>
            </p:contentPart>
          </mc:Choice>
          <mc:Fallback>
            <p:pic>
              <p:nvPicPr>
                <p:cNvPr id="113" name="墨迹 112">
                  <a:extLst>
                    <a:ext uri="{FF2B5EF4-FFF2-40B4-BE49-F238E27FC236}">
                      <a16:creationId xmlns:a16="http://schemas.microsoft.com/office/drawing/2014/main" id="{B9B32270-1F5E-4A89-A85B-ED725BA9C86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567093" y="4027533"/>
                  <a:ext cx="227880" cy="55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53" name="墨迹 52">
                  <a:extLst>
                    <a:ext uri="{FF2B5EF4-FFF2-40B4-BE49-F238E27FC236}">
                      <a16:creationId xmlns:a16="http://schemas.microsoft.com/office/drawing/2014/main" id="{E56774D0-6930-4CA3-9C05-FA5E4F594C6D}"/>
                    </a:ext>
                  </a:extLst>
                </p14:cNvPr>
                <p14:cNvContentPartPr/>
                <p14:nvPr/>
              </p14:nvContentPartPr>
              <p14:xfrm>
                <a:off x="3792173" y="3725133"/>
                <a:ext cx="212760" cy="526680"/>
              </p14:xfrm>
            </p:contentPart>
          </mc:Choice>
          <mc:Fallback>
            <p:pic>
              <p:nvPicPr>
                <p:cNvPr id="53" name="墨迹 52">
                  <a:extLst>
                    <a:ext uri="{FF2B5EF4-FFF2-40B4-BE49-F238E27FC236}">
                      <a16:creationId xmlns:a16="http://schemas.microsoft.com/office/drawing/2014/main" id="{E56774D0-6930-4CA3-9C05-FA5E4F594C6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783173" y="3716133"/>
                  <a:ext cx="230400" cy="54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54" name="墨迹 53">
                  <a:extLst>
                    <a:ext uri="{FF2B5EF4-FFF2-40B4-BE49-F238E27FC236}">
                      <a16:creationId xmlns:a16="http://schemas.microsoft.com/office/drawing/2014/main" id="{A5DA5C51-48FB-4FEF-9E15-DABFB47582F6}"/>
                    </a:ext>
                  </a:extLst>
                </p14:cNvPr>
                <p14:cNvContentPartPr/>
                <p14:nvPr/>
              </p14:nvContentPartPr>
              <p14:xfrm>
                <a:off x="3621173" y="3804693"/>
                <a:ext cx="345240" cy="388080"/>
              </p14:xfrm>
            </p:contentPart>
          </mc:Choice>
          <mc:Fallback>
            <p:pic>
              <p:nvPicPr>
                <p:cNvPr id="54" name="墨迹 53">
                  <a:extLst>
                    <a:ext uri="{FF2B5EF4-FFF2-40B4-BE49-F238E27FC236}">
                      <a16:creationId xmlns:a16="http://schemas.microsoft.com/office/drawing/2014/main" id="{A5DA5C51-48FB-4FEF-9E15-DABFB47582F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612533" y="3796053"/>
                  <a:ext cx="36288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55" name="墨迹 54">
                  <a:extLst>
                    <a:ext uri="{FF2B5EF4-FFF2-40B4-BE49-F238E27FC236}">
                      <a16:creationId xmlns:a16="http://schemas.microsoft.com/office/drawing/2014/main" id="{F38614C8-E5F0-461E-816C-EF4D7BFA6DBF}"/>
                    </a:ext>
                  </a:extLst>
                </p14:cNvPr>
                <p14:cNvContentPartPr/>
                <p14:nvPr/>
              </p14:nvContentPartPr>
              <p14:xfrm>
                <a:off x="4483733" y="3914853"/>
                <a:ext cx="369720" cy="455760"/>
              </p14:xfrm>
            </p:contentPart>
          </mc:Choice>
          <mc:Fallback>
            <p:pic>
              <p:nvPicPr>
                <p:cNvPr id="55" name="墨迹 54">
                  <a:extLst>
                    <a:ext uri="{FF2B5EF4-FFF2-40B4-BE49-F238E27FC236}">
                      <a16:creationId xmlns:a16="http://schemas.microsoft.com/office/drawing/2014/main" id="{F38614C8-E5F0-461E-816C-EF4D7BFA6DB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474733" y="3905853"/>
                  <a:ext cx="387360" cy="47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56" name="墨迹 55">
                  <a:extLst>
                    <a:ext uri="{FF2B5EF4-FFF2-40B4-BE49-F238E27FC236}">
                      <a16:creationId xmlns:a16="http://schemas.microsoft.com/office/drawing/2014/main" id="{CDBBC58F-C6A3-4DC3-9CBD-B43F5FF57062}"/>
                    </a:ext>
                  </a:extLst>
                </p14:cNvPr>
                <p14:cNvContentPartPr/>
                <p14:nvPr/>
              </p14:nvContentPartPr>
              <p14:xfrm>
                <a:off x="4883333" y="3941493"/>
                <a:ext cx="141120" cy="573480"/>
              </p14:xfrm>
            </p:contentPart>
          </mc:Choice>
          <mc:Fallback>
            <p:pic>
              <p:nvPicPr>
                <p:cNvPr id="56" name="墨迹 55">
                  <a:extLst>
                    <a:ext uri="{FF2B5EF4-FFF2-40B4-BE49-F238E27FC236}">
                      <a16:creationId xmlns:a16="http://schemas.microsoft.com/office/drawing/2014/main" id="{CDBBC58F-C6A3-4DC3-9CBD-B43F5FF5706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874693" y="3932853"/>
                  <a:ext cx="158760" cy="59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57" name="墨迹 56">
                  <a:extLst>
                    <a:ext uri="{FF2B5EF4-FFF2-40B4-BE49-F238E27FC236}">
                      <a16:creationId xmlns:a16="http://schemas.microsoft.com/office/drawing/2014/main" id="{B8E66375-AC09-4A8C-B5BE-E237798813D2}"/>
                    </a:ext>
                  </a:extLst>
                </p14:cNvPr>
                <p14:cNvContentPartPr/>
                <p14:nvPr/>
              </p14:nvContentPartPr>
              <p14:xfrm>
                <a:off x="5146853" y="4175133"/>
                <a:ext cx="21960" cy="30600"/>
              </p14:xfrm>
            </p:contentPart>
          </mc:Choice>
          <mc:Fallback>
            <p:pic>
              <p:nvPicPr>
                <p:cNvPr id="57" name="墨迹 56">
                  <a:extLst>
                    <a:ext uri="{FF2B5EF4-FFF2-40B4-BE49-F238E27FC236}">
                      <a16:creationId xmlns:a16="http://schemas.microsoft.com/office/drawing/2014/main" id="{B8E66375-AC09-4A8C-B5BE-E237798813D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137853" y="4166493"/>
                  <a:ext cx="3960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58" name="墨迹 57">
                  <a:extLst>
                    <a:ext uri="{FF2B5EF4-FFF2-40B4-BE49-F238E27FC236}">
                      <a16:creationId xmlns:a16="http://schemas.microsoft.com/office/drawing/2014/main" id="{5C4177F7-2E5E-4897-A844-E2E879E47CEC}"/>
                    </a:ext>
                  </a:extLst>
                </p14:cNvPr>
                <p14:cNvContentPartPr/>
                <p14:nvPr/>
              </p14:nvContentPartPr>
              <p14:xfrm>
                <a:off x="5198333" y="3991533"/>
                <a:ext cx="240120" cy="379800"/>
              </p14:xfrm>
            </p:contentPart>
          </mc:Choice>
          <mc:Fallback>
            <p:pic>
              <p:nvPicPr>
                <p:cNvPr id="58" name="墨迹 57">
                  <a:extLst>
                    <a:ext uri="{FF2B5EF4-FFF2-40B4-BE49-F238E27FC236}">
                      <a16:creationId xmlns:a16="http://schemas.microsoft.com/office/drawing/2014/main" id="{5C4177F7-2E5E-4897-A844-E2E879E47CE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189333" y="3982533"/>
                  <a:ext cx="25776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59" name="墨迹 58">
                  <a:extLst>
                    <a:ext uri="{FF2B5EF4-FFF2-40B4-BE49-F238E27FC236}">
                      <a16:creationId xmlns:a16="http://schemas.microsoft.com/office/drawing/2014/main" id="{DAFC5B13-CC8B-4EBC-A6C6-705C48B8F874}"/>
                    </a:ext>
                  </a:extLst>
                </p14:cNvPr>
                <p14:cNvContentPartPr/>
                <p14:nvPr/>
              </p14:nvContentPartPr>
              <p14:xfrm>
                <a:off x="5458613" y="3964533"/>
                <a:ext cx="124920" cy="378720"/>
              </p14:xfrm>
            </p:contentPart>
          </mc:Choice>
          <mc:Fallback>
            <p:pic>
              <p:nvPicPr>
                <p:cNvPr id="59" name="墨迹 58">
                  <a:extLst>
                    <a:ext uri="{FF2B5EF4-FFF2-40B4-BE49-F238E27FC236}">
                      <a16:creationId xmlns:a16="http://schemas.microsoft.com/office/drawing/2014/main" id="{DAFC5B13-CC8B-4EBC-A6C6-705C48B8F87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449613" y="3955893"/>
                  <a:ext cx="14256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60" name="墨迹 59">
                  <a:extLst>
                    <a:ext uri="{FF2B5EF4-FFF2-40B4-BE49-F238E27FC236}">
                      <a16:creationId xmlns:a16="http://schemas.microsoft.com/office/drawing/2014/main" id="{7E248B2A-3971-41E8-8C17-66214E3C66AC}"/>
                    </a:ext>
                  </a:extLst>
                </p14:cNvPr>
                <p14:cNvContentPartPr/>
                <p14:nvPr/>
              </p14:nvContentPartPr>
              <p14:xfrm>
                <a:off x="5524493" y="4221213"/>
                <a:ext cx="160200" cy="258840"/>
              </p14:xfrm>
            </p:contentPart>
          </mc:Choice>
          <mc:Fallback>
            <p:pic>
              <p:nvPicPr>
                <p:cNvPr id="60" name="墨迹 59">
                  <a:extLst>
                    <a:ext uri="{FF2B5EF4-FFF2-40B4-BE49-F238E27FC236}">
                      <a16:creationId xmlns:a16="http://schemas.microsoft.com/office/drawing/2014/main" id="{7E248B2A-3971-41E8-8C17-66214E3C66A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515853" y="4212573"/>
                  <a:ext cx="17784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63" name="墨迹 62">
                  <a:extLst>
                    <a:ext uri="{FF2B5EF4-FFF2-40B4-BE49-F238E27FC236}">
                      <a16:creationId xmlns:a16="http://schemas.microsoft.com/office/drawing/2014/main" id="{75D1C304-2E61-4ED0-8E23-74F3BAFE0A98}"/>
                    </a:ext>
                  </a:extLst>
                </p14:cNvPr>
                <p14:cNvContentPartPr/>
                <p14:nvPr/>
              </p14:nvContentPartPr>
              <p14:xfrm>
                <a:off x="6146213" y="4027893"/>
                <a:ext cx="189720" cy="13320"/>
              </p14:xfrm>
            </p:contentPart>
          </mc:Choice>
          <mc:Fallback>
            <p:pic>
              <p:nvPicPr>
                <p:cNvPr id="63" name="墨迹 62">
                  <a:extLst>
                    <a:ext uri="{FF2B5EF4-FFF2-40B4-BE49-F238E27FC236}">
                      <a16:creationId xmlns:a16="http://schemas.microsoft.com/office/drawing/2014/main" id="{75D1C304-2E61-4ED0-8E23-74F3BAFE0A9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137573" y="4018893"/>
                  <a:ext cx="2073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64" name="墨迹 63">
                  <a:extLst>
                    <a:ext uri="{FF2B5EF4-FFF2-40B4-BE49-F238E27FC236}">
                      <a16:creationId xmlns:a16="http://schemas.microsoft.com/office/drawing/2014/main" id="{2D46A0E8-2E9E-49F4-8349-1B79B8AE8F80}"/>
                    </a:ext>
                  </a:extLst>
                </p14:cNvPr>
                <p14:cNvContentPartPr/>
                <p14:nvPr/>
              </p14:nvContentPartPr>
              <p14:xfrm>
                <a:off x="6142973" y="3916293"/>
                <a:ext cx="149760" cy="391680"/>
              </p14:xfrm>
            </p:contentPart>
          </mc:Choice>
          <mc:Fallback>
            <p:pic>
              <p:nvPicPr>
                <p:cNvPr id="64" name="墨迹 63">
                  <a:extLst>
                    <a:ext uri="{FF2B5EF4-FFF2-40B4-BE49-F238E27FC236}">
                      <a16:creationId xmlns:a16="http://schemas.microsoft.com/office/drawing/2014/main" id="{2D46A0E8-2E9E-49F4-8349-1B79B8AE8F8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133973" y="3907653"/>
                  <a:ext cx="16740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65" name="墨迹 64">
                  <a:extLst>
                    <a:ext uri="{FF2B5EF4-FFF2-40B4-BE49-F238E27FC236}">
                      <a16:creationId xmlns:a16="http://schemas.microsoft.com/office/drawing/2014/main" id="{D4BF8AF4-E5AA-4B2A-B24D-54BE4013699D}"/>
                    </a:ext>
                  </a:extLst>
                </p14:cNvPr>
                <p14:cNvContentPartPr/>
                <p14:nvPr/>
              </p14:nvContentPartPr>
              <p14:xfrm>
                <a:off x="6490733" y="3962733"/>
                <a:ext cx="290520" cy="441000"/>
              </p14:xfrm>
            </p:contentPart>
          </mc:Choice>
          <mc:Fallback>
            <p:pic>
              <p:nvPicPr>
                <p:cNvPr id="65" name="墨迹 64">
                  <a:extLst>
                    <a:ext uri="{FF2B5EF4-FFF2-40B4-BE49-F238E27FC236}">
                      <a16:creationId xmlns:a16="http://schemas.microsoft.com/office/drawing/2014/main" id="{D4BF8AF4-E5AA-4B2A-B24D-54BE4013699D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481733" y="3954093"/>
                  <a:ext cx="30816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66" name="墨迹 65">
                  <a:extLst>
                    <a:ext uri="{FF2B5EF4-FFF2-40B4-BE49-F238E27FC236}">
                      <a16:creationId xmlns:a16="http://schemas.microsoft.com/office/drawing/2014/main" id="{B0905188-A3D7-4088-8DAF-866690058E09}"/>
                    </a:ext>
                  </a:extLst>
                </p14:cNvPr>
                <p14:cNvContentPartPr/>
                <p14:nvPr/>
              </p14:nvContentPartPr>
              <p14:xfrm>
                <a:off x="6882773" y="4316253"/>
                <a:ext cx="38880" cy="154080"/>
              </p14:xfrm>
            </p:contentPart>
          </mc:Choice>
          <mc:Fallback>
            <p:pic>
              <p:nvPicPr>
                <p:cNvPr id="66" name="墨迹 65">
                  <a:extLst>
                    <a:ext uri="{FF2B5EF4-FFF2-40B4-BE49-F238E27FC236}">
                      <a16:creationId xmlns:a16="http://schemas.microsoft.com/office/drawing/2014/main" id="{B0905188-A3D7-4088-8DAF-866690058E0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873773" y="4307253"/>
                  <a:ext cx="565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67" name="墨迹 66">
                  <a:extLst>
                    <a:ext uri="{FF2B5EF4-FFF2-40B4-BE49-F238E27FC236}">
                      <a16:creationId xmlns:a16="http://schemas.microsoft.com/office/drawing/2014/main" id="{A3E83A2D-E859-451F-8F8F-972CA6D5223D}"/>
                    </a:ext>
                  </a:extLst>
                </p14:cNvPr>
                <p14:cNvContentPartPr/>
                <p14:nvPr/>
              </p14:nvContentPartPr>
              <p14:xfrm>
                <a:off x="7117133" y="4091253"/>
                <a:ext cx="15840" cy="21240"/>
              </p14:xfrm>
            </p:contentPart>
          </mc:Choice>
          <mc:Fallback>
            <p:pic>
              <p:nvPicPr>
                <p:cNvPr id="67" name="墨迹 66">
                  <a:extLst>
                    <a:ext uri="{FF2B5EF4-FFF2-40B4-BE49-F238E27FC236}">
                      <a16:creationId xmlns:a16="http://schemas.microsoft.com/office/drawing/2014/main" id="{A3E83A2D-E859-451F-8F8F-972CA6D5223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108493" y="4082253"/>
                  <a:ext cx="334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68" name="墨迹 67">
                  <a:extLst>
                    <a:ext uri="{FF2B5EF4-FFF2-40B4-BE49-F238E27FC236}">
                      <a16:creationId xmlns:a16="http://schemas.microsoft.com/office/drawing/2014/main" id="{827C31D5-3394-46F5-8741-528D34E98E28}"/>
                    </a:ext>
                  </a:extLst>
                </p14:cNvPr>
                <p14:cNvContentPartPr/>
                <p14:nvPr/>
              </p14:nvContentPartPr>
              <p14:xfrm>
                <a:off x="7157813" y="3901173"/>
                <a:ext cx="278280" cy="419040"/>
              </p14:xfrm>
            </p:contentPart>
          </mc:Choice>
          <mc:Fallback>
            <p:pic>
              <p:nvPicPr>
                <p:cNvPr id="68" name="墨迹 67">
                  <a:extLst>
                    <a:ext uri="{FF2B5EF4-FFF2-40B4-BE49-F238E27FC236}">
                      <a16:creationId xmlns:a16="http://schemas.microsoft.com/office/drawing/2014/main" id="{827C31D5-3394-46F5-8741-528D34E98E2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149173" y="3892533"/>
                  <a:ext cx="29592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69" name="墨迹 68">
                  <a:extLst>
                    <a:ext uri="{FF2B5EF4-FFF2-40B4-BE49-F238E27FC236}">
                      <a16:creationId xmlns:a16="http://schemas.microsoft.com/office/drawing/2014/main" id="{5A819D7D-FE62-4932-B23F-4349A019E15F}"/>
                    </a:ext>
                  </a:extLst>
                </p14:cNvPr>
                <p14:cNvContentPartPr/>
                <p14:nvPr/>
              </p14:nvContentPartPr>
              <p14:xfrm>
                <a:off x="7455533" y="4156773"/>
                <a:ext cx="240480" cy="272520"/>
              </p14:xfrm>
            </p:contentPart>
          </mc:Choice>
          <mc:Fallback>
            <p:pic>
              <p:nvPicPr>
                <p:cNvPr id="69" name="墨迹 68">
                  <a:extLst>
                    <a:ext uri="{FF2B5EF4-FFF2-40B4-BE49-F238E27FC236}">
                      <a16:creationId xmlns:a16="http://schemas.microsoft.com/office/drawing/2014/main" id="{5A819D7D-FE62-4932-B23F-4349A019E15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446893" y="4148133"/>
                  <a:ext cx="25812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70" name="墨迹 69">
                  <a:extLst>
                    <a:ext uri="{FF2B5EF4-FFF2-40B4-BE49-F238E27FC236}">
                      <a16:creationId xmlns:a16="http://schemas.microsoft.com/office/drawing/2014/main" id="{6405F0C0-8236-43C7-AB43-A5F18756A1C8}"/>
                    </a:ext>
                  </a:extLst>
                </p14:cNvPr>
                <p14:cNvContentPartPr/>
                <p14:nvPr/>
              </p14:nvContentPartPr>
              <p14:xfrm>
                <a:off x="5996093" y="3984693"/>
                <a:ext cx="377640" cy="27000"/>
              </p14:xfrm>
            </p:contentPart>
          </mc:Choice>
          <mc:Fallback>
            <p:pic>
              <p:nvPicPr>
                <p:cNvPr id="70" name="墨迹 69">
                  <a:extLst>
                    <a:ext uri="{FF2B5EF4-FFF2-40B4-BE49-F238E27FC236}">
                      <a16:creationId xmlns:a16="http://schemas.microsoft.com/office/drawing/2014/main" id="{6405F0C0-8236-43C7-AB43-A5F18756A1C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987093" y="3975693"/>
                  <a:ext cx="3952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71" name="墨迹 70">
                  <a:extLst>
                    <a:ext uri="{FF2B5EF4-FFF2-40B4-BE49-F238E27FC236}">
                      <a16:creationId xmlns:a16="http://schemas.microsoft.com/office/drawing/2014/main" id="{435FB673-AB44-40D1-824A-4E2C0F43C573}"/>
                    </a:ext>
                  </a:extLst>
                </p14:cNvPr>
                <p14:cNvContentPartPr/>
                <p14:nvPr/>
              </p14:nvContentPartPr>
              <p14:xfrm>
                <a:off x="6217853" y="3804333"/>
                <a:ext cx="54000" cy="620280"/>
              </p14:xfrm>
            </p:contentPart>
          </mc:Choice>
          <mc:Fallback>
            <p:pic>
              <p:nvPicPr>
                <p:cNvPr id="71" name="墨迹 70">
                  <a:extLst>
                    <a:ext uri="{FF2B5EF4-FFF2-40B4-BE49-F238E27FC236}">
                      <a16:creationId xmlns:a16="http://schemas.microsoft.com/office/drawing/2014/main" id="{435FB673-AB44-40D1-824A-4E2C0F43C57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209213" y="3795333"/>
                  <a:ext cx="71640" cy="63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46" name="墨迹 145">
                  <a:extLst>
                    <a:ext uri="{FF2B5EF4-FFF2-40B4-BE49-F238E27FC236}">
                      <a16:creationId xmlns:a16="http://schemas.microsoft.com/office/drawing/2014/main" id="{234E832C-56B1-4F89-9D85-47BFBB7538CC}"/>
                    </a:ext>
                  </a:extLst>
                </p14:cNvPr>
                <p14:cNvContentPartPr/>
                <p14:nvPr/>
              </p14:nvContentPartPr>
              <p14:xfrm>
                <a:off x="4282493" y="4327413"/>
                <a:ext cx="3504960" cy="135720"/>
              </p14:xfrm>
            </p:contentPart>
          </mc:Choice>
          <mc:Fallback>
            <p:pic>
              <p:nvPicPr>
                <p:cNvPr id="146" name="墨迹 145">
                  <a:extLst>
                    <a:ext uri="{FF2B5EF4-FFF2-40B4-BE49-F238E27FC236}">
                      <a16:creationId xmlns:a16="http://schemas.microsoft.com/office/drawing/2014/main" id="{234E832C-56B1-4F89-9D85-47BFBB7538CC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273853" y="4318773"/>
                  <a:ext cx="35226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49" name="墨迹 148">
                  <a:extLst>
                    <a:ext uri="{FF2B5EF4-FFF2-40B4-BE49-F238E27FC236}">
                      <a16:creationId xmlns:a16="http://schemas.microsoft.com/office/drawing/2014/main" id="{F7523210-3D94-4D7C-9927-E845E0064D0E}"/>
                    </a:ext>
                  </a:extLst>
                </p14:cNvPr>
                <p14:cNvContentPartPr/>
                <p14:nvPr/>
              </p14:nvContentPartPr>
              <p14:xfrm>
                <a:off x="8557493" y="4444053"/>
                <a:ext cx="351000" cy="81720"/>
              </p14:xfrm>
            </p:contentPart>
          </mc:Choice>
          <mc:Fallback>
            <p:pic>
              <p:nvPicPr>
                <p:cNvPr id="149" name="墨迹 148">
                  <a:extLst>
                    <a:ext uri="{FF2B5EF4-FFF2-40B4-BE49-F238E27FC236}">
                      <a16:creationId xmlns:a16="http://schemas.microsoft.com/office/drawing/2014/main" id="{F7523210-3D94-4D7C-9927-E845E0064D0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548853" y="4435413"/>
                  <a:ext cx="3686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50" name="墨迹 149">
                  <a:extLst>
                    <a:ext uri="{FF2B5EF4-FFF2-40B4-BE49-F238E27FC236}">
                      <a16:creationId xmlns:a16="http://schemas.microsoft.com/office/drawing/2014/main" id="{D87E5E80-910A-4AC5-9CC9-9EA6B4A4DDC8}"/>
                    </a:ext>
                  </a:extLst>
                </p14:cNvPr>
                <p14:cNvContentPartPr/>
                <p14:nvPr/>
              </p14:nvContentPartPr>
              <p14:xfrm>
                <a:off x="8650733" y="4588773"/>
                <a:ext cx="387720" cy="120600"/>
              </p14:xfrm>
            </p:contentPart>
          </mc:Choice>
          <mc:Fallback>
            <p:pic>
              <p:nvPicPr>
                <p:cNvPr id="150" name="墨迹 149">
                  <a:extLst>
                    <a:ext uri="{FF2B5EF4-FFF2-40B4-BE49-F238E27FC236}">
                      <a16:creationId xmlns:a16="http://schemas.microsoft.com/office/drawing/2014/main" id="{D87E5E80-910A-4AC5-9CC9-9EA6B4A4DDC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641733" y="4579773"/>
                  <a:ext cx="4053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51" name="墨迹 150">
                  <a:extLst>
                    <a:ext uri="{FF2B5EF4-FFF2-40B4-BE49-F238E27FC236}">
                      <a16:creationId xmlns:a16="http://schemas.microsoft.com/office/drawing/2014/main" id="{0F4893B2-6FEA-456B-BD07-40ED53F2704D}"/>
                    </a:ext>
                  </a:extLst>
                </p14:cNvPr>
                <p14:cNvContentPartPr/>
                <p14:nvPr/>
              </p14:nvContentPartPr>
              <p14:xfrm>
                <a:off x="9393413" y="4349013"/>
                <a:ext cx="620280" cy="319680"/>
              </p14:xfrm>
            </p:contentPart>
          </mc:Choice>
          <mc:Fallback>
            <p:pic>
              <p:nvPicPr>
                <p:cNvPr id="151" name="墨迹 150">
                  <a:extLst>
                    <a:ext uri="{FF2B5EF4-FFF2-40B4-BE49-F238E27FC236}">
                      <a16:creationId xmlns:a16="http://schemas.microsoft.com/office/drawing/2014/main" id="{0F4893B2-6FEA-456B-BD07-40ED53F2704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384773" y="4340373"/>
                  <a:ext cx="63792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52" name="墨迹 151">
                  <a:extLst>
                    <a:ext uri="{FF2B5EF4-FFF2-40B4-BE49-F238E27FC236}">
                      <a16:creationId xmlns:a16="http://schemas.microsoft.com/office/drawing/2014/main" id="{B76059C1-952B-4804-9CB6-F118ED891E1A}"/>
                    </a:ext>
                  </a:extLst>
                </p14:cNvPr>
                <p14:cNvContentPartPr/>
                <p14:nvPr/>
              </p14:nvContentPartPr>
              <p14:xfrm>
                <a:off x="10060133" y="4280973"/>
                <a:ext cx="174600" cy="283680"/>
              </p14:xfrm>
            </p:contentPart>
          </mc:Choice>
          <mc:Fallback>
            <p:pic>
              <p:nvPicPr>
                <p:cNvPr id="152" name="墨迹 151">
                  <a:extLst>
                    <a:ext uri="{FF2B5EF4-FFF2-40B4-BE49-F238E27FC236}">
                      <a16:creationId xmlns:a16="http://schemas.microsoft.com/office/drawing/2014/main" id="{B76059C1-952B-4804-9CB6-F118ED891E1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051493" y="4271973"/>
                  <a:ext cx="19224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53" name="墨迹 152">
                  <a:extLst>
                    <a:ext uri="{FF2B5EF4-FFF2-40B4-BE49-F238E27FC236}">
                      <a16:creationId xmlns:a16="http://schemas.microsoft.com/office/drawing/2014/main" id="{B6886B29-B2E1-46C7-89AE-FF9474BE6A1A}"/>
                    </a:ext>
                  </a:extLst>
                </p14:cNvPr>
                <p14:cNvContentPartPr/>
                <p14:nvPr/>
              </p14:nvContentPartPr>
              <p14:xfrm>
                <a:off x="10267133" y="4245693"/>
                <a:ext cx="340920" cy="275760"/>
              </p14:xfrm>
            </p:contentPart>
          </mc:Choice>
          <mc:Fallback>
            <p:pic>
              <p:nvPicPr>
                <p:cNvPr id="153" name="墨迹 152">
                  <a:extLst>
                    <a:ext uri="{FF2B5EF4-FFF2-40B4-BE49-F238E27FC236}">
                      <a16:creationId xmlns:a16="http://schemas.microsoft.com/office/drawing/2014/main" id="{B6886B29-B2E1-46C7-89AE-FF9474BE6A1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258133" y="4237053"/>
                  <a:ext cx="3585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54" name="墨迹 153">
                  <a:extLst>
                    <a:ext uri="{FF2B5EF4-FFF2-40B4-BE49-F238E27FC236}">
                      <a16:creationId xmlns:a16="http://schemas.microsoft.com/office/drawing/2014/main" id="{8441FF4A-686C-4098-A6DE-75C271D30FA7}"/>
                    </a:ext>
                  </a:extLst>
                </p14:cNvPr>
                <p14:cNvContentPartPr/>
                <p14:nvPr/>
              </p14:nvContentPartPr>
              <p14:xfrm>
                <a:off x="10587533" y="4345053"/>
                <a:ext cx="189000" cy="275040"/>
              </p14:xfrm>
            </p:contentPart>
          </mc:Choice>
          <mc:Fallback>
            <p:pic>
              <p:nvPicPr>
                <p:cNvPr id="154" name="墨迹 153">
                  <a:extLst>
                    <a:ext uri="{FF2B5EF4-FFF2-40B4-BE49-F238E27FC236}">
                      <a16:creationId xmlns:a16="http://schemas.microsoft.com/office/drawing/2014/main" id="{8441FF4A-686C-4098-A6DE-75C271D30FA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578893" y="4336053"/>
                  <a:ext cx="20664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55" name="墨迹 154">
                  <a:extLst>
                    <a:ext uri="{FF2B5EF4-FFF2-40B4-BE49-F238E27FC236}">
                      <a16:creationId xmlns:a16="http://schemas.microsoft.com/office/drawing/2014/main" id="{73067892-F0B2-4DB0-899E-577F06DA26AE}"/>
                    </a:ext>
                  </a:extLst>
                </p14:cNvPr>
                <p14:cNvContentPartPr/>
                <p14:nvPr/>
              </p14:nvContentPartPr>
              <p14:xfrm>
                <a:off x="10907933" y="4116453"/>
                <a:ext cx="326880" cy="448560"/>
              </p14:xfrm>
            </p:contentPart>
          </mc:Choice>
          <mc:Fallback>
            <p:pic>
              <p:nvPicPr>
                <p:cNvPr id="155" name="墨迹 154">
                  <a:extLst>
                    <a:ext uri="{FF2B5EF4-FFF2-40B4-BE49-F238E27FC236}">
                      <a16:creationId xmlns:a16="http://schemas.microsoft.com/office/drawing/2014/main" id="{73067892-F0B2-4DB0-899E-577F06DA26A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898933" y="4107813"/>
                  <a:ext cx="34452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56" name="墨迹 155">
                  <a:extLst>
                    <a:ext uri="{FF2B5EF4-FFF2-40B4-BE49-F238E27FC236}">
                      <a16:creationId xmlns:a16="http://schemas.microsoft.com/office/drawing/2014/main" id="{6D009065-2572-495E-9335-A8D8E033A568}"/>
                    </a:ext>
                  </a:extLst>
                </p14:cNvPr>
                <p14:cNvContentPartPr/>
                <p14:nvPr/>
              </p14:nvContentPartPr>
              <p14:xfrm>
                <a:off x="10900733" y="4414533"/>
                <a:ext cx="350280" cy="40680"/>
              </p14:xfrm>
            </p:contentPart>
          </mc:Choice>
          <mc:Fallback>
            <p:pic>
              <p:nvPicPr>
                <p:cNvPr id="156" name="墨迹 155">
                  <a:extLst>
                    <a:ext uri="{FF2B5EF4-FFF2-40B4-BE49-F238E27FC236}">
                      <a16:creationId xmlns:a16="http://schemas.microsoft.com/office/drawing/2014/main" id="{6D009065-2572-495E-9335-A8D8E033A56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892093" y="4405893"/>
                  <a:ext cx="3679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59" name="墨迹 158">
                  <a:extLst>
                    <a:ext uri="{FF2B5EF4-FFF2-40B4-BE49-F238E27FC236}">
                      <a16:creationId xmlns:a16="http://schemas.microsoft.com/office/drawing/2014/main" id="{F84FC1BB-262B-4D81-B9FC-ADC0466480F6}"/>
                    </a:ext>
                  </a:extLst>
                </p14:cNvPr>
                <p14:cNvContentPartPr/>
                <p14:nvPr/>
              </p14:nvContentPartPr>
              <p14:xfrm>
                <a:off x="8833973" y="5724573"/>
                <a:ext cx="401400" cy="527760"/>
              </p14:xfrm>
            </p:contentPart>
          </mc:Choice>
          <mc:Fallback>
            <p:pic>
              <p:nvPicPr>
                <p:cNvPr id="159" name="墨迹 158">
                  <a:extLst>
                    <a:ext uri="{FF2B5EF4-FFF2-40B4-BE49-F238E27FC236}">
                      <a16:creationId xmlns:a16="http://schemas.microsoft.com/office/drawing/2014/main" id="{F84FC1BB-262B-4D81-B9FC-ADC0466480F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824973" y="5715933"/>
                  <a:ext cx="419040" cy="54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60" name="墨迹 159">
                  <a:extLst>
                    <a:ext uri="{FF2B5EF4-FFF2-40B4-BE49-F238E27FC236}">
                      <a16:creationId xmlns:a16="http://schemas.microsoft.com/office/drawing/2014/main" id="{508D278D-E2F9-43E2-A106-C4E7E004FD89}"/>
                    </a:ext>
                  </a:extLst>
                </p14:cNvPr>
                <p14:cNvContentPartPr/>
                <p14:nvPr/>
              </p14:nvContentPartPr>
              <p14:xfrm>
                <a:off x="8931533" y="5953533"/>
                <a:ext cx="346680" cy="103320"/>
              </p14:xfrm>
            </p:contentPart>
          </mc:Choice>
          <mc:Fallback>
            <p:pic>
              <p:nvPicPr>
                <p:cNvPr id="160" name="墨迹 159">
                  <a:extLst>
                    <a:ext uri="{FF2B5EF4-FFF2-40B4-BE49-F238E27FC236}">
                      <a16:creationId xmlns:a16="http://schemas.microsoft.com/office/drawing/2014/main" id="{508D278D-E2F9-43E2-A106-C4E7E004FD8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922533" y="5944533"/>
                  <a:ext cx="36432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61" name="墨迹 160">
                  <a:extLst>
                    <a:ext uri="{FF2B5EF4-FFF2-40B4-BE49-F238E27FC236}">
                      <a16:creationId xmlns:a16="http://schemas.microsoft.com/office/drawing/2014/main" id="{2E181786-EB3C-4D47-B3E2-2A2B7BD7854D}"/>
                    </a:ext>
                  </a:extLst>
                </p14:cNvPr>
                <p14:cNvContentPartPr/>
                <p14:nvPr/>
              </p14:nvContentPartPr>
              <p14:xfrm>
                <a:off x="9358853" y="5967933"/>
                <a:ext cx="320400" cy="203040"/>
              </p14:xfrm>
            </p:contentPart>
          </mc:Choice>
          <mc:Fallback>
            <p:pic>
              <p:nvPicPr>
                <p:cNvPr id="161" name="墨迹 160">
                  <a:extLst>
                    <a:ext uri="{FF2B5EF4-FFF2-40B4-BE49-F238E27FC236}">
                      <a16:creationId xmlns:a16="http://schemas.microsoft.com/office/drawing/2014/main" id="{2E181786-EB3C-4D47-B3E2-2A2B7BD7854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350213" y="5958933"/>
                  <a:ext cx="3380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62" name="墨迹 161">
                  <a:extLst>
                    <a:ext uri="{FF2B5EF4-FFF2-40B4-BE49-F238E27FC236}">
                      <a16:creationId xmlns:a16="http://schemas.microsoft.com/office/drawing/2014/main" id="{AFFADAC1-D46D-442D-B475-7D9D0066393E}"/>
                    </a:ext>
                  </a:extLst>
                </p14:cNvPr>
                <p14:cNvContentPartPr/>
                <p14:nvPr/>
              </p14:nvContentPartPr>
              <p14:xfrm>
                <a:off x="9813533" y="5789013"/>
                <a:ext cx="377640" cy="420840"/>
              </p14:xfrm>
            </p:contentPart>
          </mc:Choice>
          <mc:Fallback>
            <p:pic>
              <p:nvPicPr>
                <p:cNvPr id="162" name="墨迹 161">
                  <a:extLst>
                    <a:ext uri="{FF2B5EF4-FFF2-40B4-BE49-F238E27FC236}">
                      <a16:creationId xmlns:a16="http://schemas.microsoft.com/office/drawing/2014/main" id="{AFFADAC1-D46D-442D-B475-7D9D0066393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804893" y="5780373"/>
                  <a:ext cx="39528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63" name="墨迹 162">
                  <a:extLst>
                    <a:ext uri="{FF2B5EF4-FFF2-40B4-BE49-F238E27FC236}">
                      <a16:creationId xmlns:a16="http://schemas.microsoft.com/office/drawing/2014/main" id="{25F87977-8986-45CB-9C56-BFD03005E770}"/>
                    </a:ext>
                  </a:extLst>
                </p14:cNvPr>
                <p14:cNvContentPartPr/>
                <p14:nvPr/>
              </p14:nvContentPartPr>
              <p14:xfrm>
                <a:off x="10236173" y="5477973"/>
                <a:ext cx="146880" cy="127080"/>
              </p14:xfrm>
            </p:contentPart>
          </mc:Choice>
          <mc:Fallback>
            <p:pic>
              <p:nvPicPr>
                <p:cNvPr id="163" name="墨迹 162">
                  <a:extLst>
                    <a:ext uri="{FF2B5EF4-FFF2-40B4-BE49-F238E27FC236}">
                      <a16:creationId xmlns:a16="http://schemas.microsoft.com/office/drawing/2014/main" id="{25F87977-8986-45CB-9C56-BFD03005E770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227173" y="5468973"/>
                  <a:ext cx="1645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74" name="墨迹 173">
                  <a:extLst>
                    <a:ext uri="{FF2B5EF4-FFF2-40B4-BE49-F238E27FC236}">
                      <a16:creationId xmlns:a16="http://schemas.microsoft.com/office/drawing/2014/main" id="{E9D5DA4B-B1F7-4706-AB65-47487621134A}"/>
                    </a:ext>
                  </a:extLst>
                </p14:cNvPr>
                <p14:cNvContentPartPr/>
                <p14:nvPr/>
              </p14:nvContentPartPr>
              <p14:xfrm>
                <a:off x="7869533" y="6315333"/>
                <a:ext cx="353160" cy="251640"/>
              </p14:xfrm>
            </p:contentPart>
          </mc:Choice>
          <mc:Fallback>
            <p:pic>
              <p:nvPicPr>
                <p:cNvPr id="174" name="墨迹 173">
                  <a:extLst>
                    <a:ext uri="{FF2B5EF4-FFF2-40B4-BE49-F238E27FC236}">
                      <a16:creationId xmlns:a16="http://schemas.microsoft.com/office/drawing/2014/main" id="{E9D5DA4B-B1F7-4706-AB65-47487621134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860533" y="6306693"/>
                  <a:ext cx="37080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75" name="墨迹 174">
                  <a:extLst>
                    <a:ext uri="{FF2B5EF4-FFF2-40B4-BE49-F238E27FC236}">
                      <a16:creationId xmlns:a16="http://schemas.microsoft.com/office/drawing/2014/main" id="{A63B4D55-4B3D-4E6A-8EA9-479B8EC7A6BD}"/>
                    </a:ext>
                  </a:extLst>
                </p14:cNvPr>
                <p14:cNvContentPartPr/>
                <p14:nvPr/>
              </p14:nvContentPartPr>
              <p14:xfrm>
                <a:off x="8308373" y="6302373"/>
                <a:ext cx="223200" cy="255960"/>
              </p14:xfrm>
            </p:contentPart>
          </mc:Choice>
          <mc:Fallback>
            <p:pic>
              <p:nvPicPr>
                <p:cNvPr id="175" name="墨迹 174">
                  <a:extLst>
                    <a:ext uri="{FF2B5EF4-FFF2-40B4-BE49-F238E27FC236}">
                      <a16:creationId xmlns:a16="http://schemas.microsoft.com/office/drawing/2014/main" id="{A63B4D55-4B3D-4E6A-8EA9-479B8EC7A6BD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299733" y="6293373"/>
                  <a:ext cx="24084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76" name="墨迹 175">
                  <a:extLst>
                    <a:ext uri="{FF2B5EF4-FFF2-40B4-BE49-F238E27FC236}">
                      <a16:creationId xmlns:a16="http://schemas.microsoft.com/office/drawing/2014/main" id="{491B9C0F-45DD-4FEA-92CC-21D65DD81681}"/>
                    </a:ext>
                  </a:extLst>
                </p14:cNvPr>
                <p14:cNvContentPartPr/>
                <p14:nvPr/>
              </p14:nvContentPartPr>
              <p14:xfrm>
                <a:off x="8503853" y="6331173"/>
                <a:ext cx="208440" cy="250560"/>
              </p14:xfrm>
            </p:contentPart>
          </mc:Choice>
          <mc:Fallback>
            <p:pic>
              <p:nvPicPr>
                <p:cNvPr id="176" name="墨迹 175">
                  <a:extLst>
                    <a:ext uri="{FF2B5EF4-FFF2-40B4-BE49-F238E27FC236}">
                      <a16:creationId xmlns:a16="http://schemas.microsoft.com/office/drawing/2014/main" id="{491B9C0F-45DD-4FEA-92CC-21D65DD8168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495213" y="6322173"/>
                  <a:ext cx="22608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77" name="墨迹 176">
                  <a:extLst>
                    <a:ext uri="{FF2B5EF4-FFF2-40B4-BE49-F238E27FC236}">
                      <a16:creationId xmlns:a16="http://schemas.microsoft.com/office/drawing/2014/main" id="{6D3D1EFD-6007-41EE-9D58-F643C1141D9C}"/>
                    </a:ext>
                  </a:extLst>
                </p14:cNvPr>
                <p14:cNvContentPartPr/>
                <p14:nvPr/>
              </p14:nvContentPartPr>
              <p14:xfrm>
                <a:off x="8698613" y="6370773"/>
                <a:ext cx="219600" cy="234000"/>
              </p14:xfrm>
            </p:contentPart>
          </mc:Choice>
          <mc:Fallback>
            <p:pic>
              <p:nvPicPr>
                <p:cNvPr id="177" name="墨迹 176">
                  <a:extLst>
                    <a:ext uri="{FF2B5EF4-FFF2-40B4-BE49-F238E27FC236}">
                      <a16:creationId xmlns:a16="http://schemas.microsoft.com/office/drawing/2014/main" id="{6D3D1EFD-6007-41EE-9D58-F643C1141D9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8689613" y="6361773"/>
                  <a:ext cx="23724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78" name="墨迹 177">
                  <a:extLst>
                    <a:ext uri="{FF2B5EF4-FFF2-40B4-BE49-F238E27FC236}">
                      <a16:creationId xmlns:a16="http://schemas.microsoft.com/office/drawing/2014/main" id="{4697FB20-652B-4CC8-8AD9-35A695157363}"/>
                    </a:ext>
                  </a:extLst>
                </p14:cNvPr>
                <p14:cNvContentPartPr/>
                <p14:nvPr/>
              </p14:nvContentPartPr>
              <p14:xfrm>
                <a:off x="8961773" y="6381213"/>
                <a:ext cx="145440" cy="287280"/>
              </p14:xfrm>
            </p:contentPart>
          </mc:Choice>
          <mc:Fallback>
            <p:pic>
              <p:nvPicPr>
                <p:cNvPr id="178" name="墨迹 177">
                  <a:extLst>
                    <a:ext uri="{FF2B5EF4-FFF2-40B4-BE49-F238E27FC236}">
                      <a16:creationId xmlns:a16="http://schemas.microsoft.com/office/drawing/2014/main" id="{4697FB20-652B-4CC8-8AD9-35A695157363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952773" y="6372573"/>
                  <a:ext cx="16308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79" name="墨迹 178">
                  <a:extLst>
                    <a:ext uri="{FF2B5EF4-FFF2-40B4-BE49-F238E27FC236}">
                      <a16:creationId xmlns:a16="http://schemas.microsoft.com/office/drawing/2014/main" id="{EFC2646F-394B-474E-8BF6-1E73D8E14B59}"/>
                    </a:ext>
                  </a:extLst>
                </p14:cNvPr>
                <p14:cNvContentPartPr/>
                <p14:nvPr/>
              </p14:nvContentPartPr>
              <p14:xfrm>
                <a:off x="9154013" y="6344853"/>
                <a:ext cx="188280" cy="254160"/>
              </p14:xfrm>
            </p:contentPart>
          </mc:Choice>
          <mc:Fallback>
            <p:pic>
              <p:nvPicPr>
                <p:cNvPr id="179" name="墨迹 178">
                  <a:extLst>
                    <a:ext uri="{FF2B5EF4-FFF2-40B4-BE49-F238E27FC236}">
                      <a16:creationId xmlns:a16="http://schemas.microsoft.com/office/drawing/2014/main" id="{EFC2646F-394B-474E-8BF6-1E73D8E14B59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145373" y="6335853"/>
                  <a:ext cx="20592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80" name="墨迹 179">
                  <a:extLst>
                    <a:ext uri="{FF2B5EF4-FFF2-40B4-BE49-F238E27FC236}">
                      <a16:creationId xmlns:a16="http://schemas.microsoft.com/office/drawing/2014/main" id="{66F8EF92-0474-421C-A969-F8A2C17465D7}"/>
                    </a:ext>
                  </a:extLst>
                </p14:cNvPr>
                <p14:cNvContentPartPr/>
                <p14:nvPr/>
              </p14:nvContentPartPr>
              <p14:xfrm>
                <a:off x="9160853" y="6463293"/>
                <a:ext cx="245160" cy="57960"/>
              </p14:xfrm>
            </p:contentPart>
          </mc:Choice>
          <mc:Fallback>
            <p:pic>
              <p:nvPicPr>
                <p:cNvPr id="180" name="墨迹 179">
                  <a:extLst>
                    <a:ext uri="{FF2B5EF4-FFF2-40B4-BE49-F238E27FC236}">
                      <a16:creationId xmlns:a16="http://schemas.microsoft.com/office/drawing/2014/main" id="{66F8EF92-0474-421C-A969-F8A2C17465D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152213" y="6454653"/>
                  <a:ext cx="2628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81" name="墨迹 180">
                  <a:extLst>
                    <a:ext uri="{FF2B5EF4-FFF2-40B4-BE49-F238E27FC236}">
                      <a16:creationId xmlns:a16="http://schemas.microsoft.com/office/drawing/2014/main" id="{2F88B505-3D9A-4373-B394-E32A301FB56A}"/>
                    </a:ext>
                  </a:extLst>
                </p14:cNvPr>
                <p14:cNvContentPartPr/>
                <p14:nvPr/>
              </p14:nvContentPartPr>
              <p14:xfrm>
                <a:off x="9477653" y="6422973"/>
                <a:ext cx="329760" cy="94680"/>
              </p14:xfrm>
            </p:contentPart>
          </mc:Choice>
          <mc:Fallback>
            <p:pic>
              <p:nvPicPr>
                <p:cNvPr id="181" name="墨迹 180">
                  <a:extLst>
                    <a:ext uri="{FF2B5EF4-FFF2-40B4-BE49-F238E27FC236}">
                      <a16:creationId xmlns:a16="http://schemas.microsoft.com/office/drawing/2014/main" id="{2F88B505-3D9A-4373-B394-E32A301FB56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468653" y="6414333"/>
                  <a:ext cx="3474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82" name="墨迹 181">
                  <a:extLst>
                    <a:ext uri="{FF2B5EF4-FFF2-40B4-BE49-F238E27FC236}">
                      <a16:creationId xmlns:a16="http://schemas.microsoft.com/office/drawing/2014/main" id="{D3B917D2-32CD-4828-A7DF-DF4C55AB38C4}"/>
                    </a:ext>
                  </a:extLst>
                </p14:cNvPr>
                <p14:cNvContentPartPr/>
                <p14:nvPr/>
              </p14:nvContentPartPr>
              <p14:xfrm>
                <a:off x="9485213" y="6574173"/>
                <a:ext cx="370800" cy="32760"/>
              </p14:xfrm>
            </p:contentPart>
          </mc:Choice>
          <mc:Fallback>
            <p:pic>
              <p:nvPicPr>
                <p:cNvPr id="182" name="墨迹 181">
                  <a:extLst>
                    <a:ext uri="{FF2B5EF4-FFF2-40B4-BE49-F238E27FC236}">
                      <a16:creationId xmlns:a16="http://schemas.microsoft.com/office/drawing/2014/main" id="{D3B917D2-32CD-4828-A7DF-DF4C55AB38C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476213" y="6565173"/>
                  <a:ext cx="3884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83" name="墨迹 182">
                  <a:extLst>
                    <a:ext uri="{FF2B5EF4-FFF2-40B4-BE49-F238E27FC236}">
                      <a16:creationId xmlns:a16="http://schemas.microsoft.com/office/drawing/2014/main" id="{3409B1DE-778A-4F9C-84A8-234A848149C5}"/>
                    </a:ext>
                  </a:extLst>
                </p14:cNvPr>
                <p14:cNvContentPartPr/>
                <p14:nvPr/>
              </p14:nvContentPartPr>
              <p14:xfrm>
                <a:off x="10286573" y="6326853"/>
                <a:ext cx="84960" cy="496440"/>
              </p14:xfrm>
            </p:contentPart>
          </mc:Choice>
          <mc:Fallback>
            <p:pic>
              <p:nvPicPr>
                <p:cNvPr id="183" name="墨迹 182">
                  <a:extLst>
                    <a:ext uri="{FF2B5EF4-FFF2-40B4-BE49-F238E27FC236}">
                      <a16:creationId xmlns:a16="http://schemas.microsoft.com/office/drawing/2014/main" id="{3409B1DE-778A-4F9C-84A8-234A848149C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277573" y="6317853"/>
                  <a:ext cx="102600" cy="51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组合 222">
            <a:extLst>
              <a:ext uri="{FF2B5EF4-FFF2-40B4-BE49-F238E27FC236}">
                <a16:creationId xmlns:a16="http://schemas.microsoft.com/office/drawing/2014/main" id="{37AF368F-B4CE-4D2B-84DA-59F15341377F}"/>
              </a:ext>
            </a:extLst>
          </p:cNvPr>
          <p:cNvGrpSpPr/>
          <p:nvPr/>
        </p:nvGrpSpPr>
        <p:grpSpPr>
          <a:xfrm>
            <a:off x="411053" y="5562933"/>
            <a:ext cx="2238840" cy="937080"/>
            <a:chOff x="411053" y="5562933"/>
            <a:chExt cx="2238840" cy="93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206" name="墨迹 205">
                  <a:extLst>
                    <a:ext uri="{FF2B5EF4-FFF2-40B4-BE49-F238E27FC236}">
                      <a16:creationId xmlns:a16="http://schemas.microsoft.com/office/drawing/2014/main" id="{F7DA636E-9C4F-4859-B179-52C56D903CAB}"/>
                    </a:ext>
                  </a:extLst>
                </p14:cNvPr>
                <p14:cNvContentPartPr/>
                <p14:nvPr/>
              </p14:nvContentPartPr>
              <p14:xfrm>
                <a:off x="411053" y="5645013"/>
                <a:ext cx="306360" cy="318240"/>
              </p14:xfrm>
            </p:contentPart>
          </mc:Choice>
          <mc:Fallback>
            <p:pic>
              <p:nvPicPr>
                <p:cNvPr id="206" name="墨迹 205">
                  <a:extLst>
                    <a:ext uri="{FF2B5EF4-FFF2-40B4-BE49-F238E27FC236}">
                      <a16:creationId xmlns:a16="http://schemas.microsoft.com/office/drawing/2014/main" id="{F7DA636E-9C4F-4859-B179-52C56D903CA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02053" y="5636013"/>
                  <a:ext cx="32400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207" name="墨迹 206">
                  <a:extLst>
                    <a:ext uri="{FF2B5EF4-FFF2-40B4-BE49-F238E27FC236}">
                      <a16:creationId xmlns:a16="http://schemas.microsoft.com/office/drawing/2014/main" id="{771D34EA-7DCA-4E8B-9A25-AD8201B65DCD}"/>
                    </a:ext>
                  </a:extLst>
                </p14:cNvPr>
                <p14:cNvContentPartPr/>
                <p14:nvPr/>
              </p14:nvContentPartPr>
              <p14:xfrm>
                <a:off x="812453" y="5648253"/>
                <a:ext cx="194760" cy="209520"/>
              </p14:xfrm>
            </p:contentPart>
          </mc:Choice>
          <mc:Fallback>
            <p:pic>
              <p:nvPicPr>
                <p:cNvPr id="207" name="墨迹 206">
                  <a:extLst>
                    <a:ext uri="{FF2B5EF4-FFF2-40B4-BE49-F238E27FC236}">
                      <a16:creationId xmlns:a16="http://schemas.microsoft.com/office/drawing/2014/main" id="{771D34EA-7DCA-4E8B-9A25-AD8201B65DC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03453" y="5639613"/>
                  <a:ext cx="2124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208" name="墨迹 207">
                  <a:extLst>
                    <a:ext uri="{FF2B5EF4-FFF2-40B4-BE49-F238E27FC236}">
                      <a16:creationId xmlns:a16="http://schemas.microsoft.com/office/drawing/2014/main" id="{0F2091E4-6970-4D69-837E-F445EFDA470B}"/>
                    </a:ext>
                  </a:extLst>
                </p14:cNvPr>
                <p14:cNvContentPartPr/>
                <p14:nvPr/>
              </p14:nvContentPartPr>
              <p14:xfrm>
                <a:off x="992453" y="5718453"/>
                <a:ext cx="369720" cy="220320"/>
              </p14:xfrm>
            </p:contentPart>
          </mc:Choice>
          <mc:Fallback>
            <p:pic>
              <p:nvPicPr>
                <p:cNvPr id="208" name="墨迹 207">
                  <a:extLst>
                    <a:ext uri="{FF2B5EF4-FFF2-40B4-BE49-F238E27FC236}">
                      <a16:creationId xmlns:a16="http://schemas.microsoft.com/office/drawing/2014/main" id="{0F2091E4-6970-4D69-837E-F445EFDA470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83453" y="5709453"/>
                  <a:ext cx="38736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209" name="墨迹 208">
                  <a:extLst>
                    <a:ext uri="{FF2B5EF4-FFF2-40B4-BE49-F238E27FC236}">
                      <a16:creationId xmlns:a16="http://schemas.microsoft.com/office/drawing/2014/main" id="{D5CDA97E-9BA5-4911-BBB7-7AFC5655A0F9}"/>
                    </a:ext>
                  </a:extLst>
                </p14:cNvPr>
                <p14:cNvContentPartPr/>
                <p14:nvPr/>
              </p14:nvContentPartPr>
              <p14:xfrm>
                <a:off x="1360013" y="5734293"/>
                <a:ext cx="120600" cy="146520"/>
              </p14:xfrm>
            </p:contentPart>
          </mc:Choice>
          <mc:Fallback>
            <p:pic>
              <p:nvPicPr>
                <p:cNvPr id="209" name="墨迹 208">
                  <a:extLst>
                    <a:ext uri="{FF2B5EF4-FFF2-40B4-BE49-F238E27FC236}">
                      <a16:creationId xmlns:a16="http://schemas.microsoft.com/office/drawing/2014/main" id="{D5CDA97E-9BA5-4911-BBB7-7AFC5655A0F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351013" y="5725293"/>
                  <a:ext cx="13824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210" name="墨迹 209">
                  <a:extLst>
                    <a:ext uri="{FF2B5EF4-FFF2-40B4-BE49-F238E27FC236}">
                      <a16:creationId xmlns:a16="http://schemas.microsoft.com/office/drawing/2014/main" id="{6133A96F-2430-457E-82F0-CA9C8DD26803}"/>
                    </a:ext>
                  </a:extLst>
                </p14:cNvPr>
                <p14:cNvContentPartPr/>
                <p14:nvPr/>
              </p14:nvContentPartPr>
              <p14:xfrm>
                <a:off x="1468373" y="5666613"/>
                <a:ext cx="171360" cy="242280"/>
              </p14:xfrm>
            </p:contentPart>
          </mc:Choice>
          <mc:Fallback>
            <p:pic>
              <p:nvPicPr>
                <p:cNvPr id="210" name="墨迹 209">
                  <a:extLst>
                    <a:ext uri="{FF2B5EF4-FFF2-40B4-BE49-F238E27FC236}">
                      <a16:creationId xmlns:a16="http://schemas.microsoft.com/office/drawing/2014/main" id="{6133A96F-2430-457E-82F0-CA9C8DD2680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459733" y="5657973"/>
                  <a:ext cx="18900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211" name="墨迹 210">
                  <a:extLst>
                    <a:ext uri="{FF2B5EF4-FFF2-40B4-BE49-F238E27FC236}">
                      <a16:creationId xmlns:a16="http://schemas.microsoft.com/office/drawing/2014/main" id="{1C90F036-7500-4DF2-B082-553963D4F993}"/>
                    </a:ext>
                  </a:extLst>
                </p14:cNvPr>
                <p14:cNvContentPartPr/>
                <p14:nvPr/>
              </p14:nvContentPartPr>
              <p14:xfrm>
                <a:off x="1662773" y="5623773"/>
                <a:ext cx="223920" cy="308880"/>
              </p14:xfrm>
            </p:contentPart>
          </mc:Choice>
          <mc:Fallback>
            <p:pic>
              <p:nvPicPr>
                <p:cNvPr id="211" name="墨迹 210">
                  <a:extLst>
                    <a:ext uri="{FF2B5EF4-FFF2-40B4-BE49-F238E27FC236}">
                      <a16:creationId xmlns:a16="http://schemas.microsoft.com/office/drawing/2014/main" id="{1C90F036-7500-4DF2-B082-553963D4F99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654133" y="5614773"/>
                  <a:ext cx="24156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212" name="墨迹 211">
                  <a:extLst>
                    <a:ext uri="{FF2B5EF4-FFF2-40B4-BE49-F238E27FC236}">
                      <a16:creationId xmlns:a16="http://schemas.microsoft.com/office/drawing/2014/main" id="{6658333B-3EB5-498F-81C5-C6D67EAE7EE6}"/>
                    </a:ext>
                  </a:extLst>
                </p14:cNvPr>
                <p14:cNvContentPartPr/>
                <p14:nvPr/>
              </p14:nvContentPartPr>
              <p14:xfrm>
                <a:off x="1679333" y="5753733"/>
                <a:ext cx="166680" cy="29160"/>
              </p14:xfrm>
            </p:contentPart>
          </mc:Choice>
          <mc:Fallback>
            <p:pic>
              <p:nvPicPr>
                <p:cNvPr id="212" name="墨迹 211">
                  <a:extLst>
                    <a:ext uri="{FF2B5EF4-FFF2-40B4-BE49-F238E27FC236}">
                      <a16:creationId xmlns:a16="http://schemas.microsoft.com/office/drawing/2014/main" id="{6658333B-3EB5-498F-81C5-C6D67EAE7EE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670333" y="5744733"/>
                  <a:ext cx="1843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214" name="墨迹 213">
                  <a:extLst>
                    <a:ext uri="{FF2B5EF4-FFF2-40B4-BE49-F238E27FC236}">
                      <a16:creationId xmlns:a16="http://schemas.microsoft.com/office/drawing/2014/main" id="{E388E95C-D885-43AF-A38A-E1BB4FA34944}"/>
                    </a:ext>
                  </a:extLst>
                </p14:cNvPr>
                <p14:cNvContentPartPr/>
                <p14:nvPr/>
              </p14:nvContentPartPr>
              <p14:xfrm>
                <a:off x="2022413" y="5651493"/>
                <a:ext cx="154080" cy="17640"/>
              </p14:xfrm>
            </p:contentPart>
          </mc:Choice>
          <mc:Fallback>
            <p:pic>
              <p:nvPicPr>
                <p:cNvPr id="214" name="墨迹 213">
                  <a:extLst>
                    <a:ext uri="{FF2B5EF4-FFF2-40B4-BE49-F238E27FC236}">
                      <a16:creationId xmlns:a16="http://schemas.microsoft.com/office/drawing/2014/main" id="{E388E95C-D885-43AF-A38A-E1BB4FA3494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2013413" y="5642853"/>
                  <a:ext cx="17172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215" name="墨迹 214">
                  <a:extLst>
                    <a:ext uri="{FF2B5EF4-FFF2-40B4-BE49-F238E27FC236}">
                      <a16:creationId xmlns:a16="http://schemas.microsoft.com/office/drawing/2014/main" id="{A836F895-E9F9-4FF2-9BD1-939EA49BEF00}"/>
                    </a:ext>
                  </a:extLst>
                </p14:cNvPr>
                <p14:cNvContentPartPr/>
                <p14:nvPr/>
              </p14:nvContentPartPr>
              <p14:xfrm>
                <a:off x="1873013" y="5767413"/>
                <a:ext cx="375840" cy="57240"/>
              </p14:xfrm>
            </p:contentPart>
          </mc:Choice>
          <mc:Fallback>
            <p:pic>
              <p:nvPicPr>
                <p:cNvPr id="215" name="墨迹 214">
                  <a:extLst>
                    <a:ext uri="{FF2B5EF4-FFF2-40B4-BE49-F238E27FC236}">
                      <a16:creationId xmlns:a16="http://schemas.microsoft.com/office/drawing/2014/main" id="{A836F895-E9F9-4FF2-9BD1-939EA49BEF00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864013" y="5758413"/>
                  <a:ext cx="3934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216" name="墨迹 215">
                  <a:extLst>
                    <a:ext uri="{FF2B5EF4-FFF2-40B4-BE49-F238E27FC236}">
                      <a16:creationId xmlns:a16="http://schemas.microsoft.com/office/drawing/2014/main" id="{AAC35346-A4AB-457F-871A-9390CEF5EB36}"/>
                    </a:ext>
                  </a:extLst>
                </p14:cNvPr>
                <p14:cNvContentPartPr/>
                <p14:nvPr/>
              </p14:nvContentPartPr>
              <p14:xfrm>
                <a:off x="2271533" y="5562933"/>
                <a:ext cx="378360" cy="354240"/>
              </p14:xfrm>
            </p:contentPart>
          </mc:Choice>
          <mc:Fallback>
            <p:pic>
              <p:nvPicPr>
                <p:cNvPr id="216" name="墨迹 215">
                  <a:extLst>
                    <a:ext uri="{FF2B5EF4-FFF2-40B4-BE49-F238E27FC236}">
                      <a16:creationId xmlns:a16="http://schemas.microsoft.com/office/drawing/2014/main" id="{AAC35346-A4AB-457F-871A-9390CEF5EB3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262533" y="5554293"/>
                  <a:ext cx="39600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217" name="墨迹 216">
                  <a:extLst>
                    <a:ext uri="{FF2B5EF4-FFF2-40B4-BE49-F238E27FC236}">
                      <a16:creationId xmlns:a16="http://schemas.microsoft.com/office/drawing/2014/main" id="{7C7A2ACD-0970-4AA5-95E6-FF29BEDC91EC}"/>
                    </a:ext>
                  </a:extLst>
                </p14:cNvPr>
                <p14:cNvContentPartPr/>
                <p14:nvPr/>
              </p14:nvContentPartPr>
              <p14:xfrm>
                <a:off x="1229693" y="6187173"/>
                <a:ext cx="273240" cy="312840"/>
              </p14:xfrm>
            </p:contentPart>
          </mc:Choice>
          <mc:Fallback>
            <p:pic>
              <p:nvPicPr>
                <p:cNvPr id="217" name="墨迹 216">
                  <a:extLst>
                    <a:ext uri="{FF2B5EF4-FFF2-40B4-BE49-F238E27FC236}">
                      <a16:creationId xmlns:a16="http://schemas.microsoft.com/office/drawing/2014/main" id="{7C7A2ACD-0970-4AA5-95E6-FF29BEDC91EC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220693" y="6178533"/>
                  <a:ext cx="29088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18" name="墨迹 217">
                  <a:extLst>
                    <a:ext uri="{FF2B5EF4-FFF2-40B4-BE49-F238E27FC236}">
                      <a16:creationId xmlns:a16="http://schemas.microsoft.com/office/drawing/2014/main" id="{865D8845-DDA6-4796-BAE1-EBFA7F6FC488}"/>
                    </a:ext>
                  </a:extLst>
                </p14:cNvPr>
                <p14:cNvContentPartPr/>
                <p14:nvPr/>
              </p14:nvContentPartPr>
              <p14:xfrm>
                <a:off x="1339493" y="6229653"/>
                <a:ext cx="443160" cy="104040"/>
              </p14:xfrm>
            </p:contentPart>
          </mc:Choice>
          <mc:Fallback>
            <p:pic>
              <p:nvPicPr>
                <p:cNvPr id="218" name="墨迹 217">
                  <a:extLst>
                    <a:ext uri="{FF2B5EF4-FFF2-40B4-BE49-F238E27FC236}">
                      <a16:creationId xmlns:a16="http://schemas.microsoft.com/office/drawing/2014/main" id="{865D8845-DDA6-4796-BAE1-EBFA7F6FC48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330853" y="6221013"/>
                  <a:ext cx="4608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19" name="墨迹 218">
                  <a:extLst>
                    <a:ext uri="{FF2B5EF4-FFF2-40B4-BE49-F238E27FC236}">
                      <a16:creationId xmlns:a16="http://schemas.microsoft.com/office/drawing/2014/main" id="{23AE0EC1-E05F-463F-B0CB-21CEBB3D9490}"/>
                    </a:ext>
                  </a:extLst>
                </p14:cNvPr>
                <p14:cNvContentPartPr/>
                <p14:nvPr/>
              </p14:nvContentPartPr>
              <p14:xfrm>
                <a:off x="1625693" y="6160533"/>
                <a:ext cx="387720" cy="256320"/>
              </p14:xfrm>
            </p:contentPart>
          </mc:Choice>
          <mc:Fallback>
            <p:pic>
              <p:nvPicPr>
                <p:cNvPr id="219" name="墨迹 218">
                  <a:extLst>
                    <a:ext uri="{FF2B5EF4-FFF2-40B4-BE49-F238E27FC236}">
                      <a16:creationId xmlns:a16="http://schemas.microsoft.com/office/drawing/2014/main" id="{23AE0EC1-E05F-463F-B0CB-21CEBB3D949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616693" y="6151893"/>
                  <a:ext cx="40536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20" name="墨迹 219">
                  <a:extLst>
                    <a:ext uri="{FF2B5EF4-FFF2-40B4-BE49-F238E27FC236}">
                      <a16:creationId xmlns:a16="http://schemas.microsoft.com/office/drawing/2014/main" id="{24B04D18-7AEF-4FC7-B8F9-612FF3A75C94}"/>
                    </a:ext>
                  </a:extLst>
                </p14:cNvPr>
                <p14:cNvContentPartPr/>
                <p14:nvPr/>
              </p14:nvContentPartPr>
              <p14:xfrm>
                <a:off x="2053733" y="6106173"/>
                <a:ext cx="168120" cy="355680"/>
              </p14:xfrm>
            </p:contentPart>
          </mc:Choice>
          <mc:Fallback>
            <p:pic>
              <p:nvPicPr>
                <p:cNvPr id="220" name="墨迹 219">
                  <a:extLst>
                    <a:ext uri="{FF2B5EF4-FFF2-40B4-BE49-F238E27FC236}">
                      <a16:creationId xmlns:a16="http://schemas.microsoft.com/office/drawing/2014/main" id="{24B04D18-7AEF-4FC7-B8F9-612FF3A75C94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044733" y="6097533"/>
                  <a:ext cx="18576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21" name="墨迹 220">
                  <a:extLst>
                    <a:ext uri="{FF2B5EF4-FFF2-40B4-BE49-F238E27FC236}">
                      <a16:creationId xmlns:a16="http://schemas.microsoft.com/office/drawing/2014/main" id="{EE0BE107-8E5F-4EED-8B8B-31769C50A82C}"/>
                    </a:ext>
                  </a:extLst>
                </p14:cNvPr>
                <p14:cNvContentPartPr/>
                <p14:nvPr/>
              </p14:nvContentPartPr>
              <p14:xfrm>
                <a:off x="2261813" y="6198693"/>
                <a:ext cx="139320" cy="149040"/>
              </p14:xfrm>
            </p:contentPart>
          </mc:Choice>
          <mc:Fallback>
            <p:pic>
              <p:nvPicPr>
                <p:cNvPr id="221" name="墨迹 220">
                  <a:extLst>
                    <a:ext uri="{FF2B5EF4-FFF2-40B4-BE49-F238E27FC236}">
                      <a16:creationId xmlns:a16="http://schemas.microsoft.com/office/drawing/2014/main" id="{EE0BE107-8E5F-4EED-8B8B-31769C50A82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253173" y="6190053"/>
                  <a:ext cx="1569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22" name="墨迹 221">
                  <a:extLst>
                    <a:ext uri="{FF2B5EF4-FFF2-40B4-BE49-F238E27FC236}">
                      <a16:creationId xmlns:a16="http://schemas.microsoft.com/office/drawing/2014/main" id="{D538C182-8102-43CB-AB61-F819CD3E6737}"/>
                    </a:ext>
                  </a:extLst>
                </p14:cNvPr>
                <p14:cNvContentPartPr/>
                <p14:nvPr/>
              </p14:nvContentPartPr>
              <p14:xfrm>
                <a:off x="2387093" y="5987373"/>
                <a:ext cx="92520" cy="112680"/>
              </p14:xfrm>
            </p:contentPart>
          </mc:Choice>
          <mc:Fallback>
            <p:pic>
              <p:nvPicPr>
                <p:cNvPr id="222" name="墨迹 221">
                  <a:extLst>
                    <a:ext uri="{FF2B5EF4-FFF2-40B4-BE49-F238E27FC236}">
                      <a16:creationId xmlns:a16="http://schemas.microsoft.com/office/drawing/2014/main" id="{D538C182-8102-43CB-AB61-F819CD3E673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378453" y="5978373"/>
                  <a:ext cx="110160" cy="13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7" name="组合 226">
            <a:extLst>
              <a:ext uri="{FF2B5EF4-FFF2-40B4-BE49-F238E27FC236}">
                <a16:creationId xmlns:a16="http://schemas.microsoft.com/office/drawing/2014/main" id="{B47669B6-1FA3-4EB2-AB03-2BE80B817884}"/>
              </a:ext>
            </a:extLst>
          </p:cNvPr>
          <p:cNvGrpSpPr/>
          <p:nvPr/>
        </p:nvGrpSpPr>
        <p:grpSpPr>
          <a:xfrm>
            <a:off x="365693" y="180573"/>
            <a:ext cx="7462800" cy="3115800"/>
            <a:chOff x="365693" y="180573"/>
            <a:chExt cx="7462800" cy="311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950A293F-B015-4C88-8044-44A63AED45DE}"/>
                    </a:ext>
                  </a:extLst>
                </p14:cNvPr>
                <p14:cNvContentPartPr/>
                <p14:nvPr/>
              </p14:nvContentPartPr>
              <p14:xfrm>
                <a:off x="3283493" y="397653"/>
                <a:ext cx="142200" cy="2590560"/>
              </p14:xfrm>
            </p:contentPart>
          </mc:Choice>
          <mc:Fallback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950A293F-B015-4C88-8044-44A63AED45DE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274853" y="388653"/>
                  <a:ext cx="159840" cy="260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6E081602-D127-43D0-BE2A-AE5919ED8409}"/>
                    </a:ext>
                  </a:extLst>
                </p14:cNvPr>
                <p14:cNvContentPartPr/>
                <p14:nvPr/>
              </p14:nvContentPartPr>
              <p14:xfrm>
                <a:off x="3013853" y="351213"/>
                <a:ext cx="354600" cy="461880"/>
              </p14:xfrm>
            </p:contentPart>
          </mc:Choice>
          <mc:Fallback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6E081602-D127-43D0-BE2A-AE5919ED8409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004853" y="342213"/>
                  <a:ext cx="37224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E5AD8AB2-0BDA-4E9B-A66D-9E1182E8A831}"/>
                    </a:ext>
                  </a:extLst>
                </p14:cNvPr>
                <p14:cNvContentPartPr/>
                <p14:nvPr/>
              </p14:nvContentPartPr>
              <p14:xfrm>
                <a:off x="3393653" y="387213"/>
                <a:ext cx="344160" cy="1194120"/>
              </p14:xfrm>
            </p:contentPart>
          </mc:Choice>
          <mc:Fallback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E5AD8AB2-0BDA-4E9B-A66D-9E1182E8A831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384653" y="378213"/>
                  <a:ext cx="361800" cy="12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1DD063F7-C052-4592-82CD-AA5DAB9D5616}"/>
                    </a:ext>
                  </a:extLst>
                </p14:cNvPr>
                <p14:cNvContentPartPr/>
                <p14:nvPr/>
              </p14:nvContentPartPr>
              <p14:xfrm>
                <a:off x="1599053" y="2840973"/>
                <a:ext cx="4901040" cy="11628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1DD063F7-C052-4592-82CD-AA5DAB9D561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590413" y="2831973"/>
                  <a:ext cx="49186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CDBC5826-7BDE-49B9-9BCE-CE578778B8C5}"/>
                    </a:ext>
                  </a:extLst>
                </p14:cNvPr>
                <p14:cNvContentPartPr/>
                <p14:nvPr/>
              </p14:nvContentPartPr>
              <p14:xfrm>
                <a:off x="6494333" y="2567373"/>
                <a:ext cx="246240" cy="46836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CDBC5826-7BDE-49B9-9BCE-CE578778B8C5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485693" y="2558733"/>
                  <a:ext cx="263880" cy="48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5FC149B6-FE09-47A7-9D5B-A744F7E7FC55}"/>
                    </a:ext>
                  </a:extLst>
                </p14:cNvPr>
                <p14:cNvContentPartPr/>
                <p14:nvPr/>
              </p14:nvContentPartPr>
              <p14:xfrm>
                <a:off x="3316613" y="2653053"/>
                <a:ext cx="20880" cy="643320"/>
              </p14:xfrm>
            </p:contentPart>
          </mc:Choice>
          <mc:Fallback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5FC149B6-FE09-47A7-9D5B-A744F7E7FC5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307973" y="2644053"/>
                  <a:ext cx="38520" cy="66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CF8E3D9A-9F72-4175-BF45-086D4E660A2A}"/>
                    </a:ext>
                  </a:extLst>
                </p14:cNvPr>
                <p14:cNvContentPartPr/>
                <p14:nvPr/>
              </p14:nvContentPartPr>
              <p14:xfrm>
                <a:off x="3315173" y="1160853"/>
                <a:ext cx="1634760" cy="1716120"/>
              </p14:xfrm>
            </p:contentPart>
          </mc:Choice>
          <mc:Fallback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CF8E3D9A-9F72-4175-BF45-086D4E660A2A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3306173" y="1151853"/>
                  <a:ext cx="1652400" cy="173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6D79358D-DCF5-485E-B366-9EBA43C9523A}"/>
                    </a:ext>
                  </a:extLst>
                </p14:cNvPr>
                <p14:cNvContentPartPr/>
                <p14:nvPr/>
              </p14:nvContentPartPr>
              <p14:xfrm>
                <a:off x="3366653" y="2165973"/>
                <a:ext cx="2304000" cy="606600"/>
              </p14:xfrm>
            </p:contentPart>
          </mc:Choice>
          <mc:Fallback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6D79358D-DCF5-485E-B366-9EBA43C9523A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358013" y="2157333"/>
                  <a:ext cx="2321640" cy="62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3EDFF571-8A96-40A1-9556-CDFC2AA02EE0}"/>
                    </a:ext>
                  </a:extLst>
                </p14:cNvPr>
                <p14:cNvContentPartPr/>
                <p14:nvPr/>
              </p14:nvContentPartPr>
              <p14:xfrm>
                <a:off x="4807373" y="1031973"/>
                <a:ext cx="236880" cy="323280"/>
              </p14:xfrm>
            </p:contentPart>
          </mc:Choice>
          <mc:Fallback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3EDFF571-8A96-40A1-9556-CDFC2AA02EE0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798733" y="1023333"/>
                  <a:ext cx="25452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AC1A5B2C-2901-4530-AB7C-34F3384630F6}"/>
                    </a:ext>
                  </a:extLst>
                </p14:cNvPr>
                <p14:cNvContentPartPr/>
                <p14:nvPr/>
              </p14:nvContentPartPr>
              <p14:xfrm>
                <a:off x="5364653" y="2002173"/>
                <a:ext cx="405720" cy="445320"/>
              </p14:xfrm>
            </p:contentPart>
          </mc:Choice>
          <mc:Fallback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AC1A5B2C-2901-4530-AB7C-34F3384630F6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355653" y="1993533"/>
                  <a:ext cx="423360" cy="46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84FF1381-9258-4E12-B06D-D7C334323601}"/>
                    </a:ext>
                  </a:extLst>
                </p14:cNvPr>
                <p14:cNvContentPartPr/>
                <p14:nvPr/>
              </p14:nvContentPartPr>
              <p14:xfrm>
                <a:off x="4661573" y="1304853"/>
                <a:ext cx="34560" cy="14040"/>
              </p14:xfrm>
            </p:contentPart>
          </mc:Choice>
          <mc:Fallback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84FF1381-9258-4E12-B06D-D7C334323601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652573" y="1295853"/>
                  <a:ext cx="522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4C483DD6-7B7B-4258-A87C-3F1505FCA134}"/>
                    </a:ext>
                  </a:extLst>
                </p14:cNvPr>
                <p14:cNvContentPartPr/>
                <p14:nvPr/>
              </p14:nvContentPartPr>
              <p14:xfrm>
                <a:off x="4857773" y="2529213"/>
                <a:ext cx="19080" cy="67320"/>
              </p14:xfrm>
            </p:contentPart>
          </mc:Choice>
          <mc:Fallback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4C483DD6-7B7B-4258-A87C-3F1505FCA134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849133" y="2520573"/>
                  <a:ext cx="3672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2965994C-D70B-41D4-ACDD-81FE1D71080A}"/>
                    </a:ext>
                  </a:extLst>
                </p14:cNvPr>
                <p14:cNvContentPartPr/>
                <p14:nvPr/>
              </p14:nvContentPartPr>
              <p14:xfrm>
                <a:off x="4534493" y="1430493"/>
                <a:ext cx="216360" cy="1022040"/>
              </p14:xfrm>
            </p:contentPart>
          </mc:Choice>
          <mc:Fallback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2965994C-D70B-41D4-ACDD-81FE1D71080A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525493" y="1421853"/>
                  <a:ext cx="234000" cy="10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F95418C2-A630-4DE5-AA46-B8B45EBB4B79}"/>
                    </a:ext>
                  </a:extLst>
                </p14:cNvPr>
                <p14:cNvContentPartPr/>
                <p14:nvPr/>
              </p14:nvContentPartPr>
              <p14:xfrm>
                <a:off x="3787853" y="2348493"/>
                <a:ext cx="154800" cy="257040"/>
              </p14:xfrm>
            </p:contentPart>
          </mc:Choice>
          <mc:Fallback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F95418C2-A630-4DE5-AA46-B8B45EBB4B79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3778853" y="2339853"/>
                  <a:ext cx="17244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64E26DCF-9026-41A8-9BE1-9386B321261D}"/>
                    </a:ext>
                  </a:extLst>
                </p14:cNvPr>
                <p14:cNvContentPartPr/>
                <p14:nvPr/>
              </p14:nvContentPartPr>
              <p14:xfrm>
                <a:off x="4000253" y="2174253"/>
                <a:ext cx="289440" cy="28296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64E26DCF-9026-41A8-9BE1-9386B321261D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991253" y="2165253"/>
                  <a:ext cx="30708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35FB77D5-0AD1-4CD0-86ED-965332E1298F}"/>
                    </a:ext>
                  </a:extLst>
                </p14:cNvPr>
                <p14:cNvContentPartPr/>
                <p14:nvPr/>
              </p14:nvContentPartPr>
              <p14:xfrm>
                <a:off x="4067573" y="2290533"/>
                <a:ext cx="197640" cy="41400"/>
              </p14:xfrm>
            </p:contentPart>
          </mc:Choice>
          <mc:Fallback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35FB77D5-0AD1-4CD0-86ED-965332E1298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058933" y="2281893"/>
                  <a:ext cx="2152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BE428BE1-D3AC-44B0-B362-30F88025AC44}"/>
                    </a:ext>
                  </a:extLst>
                </p14:cNvPr>
                <p14:cNvContentPartPr/>
                <p14:nvPr/>
              </p14:nvContentPartPr>
              <p14:xfrm>
                <a:off x="6476333" y="1039893"/>
                <a:ext cx="72000" cy="332640"/>
              </p14:xfrm>
            </p:contentPart>
          </mc:Choice>
          <mc:Fallback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BE428BE1-D3AC-44B0-B362-30F88025AC44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467693" y="1031253"/>
                  <a:ext cx="8964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CEEBA908-B2F3-4E90-B373-6DF36F771503}"/>
                    </a:ext>
                  </a:extLst>
                </p14:cNvPr>
                <p14:cNvContentPartPr/>
                <p14:nvPr/>
              </p14:nvContentPartPr>
              <p14:xfrm>
                <a:off x="6457973" y="931173"/>
                <a:ext cx="462600" cy="318240"/>
              </p14:xfrm>
            </p:contentPart>
          </mc:Choice>
          <mc:Fallback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CEEBA908-B2F3-4E90-B373-6DF36F771503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448973" y="922173"/>
                  <a:ext cx="48024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CDDE38C6-6EF6-4565-B4CA-42E17CA359BD}"/>
                    </a:ext>
                  </a:extLst>
                </p14:cNvPr>
                <p14:cNvContentPartPr/>
                <p14:nvPr/>
              </p14:nvContentPartPr>
              <p14:xfrm>
                <a:off x="6583253" y="708693"/>
                <a:ext cx="379080" cy="507240"/>
              </p14:xfrm>
            </p:contentPart>
          </mc:Choice>
          <mc:Fallback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CDDE38C6-6EF6-4565-B4CA-42E17CA359BD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574253" y="699693"/>
                  <a:ext cx="396720" cy="52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0EDA6368-9CD5-4256-9D9D-F513EB2AF6FF}"/>
                    </a:ext>
                  </a:extLst>
                </p14:cNvPr>
                <p14:cNvContentPartPr/>
                <p14:nvPr/>
              </p14:nvContentPartPr>
              <p14:xfrm>
                <a:off x="7023173" y="766653"/>
                <a:ext cx="219960" cy="511560"/>
              </p14:xfrm>
            </p:contentPart>
          </mc:Choice>
          <mc:Fallback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0EDA6368-9CD5-4256-9D9D-F513EB2AF6FF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014533" y="758013"/>
                  <a:ext cx="237600" cy="52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7DB9AF44-8F0B-42BB-BE8E-FF4EE337D185}"/>
                    </a:ext>
                  </a:extLst>
                </p14:cNvPr>
                <p14:cNvContentPartPr/>
                <p14:nvPr/>
              </p14:nvContentPartPr>
              <p14:xfrm>
                <a:off x="7041533" y="766653"/>
                <a:ext cx="341640" cy="401760"/>
              </p14:xfrm>
            </p:contentPart>
          </mc:Choice>
          <mc:Fallback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7DB9AF44-8F0B-42BB-BE8E-FF4EE337D185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032533" y="758013"/>
                  <a:ext cx="35928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9D2070E2-45C2-4E84-AF3D-F79323D56132}"/>
                    </a:ext>
                  </a:extLst>
                </p14:cNvPr>
                <p14:cNvContentPartPr/>
                <p14:nvPr/>
              </p14:nvContentPartPr>
              <p14:xfrm>
                <a:off x="7351853" y="757293"/>
                <a:ext cx="269640" cy="215640"/>
              </p14:xfrm>
            </p:contentPart>
          </mc:Choice>
          <mc:Fallback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9D2070E2-45C2-4E84-AF3D-F79323D56132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343213" y="748653"/>
                  <a:ext cx="2872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F6536A75-1419-4872-AD09-EA3907833BB6}"/>
                    </a:ext>
                  </a:extLst>
                </p14:cNvPr>
                <p14:cNvContentPartPr/>
                <p14:nvPr/>
              </p14:nvContentPartPr>
              <p14:xfrm>
                <a:off x="7349333" y="1078773"/>
                <a:ext cx="479160" cy="279360"/>
              </p14:xfrm>
            </p:contentPart>
          </mc:Choice>
          <mc:Fallback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F6536A75-1419-4872-AD09-EA3907833BB6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340693" y="1070133"/>
                  <a:ext cx="49680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F555D6F3-10E9-4798-A8F7-431BB289F46C}"/>
                    </a:ext>
                  </a:extLst>
                </p14:cNvPr>
                <p14:cNvContentPartPr/>
                <p14:nvPr/>
              </p14:nvContentPartPr>
              <p14:xfrm>
                <a:off x="4984853" y="909933"/>
                <a:ext cx="39600" cy="34200"/>
              </p14:xfrm>
            </p:contentPart>
          </mc:Choice>
          <mc:Fallback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F555D6F3-10E9-4798-A8F7-431BB289F46C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976213" y="900933"/>
                  <a:ext cx="572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BA0B39D4-E02E-4331-AB18-181524FEBBF3}"/>
                    </a:ext>
                  </a:extLst>
                </p14:cNvPr>
                <p14:cNvContentPartPr/>
                <p14:nvPr/>
              </p14:nvContentPartPr>
              <p14:xfrm>
                <a:off x="4770653" y="471453"/>
                <a:ext cx="129960" cy="334800"/>
              </p14:xfrm>
            </p:contentPart>
          </mc:Choice>
          <mc:Fallback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BA0B39D4-E02E-4331-AB18-181524FEBBF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762013" y="462813"/>
                  <a:ext cx="14760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D0915990-730C-403E-980D-5ABBC4EE1ABD}"/>
                    </a:ext>
                  </a:extLst>
                </p14:cNvPr>
                <p14:cNvContentPartPr/>
                <p14:nvPr/>
              </p14:nvContentPartPr>
              <p14:xfrm>
                <a:off x="4914653" y="496653"/>
                <a:ext cx="138600" cy="212760"/>
              </p14:xfrm>
            </p:contentPart>
          </mc:Choice>
          <mc:Fallback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D0915990-730C-403E-980D-5ABBC4EE1ABD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905653" y="487653"/>
                  <a:ext cx="1562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29D687DD-54BE-41D7-900F-F6E8752191E9}"/>
                    </a:ext>
                  </a:extLst>
                </p14:cNvPr>
                <p14:cNvContentPartPr/>
                <p14:nvPr/>
              </p14:nvContentPartPr>
              <p14:xfrm>
                <a:off x="5048213" y="462093"/>
                <a:ext cx="118800" cy="203760"/>
              </p14:xfrm>
            </p:contentPart>
          </mc:Choice>
          <mc:Fallback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29D687DD-54BE-41D7-900F-F6E8752191E9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039213" y="453093"/>
                  <a:ext cx="1364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029A3D49-06F8-41A5-938E-155EB9B06086}"/>
                    </a:ext>
                  </a:extLst>
                </p14:cNvPr>
                <p14:cNvContentPartPr/>
                <p14:nvPr/>
              </p14:nvContentPartPr>
              <p14:xfrm>
                <a:off x="5166653" y="624453"/>
                <a:ext cx="82440" cy="127080"/>
              </p14:xfrm>
            </p:contentPart>
          </mc:Choice>
          <mc:Fallback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029A3D49-06F8-41A5-938E-155EB9B06086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158013" y="615453"/>
                  <a:ext cx="10008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38" name="墨迹 37">
                  <a:extLst>
                    <a:ext uri="{FF2B5EF4-FFF2-40B4-BE49-F238E27FC236}">
                      <a16:creationId xmlns:a16="http://schemas.microsoft.com/office/drawing/2014/main" id="{BA69A6A0-D65F-4739-85AC-B1C24A2A99CF}"/>
                    </a:ext>
                  </a:extLst>
                </p14:cNvPr>
                <p14:cNvContentPartPr/>
                <p14:nvPr/>
              </p14:nvContentPartPr>
              <p14:xfrm>
                <a:off x="5164133" y="572613"/>
                <a:ext cx="36360" cy="205200"/>
              </p14:xfrm>
            </p:contentPart>
          </mc:Choice>
          <mc:Fallback>
            <p:pic>
              <p:nvPicPr>
                <p:cNvPr id="38" name="墨迹 37">
                  <a:extLst>
                    <a:ext uri="{FF2B5EF4-FFF2-40B4-BE49-F238E27FC236}">
                      <a16:creationId xmlns:a16="http://schemas.microsoft.com/office/drawing/2014/main" id="{BA69A6A0-D65F-4739-85AC-B1C24A2A99CF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155133" y="563973"/>
                  <a:ext cx="5400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4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D7FBC2EF-38B5-4680-9715-3F0870DAD805}"/>
                    </a:ext>
                  </a:extLst>
                </p14:cNvPr>
                <p14:cNvContentPartPr/>
                <p14:nvPr/>
              </p14:nvContentPartPr>
              <p14:xfrm>
                <a:off x="5311733" y="661893"/>
                <a:ext cx="94320" cy="108360"/>
              </p14:xfrm>
            </p:contentPart>
          </mc:Choice>
          <mc:Fallback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D7FBC2EF-38B5-4680-9715-3F0870DAD805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302733" y="652893"/>
                  <a:ext cx="11196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6">
              <p14:nvContentPartPr>
                <p14:cNvPr id="40" name="墨迹 39">
                  <a:extLst>
                    <a:ext uri="{FF2B5EF4-FFF2-40B4-BE49-F238E27FC236}">
                      <a16:creationId xmlns:a16="http://schemas.microsoft.com/office/drawing/2014/main" id="{F83D3EFB-B929-45C5-BC49-32FB99D8C2CF}"/>
                    </a:ext>
                  </a:extLst>
                </p14:cNvPr>
                <p14:cNvContentPartPr/>
                <p14:nvPr/>
              </p14:nvContentPartPr>
              <p14:xfrm>
                <a:off x="5573093" y="385773"/>
                <a:ext cx="153360" cy="253800"/>
              </p14:xfrm>
            </p:contentPart>
          </mc:Choice>
          <mc:Fallback>
            <p:pic>
              <p:nvPicPr>
                <p:cNvPr id="40" name="墨迹 39">
                  <a:extLst>
                    <a:ext uri="{FF2B5EF4-FFF2-40B4-BE49-F238E27FC236}">
                      <a16:creationId xmlns:a16="http://schemas.microsoft.com/office/drawing/2014/main" id="{F83D3EFB-B929-45C5-BC49-32FB99D8C2CF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564453" y="376773"/>
                  <a:ext cx="17100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8D2116C8-D347-4342-8655-98512B5CD689}"/>
                    </a:ext>
                  </a:extLst>
                </p14:cNvPr>
                <p14:cNvContentPartPr/>
                <p14:nvPr/>
              </p14:nvContentPartPr>
              <p14:xfrm>
                <a:off x="5838053" y="351933"/>
                <a:ext cx="115560" cy="239040"/>
              </p14:xfrm>
            </p:contentPart>
          </mc:Choice>
          <mc:Fallback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8D2116C8-D347-4342-8655-98512B5CD689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829413" y="342933"/>
                  <a:ext cx="13320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153576DF-ED6B-4DDC-AD50-27890BD89805}"/>
                    </a:ext>
                  </a:extLst>
                </p14:cNvPr>
                <p14:cNvContentPartPr/>
                <p14:nvPr/>
              </p14:nvContentPartPr>
              <p14:xfrm>
                <a:off x="5907173" y="358413"/>
                <a:ext cx="318960" cy="500760"/>
              </p14:xfrm>
            </p:contentPart>
          </mc:Choice>
          <mc:Fallback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153576DF-ED6B-4DDC-AD50-27890BD89805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898173" y="349413"/>
                  <a:ext cx="336600" cy="51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43" name="墨迹 42">
                  <a:extLst>
                    <a:ext uri="{FF2B5EF4-FFF2-40B4-BE49-F238E27FC236}">
                      <a16:creationId xmlns:a16="http://schemas.microsoft.com/office/drawing/2014/main" id="{4F3939ED-4B5F-41C2-B96A-908AA000C7FB}"/>
                    </a:ext>
                  </a:extLst>
                </p14:cNvPr>
                <p14:cNvContentPartPr/>
                <p14:nvPr/>
              </p14:nvContentPartPr>
              <p14:xfrm>
                <a:off x="5636813" y="1667013"/>
                <a:ext cx="113040" cy="267120"/>
              </p14:xfrm>
            </p:contentPart>
          </mc:Choice>
          <mc:Fallback>
            <p:pic>
              <p:nvPicPr>
                <p:cNvPr id="43" name="墨迹 42">
                  <a:extLst>
                    <a:ext uri="{FF2B5EF4-FFF2-40B4-BE49-F238E27FC236}">
                      <a16:creationId xmlns:a16="http://schemas.microsoft.com/office/drawing/2014/main" id="{4F3939ED-4B5F-41C2-B96A-908AA000C7FB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628173" y="1658373"/>
                  <a:ext cx="13068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4">
              <p14:nvContentPartPr>
                <p14:cNvPr id="44" name="墨迹 43">
                  <a:extLst>
                    <a:ext uri="{FF2B5EF4-FFF2-40B4-BE49-F238E27FC236}">
                      <a16:creationId xmlns:a16="http://schemas.microsoft.com/office/drawing/2014/main" id="{926D0BEF-D62E-4261-BBC4-947E3D2D25AD}"/>
                    </a:ext>
                  </a:extLst>
                </p14:cNvPr>
                <p14:cNvContentPartPr/>
                <p14:nvPr/>
              </p14:nvContentPartPr>
              <p14:xfrm>
                <a:off x="5804213" y="1654053"/>
                <a:ext cx="220680" cy="334440"/>
              </p14:xfrm>
            </p:contentPart>
          </mc:Choice>
          <mc:Fallback>
            <p:pic>
              <p:nvPicPr>
                <p:cNvPr id="44" name="墨迹 43">
                  <a:extLst>
                    <a:ext uri="{FF2B5EF4-FFF2-40B4-BE49-F238E27FC236}">
                      <a16:creationId xmlns:a16="http://schemas.microsoft.com/office/drawing/2014/main" id="{926D0BEF-D62E-4261-BBC4-947E3D2D25AD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5795213" y="1645053"/>
                  <a:ext cx="23832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6">
              <p14:nvContentPartPr>
                <p14:cNvPr id="45" name="墨迹 44">
                  <a:extLst>
                    <a:ext uri="{FF2B5EF4-FFF2-40B4-BE49-F238E27FC236}">
                      <a16:creationId xmlns:a16="http://schemas.microsoft.com/office/drawing/2014/main" id="{906F6BB3-B09F-4E3E-BE75-66290896C45B}"/>
                    </a:ext>
                  </a:extLst>
                </p14:cNvPr>
                <p14:cNvContentPartPr/>
                <p14:nvPr/>
              </p14:nvContentPartPr>
              <p14:xfrm>
                <a:off x="6077813" y="1925853"/>
                <a:ext cx="40320" cy="76680"/>
              </p14:xfrm>
            </p:contentPart>
          </mc:Choice>
          <mc:Fallback>
            <p:pic>
              <p:nvPicPr>
                <p:cNvPr id="45" name="墨迹 44">
                  <a:extLst>
                    <a:ext uri="{FF2B5EF4-FFF2-40B4-BE49-F238E27FC236}">
                      <a16:creationId xmlns:a16="http://schemas.microsoft.com/office/drawing/2014/main" id="{906F6BB3-B09F-4E3E-BE75-66290896C45B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069173" y="1917213"/>
                  <a:ext cx="579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8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E8D9E886-EC69-4E3D-B24B-F794B23CAFBB}"/>
                    </a:ext>
                  </a:extLst>
                </p14:cNvPr>
                <p14:cNvContentPartPr/>
                <p14:nvPr/>
              </p14:nvContentPartPr>
              <p14:xfrm>
                <a:off x="6115613" y="1967613"/>
                <a:ext cx="33480" cy="76680"/>
              </p14:xfrm>
            </p:contentPart>
          </mc:Choice>
          <mc:Fallback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E8D9E886-EC69-4E3D-B24B-F794B23CAFBB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106613" y="1958973"/>
                  <a:ext cx="511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47" name="墨迹 46">
                  <a:extLst>
                    <a:ext uri="{FF2B5EF4-FFF2-40B4-BE49-F238E27FC236}">
                      <a16:creationId xmlns:a16="http://schemas.microsoft.com/office/drawing/2014/main" id="{29DADDF0-4D03-4391-88BE-4107C821F655}"/>
                    </a:ext>
                  </a:extLst>
                </p14:cNvPr>
                <p14:cNvContentPartPr/>
                <p14:nvPr/>
              </p14:nvContentPartPr>
              <p14:xfrm>
                <a:off x="6279413" y="1920813"/>
                <a:ext cx="81360" cy="91800"/>
              </p14:xfrm>
            </p:contentPart>
          </mc:Choice>
          <mc:Fallback>
            <p:pic>
              <p:nvPicPr>
                <p:cNvPr id="47" name="墨迹 46">
                  <a:extLst>
                    <a:ext uri="{FF2B5EF4-FFF2-40B4-BE49-F238E27FC236}">
                      <a16:creationId xmlns:a16="http://schemas.microsoft.com/office/drawing/2014/main" id="{29DADDF0-4D03-4391-88BE-4107C821F655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270413" y="1912173"/>
                  <a:ext cx="990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48" name="墨迹 47">
                  <a:extLst>
                    <a:ext uri="{FF2B5EF4-FFF2-40B4-BE49-F238E27FC236}">
                      <a16:creationId xmlns:a16="http://schemas.microsoft.com/office/drawing/2014/main" id="{F4E01BEE-78DE-4199-946B-4202B0CECDF0}"/>
                    </a:ext>
                  </a:extLst>
                </p14:cNvPr>
                <p14:cNvContentPartPr/>
                <p14:nvPr/>
              </p14:nvContentPartPr>
              <p14:xfrm>
                <a:off x="6510533" y="1726053"/>
                <a:ext cx="209520" cy="275400"/>
              </p14:xfrm>
            </p:contentPart>
          </mc:Choice>
          <mc:Fallback>
            <p:pic>
              <p:nvPicPr>
                <p:cNvPr id="48" name="墨迹 47">
                  <a:extLst>
                    <a:ext uri="{FF2B5EF4-FFF2-40B4-BE49-F238E27FC236}">
                      <a16:creationId xmlns:a16="http://schemas.microsoft.com/office/drawing/2014/main" id="{F4E01BEE-78DE-4199-946B-4202B0CECDF0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501533" y="1717413"/>
                  <a:ext cx="22716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49" name="墨迹 48">
                  <a:extLst>
                    <a:ext uri="{FF2B5EF4-FFF2-40B4-BE49-F238E27FC236}">
                      <a16:creationId xmlns:a16="http://schemas.microsoft.com/office/drawing/2014/main" id="{AE5DF50B-2697-497F-A3C7-4EF85A3631C4}"/>
                    </a:ext>
                  </a:extLst>
                </p14:cNvPr>
                <p14:cNvContentPartPr/>
                <p14:nvPr/>
              </p14:nvContentPartPr>
              <p14:xfrm>
                <a:off x="6702773" y="1928733"/>
                <a:ext cx="194040" cy="116280"/>
              </p14:xfrm>
            </p:contentPart>
          </mc:Choice>
          <mc:Fallback>
            <p:pic>
              <p:nvPicPr>
                <p:cNvPr id="49" name="墨迹 48">
                  <a:extLst>
                    <a:ext uri="{FF2B5EF4-FFF2-40B4-BE49-F238E27FC236}">
                      <a16:creationId xmlns:a16="http://schemas.microsoft.com/office/drawing/2014/main" id="{AE5DF50B-2697-497F-A3C7-4EF85A3631C4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6693773" y="1920093"/>
                  <a:ext cx="2116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50" name="墨迹 49">
                  <a:extLst>
                    <a:ext uri="{FF2B5EF4-FFF2-40B4-BE49-F238E27FC236}">
                      <a16:creationId xmlns:a16="http://schemas.microsoft.com/office/drawing/2014/main" id="{1A0773C6-0B41-44DA-B20A-CF0BE0955FD6}"/>
                    </a:ext>
                  </a:extLst>
                </p14:cNvPr>
                <p14:cNvContentPartPr/>
                <p14:nvPr/>
              </p14:nvContentPartPr>
              <p14:xfrm>
                <a:off x="6940733" y="1618053"/>
                <a:ext cx="269280" cy="552600"/>
              </p14:xfrm>
            </p:contentPart>
          </mc:Choice>
          <mc:Fallback>
            <p:pic>
              <p:nvPicPr>
                <p:cNvPr id="50" name="墨迹 49">
                  <a:extLst>
                    <a:ext uri="{FF2B5EF4-FFF2-40B4-BE49-F238E27FC236}">
                      <a16:creationId xmlns:a16="http://schemas.microsoft.com/office/drawing/2014/main" id="{1A0773C6-0B41-44DA-B20A-CF0BE0955FD6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6931733" y="1609413"/>
                  <a:ext cx="286920" cy="57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51" name="墨迹 50">
                  <a:extLst>
                    <a:ext uri="{FF2B5EF4-FFF2-40B4-BE49-F238E27FC236}">
                      <a16:creationId xmlns:a16="http://schemas.microsoft.com/office/drawing/2014/main" id="{0FC7E428-E211-4826-8367-682527FFAD70}"/>
                    </a:ext>
                  </a:extLst>
                </p14:cNvPr>
                <p14:cNvContentPartPr/>
                <p14:nvPr/>
              </p14:nvContentPartPr>
              <p14:xfrm>
                <a:off x="5987453" y="797613"/>
                <a:ext cx="7920" cy="27000"/>
              </p14:xfrm>
            </p:contentPart>
          </mc:Choice>
          <mc:Fallback>
            <p:pic>
              <p:nvPicPr>
                <p:cNvPr id="51" name="墨迹 50">
                  <a:extLst>
                    <a:ext uri="{FF2B5EF4-FFF2-40B4-BE49-F238E27FC236}">
                      <a16:creationId xmlns:a16="http://schemas.microsoft.com/office/drawing/2014/main" id="{0FC7E428-E211-4826-8367-682527FFAD70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978813" y="788973"/>
                  <a:ext cx="255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165" name="墨迹 164">
                  <a:extLst>
                    <a:ext uri="{FF2B5EF4-FFF2-40B4-BE49-F238E27FC236}">
                      <a16:creationId xmlns:a16="http://schemas.microsoft.com/office/drawing/2014/main" id="{C42DA14A-02F3-469E-91CA-78CCE7BD8719}"/>
                    </a:ext>
                  </a:extLst>
                </p14:cNvPr>
                <p14:cNvContentPartPr/>
                <p14:nvPr/>
              </p14:nvContentPartPr>
              <p14:xfrm>
                <a:off x="4290413" y="1655493"/>
                <a:ext cx="60120" cy="161280"/>
              </p14:xfrm>
            </p:contentPart>
          </mc:Choice>
          <mc:Fallback>
            <p:pic>
              <p:nvPicPr>
                <p:cNvPr id="165" name="墨迹 164">
                  <a:extLst>
                    <a:ext uri="{FF2B5EF4-FFF2-40B4-BE49-F238E27FC236}">
                      <a16:creationId xmlns:a16="http://schemas.microsoft.com/office/drawing/2014/main" id="{C42DA14A-02F3-469E-91CA-78CCE7BD8719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281413" y="1646853"/>
                  <a:ext cx="777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166" name="墨迹 165">
                  <a:extLst>
                    <a:ext uri="{FF2B5EF4-FFF2-40B4-BE49-F238E27FC236}">
                      <a16:creationId xmlns:a16="http://schemas.microsoft.com/office/drawing/2014/main" id="{4D2F341F-3C2B-4070-B3A5-E8F4D06966EB}"/>
                    </a:ext>
                  </a:extLst>
                </p14:cNvPr>
                <p14:cNvContentPartPr/>
                <p14:nvPr/>
              </p14:nvContentPartPr>
              <p14:xfrm>
                <a:off x="4484093" y="1434093"/>
                <a:ext cx="9720" cy="47160"/>
              </p14:xfrm>
            </p:contentPart>
          </mc:Choice>
          <mc:Fallback>
            <p:pic>
              <p:nvPicPr>
                <p:cNvPr id="166" name="墨迹 165">
                  <a:extLst>
                    <a:ext uri="{FF2B5EF4-FFF2-40B4-BE49-F238E27FC236}">
                      <a16:creationId xmlns:a16="http://schemas.microsoft.com/office/drawing/2014/main" id="{4D2F341F-3C2B-4070-B3A5-E8F4D06966EB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475093" y="1425453"/>
                  <a:ext cx="273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167" name="墨迹 166">
                  <a:extLst>
                    <a:ext uri="{FF2B5EF4-FFF2-40B4-BE49-F238E27FC236}">
                      <a16:creationId xmlns:a16="http://schemas.microsoft.com/office/drawing/2014/main" id="{54F42067-DC19-4DC5-BA27-4AA12C9CF8CE}"/>
                    </a:ext>
                  </a:extLst>
                </p14:cNvPr>
                <p14:cNvContentPartPr/>
                <p14:nvPr/>
              </p14:nvContentPartPr>
              <p14:xfrm>
                <a:off x="4640333" y="2288373"/>
                <a:ext cx="9000" cy="3960"/>
              </p14:xfrm>
            </p:contentPart>
          </mc:Choice>
          <mc:Fallback>
            <p:pic>
              <p:nvPicPr>
                <p:cNvPr id="167" name="墨迹 166">
                  <a:extLst>
                    <a:ext uri="{FF2B5EF4-FFF2-40B4-BE49-F238E27FC236}">
                      <a16:creationId xmlns:a16="http://schemas.microsoft.com/office/drawing/2014/main" id="{54F42067-DC19-4DC5-BA27-4AA12C9CF8CE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631333" y="2279733"/>
                  <a:ext cx="266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168" name="墨迹 167">
                  <a:extLst>
                    <a:ext uri="{FF2B5EF4-FFF2-40B4-BE49-F238E27FC236}">
                      <a16:creationId xmlns:a16="http://schemas.microsoft.com/office/drawing/2014/main" id="{35CF50CF-A271-43BD-9703-88D1A8061A41}"/>
                    </a:ext>
                  </a:extLst>
                </p14:cNvPr>
                <p14:cNvContentPartPr/>
                <p14:nvPr/>
              </p14:nvContentPartPr>
              <p14:xfrm>
                <a:off x="4572653" y="1595013"/>
                <a:ext cx="360" cy="360"/>
              </p14:xfrm>
            </p:contentPart>
          </mc:Choice>
          <mc:Fallback>
            <p:pic>
              <p:nvPicPr>
                <p:cNvPr id="168" name="墨迹 167">
                  <a:extLst>
                    <a:ext uri="{FF2B5EF4-FFF2-40B4-BE49-F238E27FC236}">
                      <a16:creationId xmlns:a16="http://schemas.microsoft.com/office/drawing/2014/main" id="{35CF50CF-A271-43BD-9703-88D1A8061A41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564013" y="1586373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169" name="墨迹 168">
                  <a:extLst>
                    <a:ext uri="{FF2B5EF4-FFF2-40B4-BE49-F238E27FC236}">
                      <a16:creationId xmlns:a16="http://schemas.microsoft.com/office/drawing/2014/main" id="{9927C016-1210-4BEF-97FC-0FC1EC64864E}"/>
                    </a:ext>
                  </a:extLst>
                </p14:cNvPr>
                <p14:cNvContentPartPr/>
                <p14:nvPr/>
              </p14:nvContentPartPr>
              <p14:xfrm>
                <a:off x="4858493" y="2650173"/>
                <a:ext cx="9000" cy="25560"/>
              </p14:xfrm>
            </p:contentPart>
          </mc:Choice>
          <mc:Fallback>
            <p:pic>
              <p:nvPicPr>
                <p:cNvPr id="169" name="墨迹 168">
                  <a:extLst>
                    <a:ext uri="{FF2B5EF4-FFF2-40B4-BE49-F238E27FC236}">
                      <a16:creationId xmlns:a16="http://schemas.microsoft.com/office/drawing/2014/main" id="{9927C016-1210-4BEF-97FC-0FC1EC64864E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849853" y="2641173"/>
                  <a:ext cx="266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170" name="墨迹 169">
                  <a:extLst>
                    <a:ext uri="{FF2B5EF4-FFF2-40B4-BE49-F238E27FC236}">
                      <a16:creationId xmlns:a16="http://schemas.microsoft.com/office/drawing/2014/main" id="{5F627F89-836C-4FF2-B388-91C494AEC0F7}"/>
                    </a:ext>
                  </a:extLst>
                </p14:cNvPr>
                <p14:cNvContentPartPr/>
                <p14:nvPr/>
              </p14:nvContentPartPr>
              <p14:xfrm>
                <a:off x="4582013" y="1504653"/>
                <a:ext cx="9720" cy="34200"/>
              </p14:xfrm>
            </p:contentPart>
          </mc:Choice>
          <mc:Fallback>
            <p:pic>
              <p:nvPicPr>
                <p:cNvPr id="170" name="墨迹 169">
                  <a:extLst>
                    <a:ext uri="{FF2B5EF4-FFF2-40B4-BE49-F238E27FC236}">
                      <a16:creationId xmlns:a16="http://schemas.microsoft.com/office/drawing/2014/main" id="{5F627F89-836C-4FF2-B388-91C494AEC0F7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573373" y="1495653"/>
                  <a:ext cx="273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171" name="墨迹 170">
                  <a:extLst>
                    <a:ext uri="{FF2B5EF4-FFF2-40B4-BE49-F238E27FC236}">
                      <a16:creationId xmlns:a16="http://schemas.microsoft.com/office/drawing/2014/main" id="{85585494-CC45-48F8-B540-5CF90218DFB3}"/>
                    </a:ext>
                  </a:extLst>
                </p14:cNvPr>
                <p14:cNvContentPartPr/>
                <p14:nvPr/>
              </p14:nvContentPartPr>
              <p14:xfrm>
                <a:off x="4886933" y="2691213"/>
                <a:ext cx="7200" cy="26280"/>
              </p14:xfrm>
            </p:contentPart>
          </mc:Choice>
          <mc:Fallback>
            <p:pic>
              <p:nvPicPr>
                <p:cNvPr id="171" name="墨迹 170">
                  <a:extLst>
                    <a:ext uri="{FF2B5EF4-FFF2-40B4-BE49-F238E27FC236}">
                      <a16:creationId xmlns:a16="http://schemas.microsoft.com/office/drawing/2014/main" id="{85585494-CC45-48F8-B540-5CF90218DFB3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4877933" y="2682213"/>
                  <a:ext cx="2484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172" name="墨迹 171">
                  <a:extLst>
                    <a:ext uri="{FF2B5EF4-FFF2-40B4-BE49-F238E27FC236}">
                      <a16:creationId xmlns:a16="http://schemas.microsoft.com/office/drawing/2014/main" id="{8C78CACF-060A-41A5-9371-11A0B14778F1}"/>
                    </a:ext>
                  </a:extLst>
                </p14:cNvPr>
                <p14:cNvContentPartPr/>
                <p14:nvPr/>
              </p14:nvContentPartPr>
              <p14:xfrm>
                <a:off x="4550693" y="1578813"/>
                <a:ext cx="218880" cy="952560"/>
              </p14:xfrm>
            </p:contentPart>
          </mc:Choice>
          <mc:Fallback>
            <p:pic>
              <p:nvPicPr>
                <p:cNvPr id="172" name="墨迹 171">
                  <a:extLst>
                    <a:ext uri="{FF2B5EF4-FFF2-40B4-BE49-F238E27FC236}">
                      <a16:creationId xmlns:a16="http://schemas.microsoft.com/office/drawing/2014/main" id="{8C78CACF-060A-41A5-9371-11A0B14778F1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4541693" y="1569813"/>
                  <a:ext cx="236520" cy="9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185" name="墨迹 184">
                  <a:extLst>
                    <a:ext uri="{FF2B5EF4-FFF2-40B4-BE49-F238E27FC236}">
                      <a16:creationId xmlns:a16="http://schemas.microsoft.com/office/drawing/2014/main" id="{00271F01-4F5B-4329-B912-3D8D1C1D97E8}"/>
                    </a:ext>
                  </a:extLst>
                </p14:cNvPr>
                <p14:cNvContentPartPr/>
                <p14:nvPr/>
              </p14:nvContentPartPr>
              <p14:xfrm>
                <a:off x="4774973" y="1157973"/>
                <a:ext cx="10440" cy="3960"/>
              </p14:xfrm>
            </p:contentPart>
          </mc:Choice>
          <mc:Fallback>
            <p:pic>
              <p:nvPicPr>
                <p:cNvPr id="185" name="墨迹 184">
                  <a:extLst>
                    <a:ext uri="{FF2B5EF4-FFF2-40B4-BE49-F238E27FC236}">
                      <a16:creationId xmlns:a16="http://schemas.microsoft.com/office/drawing/2014/main" id="{00271F01-4F5B-4329-B912-3D8D1C1D97E8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4766333" y="1149333"/>
                  <a:ext cx="2808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186" name="墨迹 185">
                  <a:extLst>
                    <a:ext uri="{FF2B5EF4-FFF2-40B4-BE49-F238E27FC236}">
                      <a16:creationId xmlns:a16="http://schemas.microsoft.com/office/drawing/2014/main" id="{884A1576-D262-45BF-B715-68ED1199F7C7}"/>
                    </a:ext>
                  </a:extLst>
                </p14:cNvPr>
                <p14:cNvContentPartPr/>
                <p14:nvPr/>
              </p14:nvContentPartPr>
              <p14:xfrm>
                <a:off x="5161613" y="2223573"/>
                <a:ext cx="82440" cy="32760"/>
              </p14:xfrm>
            </p:contentPart>
          </mc:Choice>
          <mc:Fallback>
            <p:pic>
              <p:nvPicPr>
                <p:cNvPr id="186" name="墨迹 185">
                  <a:extLst>
                    <a:ext uri="{FF2B5EF4-FFF2-40B4-BE49-F238E27FC236}">
                      <a16:creationId xmlns:a16="http://schemas.microsoft.com/office/drawing/2014/main" id="{884A1576-D262-45BF-B715-68ED1199F7C7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152613" y="2214933"/>
                  <a:ext cx="1000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0">
              <p14:nvContentPartPr>
                <p14:cNvPr id="187" name="墨迹 186">
                  <a:extLst>
                    <a:ext uri="{FF2B5EF4-FFF2-40B4-BE49-F238E27FC236}">
                      <a16:creationId xmlns:a16="http://schemas.microsoft.com/office/drawing/2014/main" id="{BCF33342-BF4E-4F85-A455-E83B80D5A593}"/>
                    </a:ext>
                  </a:extLst>
                </p14:cNvPr>
                <p14:cNvContentPartPr/>
                <p14:nvPr/>
              </p14:nvContentPartPr>
              <p14:xfrm>
                <a:off x="4657973" y="1073733"/>
                <a:ext cx="48240" cy="17640"/>
              </p14:xfrm>
            </p:contentPart>
          </mc:Choice>
          <mc:Fallback>
            <p:pic>
              <p:nvPicPr>
                <p:cNvPr id="187" name="墨迹 186">
                  <a:extLst>
                    <a:ext uri="{FF2B5EF4-FFF2-40B4-BE49-F238E27FC236}">
                      <a16:creationId xmlns:a16="http://schemas.microsoft.com/office/drawing/2014/main" id="{BCF33342-BF4E-4F85-A455-E83B80D5A593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4649333" y="1065093"/>
                  <a:ext cx="658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2">
              <p14:nvContentPartPr>
                <p14:cNvPr id="188" name="墨迹 187">
                  <a:extLst>
                    <a:ext uri="{FF2B5EF4-FFF2-40B4-BE49-F238E27FC236}">
                      <a16:creationId xmlns:a16="http://schemas.microsoft.com/office/drawing/2014/main" id="{AFBD8D35-C77C-40F1-9B9A-8A5F1D3C68C5}"/>
                    </a:ext>
                  </a:extLst>
                </p14:cNvPr>
                <p14:cNvContentPartPr/>
                <p14:nvPr/>
              </p14:nvContentPartPr>
              <p14:xfrm>
                <a:off x="5144333" y="2271813"/>
                <a:ext cx="48960" cy="6120"/>
              </p14:xfrm>
            </p:contentPart>
          </mc:Choice>
          <mc:Fallback>
            <p:pic>
              <p:nvPicPr>
                <p:cNvPr id="188" name="墨迹 187">
                  <a:extLst>
                    <a:ext uri="{FF2B5EF4-FFF2-40B4-BE49-F238E27FC236}">
                      <a16:creationId xmlns:a16="http://schemas.microsoft.com/office/drawing/2014/main" id="{AFBD8D35-C77C-40F1-9B9A-8A5F1D3C68C5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135693" y="2263173"/>
                  <a:ext cx="6660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4">
              <p14:nvContentPartPr>
                <p14:cNvPr id="189" name="墨迹 188">
                  <a:extLst>
                    <a:ext uri="{FF2B5EF4-FFF2-40B4-BE49-F238E27FC236}">
                      <a16:creationId xmlns:a16="http://schemas.microsoft.com/office/drawing/2014/main" id="{AD0E8D2F-3B1C-4C49-AFE2-0D2F5FEECFAA}"/>
                    </a:ext>
                  </a:extLst>
                </p14:cNvPr>
                <p14:cNvContentPartPr/>
                <p14:nvPr/>
              </p14:nvContentPartPr>
              <p14:xfrm>
                <a:off x="1563053" y="180573"/>
                <a:ext cx="90720" cy="2139840"/>
              </p14:xfrm>
            </p:contentPart>
          </mc:Choice>
          <mc:Fallback>
            <p:pic>
              <p:nvPicPr>
                <p:cNvPr id="189" name="墨迹 188">
                  <a:extLst>
                    <a:ext uri="{FF2B5EF4-FFF2-40B4-BE49-F238E27FC236}">
                      <a16:creationId xmlns:a16="http://schemas.microsoft.com/office/drawing/2014/main" id="{AD0E8D2F-3B1C-4C49-AFE2-0D2F5FEECFAA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554413" y="171933"/>
                  <a:ext cx="108360" cy="21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6">
              <p14:nvContentPartPr>
                <p14:cNvPr id="190" name="墨迹 189">
                  <a:extLst>
                    <a:ext uri="{FF2B5EF4-FFF2-40B4-BE49-F238E27FC236}">
                      <a16:creationId xmlns:a16="http://schemas.microsoft.com/office/drawing/2014/main" id="{A85A530D-2590-4428-A5D7-EC19E4823B7A}"/>
                    </a:ext>
                  </a:extLst>
                </p14:cNvPr>
                <p14:cNvContentPartPr/>
                <p14:nvPr/>
              </p14:nvContentPartPr>
              <p14:xfrm>
                <a:off x="390893" y="1610853"/>
                <a:ext cx="2274840" cy="133920"/>
              </p14:xfrm>
            </p:contentPart>
          </mc:Choice>
          <mc:Fallback>
            <p:pic>
              <p:nvPicPr>
                <p:cNvPr id="190" name="墨迹 189">
                  <a:extLst>
                    <a:ext uri="{FF2B5EF4-FFF2-40B4-BE49-F238E27FC236}">
                      <a16:creationId xmlns:a16="http://schemas.microsoft.com/office/drawing/2014/main" id="{A85A530D-2590-4428-A5D7-EC19E4823B7A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81893" y="1602213"/>
                  <a:ext cx="229248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8">
              <p14:nvContentPartPr>
                <p14:cNvPr id="191" name="墨迹 190">
                  <a:extLst>
                    <a:ext uri="{FF2B5EF4-FFF2-40B4-BE49-F238E27FC236}">
                      <a16:creationId xmlns:a16="http://schemas.microsoft.com/office/drawing/2014/main" id="{97987D32-FC4B-4EB9-807D-B8E6E3D7C311}"/>
                    </a:ext>
                  </a:extLst>
                </p14:cNvPr>
                <p14:cNvContentPartPr/>
                <p14:nvPr/>
              </p14:nvContentPartPr>
              <p14:xfrm>
                <a:off x="1496813" y="622293"/>
                <a:ext cx="1011240" cy="968040"/>
              </p14:xfrm>
            </p:contentPart>
          </mc:Choice>
          <mc:Fallback>
            <p:pic>
              <p:nvPicPr>
                <p:cNvPr id="191" name="墨迹 190">
                  <a:extLst>
                    <a:ext uri="{FF2B5EF4-FFF2-40B4-BE49-F238E27FC236}">
                      <a16:creationId xmlns:a16="http://schemas.microsoft.com/office/drawing/2014/main" id="{97987D32-FC4B-4EB9-807D-B8E6E3D7C311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487813" y="613293"/>
                  <a:ext cx="1028880" cy="9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0">
              <p14:nvContentPartPr>
                <p14:cNvPr id="192" name="墨迹 191">
                  <a:extLst>
                    <a:ext uri="{FF2B5EF4-FFF2-40B4-BE49-F238E27FC236}">
                      <a16:creationId xmlns:a16="http://schemas.microsoft.com/office/drawing/2014/main" id="{8DC0A8E5-4259-4060-A6FF-B51D8600CB73}"/>
                    </a:ext>
                  </a:extLst>
                </p14:cNvPr>
                <p14:cNvContentPartPr/>
                <p14:nvPr/>
              </p14:nvContentPartPr>
              <p14:xfrm>
                <a:off x="2399333" y="533733"/>
                <a:ext cx="205200" cy="470520"/>
              </p14:xfrm>
            </p:contentPart>
          </mc:Choice>
          <mc:Fallback>
            <p:pic>
              <p:nvPicPr>
                <p:cNvPr id="192" name="墨迹 191">
                  <a:extLst>
                    <a:ext uri="{FF2B5EF4-FFF2-40B4-BE49-F238E27FC236}">
                      <a16:creationId xmlns:a16="http://schemas.microsoft.com/office/drawing/2014/main" id="{8DC0A8E5-4259-4060-A6FF-B51D8600CB73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2390693" y="525093"/>
                  <a:ext cx="22284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2">
              <p14:nvContentPartPr>
                <p14:cNvPr id="193" name="墨迹 192">
                  <a:extLst>
                    <a:ext uri="{FF2B5EF4-FFF2-40B4-BE49-F238E27FC236}">
                      <a16:creationId xmlns:a16="http://schemas.microsoft.com/office/drawing/2014/main" id="{780B2DFF-147C-4B73-8A0B-74AAF1F630B1}"/>
                    </a:ext>
                  </a:extLst>
                </p14:cNvPr>
                <p14:cNvContentPartPr/>
                <p14:nvPr/>
              </p14:nvContentPartPr>
              <p14:xfrm>
                <a:off x="1434533" y="1688613"/>
                <a:ext cx="72720" cy="50040"/>
              </p14:xfrm>
            </p:contentPart>
          </mc:Choice>
          <mc:Fallback>
            <p:pic>
              <p:nvPicPr>
                <p:cNvPr id="193" name="墨迹 192">
                  <a:extLst>
                    <a:ext uri="{FF2B5EF4-FFF2-40B4-BE49-F238E27FC236}">
                      <a16:creationId xmlns:a16="http://schemas.microsoft.com/office/drawing/2014/main" id="{780B2DFF-147C-4B73-8A0B-74AAF1F630B1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425533" y="1679973"/>
                  <a:ext cx="903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194" name="墨迹 193">
                  <a:extLst>
                    <a:ext uri="{FF2B5EF4-FFF2-40B4-BE49-F238E27FC236}">
                      <a16:creationId xmlns:a16="http://schemas.microsoft.com/office/drawing/2014/main" id="{167591D8-D5B1-46CE-A7E3-6675DD80DD74}"/>
                    </a:ext>
                  </a:extLst>
                </p14:cNvPr>
                <p14:cNvContentPartPr/>
                <p14:nvPr/>
              </p14:nvContentPartPr>
              <p14:xfrm>
                <a:off x="375053" y="1625253"/>
                <a:ext cx="1248840" cy="937440"/>
              </p14:xfrm>
            </p:contentPart>
          </mc:Choice>
          <mc:Fallback>
            <p:pic>
              <p:nvPicPr>
                <p:cNvPr id="194" name="墨迹 193">
                  <a:extLst>
                    <a:ext uri="{FF2B5EF4-FFF2-40B4-BE49-F238E27FC236}">
                      <a16:creationId xmlns:a16="http://schemas.microsoft.com/office/drawing/2014/main" id="{167591D8-D5B1-46CE-A7E3-6675DD80DD74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366413" y="1616613"/>
                  <a:ext cx="1266480" cy="9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195" name="墨迹 194">
                  <a:extLst>
                    <a:ext uri="{FF2B5EF4-FFF2-40B4-BE49-F238E27FC236}">
                      <a16:creationId xmlns:a16="http://schemas.microsoft.com/office/drawing/2014/main" id="{119F2755-DBFD-4923-AB80-C0EEB7F99125}"/>
                    </a:ext>
                  </a:extLst>
                </p14:cNvPr>
                <p14:cNvContentPartPr/>
                <p14:nvPr/>
              </p14:nvContentPartPr>
              <p14:xfrm>
                <a:off x="365693" y="2184333"/>
                <a:ext cx="745560" cy="497520"/>
              </p14:xfrm>
            </p:contentPart>
          </mc:Choice>
          <mc:Fallback>
            <p:pic>
              <p:nvPicPr>
                <p:cNvPr id="195" name="墨迹 194">
                  <a:extLst>
                    <a:ext uri="{FF2B5EF4-FFF2-40B4-BE49-F238E27FC236}">
                      <a16:creationId xmlns:a16="http://schemas.microsoft.com/office/drawing/2014/main" id="{119F2755-DBFD-4923-AB80-C0EEB7F99125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357053" y="2175693"/>
                  <a:ext cx="763200" cy="51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196" name="墨迹 195">
                  <a:extLst>
                    <a:ext uri="{FF2B5EF4-FFF2-40B4-BE49-F238E27FC236}">
                      <a16:creationId xmlns:a16="http://schemas.microsoft.com/office/drawing/2014/main" id="{163C9EEE-5903-4D34-B1D9-A7BFD6C494BE}"/>
                    </a:ext>
                  </a:extLst>
                </p14:cNvPr>
                <p14:cNvContentPartPr/>
                <p14:nvPr/>
              </p14:nvContentPartPr>
              <p14:xfrm>
                <a:off x="1505093" y="552093"/>
                <a:ext cx="1136880" cy="1164960"/>
              </p14:xfrm>
            </p:contentPart>
          </mc:Choice>
          <mc:Fallback>
            <p:pic>
              <p:nvPicPr>
                <p:cNvPr id="196" name="墨迹 195">
                  <a:extLst>
                    <a:ext uri="{FF2B5EF4-FFF2-40B4-BE49-F238E27FC236}">
                      <a16:creationId xmlns:a16="http://schemas.microsoft.com/office/drawing/2014/main" id="{163C9EEE-5903-4D34-B1D9-A7BFD6C494BE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496453" y="543093"/>
                  <a:ext cx="1154520" cy="11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197" name="墨迹 196">
                  <a:extLst>
                    <a:ext uri="{FF2B5EF4-FFF2-40B4-BE49-F238E27FC236}">
                      <a16:creationId xmlns:a16="http://schemas.microsoft.com/office/drawing/2014/main" id="{26998236-7893-4AC6-B6FD-BE05DE8CD51C}"/>
                    </a:ext>
                  </a:extLst>
                </p14:cNvPr>
                <p14:cNvContentPartPr/>
                <p14:nvPr/>
              </p14:nvContentPartPr>
              <p14:xfrm>
                <a:off x="2396813" y="505653"/>
                <a:ext cx="297360" cy="417600"/>
              </p14:xfrm>
            </p:contentPart>
          </mc:Choice>
          <mc:Fallback>
            <p:pic>
              <p:nvPicPr>
                <p:cNvPr id="197" name="墨迹 196">
                  <a:extLst>
                    <a:ext uri="{FF2B5EF4-FFF2-40B4-BE49-F238E27FC236}">
                      <a16:creationId xmlns:a16="http://schemas.microsoft.com/office/drawing/2014/main" id="{26998236-7893-4AC6-B6FD-BE05DE8CD51C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2388173" y="497013"/>
                  <a:ext cx="31500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198" name="墨迹 197">
                  <a:extLst>
                    <a:ext uri="{FF2B5EF4-FFF2-40B4-BE49-F238E27FC236}">
                      <a16:creationId xmlns:a16="http://schemas.microsoft.com/office/drawing/2014/main" id="{25F7B44E-077B-4259-80BB-9373916B6800}"/>
                    </a:ext>
                  </a:extLst>
                </p14:cNvPr>
                <p14:cNvContentPartPr/>
                <p14:nvPr/>
              </p14:nvContentPartPr>
              <p14:xfrm>
                <a:off x="2147693" y="1101093"/>
                <a:ext cx="37800" cy="22680"/>
              </p14:xfrm>
            </p:contentPart>
          </mc:Choice>
          <mc:Fallback>
            <p:pic>
              <p:nvPicPr>
                <p:cNvPr id="198" name="墨迹 197">
                  <a:extLst>
                    <a:ext uri="{FF2B5EF4-FFF2-40B4-BE49-F238E27FC236}">
                      <a16:creationId xmlns:a16="http://schemas.microsoft.com/office/drawing/2014/main" id="{25F7B44E-077B-4259-80BB-9373916B6800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2139053" y="1092453"/>
                  <a:ext cx="5544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4">
              <p14:nvContentPartPr>
                <p14:cNvPr id="199" name="墨迹 198">
                  <a:extLst>
                    <a:ext uri="{FF2B5EF4-FFF2-40B4-BE49-F238E27FC236}">
                      <a16:creationId xmlns:a16="http://schemas.microsoft.com/office/drawing/2014/main" id="{42E01EFC-ECF6-4C70-A549-F2D31022A4D4}"/>
                    </a:ext>
                  </a:extLst>
                </p14:cNvPr>
                <p14:cNvContentPartPr/>
                <p14:nvPr/>
              </p14:nvContentPartPr>
              <p14:xfrm>
                <a:off x="1110173" y="2128893"/>
                <a:ext cx="32760" cy="13320"/>
              </p14:xfrm>
            </p:contentPart>
          </mc:Choice>
          <mc:Fallback>
            <p:pic>
              <p:nvPicPr>
                <p:cNvPr id="199" name="墨迹 198">
                  <a:extLst>
                    <a:ext uri="{FF2B5EF4-FFF2-40B4-BE49-F238E27FC236}">
                      <a16:creationId xmlns:a16="http://schemas.microsoft.com/office/drawing/2014/main" id="{42E01EFC-ECF6-4C70-A549-F2D31022A4D4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101173" y="2119893"/>
                  <a:ext cx="504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6">
              <p14:nvContentPartPr>
                <p14:cNvPr id="200" name="墨迹 199">
                  <a:extLst>
                    <a:ext uri="{FF2B5EF4-FFF2-40B4-BE49-F238E27FC236}">
                      <a16:creationId xmlns:a16="http://schemas.microsoft.com/office/drawing/2014/main" id="{0AB769F7-7DBC-4695-8B2E-1778F94824B6}"/>
                    </a:ext>
                  </a:extLst>
                </p14:cNvPr>
                <p14:cNvContentPartPr/>
                <p14:nvPr/>
              </p14:nvContentPartPr>
              <p14:xfrm>
                <a:off x="1983173" y="1116933"/>
                <a:ext cx="99360" cy="80280"/>
              </p14:xfrm>
            </p:contentPart>
          </mc:Choice>
          <mc:Fallback>
            <p:pic>
              <p:nvPicPr>
                <p:cNvPr id="200" name="墨迹 199">
                  <a:extLst>
                    <a:ext uri="{FF2B5EF4-FFF2-40B4-BE49-F238E27FC236}">
                      <a16:creationId xmlns:a16="http://schemas.microsoft.com/office/drawing/2014/main" id="{0AB769F7-7DBC-4695-8B2E-1778F94824B6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974173" y="1108293"/>
                  <a:ext cx="1170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8">
              <p14:nvContentPartPr>
                <p14:cNvPr id="201" name="墨迹 200">
                  <a:extLst>
                    <a:ext uri="{FF2B5EF4-FFF2-40B4-BE49-F238E27FC236}">
                      <a16:creationId xmlns:a16="http://schemas.microsoft.com/office/drawing/2014/main" id="{74E8FB34-1163-4DFA-833D-133B452FEF2E}"/>
                    </a:ext>
                  </a:extLst>
                </p14:cNvPr>
                <p14:cNvContentPartPr/>
                <p14:nvPr/>
              </p14:nvContentPartPr>
              <p14:xfrm>
                <a:off x="1115213" y="1086333"/>
                <a:ext cx="883440" cy="785160"/>
              </p14:xfrm>
            </p:contentPart>
          </mc:Choice>
          <mc:Fallback>
            <p:pic>
              <p:nvPicPr>
                <p:cNvPr id="201" name="墨迹 200">
                  <a:extLst>
                    <a:ext uri="{FF2B5EF4-FFF2-40B4-BE49-F238E27FC236}">
                      <a16:creationId xmlns:a16="http://schemas.microsoft.com/office/drawing/2014/main" id="{74E8FB34-1163-4DFA-833D-133B452FEF2E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106573" y="1077693"/>
                  <a:ext cx="901080" cy="80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0">
              <p14:nvContentPartPr>
                <p14:cNvPr id="202" name="墨迹 201">
                  <a:extLst>
                    <a:ext uri="{FF2B5EF4-FFF2-40B4-BE49-F238E27FC236}">
                      <a16:creationId xmlns:a16="http://schemas.microsoft.com/office/drawing/2014/main" id="{0FCD0511-FCEC-4676-BF38-466E875C93DE}"/>
                    </a:ext>
                  </a:extLst>
                </p14:cNvPr>
                <p14:cNvContentPartPr/>
                <p14:nvPr/>
              </p14:nvContentPartPr>
              <p14:xfrm>
                <a:off x="987413" y="846573"/>
                <a:ext cx="103680" cy="316080"/>
              </p14:xfrm>
            </p:contentPart>
          </mc:Choice>
          <mc:Fallback>
            <p:pic>
              <p:nvPicPr>
                <p:cNvPr id="202" name="墨迹 201">
                  <a:extLst>
                    <a:ext uri="{FF2B5EF4-FFF2-40B4-BE49-F238E27FC236}">
                      <a16:creationId xmlns:a16="http://schemas.microsoft.com/office/drawing/2014/main" id="{0FCD0511-FCEC-4676-BF38-466E875C93DE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978413" y="837933"/>
                  <a:ext cx="12132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2">
              <p14:nvContentPartPr>
                <p14:cNvPr id="203" name="墨迹 202">
                  <a:extLst>
                    <a:ext uri="{FF2B5EF4-FFF2-40B4-BE49-F238E27FC236}">
                      <a16:creationId xmlns:a16="http://schemas.microsoft.com/office/drawing/2014/main" id="{64168020-ABB2-4E34-8128-133EA42D69E8}"/>
                    </a:ext>
                  </a:extLst>
                </p14:cNvPr>
                <p14:cNvContentPartPr/>
                <p14:nvPr/>
              </p14:nvContentPartPr>
              <p14:xfrm>
                <a:off x="1164893" y="634893"/>
                <a:ext cx="187920" cy="356040"/>
              </p14:xfrm>
            </p:contentPart>
          </mc:Choice>
          <mc:Fallback>
            <p:pic>
              <p:nvPicPr>
                <p:cNvPr id="203" name="墨迹 202">
                  <a:extLst>
                    <a:ext uri="{FF2B5EF4-FFF2-40B4-BE49-F238E27FC236}">
                      <a16:creationId xmlns:a16="http://schemas.microsoft.com/office/drawing/2014/main" id="{64168020-ABB2-4E34-8128-133EA42D69E8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156253" y="626253"/>
                  <a:ext cx="2055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4">
              <p14:nvContentPartPr>
                <p14:cNvPr id="204" name="墨迹 203">
                  <a:extLst>
                    <a:ext uri="{FF2B5EF4-FFF2-40B4-BE49-F238E27FC236}">
                      <a16:creationId xmlns:a16="http://schemas.microsoft.com/office/drawing/2014/main" id="{C4AF9DF8-AD36-4CC7-8613-7EA719B6B88A}"/>
                    </a:ext>
                  </a:extLst>
                </p14:cNvPr>
                <p14:cNvContentPartPr/>
                <p14:nvPr/>
              </p14:nvContentPartPr>
              <p14:xfrm>
                <a:off x="1395293" y="364533"/>
                <a:ext cx="237240" cy="471240"/>
              </p14:xfrm>
            </p:contentPart>
          </mc:Choice>
          <mc:Fallback>
            <p:pic>
              <p:nvPicPr>
                <p:cNvPr id="204" name="墨迹 203">
                  <a:extLst>
                    <a:ext uri="{FF2B5EF4-FFF2-40B4-BE49-F238E27FC236}">
                      <a16:creationId xmlns:a16="http://schemas.microsoft.com/office/drawing/2014/main" id="{C4AF9DF8-AD36-4CC7-8613-7EA719B6B88A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1386293" y="355893"/>
                  <a:ext cx="25488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6">
              <p14:nvContentPartPr>
                <p14:cNvPr id="224" name="墨迹 223">
                  <a:extLst>
                    <a:ext uri="{FF2B5EF4-FFF2-40B4-BE49-F238E27FC236}">
                      <a16:creationId xmlns:a16="http://schemas.microsoft.com/office/drawing/2014/main" id="{28472A98-B4DE-4D04-9271-335DA81BAA09}"/>
                    </a:ext>
                  </a:extLst>
                </p14:cNvPr>
                <p14:cNvContentPartPr/>
                <p14:nvPr/>
              </p14:nvContentPartPr>
              <p14:xfrm>
                <a:off x="1120613" y="1110813"/>
                <a:ext cx="776160" cy="713160"/>
              </p14:xfrm>
            </p:contentPart>
          </mc:Choice>
          <mc:Fallback>
            <p:pic>
              <p:nvPicPr>
                <p:cNvPr id="224" name="墨迹 223">
                  <a:extLst>
                    <a:ext uri="{FF2B5EF4-FFF2-40B4-BE49-F238E27FC236}">
                      <a16:creationId xmlns:a16="http://schemas.microsoft.com/office/drawing/2014/main" id="{28472A98-B4DE-4D04-9271-335DA81BAA09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1111973" y="1102173"/>
                  <a:ext cx="793800" cy="73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26" name="墨迹 225">
                  <a:extLst>
                    <a:ext uri="{FF2B5EF4-FFF2-40B4-BE49-F238E27FC236}">
                      <a16:creationId xmlns:a16="http://schemas.microsoft.com/office/drawing/2014/main" id="{7F7BDD3F-6610-428D-B042-4FF17454AD7B}"/>
                    </a:ext>
                  </a:extLst>
                </p14:cNvPr>
                <p14:cNvContentPartPr/>
                <p14:nvPr/>
              </p14:nvContentPartPr>
              <p14:xfrm>
                <a:off x="1148693" y="1074453"/>
                <a:ext cx="732240" cy="871920"/>
              </p14:xfrm>
            </p:contentPart>
          </mc:Choice>
          <mc:Fallback>
            <p:pic>
              <p:nvPicPr>
                <p:cNvPr id="226" name="墨迹 225">
                  <a:extLst>
                    <a:ext uri="{FF2B5EF4-FFF2-40B4-BE49-F238E27FC236}">
                      <a16:creationId xmlns:a16="http://schemas.microsoft.com/office/drawing/2014/main" id="{7F7BDD3F-6610-428D-B042-4FF17454AD7B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139693" y="1065453"/>
                  <a:ext cx="749880" cy="889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968344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8E1C8A4-C428-4794-9B30-4F00274D8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687" y="847831"/>
            <a:ext cx="3781425" cy="420052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8" name="墨迹 37">
                <a:extLst>
                  <a:ext uri="{FF2B5EF4-FFF2-40B4-BE49-F238E27FC236}">
                    <a16:creationId xmlns:a16="http://schemas.microsoft.com/office/drawing/2014/main" id="{E144B0BC-0EEA-4F99-8D7F-C12A42900FDA}"/>
                  </a:ext>
                </a:extLst>
              </p14:cNvPr>
              <p14:cNvContentPartPr/>
              <p14:nvPr/>
            </p14:nvContentPartPr>
            <p14:xfrm>
              <a:off x="1523813" y="2547933"/>
              <a:ext cx="496080" cy="74520"/>
            </p14:xfrm>
          </p:contentPart>
        </mc:Choice>
        <mc:Fallback>
          <p:pic>
            <p:nvPicPr>
              <p:cNvPr id="38" name="墨迹 37">
                <a:extLst>
                  <a:ext uri="{FF2B5EF4-FFF2-40B4-BE49-F238E27FC236}">
                    <a16:creationId xmlns:a16="http://schemas.microsoft.com/office/drawing/2014/main" id="{E144B0BC-0EEA-4F99-8D7F-C12A42900FD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15173" y="2539293"/>
                <a:ext cx="51372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8" name="墨迹 97">
                <a:extLst>
                  <a:ext uri="{FF2B5EF4-FFF2-40B4-BE49-F238E27FC236}">
                    <a16:creationId xmlns:a16="http://schemas.microsoft.com/office/drawing/2014/main" id="{8BAC98F9-C9A2-4EBE-A140-1035B3DF9EE0}"/>
                  </a:ext>
                </a:extLst>
              </p14:cNvPr>
              <p14:cNvContentPartPr/>
              <p14:nvPr/>
            </p14:nvContentPartPr>
            <p14:xfrm>
              <a:off x="9333453" y="3031773"/>
              <a:ext cx="67680" cy="73800"/>
            </p14:xfrm>
          </p:contentPart>
        </mc:Choice>
        <mc:Fallback>
          <p:pic>
            <p:nvPicPr>
              <p:cNvPr id="98" name="墨迹 97">
                <a:extLst>
                  <a:ext uri="{FF2B5EF4-FFF2-40B4-BE49-F238E27FC236}">
                    <a16:creationId xmlns:a16="http://schemas.microsoft.com/office/drawing/2014/main" id="{8BAC98F9-C9A2-4EBE-A140-1035B3DF9EE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324453" y="3023133"/>
                <a:ext cx="85320" cy="91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C7F26E19-6D0B-4B11-B61C-9AA4655C030E}"/>
              </a:ext>
            </a:extLst>
          </p:cNvPr>
          <p:cNvGrpSpPr/>
          <p:nvPr/>
        </p:nvGrpSpPr>
        <p:grpSpPr>
          <a:xfrm>
            <a:off x="1594733" y="-23187"/>
            <a:ext cx="12691440" cy="6669360"/>
            <a:chOff x="1594733" y="-23187"/>
            <a:chExt cx="12691440" cy="6669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142A11CC-4C6E-49D9-B990-E1A10F040574}"/>
                    </a:ext>
                  </a:extLst>
                </p14:cNvPr>
                <p14:cNvContentPartPr/>
                <p14:nvPr/>
              </p14:nvContentPartPr>
              <p14:xfrm>
                <a:off x="8434733" y="215853"/>
                <a:ext cx="577440" cy="614160"/>
              </p14:xfrm>
            </p:contentPart>
          </mc:Choice>
          <mc:Fallback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142A11CC-4C6E-49D9-B990-E1A10F04057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425733" y="206853"/>
                  <a:ext cx="595080" cy="63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DB81720D-FB64-4ECE-8CA7-5D69F1F46660}"/>
                    </a:ext>
                  </a:extLst>
                </p14:cNvPr>
                <p14:cNvContentPartPr/>
                <p14:nvPr/>
              </p14:nvContentPartPr>
              <p14:xfrm>
                <a:off x="9010373" y="322773"/>
                <a:ext cx="365040" cy="291240"/>
              </p14:xfrm>
            </p:contentPart>
          </mc:Choice>
          <mc:Fallback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DB81720D-FB64-4ECE-8CA7-5D69F1F4666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001733" y="313773"/>
                  <a:ext cx="38268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D16790E6-4428-4C27-8DEB-70CCE49F068C}"/>
                    </a:ext>
                  </a:extLst>
                </p14:cNvPr>
                <p14:cNvContentPartPr/>
                <p14:nvPr/>
              </p14:nvContentPartPr>
              <p14:xfrm>
                <a:off x="9503573" y="269493"/>
                <a:ext cx="200520" cy="309960"/>
              </p14:xfrm>
            </p:contentPart>
          </mc:Choice>
          <mc:Fallback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D16790E6-4428-4C27-8DEB-70CCE49F068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494933" y="260493"/>
                  <a:ext cx="21816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CC8FAD37-6FEC-4B3E-81B3-2E8AE6390AB9}"/>
                    </a:ext>
                  </a:extLst>
                </p14:cNvPr>
                <p14:cNvContentPartPr/>
                <p14:nvPr/>
              </p14:nvContentPartPr>
              <p14:xfrm>
                <a:off x="9795893" y="244293"/>
                <a:ext cx="275760" cy="427320"/>
              </p14:xfrm>
            </p:contentPart>
          </mc:Choice>
          <mc:Fallback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CC8FAD37-6FEC-4B3E-81B3-2E8AE6390AB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786893" y="235653"/>
                  <a:ext cx="293400" cy="44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53609552-C9E5-411F-AFEC-4D46C2C4547A}"/>
                    </a:ext>
                  </a:extLst>
                </p14:cNvPr>
                <p14:cNvContentPartPr/>
                <p14:nvPr/>
              </p14:nvContentPartPr>
              <p14:xfrm>
                <a:off x="9376853" y="857373"/>
                <a:ext cx="51480" cy="684360"/>
              </p14:xfrm>
            </p:contentPart>
          </mc:Choice>
          <mc:Fallback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53609552-C9E5-411F-AFEC-4D46C2C4547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367853" y="848733"/>
                  <a:ext cx="69120" cy="70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4BF0F59A-AA86-4BE9-A803-6914BC8BAF56}"/>
                    </a:ext>
                  </a:extLst>
                </p14:cNvPr>
                <p14:cNvContentPartPr/>
                <p14:nvPr/>
              </p14:nvContentPartPr>
              <p14:xfrm>
                <a:off x="9187853" y="1346973"/>
                <a:ext cx="451080" cy="371520"/>
              </p14:xfrm>
            </p:contentPart>
          </mc:Choice>
          <mc:Fallback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4BF0F59A-AA86-4BE9-A803-6914BC8BAF5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179213" y="1338333"/>
                  <a:ext cx="46872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F4FDE6B6-5849-4A3E-8A37-27F6314B916A}"/>
                    </a:ext>
                  </a:extLst>
                </p14:cNvPr>
                <p14:cNvContentPartPr/>
                <p14:nvPr/>
              </p14:nvContentPartPr>
              <p14:xfrm>
                <a:off x="5649773" y="886173"/>
                <a:ext cx="22680" cy="37080"/>
              </p14:xfrm>
            </p:contentPart>
          </mc:Choice>
          <mc:Fallback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F4FDE6B6-5849-4A3E-8A37-27F6314B916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640773" y="877533"/>
                  <a:ext cx="403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45" name="墨迹 44">
                  <a:extLst>
                    <a:ext uri="{FF2B5EF4-FFF2-40B4-BE49-F238E27FC236}">
                      <a16:creationId xmlns:a16="http://schemas.microsoft.com/office/drawing/2014/main" id="{CF410B08-3D78-4C20-A661-8006BC6DF7F3}"/>
                    </a:ext>
                  </a:extLst>
                </p14:cNvPr>
                <p14:cNvContentPartPr/>
                <p14:nvPr/>
              </p14:nvContentPartPr>
              <p14:xfrm>
                <a:off x="2297093" y="2076333"/>
                <a:ext cx="53280" cy="138600"/>
              </p14:xfrm>
            </p:contentPart>
          </mc:Choice>
          <mc:Fallback>
            <p:pic>
              <p:nvPicPr>
                <p:cNvPr id="45" name="墨迹 44">
                  <a:extLst>
                    <a:ext uri="{FF2B5EF4-FFF2-40B4-BE49-F238E27FC236}">
                      <a16:creationId xmlns:a16="http://schemas.microsoft.com/office/drawing/2014/main" id="{CF410B08-3D78-4C20-A661-8006BC6DF7F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288093" y="2067333"/>
                  <a:ext cx="7092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46" name="墨迹 45">
                  <a:extLst>
                    <a:ext uri="{FF2B5EF4-FFF2-40B4-BE49-F238E27FC236}">
                      <a16:creationId xmlns:a16="http://schemas.microsoft.com/office/drawing/2014/main" id="{170E61B7-541F-4BC2-9059-2C3AE3D2B5D3}"/>
                    </a:ext>
                  </a:extLst>
                </p14:cNvPr>
                <p14:cNvContentPartPr/>
                <p14:nvPr/>
              </p14:nvContentPartPr>
              <p14:xfrm>
                <a:off x="1594733" y="6138933"/>
                <a:ext cx="36360" cy="471240"/>
              </p14:xfrm>
            </p:contentPart>
          </mc:Choice>
          <mc:Fallback>
            <p:pic>
              <p:nvPicPr>
                <p:cNvPr id="46" name="墨迹 45">
                  <a:extLst>
                    <a:ext uri="{FF2B5EF4-FFF2-40B4-BE49-F238E27FC236}">
                      <a16:creationId xmlns:a16="http://schemas.microsoft.com/office/drawing/2014/main" id="{170E61B7-541F-4BC2-9059-2C3AE3D2B5D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586093" y="6130293"/>
                  <a:ext cx="5400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47" name="墨迹 46">
                  <a:extLst>
                    <a:ext uri="{FF2B5EF4-FFF2-40B4-BE49-F238E27FC236}">
                      <a16:creationId xmlns:a16="http://schemas.microsoft.com/office/drawing/2014/main" id="{C402746A-F925-410D-96E6-5A67A8EF0941}"/>
                    </a:ext>
                  </a:extLst>
                </p14:cNvPr>
                <p14:cNvContentPartPr/>
                <p14:nvPr/>
              </p14:nvContentPartPr>
              <p14:xfrm>
                <a:off x="1673573" y="6173133"/>
                <a:ext cx="299520" cy="288360"/>
              </p14:xfrm>
            </p:contentPart>
          </mc:Choice>
          <mc:Fallback>
            <p:pic>
              <p:nvPicPr>
                <p:cNvPr id="47" name="墨迹 46">
                  <a:extLst>
                    <a:ext uri="{FF2B5EF4-FFF2-40B4-BE49-F238E27FC236}">
                      <a16:creationId xmlns:a16="http://schemas.microsoft.com/office/drawing/2014/main" id="{C402746A-F925-410D-96E6-5A67A8EF094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664933" y="6164493"/>
                  <a:ext cx="31716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8" name="墨迹 47">
                  <a:extLst>
                    <a:ext uri="{FF2B5EF4-FFF2-40B4-BE49-F238E27FC236}">
                      <a16:creationId xmlns:a16="http://schemas.microsoft.com/office/drawing/2014/main" id="{84DFAF45-3691-4DC2-9A52-77E4BCE7D35E}"/>
                    </a:ext>
                  </a:extLst>
                </p14:cNvPr>
                <p14:cNvContentPartPr/>
                <p14:nvPr/>
              </p14:nvContentPartPr>
              <p14:xfrm>
                <a:off x="2150573" y="6060813"/>
                <a:ext cx="386280" cy="335160"/>
              </p14:xfrm>
            </p:contentPart>
          </mc:Choice>
          <mc:Fallback>
            <p:pic>
              <p:nvPicPr>
                <p:cNvPr id="48" name="墨迹 47">
                  <a:extLst>
                    <a:ext uri="{FF2B5EF4-FFF2-40B4-BE49-F238E27FC236}">
                      <a16:creationId xmlns:a16="http://schemas.microsoft.com/office/drawing/2014/main" id="{84DFAF45-3691-4DC2-9A52-77E4BCE7D35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141573" y="6051813"/>
                  <a:ext cx="40392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50" name="墨迹 49">
                  <a:extLst>
                    <a:ext uri="{FF2B5EF4-FFF2-40B4-BE49-F238E27FC236}">
                      <a16:creationId xmlns:a16="http://schemas.microsoft.com/office/drawing/2014/main" id="{C3D0494F-E977-4364-B039-42EA18CEBE33}"/>
                    </a:ext>
                  </a:extLst>
                </p14:cNvPr>
                <p14:cNvContentPartPr/>
                <p14:nvPr/>
              </p14:nvContentPartPr>
              <p14:xfrm>
                <a:off x="1608413" y="6525573"/>
                <a:ext cx="937080" cy="120600"/>
              </p14:xfrm>
            </p:contentPart>
          </mc:Choice>
          <mc:Fallback>
            <p:pic>
              <p:nvPicPr>
                <p:cNvPr id="50" name="墨迹 49">
                  <a:extLst>
                    <a:ext uri="{FF2B5EF4-FFF2-40B4-BE49-F238E27FC236}">
                      <a16:creationId xmlns:a16="http://schemas.microsoft.com/office/drawing/2014/main" id="{C3D0494F-E977-4364-B039-42EA18CEBE3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599773" y="6516573"/>
                  <a:ext cx="9547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5C0E5A3E-55B3-43EC-95CE-10709F767842}"/>
                    </a:ext>
                  </a:extLst>
                </p14:cNvPr>
                <p14:cNvContentPartPr/>
                <p14:nvPr/>
              </p14:nvContentPartPr>
              <p14:xfrm>
                <a:off x="3874253" y="1314213"/>
                <a:ext cx="1100520" cy="96480"/>
              </p14:xfrm>
            </p:contentPart>
          </mc:Choice>
          <mc:Fallback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5C0E5A3E-55B3-43EC-95CE-10709F76784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865253" y="1305573"/>
                  <a:ext cx="11181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65918880-3AB1-4B84-8536-D6C1B28D6E53}"/>
                    </a:ext>
                  </a:extLst>
                </p14:cNvPr>
                <p14:cNvContentPartPr/>
                <p14:nvPr/>
              </p14:nvContentPartPr>
              <p14:xfrm>
                <a:off x="4899533" y="1111893"/>
                <a:ext cx="253080" cy="26640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65918880-3AB1-4B84-8536-D6C1B28D6E5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890893" y="1103253"/>
                  <a:ext cx="27072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A0CD423B-CA95-48FD-834E-E672CCD94ADA}"/>
                    </a:ext>
                  </a:extLst>
                </p14:cNvPr>
                <p14:cNvContentPartPr/>
                <p14:nvPr/>
              </p14:nvContentPartPr>
              <p14:xfrm>
                <a:off x="5374733" y="556053"/>
                <a:ext cx="272520" cy="108504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A0CD423B-CA95-48FD-834E-E672CCD94AD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366093" y="547413"/>
                  <a:ext cx="290160" cy="11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99B57585-38A8-4016-A244-17523B3B915C}"/>
                    </a:ext>
                  </a:extLst>
                </p14:cNvPr>
                <p14:cNvContentPartPr/>
                <p14:nvPr/>
              </p14:nvContentPartPr>
              <p14:xfrm>
                <a:off x="5679653" y="691413"/>
                <a:ext cx="276840" cy="1216440"/>
              </p14:xfrm>
            </p:contentPart>
          </mc:Choice>
          <mc:Fallback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99B57585-38A8-4016-A244-17523B3B915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670653" y="682413"/>
                  <a:ext cx="294480" cy="12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26F45B01-B238-4E17-B12D-2A45A2D806F1}"/>
                    </a:ext>
                  </a:extLst>
                </p14:cNvPr>
                <p14:cNvContentPartPr/>
                <p14:nvPr/>
              </p14:nvContentPartPr>
              <p14:xfrm>
                <a:off x="3202493" y="2495013"/>
                <a:ext cx="1643760" cy="59040"/>
              </p14:xfrm>
            </p:contentPart>
          </mc:Choice>
          <mc:Fallback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26F45B01-B238-4E17-B12D-2A45A2D806F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93493" y="2486373"/>
                  <a:ext cx="16614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90058495-1F3D-48AA-BB6A-FE079CF7BB93}"/>
                    </a:ext>
                  </a:extLst>
                </p14:cNvPr>
                <p14:cNvContentPartPr/>
                <p14:nvPr/>
              </p14:nvContentPartPr>
              <p14:xfrm>
                <a:off x="4639253" y="2243733"/>
                <a:ext cx="365040" cy="493200"/>
              </p14:xfrm>
            </p:contentPart>
          </mc:Choice>
          <mc:Fallback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90058495-1F3D-48AA-BB6A-FE079CF7BB9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630613" y="2235093"/>
                  <a:ext cx="382680" cy="51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EC2787DE-6197-43D3-BC7C-FC16DBD4D863}"/>
                    </a:ext>
                  </a:extLst>
                </p14:cNvPr>
                <p14:cNvContentPartPr/>
                <p14:nvPr/>
              </p14:nvContentPartPr>
              <p14:xfrm>
                <a:off x="5254493" y="1896333"/>
                <a:ext cx="247680" cy="1018440"/>
              </p14:xfrm>
            </p:contentPart>
          </mc:Choice>
          <mc:Fallback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EC2787DE-6197-43D3-BC7C-FC16DBD4D86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245853" y="1887693"/>
                  <a:ext cx="265320" cy="10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3" name="墨迹 12">
                  <a:extLst>
                    <a:ext uri="{FF2B5EF4-FFF2-40B4-BE49-F238E27FC236}">
                      <a16:creationId xmlns:a16="http://schemas.microsoft.com/office/drawing/2014/main" id="{E2DB59FB-0187-4537-B752-66EB670D8378}"/>
                    </a:ext>
                  </a:extLst>
                </p14:cNvPr>
                <p14:cNvContentPartPr/>
                <p14:nvPr/>
              </p14:nvContentPartPr>
              <p14:xfrm>
                <a:off x="5806733" y="2021613"/>
                <a:ext cx="245160" cy="1091880"/>
              </p14:xfrm>
            </p:contentPart>
          </mc:Choice>
          <mc:Fallback>
            <p:pic>
              <p:nvPicPr>
                <p:cNvPr id="13" name="墨迹 12">
                  <a:extLst>
                    <a:ext uri="{FF2B5EF4-FFF2-40B4-BE49-F238E27FC236}">
                      <a16:creationId xmlns:a16="http://schemas.microsoft.com/office/drawing/2014/main" id="{E2DB59FB-0187-4537-B752-66EB670D837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797733" y="2012613"/>
                  <a:ext cx="262800" cy="11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4F4D983D-80E4-4108-A445-7E39DBCFA0EE}"/>
                    </a:ext>
                  </a:extLst>
                </p14:cNvPr>
                <p14:cNvContentPartPr/>
                <p14:nvPr/>
              </p14:nvContentPartPr>
              <p14:xfrm>
                <a:off x="2740253" y="3387093"/>
                <a:ext cx="2002680" cy="79200"/>
              </p14:xfrm>
            </p:contentPart>
          </mc:Choice>
          <mc:Fallback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4F4D983D-80E4-4108-A445-7E39DBCFA0E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731253" y="3378093"/>
                  <a:ext cx="20203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30A2EF1B-C441-468A-A4D9-1B9FCE2D0DE0}"/>
                    </a:ext>
                  </a:extLst>
                </p14:cNvPr>
                <p14:cNvContentPartPr/>
                <p14:nvPr/>
              </p14:nvContentPartPr>
              <p14:xfrm>
                <a:off x="4462853" y="3146253"/>
                <a:ext cx="438840" cy="678240"/>
              </p14:xfrm>
            </p:contentPart>
          </mc:Choice>
          <mc:Fallback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30A2EF1B-C441-468A-A4D9-1B9FCE2D0DE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453853" y="3137253"/>
                  <a:ext cx="456480" cy="69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06CF505F-C0CC-45BB-B09F-A629E7B782DB}"/>
                    </a:ext>
                  </a:extLst>
                </p14:cNvPr>
                <p14:cNvContentPartPr/>
                <p14:nvPr/>
              </p14:nvContentPartPr>
              <p14:xfrm>
                <a:off x="5083853" y="3063453"/>
                <a:ext cx="263160" cy="828000"/>
              </p14:xfrm>
            </p:contentPart>
          </mc:Choice>
          <mc:Fallback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06CF505F-C0CC-45BB-B09F-A629E7B782D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075213" y="3054813"/>
                  <a:ext cx="280800" cy="84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164DCE8C-D2FA-4FF1-9704-DDCFC0F27863}"/>
                    </a:ext>
                  </a:extLst>
                </p14:cNvPr>
                <p14:cNvContentPartPr/>
                <p14:nvPr/>
              </p14:nvContentPartPr>
              <p14:xfrm>
                <a:off x="5590733" y="3152013"/>
                <a:ext cx="299160" cy="997560"/>
              </p14:xfrm>
            </p:contentPart>
          </mc:Choice>
          <mc:Fallback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164DCE8C-D2FA-4FF1-9704-DDCFC0F2786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582093" y="3143013"/>
                  <a:ext cx="316800" cy="10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E12DBE76-499F-4E8E-B069-E2BFBC51F829}"/>
                    </a:ext>
                  </a:extLst>
                </p14:cNvPr>
                <p14:cNvContentPartPr/>
                <p14:nvPr/>
              </p14:nvContentPartPr>
              <p14:xfrm>
                <a:off x="2681213" y="4286013"/>
                <a:ext cx="2062800" cy="294480"/>
              </p14:xfrm>
            </p:contentPart>
          </mc:Choice>
          <mc:Fallback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E12DBE76-499F-4E8E-B069-E2BFBC51F82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672213" y="4277013"/>
                  <a:ext cx="208044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04A008F5-DC4A-4FAC-A8BE-FB0089C87FD4}"/>
                    </a:ext>
                  </a:extLst>
                </p14:cNvPr>
                <p14:cNvContentPartPr/>
                <p14:nvPr/>
              </p14:nvContentPartPr>
              <p14:xfrm>
                <a:off x="4382573" y="4196013"/>
                <a:ext cx="556200" cy="691920"/>
              </p14:xfrm>
            </p:contentPart>
          </mc:Choice>
          <mc:Fallback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04A008F5-DC4A-4FAC-A8BE-FB0089C87FD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373573" y="4187373"/>
                  <a:ext cx="573840" cy="70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55154FFA-4F41-4E61-A25F-8946952B03C4}"/>
                    </a:ext>
                  </a:extLst>
                </p14:cNvPr>
                <p14:cNvContentPartPr/>
                <p14:nvPr/>
              </p14:nvContentPartPr>
              <p14:xfrm>
                <a:off x="4922213" y="4087653"/>
                <a:ext cx="307080" cy="1027080"/>
              </p14:xfrm>
            </p:contentPart>
          </mc:Choice>
          <mc:Fallback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55154FFA-4F41-4E61-A25F-8946952B03C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913213" y="4078653"/>
                  <a:ext cx="324720" cy="10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750462DA-A167-4DB5-A1AB-98F3423CDE54}"/>
                    </a:ext>
                  </a:extLst>
                </p14:cNvPr>
                <p14:cNvContentPartPr/>
                <p14:nvPr/>
              </p14:nvContentPartPr>
              <p14:xfrm>
                <a:off x="5388413" y="4048053"/>
                <a:ext cx="194760" cy="137952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750462DA-A167-4DB5-A1AB-98F3423CDE5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379773" y="4039053"/>
                  <a:ext cx="212400" cy="139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3" name="墨迹 52">
                  <a:extLst>
                    <a:ext uri="{FF2B5EF4-FFF2-40B4-BE49-F238E27FC236}">
                      <a16:creationId xmlns:a16="http://schemas.microsoft.com/office/drawing/2014/main" id="{1B9307F9-3631-41D4-A447-C1F438D5F9C4}"/>
                    </a:ext>
                  </a:extLst>
                </p14:cNvPr>
                <p14:cNvContentPartPr/>
                <p14:nvPr/>
              </p14:nvContentPartPr>
              <p14:xfrm>
                <a:off x="6337373" y="1101093"/>
                <a:ext cx="99360" cy="66600"/>
              </p14:xfrm>
            </p:contentPart>
          </mc:Choice>
          <mc:Fallback>
            <p:pic>
              <p:nvPicPr>
                <p:cNvPr id="53" name="墨迹 52">
                  <a:extLst>
                    <a:ext uri="{FF2B5EF4-FFF2-40B4-BE49-F238E27FC236}">
                      <a16:creationId xmlns:a16="http://schemas.microsoft.com/office/drawing/2014/main" id="{1B9307F9-3631-41D4-A447-C1F438D5F9C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328733" y="1092453"/>
                  <a:ext cx="1170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5" name="墨迹 54">
                  <a:extLst>
                    <a:ext uri="{FF2B5EF4-FFF2-40B4-BE49-F238E27FC236}">
                      <a16:creationId xmlns:a16="http://schemas.microsoft.com/office/drawing/2014/main" id="{E1E7DA2E-DD21-4C44-9DB9-C2442CC445D1}"/>
                    </a:ext>
                  </a:extLst>
                </p14:cNvPr>
                <p14:cNvContentPartPr/>
                <p14:nvPr/>
              </p14:nvContentPartPr>
              <p14:xfrm>
                <a:off x="5858573" y="2519853"/>
                <a:ext cx="28440" cy="39240"/>
              </p14:xfrm>
            </p:contentPart>
          </mc:Choice>
          <mc:Fallback>
            <p:pic>
              <p:nvPicPr>
                <p:cNvPr id="55" name="墨迹 54">
                  <a:extLst>
                    <a:ext uri="{FF2B5EF4-FFF2-40B4-BE49-F238E27FC236}">
                      <a16:creationId xmlns:a16="http://schemas.microsoft.com/office/drawing/2014/main" id="{E1E7DA2E-DD21-4C44-9DB9-C2442CC445D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849933" y="2511213"/>
                  <a:ext cx="460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7" name="墨迹 56">
                  <a:extLst>
                    <a:ext uri="{FF2B5EF4-FFF2-40B4-BE49-F238E27FC236}">
                      <a16:creationId xmlns:a16="http://schemas.microsoft.com/office/drawing/2014/main" id="{D9A767E1-445F-46FE-BB18-6F3C4ECEC7AE}"/>
                    </a:ext>
                  </a:extLst>
                </p14:cNvPr>
                <p14:cNvContentPartPr/>
                <p14:nvPr/>
              </p14:nvContentPartPr>
              <p14:xfrm>
                <a:off x="5710973" y="3497973"/>
                <a:ext cx="60120" cy="30600"/>
              </p14:xfrm>
            </p:contentPart>
          </mc:Choice>
          <mc:Fallback>
            <p:pic>
              <p:nvPicPr>
                <p:cNvPr id="57" name="墨迹 56">
                  <a:extLst>
                    <a:ext uri="{FF2B5EF4-FFF2-40B4-BE49-F238E27FC236}">
                      <a16:creationId xmlns:a16="http://schemas.microsoft.com/office/drawing/2014/main" id="{D9A767E1-445F-46FE-BB18-6F3C4ECEC7A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702333" y="3488973"/>
                  <a:ext cx="7776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4E486C97-0E7E-4A22-BB87-274E7F2A0843}"/>
                    </a:ext>
                  </a:extLst>
                </p14:cNvPr>
                <p14:cNvContentPartPr/>
                <p14:nvPr/>
              </p14:nvContentPartPr>
              <p14:xfrm>
                <a:off x="6738413" y="3544053"/>
                <a:ext cx="731520" cy="600120"/>
              </p14:xfrm>
            </p:contentPart>
          </mc:Choice>
          <mc:Fallback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4E486C97-0E7E-4A22-BB87-274E7F2A084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729773" y="3535413"/>
                  <a:ext cx="749160" cy="61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0" name="墨迹 39">
                  <a:extLst>
                    <a:ext uri="{FF2B5EF4-FFF2-40B4-BE49-F238E27FC236}">
                      <a16:creationId xmlns:a16="http://schemas.microsoft.com/office/drawing/2014/main" id="{F66F97A3-1C3D-48D0-B432-D5BE00988BF0}"/>
                    </a:ext>
                  </a:extLst>
                </p14:cNvPr>
                <p14:cNvContentPartPr/>
                <p14:nvPr/>
              </p14:nvContentPartPr>
              <p14:xfrm>
                <a:off x="7324493" y="3526773"/>
                <a:ext cx="415080" cy="612720"/>
              </p14:xfrm>
            </p:contentPart>
          </mc:Choice>
          <mc:Fallback>
            <p:pic>
              <p:nvPicPr>
                <p:cNvPr id="40" name="墨迹 39">
                  <a:extLst>
                    <a:ext uri="{FF2B5EF4-FFF2-40B4-BE49-F238E27FC236}">
                      <a16:creationId xmlns:a16="http://schemas.microsoft.com/office/drawing/2014/main" id="{F66F97A3-1C3D-48D0-B432-D5BE00988BF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315853" y="3517773"/>
                  <a:ext cx="432720" cy="63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B3F40F4C-137D-426E-8C55-B916AC26B79F}"/>
                    </a:ext>
                  </a:extLst>
                </p14:cNvPr>
                <p14:cNvContentPartPr/>
                <p14:nvPr/>
              </p14:nvContentPartPr>
              <p14:xfrm>
                <a:off x="7791413" y="3431733"/>
                <a:ext cx="216360" cy="67320"/>
              </p14:xfrm>
            </p:contentPart>
          </mc:Choice>
          <mc:Fallback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B3F40F4C-137D-426E-8C55-B916AC26B79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782413" y="3422733"/>
                  <a:ext cx="2340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CE51C506-944D-4CB0-B9E0-D7DAE4011D70}"/>
                    </a:ext>
                  </a:extLst>
                </p14:cNvPr>
                <p14:cNvContentPartPr/>
                <p14:nvPr/>
              </p14:nvContentPartPr>
              <p14:xfrm>
                <a:off x="7897973" y="3328053"/>
                <a:ext cx="67680" cy="203760"/>
              </p14:xfrm>
            </p:contentPart>
          </mc:Choice>
          <mc:Fallback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CE51C506-944D-4CB0-B9E0-D7DAE4011D7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889333" y="3319413"/>
                  <a:ext cx="853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3" name="墨迹 42">
                  <a:extLst>
                    <a:ext uri="{FF2B5EF4-FFF2-40B4-BE49-F238E27FC236}">
                      <a16:creationId xmlns:a16="http://schemas.microsoft.com/office/drawing/2014/main" id="{ED772727-5A04-4819-8632-3361A54C359D}"/>
                    </a:ext>
                  </a:extLst>
                </p14:cNvPr>
                <p14:cNvContentPartPr/>
                <p14:nvPr/>
              </p14:nvContentPartPr>
              <p14:xfrm>
                <a:off x="7781333" y="3603813"/>
                <a:ext cx="685440" cy="618840"/>
              </p14:xfrm>
            </p:contentPart>
          </mc:Choice>
          <mc:Fallback>
            <p:pic>
              <p:nvPicPr>
                <p:cNvPr id="43" name="墨迹 42">
                  <a:extLst>
                    <a:ext uri="{FF2B5EF4-FFF2-40B4-BE49-F238E27FC236}">
                      <a16:creationId xmlns:a16="http://schemas.microsoft.com/office/drawing/2014/main" id="{ED772727-5A04-4819-8632-3361A54C359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772333" y="3594813"/>
                  <a:ext cx="703080" cy="63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1" name="墨迹 60">
                  <a:extLst>
                    <a:ext uri="{FF2B5EF4-FFF2-40B4-BE49-F238E27FC236}">
                      <a16:creationId xmlns:a16="http://schemas.microsoft.com/office/drawing/2014/main" id="{AFEEC782-B483-4215-8C8F-312C88CA64CC}"/>
                    </a:ext>
                  </a:extLst>
                </p14:cNvPr>
                <p14:cNvContentPartPr/>
                <p14:nvPr/>
              </p14:nvContentPartPr>
              <p14:xfrm>
                <a:off x="6508013" y="4960293"/>
                <a:ext cx="158760" cy="882360"/>
              </p14:xfrm>
            </p:contentPart>
          </mc:Choice>
          <mc:Fallback>
            <p:pic>
              <p:nvPicPr>
                <p:cNvPr id="61" name="墨迹 60">
                  <a:extLst>
                    <a:ext uri="{FF2B5EF4-FFF2-40B4-BE49-F238E27FC236}">
                      <a16:creationId xmlns:a16="http://schemas.microsoft.com/office/drawing/2014/main" id="{AFEEC782-B483-4215-8C8F-312C88CA64C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499373" y="4951653"/>
                  <a:ext cx="176400" cy="90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62" name="墨迹 61">
                  <a:extLst>
                    <a:ext uri="{FF2B5EF4-FFF2-40B4-BE49-F238E27FC236}">
                      <a16:creationId xmlns:a16="http://schemas.microsoft.com/office/drawing/2014/main" id="{3E472CD4-E248-4780-80E4-C626405D32FB}"/>
                    </a:ext>
                  </a:extLst>
                </p14:cNvPr>
                <p14:cNvContentPartPr/>
                <p14:nvPr/>
              </p14:nvContentPartPr>
              <p14:xfrm>
                <a:off x="6349253" y="5335053"/>
                <a:ext cx="557640" cy="235440"/>
              </p14:xfrm>
            </p:contentPart>
          </mc:Choice>
          <mc:Fallback>
            <p:pic>
              <p:nvPicPr>
                <p:cNvPr id="62" name="墨迹 61">
                  <a:extLst>
                    <a:ext uri="{FF2B5EF4-FFF2-40B4-BE49-F238E27FC236}">
                      <a16:creationId xmlns:a16="http://schemas.microsoft.com/office/drawing/2014/main" id="{3E472CD4-E248-4780-80E4-C626405D32F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340613" y="5326413"/>
                  <a:ext cx="57528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63" name="墨迹 62">
                  <a:extLst>
                    <a:ext uri="{FF2B5EF4-FFF2-40B4-BE49-F238E27FC236}">
                      <a16:creationId xmlns:a16="http://schemas.microsoft.com/office/drawing/2014/main" id="{1F952D99-1E8D-4E60-BCD3-FB1F051DC942}"/>
                    </a:ext>
                  </a:extLst>
                </p14:cNvPr>
                <p14:cNvContentPartPr/>
                <p14:nvPr/>
              </p14:nvContentPartPr>
              <p14:xfrm>
                <a:off x="6751373" y="5153973"/>
                <a:ext cx="735120" cy="356400"/>
              </p14:xfrm>
            </p:contentPart>
          </mc:Choice>
          <mc:Fallback>
            <p:pic>
              <p:nvPicPr>
                <p:cNvPr id="63" name="墨迹 62">
                  <a:extLst>
                    <a:ext uri="{FF2B5EF4-FFF2-40B4-BE49-F238E27FC236}">
                      <a16:creationId xmlns:a16="http://schemas.microsoft.com/office/drawing/2014/main" id="{1F952D99-1E8D-4E60-BCD3-FB1F051DC94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742373" y="5145333"/>
                  <a:ext cx="75276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64" name="墨迹 63">
                  <a:extLst>
                    <a:ext uri="{FF2B5EF4-FFF2-40B4-BE49-F238E27FC236}">
                      <a16:creationId xmlns:a16="http://schemas.microsoft.com/office/drawing/2014/main" id="{3E3FD9B8-2A96-4A25-8C65-6512FDB6576C}"/>
                    </a:ext>
                  </a:extLst>
                </p14:cNvPr>
                <p14:cNvContentPartPr/>
                <p14:nvPr/>
              </p14:nvContentPartPr>
              <p14:xfrm>
                <a:off x="7341773" y="4923213"/>
                <a:ext cx="162360" cy="127800"/>
              </p14:xfrm>
            </p:contentPart>
          </mc:Choice>
          <mc:Fallback>
            <p:pic>
              <p:nvPicPr>
                <p:cNvPr id="64" name="墨迹 63">
                  <a:extLst>
                    <a:ext uri="{FF2B5EF4-FFF2-40B4-BE49-F238E27FC236}">
                      <a16:creationId xmlns:a16="http://schemas.microsoft.com/office/drawing/2014/main" id="{3E3FD9B8-2A96-4A25-8C65-6512FDB6576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332773" y="4914213"/>
                  <a:ext cx="1800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5" name="墨迹 64">
                  <a:extLst>
                    <a:ext uri="{FF2B5EF4-FFF2-40B4-BE49-F238E27FC236}">
                      <a16:creationId xmlns:a16="http://schemas.microsoft.com/office/drawing/2014/main" id="{F78F8A9A-F4E9-4F79-B7EA-E21B7AA27B11}"/>
                    </a:ext>
                  </a:extLst>
                </p14:cNvPr>
                <p14:cNvContentPartPr/>
                <p14:nvPr/>
              </p14:nvContentPartPr>
              <p14:xfrm>
                <a:off x="7582253" y="5070453"/>
                <a:ext cx="244800" cy="315000"/>
              </p14:xfrm>
            </p:contentPart>
          </mc:Choice>
          <mc:Fallback>
            <p:pic>
              <p:nvPicPr>
                <p:cNvPr id="65" name="墨迹 64">
                  <a:extLst>
                    <a:ext uri="{FF2B5EF4-FFF2-40B4-BE49-F238E27FC236}">
                      <a16:creationId xmlns:a16="http://schemas.microsoft.com/office/drawing/2014/main" id="{F78F8A9A-F4E9-4F79-B7EA-E21B7AA27B1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573253" y="5061813"/>
                  <a:ext cx="26244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6" name="墨迹 65">
                  <a:extLst>
                    <a:ext uri="{FF2B5EF4-FFF2-40B4-BE49-F238E27FC236}">
                      <a16:creationId xmlns:a16="http://schemas.microsoft.com/office/drawing/2014/main" id="{1A293302-2011-47D2-A6BD-B68C80DABB94}"/>
                    </a:ext>
                  </a:extLst>
                </p14:cNvPr>
                <p14:cNvContentPartPr/>
                <p14:nvPr/>
              </p14:nvContentPartPr>
              <p14:xfrm>
                <a:off x="7721573" y="5025813"/>
                <a:ext cx="477360" cy="669240"/>
              </p14:xfrm>
            </p:contentPart>
          </mc:Choice>
          <mc:Fallback>
            <p:pic>
              <p:nvPicPr>
                <p:cNvPr id="66" name="墨迹 65">
                  <a:extLst>
                    <a:ext uri="{FF2B5EF4-FFF2-40B4-BE49-F238E27FC236}">
                      <a16:creationId xmlns:a16="http://schemas.microsoft.com/office/drawing/2014/main" id="{1A293302-2011-47D2-A6BD-B68C80DABB9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712573" y="5017173"/>
                  <a:ext cx="495000" cy="68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7" name="墨迹 66">
                  <a:extLst>
                    <a:ext uri="{FF2B5EF4-FFF2-40B4-BE49-F238E27FC236}">
                      <a16:creationId xmlns:a16="http://schemas.microsoft.com/office/drawing/2014/main" id="{9DAAF36A-8A0B-459B-A4DE-2ECEB39D3641}"/>
                    </a:ext>
                  </a:extLst>
                </p14:cNvPr>
                <p14:cNvContentPartPr/>
                <p14:nvPr/>
              </p14:nvContentPartPr>
              <p14:xfrm>
                <a:off x="6060173" y="5515773"/>
                <a:ext cx="2613240" cy="466200"/>
              </p14:xfrm>
            </p:contentPart>
          </mc:Choice>
          <mc:Fallback>
            <p:pic>
              <p:nvPicPr>
                <p:cNvPr id="67" name="墨迹 66">
                  <a:extLst>
                    <a:ext uri="{FF2B5EF4-FFF2-40B4-BE49-F238E27FC236}">
                      <a16:creationId xmlns:a16="http://schemas.microsoft.com/office/drawing/2014/main" id="{9DAAF36A-8A0B-459B-A4DE-2ECEB39D364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051173" y="5506773"/>
                  <a:ext cx="2630880" cy="48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8" name="墨迹 67">
                  <a:extLst>
                    <a:ext uri="{FF2B5EF4-FFF2-40B4-BE49-F238E27FC236}">
                      <a16:creationId xmlns:a16="http://schemas.microsoft.com/office/drawing/2014/main" id="{224AF383-83CE-4C3F-94CA-39AF92E954FF}"/>
                    </a:ext>
                  </a:extLst>
                </p14:cNvPr>
                <p14:cNvContentPartPr/>
                <p14:nvPr/>
              </p14:nvContentPartPr>
              <p14:xfrm>
                <a:off x="8754773" y="4752573"/>
                <a:ext cx="350280" cy="851040"/>
              </p14:xfrm>
            </p:contentPart>
          </mc:Choice>
          <mc:Fallback>
            <p:pic>
              <p:nvPicPr>
                <p:cNvPr id="68" name="墨迹 67">
                  <a:extLst>
                    <a:ext uri="{FF2B5EF4-FFF2-40B4-BE49-F238E27FC236}">
                      <a16:creationId xmlns:a16="http://schemas.microsoft.com/office/drawing/2014/main" id="{224AF383-83CE-4C3F-94CA-39AF92E954F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745773" y="4743933"/>
                  <a:ext cx="367920" cy="86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9" name="墨迹 68">
                  <a:extLst>
                    <a:ext uri="{FF2B5EF4-FFF2-40B4-BE49-F238E27FC236}">
                      <a16:creationId xmlns:a16="http://schemas.microsoft.com/office/drawing/2014/main" id="{869F6A86-54E5-423F-830A-88D5079DE074}"/>
                    </a:ext>
                  </a:extLst>
                </p14:cNvPr>
                <p14:cNvContentPartPr/>
                <p14:nvPr/>
              </p14:nvContentPartPr>
              <p14:xfrm>
                <a:off x="9114773" y="4992693"/>
                <a:ext cx="378360" cy="328320"/>
              </p14:xfrm>
            </p:contentPart>
          </mc:Choice>
          <mc:Fallback>
            <p:pic>
              <p:nvPicPr>
                <p:cNvPr id="69" name="墨迹 68">
                  <a:extLst>
                    <a:ext uri="{FF2B5EF4-FFF2-40B4-BE49-F238E27FC236}">
                      <a16:creationId xmlns:a16="http://schemas.microsoft.com/office/drawing/2014/main" id="{869F6A86-54E5-423F-830A-88D5079DE074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106133" y="4984053"/>
                  <a:ext cx="39600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0" name="墨迹 69">
                  <a:extLst>
                    <a:ext uri="{FF2B5EF4-FFF2-40B4-BE49-F238E27FC236}">
                      <a16:creationId xmlns:a16="http://schemas.microsoft.com/office/drawing/2014/main" id="{B78CCED2-6DF4-458A-AA8F-72A1E2D83B44}"/>
                    </a:ext>
                  </a:extLst>
                </p14:cNvPr>
                <p14:cNvContentPartPr/>
                <p14:nvPr/>
              </p14:nvContentPartPr>
              <p14:xfrm>
                <a:off x="9003893" y="5153973"/>
                <a:ext cx="420120" cy="203760"/>
              </p14:xfrm>
            </p:contentPart>
          </mc:Choice>
          <mc:Fallback>
            <p:pic>
              <p:nvPicPr>
                <p:cNvPr id="70" name="墨迹 69">
                  <a:extLst>
                    <a:ext uri="{FF2B5EF4-FFF2-40B4-BE49-F238E27FC236}">
                      <a16:creationId xmlns:a16="http://schemas.microsoft.com/office/drawing/2014/main" id="{B78CCED2-6DF4-458A-AA8F-72A1E2D83B4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995253" y="5144973"/>
                  <a:ext cx="4377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71" name="墨迹 70">
                  <a:extLst>
                    <a:ext uri="{FF2B5EF4-FFF2-40B4-BE49-F238E27FC236}">
                      <a16:creationId xmlns:a16="http://schemas.microsoft.com/office/drawing/2014/main" id="{4F1DA1ED-FC19-4FCD-8C4A-9A9C4D530724}"/>
                    </a:ext>
                  </a:extLst>
                </p14:cNvPr>
                <p14:cNvContentPartPr/>
                <p14:nvPr/>
              </p14:nvContentPartPr>
              <p14:xfrm>
                <a:off x="9721373" y="4637013"/>
                <a:ext cx="75600" cy="133560"/>
              </p14:xfrm>
            </p:contentPart>
          </mc:Choice>
          <mc:Fallback>
            <p:pic>
              <p:nvPicPr>
                <p:cNvPr id="71" name="墨迹 70">
                  <a:extLst>
                    <a:ext uri="{FF2B5EF4-FFF2-40B4-BE49-F238E27FC236}">
                      <a16:creationId xmlns:a16="http://schemas.microsoft.com/office/drawing/2014/main" id="{4F1DA1ED-FC19-4FCD-8C4A-9A9C4D53072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712733" y="4628013"/>
                  <a:ext cx="9324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72" name="墨迹 71">
                  <a:extLst>
                    <a:ext uri="{FF2B5EF4-FFF2-40B4-BE49-F238E27FC236}">
                      <a16:creationId xmlns:a16="http://schemas.microsoft.com/office/drawing/2014/main" id="{2071D3B3-98C6-490B-9796-7BED237DF6D3}"/>
                    </a:ext>
                  </a:extLst>
                </p14:cNvPr>
                <p14:cNvContentPartPr/>
                <p14:nvPr/>
              </p14:nvContentPartPr>
              <p14:xfrm>
                <a:off x="9665213" y="4599573"/>
                <a:ext cx="399960" cy="349560"/>
              </p14:xfrm>
            </p:contentPart>
          </mc:Choice>
          <mc:Fallback>
            <p:pic>
              <p:nvPicPr>
                <p:cNvPr id="72" name="墨迹 71">
                  <a:extLst>
                    <a:ext uri="{FF2B5EF4-FFF2-40B4-BE49-F238E27FC236}">
                      <a16:creationId xmlns:a16="http://schemas.microsoft.com/office/drawing/2014/main" id="{2071D3B3-98C6-490B-9796-7BED237DF6D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656573" y="4590933"/>
                  <a:ext cx="417600" cy="36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73" name="墨迹 72">
                  <a:extLst>
                    <a:ext uri="{FF2B5EF4-FFF2-40B4-BE49-F238E27FC236}">
                      <a16:creationId xmlns:a16="http://schemas.microsoft.com/office/drawing/2014/main" id="{3C14497F-1CE6-457F-AB8D-3C2AFB938051}"/>
                    </a:ext>
                  </a:extLst>
                </p14:cNvPr>
                <p14:cNvContentPartPr/>
                <p14:nvPr/>
              </p14:nvContentPartPr>
              <p14:xfrm>
                <a:off x="9742973" y="4963533"/>
                <a:ext cx="85680" cy="163440"/>
              </p14:xfrm>
            </p:contentPart>
          </mc:Choice>
          <mc:Fallback>
            <p:pic>
              <p:nvPicPr>
                <p:cNvPr id="73" name="墨迹 72">
                  <a:extLst>
                    <a:ext uri="{FF2B5EF4-FFF2-40B4-BE49-F238E27FC236}">
                      <a16:creationId xmlns:a16="http://schemas.microsoft.com/office/drawing/2014/main" id="{3C14497F-1CE6-457F-AB8D-3C2AFB93805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733973" y="4954533"/>
                  <a:ext cx="1033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4" name="墨迹 73">
                  <a:extLst>
                    <a:ext uri="{FF2B5EF4-FFF2-40B4-BE49-F238E27FC236}">
                      <a16:creationId xmlns:a16="http://schemas.microsoft.com/office/drawing/2014/main" id="{7BEB4526-E2F5-4A76-9C76-47BD9F84A0F1}"/>
                    </a:ext>
                  </a:extLst>
                </p14:cNvPr>
                <p14:cNvContentPartPr/>
                <p14:nvPr/>
              </p14:nvContentPartPr>
              <p14:xfrm>
                <a:off x="9714893" y="4897293"/>
                <a:ext cx="295920" cy="434880"/>
              </p14:xfrm>
            </p:contentPart>
          </mc:Choice>
          <mc:Fallback>
            <p:pic>
              <p:nvPicPr>
                <p:cNvPr id="74" name="墨迹 73">
                  <a:extLst>
                    <a:ext uri="{FF2B5EF4-FFF2-40B4-BE49-F238E27FC236}">
                      <a16:creationId xmlns:a16="http://schemas.microsoft.com/office/drawing/2014/main" id="{7BEB4526-E2F5-4A76-9C76-47BD9F84A0F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706253" y="4888293"/>
                  <a:ext cx="313560" cy="4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5" name="墨迹 74">
                  <a:extLst>
                    <a:ext uri="{FF2B5EF4-FFF2-40B4-BE49-F238E27FC236}">
                      <a16:creationId xmlns:a16="http://schemas.microsoft.com/office/drawing/2014/main" id="{D9285C97-3962-4CBA-AA60-D5A356A32B6F}"/>
                    </a:ext>
                  </a:extLst>
                </p14:cNvPr>
                <p14:cNvContentPartPr/>
                <p14:nvPr/>
              </p14:nvContentPartPr>
              <p14:xfrm>
                <a:off x="10167413" y="4628373"/>
                <a:ext cx="289080" cy="92520"/>
              </p14:xfrm>
            </p:contentPart>
          </mc:Choice>
          <mc:Fallback>
            <p:pic>
              <p:nvPicPr>
                <p:cNvPr id="75" name="墨迹 74">
                  <a:extLst>
                    <a:ext uri="{FF2B5EF4-FFF2-40B4-BE49-F238E27FC236}">
                      <a16:creationId xmlns:a16="http://schemas.microsoft.com/office/drawing/2014/main" id="{D9285C97-3962-4CBA-AA60-D5A356A32B6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158413" y="4619733"/>
                  <a:ext cx="30672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6" name="墨迹 75">
                  <a:extLst>
                    <a:ext uri="{FF2B5EF4-FFF2-40B4-BE49-F238E27FC236}">
                      <a16:creationId xmlns:a16="http://schemas.microsoft.com/office/drawing/2014/main" id="{C7259799-D5C8-469B-9131-848751D4B41B}"/>
                    </a:ext>
                  </a:extLst>
                </p14:cNvPr>
                <p14:cNvContentPartPr/>
                <p14:nvPr/>
              </p14:nvContentPartPr>
              <p14:xfrm>
                <a:off x="10187573" y="4683813"/>
                <a:ext cx="260640" cy="192240"/>
              </p14:xfrm>
            </p:contentPart>
          </mc:Choice>
          <mc:Fallback>
            <p:pic>
              <p:nvPicPr>
                <p:cNvPr id="76" name="墨迹 75">
                  <a:extLst>
                    <a:ext uri="{FF2B5EF4-FFF2-40B4-BE49-F238E27FC236}">
                      <a16:creationId xmlns:a16="http://schemas.microsoft.com/office/drawing/2014/main" id="{C7259799-D5C8-469B-9131-848751D4B41B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178573" y="4674813"/>
                  <a:ext cx="27828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7" name="墨迹 76">
                  <a:extLst>
                    <a:ext uri="{FF2B5EF4-FFF2-40B4-BE49-F238E27FC236}">
                      <a16:creationId xmlns:a16="http://schemas.microsoft.com/office/drawing/2014/main" id="{E440C2D9-FDDA-460F-96E5-D686116ABE90}"/>
                    </a:ext>
                  </a:extLst>
                </p14:cNvPr>
                <p14:cNvContentPartPr/>
                <p14:nvPr/>
              </p14:nvContentPartPr>
              <p14:xfrm>
                <a:off x="10126733" y="4680933"/>
                <a:ext cx="501120" cy="699480"/>
              </p14:xfrm>
            </p:contentPart>
          </mc:Choice>
          <mc:Fallback>
            <p:pic>
              <p:nvPicPr>
                <p:cNvPr id="77" name="墨迹 76">
                  <a:extLst>
                    <a:ext uri="{FF2B5EF4-FFF2-40B4-BE49-F238E27FC236}">
                      <a16:creationId xmlns:a16="http://schemas.microsoft.com/office/drawing/2014/main" id="{E440C2D9-FDDA-460F-96E5-D686116ABE9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118093" y="4671933"/>
                  <a:ext cx="518760" cy="71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8" name="墨迹 77">
                  <a:extLst>
                    <a:ext uri="{FF2B5EF4-FFF2-40B4-BE49-F238E27FC236}">
                      <a16:creationId xmlns:a16="http://schemas.microsoft.com/office/drawing/2014/main" id="{8C3D5720-15BB-4E9E-9814-E7063609A625}"/>
                    </a:ext>
                  </a:extLst>
                </p14:cNvPr>
                <p14:cNvContentPartPr/>
                <p14:nvPr/>
              </p14:nvContentPartPr>
              <p14:xfrm>
                <a:off x="10527053" y="4653213"/>
                <a:ext cx="227160" cy="606240"/>
              </p14:xfrm>
            </p:contentPart>
          </mc:Choice>
          <mc:Fallback>
            <p:pic>
              <p:nvPicPr>
                <p:cNvPr id="78" name="墨迹 77">
                  <a:extLst>
                    <a:ext uri="{FF2B5EF4-FFF2-40B4-BE49-F238E27FC236}">
                      <a16:creationId xmlns:a16="http://schemas.microsoft.com/office/drawing/2014/main" id="{8C3D5720-15BB-4E9E-9814-E7063609A62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518053" y="4644213"/>
                  <a:ext cx="244800" cy="62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9" name="墨迹 78">
                  <a:extLst>
                    <a:ext uri="{FF2B5EF4-FFF2-40B4-BE49-F238E27FC236}">
                      <a16:creationId xmlns:a16="http://schemas.microsoft.com/office/drawing/2014/main" id="{7A8EE419-BF5A-4C60-A882-A14223A1662C}"/>
                    </a:ext>
                  </a:extLst>
                </p14:cNvPr>
                <p14:cNvContentPartPr/>
                <p14:nvPr/>
              </p14:nvContentPartPr>
              <p14:xfrm>
                <a:off x="10776893" y="4712973"/>
                <a:ext cx="171720" cy="520920"/>
              </p14:xfrm>
            </p:contentPart>
          </mc:Choice>
          <mc:Fallback>
            <p:pic>
              <p:nvPicPr>
                <p:cNvPr id="79" name="墨迹 78">
                  <a:extLst>
                    <a:ext uri="{FF2B5EF4-FFF2-40B4-BE49-F238E27FC236}">
                      <a16:creationId xmlns:a16="http://schemas.microsoft.com/office/drawing/2014/main" id="{7A8EE419-BF5A-4C60-A882-A14223A1662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768253" y="4704333"/>
                  <a:ext cx="189360" cy="53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80" name="墨迹 79">
                  <a:extLst>
                    <a:ext uri="{FF2B5EF4-FFF2-40B4-BE49-F238E27FC236}">
                      <a16:creationId xmlns:a16="http://schemas.microsoft.com/office/drawing/2014/main" id="{10470ACD-9BA0-48BA-A84B-0F83CAE3C731}"/>
                    </a:ext>
                  </a:extLst>
                </p14:cNvPr>
                <p14:cNvContentPartPr/>
                <p14:nvPr/>
              </p14:nvContentPartPr>
              <p14:xfrm>
                <a:off x="10867613" y="4974693"/>
                <a:ext cx="148680" cy="132120"/>
              </p14:xfrm>
            </p:contentPart>
          </mc:Choice>
          <mc:Fallback>
            <p:pic>
              <p:nvPicPr>
                <p:cNvPr id="80" name="墨迹 79">
                  <a:extLst>
                    <a:ext uri="{FF2B5EF4-FFF2-40B4-BE49-F238E27FC236}">
                      <a16:creationId xmlns:a16="http://schemas.microsoft.com/office/drawing/2014/main" id="{10470ACD-9BA0-48BA-A84B-0F83CAE3C73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858613" y="4966053"/>
                  <a:ext cx="16632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1" name="墨迹 80">
                  <a:extLst>
                    <a:ext uri="{FF2B5EF4-FFF2-40B4-BE49-F238E27FC236}">
                      <a16:creationId xmlns:a16="http://schemas.microsoft.com/office/drawing/2014/main" id="{2725D05B-F407-4E14-A3C8-470026C7499B}"/>
                    </a:ext>
                  </a:extLst>
                </p14:cNvPr>
                <p14:cNvContentPartPr/>
                <p14:nvPr/>
              </p14:nvContentPartPr>
              <p14:xfrm>
                <a:off x="10958693" y="4681293"/>
                <a:ext cx="258840" cy="641880"/>
              </p14:xfrm>
            </p:contentPart>
          </mc:Choice>
          <mc:Fallback>
            <p:pic>
              <p:nvPicPr>
                <p:cNvPr id="81" name="墨迹 80">
                  <a:extLst>
                    <a:ext uri="{FF2B5EF4-FFF2-40B4-BE49-F238E27FC236}">
                      <a16:creationId xmlns:a16="http://schemas.microsoft.com/office/drawing/2014/main" id="{2725D05B-F407-4E14-A3C8-470026C7499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950053" y="4672293"/>
                  <a:ext cx="276480" cy="65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2" name="墨迹 81">
                  <a:extLst>
                    <a:ext uri="{FF2B5EF4-FFF2-40B4-BE49-F238E27FC236}">
                      <a16:creationId xmlns:a16="http://schemas.microsoft.com/office/drawing/2014/main" id="{371BE711-D13E-4A66-AE7D-DBCF928E181C}"/>
                    </a:ext>
                  </a:extLst>
                </p14:cNvPr>
                <p14:cNvContentPartPr/>
                <p14:nvPr/>
              </p14:nvContentPartPr>
              <p14:xfrm>
                <a:off x="11121773" y="4900893"/>
                <a:ext cx="124920" cy="100440"/>
              </p14:xfrm>
            </p:contentPart>
          </mc:Choice>
          <mc:Fallback>
            <p:pic>
              <p:nvPicPr>
                <p:cNvPr id="82" name="墨迹 81">
                  <a:extLst>
                    <a:ext uri="{FF2B5EF4-FFF2-40B4-BE49-F238E27FC236}">
                      <a16:creationId xmlns:a16="http://schemas.microsoft.com/office/drawing/2014/main" id="{371BE711-D13E-4A66-AE7D-DBCF928E181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113133" y="4891893"/>
                  <a:ext cx="1425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3" name="墨迹 82">
                  <a:extLst>
                    <a:ext uri="{FF2B5EF4-FFF2-40B4-BE49-F238E27FC236}">
                      <a16:creationId xmlns:a16="http://schemas.microsoft.com/office/drawing/2014/main" id="{974A7E72-56BA-4ED0-89CB-54E1EFDF0BE0}"/>
                    </a:ext>
                  </a:extLst>
                </p14:cNvPr>
                <p14:cNvContentPartPr/>
                <p14:nvPr/>
              </p14:nvContentPartPr>
              <p14:xfrm>
                <a:off x="11115293" y="4905213"/>
                <a:ext cx="131400" cy="407160"/>
              </p14:xfrm>
            </p:contentPart>
          </mc:Choice>
          <mc:Fallback>
            <p:pic>
              <p:nvPicPr>
                <p:cNvPr id="83" name="墨迹 82">
                  <a:extLst>
                    <a:ext uri="{FF2B5EF4-FFF2-40B4-BE49-F238E27FC236}">
                      <a16:creationId xmlns:a16="http://schemas.microsoft.com/office/drawing/2014/main" id="{974A7E72-56BA-4ED0-89CB-54E1EFDF0BE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106293" y="4896213"/>
                  <a:ext cx="14904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4" name="墨迹 83">
                  <a:extLst>
                    <a:ext uri="{FF2B5EF4-FFF2-40B4-BE49-F238E27FC236}">
                      <a16:creationId xmlns:a16="http://schemas.microsoft.com/office/drawing/2014/main" id="{287B60DA-F417-4252-AB23-1E7AAED8C2AD}"/>
                    </a:ext>
                  </a:extLst>
                </p14:cNvPr>
                <p14:cNvContentPartPr/>
                <p14:nvPr/>
              </p14:nvContentPartPr>
              <p14:xfrm>
                <a:off x="11361533" y="4621173"/>
                <a:ext cx="234000" cy="63000"/>
              </p14:xfrm>
            </p:contentPart>
          </mc:Choice>
          <mc:Fallback>
            <p:pic>
              <p:nvPicPr>
                <p:cNvPr id="84" name="墨迹 83">
                  <a:extLst>
                    <a:ext uri="{FF2B5EF4-FFF2-40B4-BE49-F238E27FC236}">
                      <a16:creationId xmlns:a16="http://schemas.microsoft.com/office/drawing/2014/main" id="{287B60DA-F417-4252-AB23-1E7AAED8C2A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352893" y="4612173"/>
                  <a:ext cx="2516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5" name="墨迹 84">
                  <a:extLst>
                    <a:ext uri="{FF2B5EF4-FFF2-40B4-BE49-F238E27FC236}">
                      <a16:creationId xmlns:a16="http://schemas.microsoft.com/office/drawing/2014/main" id="{75973A06-9993-4E87-860A-6795E259DD30}"/>
                    </a:ext>
                  </a:extLst>
                </p14:cNvPr>
                <p14:cNvContentPartPr/>
                <p14:nvPr/>
              </p14:nvContentPartPr>
              <p14:xfrm>
                <a:off x="11405093" y="4691373"/>
                <a:ext cx="313560" cy="59400"/>
              </p14:xfrm>
            </p:contentPart>
          </mc:Choice>
          <mc:Fallback>
            <p:pic>
              <p:nvPicPr>
                <p:cNvPr id="85" name="墨迹 84">
                  <a:extLst>
                    <a:ext uri="{FF2B5EF4-FFF2-40B4-BE49-F238E27FC236}">
                      <a16:creationId xmlns:a16="http://schemas.microsoft.com/office/drawing/2014/main" id="{75973A06-9993-4E87-860A-6795E259DD30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396093" y="4682733"/>
                  <a:ext cx="3312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6" name="墨迹 85">
                  <a:extLst>
                    <a:ext uri="{FF2B5EF4-FFF2-40B4-BE49-F238E27FC236}">
                      <a16:creationId xmlns:a16="http://schemas.microsoft.com/office/drawing/2014/main" id="{B1C61219-0764-4D16-BB4E-A20418B832DE}"/>
                    </a:ext>
                  </a:extLst>
                </p14:cNvPr>
                <p14:cNvContentPartPr/>
                <p14:nvPr/>
              </p14:nvContentPartPr>
              <p14:xfrm>
                <a:off x="11434253" y="4767693"/>
                <a:ext cx="273240" cy="481320"/>
              </p14:xfrm>
            </p:contentPart>
          </mc:Choice>
          <mc:Fallback>
            <p:pic>
              <p:nvPicPr>
                <p:cNvPr id="86" name="墨迹 85">
                  <a:extLst>
                    <a:ext uri="{FF2B5EF4-FFF2-40B4-BE49-F238E27FC236}">
                      <a16:creationId xmlns:a16="http://schemas.microsoft.com/office/drawing/2014/main" id="{B1C61219-0764-4D16-BB4E-A20418B832D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425253" y="4759053"/>
                  <a:ext cx="290880" cy="49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7" name="墨迹 86">
                  <a:extLst>
                    <a:ext uri="{FF2B5EF4-FFF2-40B4-BE49-F238E27FC236}">
                      <a16:creationId xmlns:a16="http://schemas.microsoft.com/office/drawing/2014/main" id="{F3FC296D-27A8-46FD-BAB6-44AB826AD93A}"/>
                    </a:ext>
                  </a:extLst>
                </p14:cNvPr>
                <p14:cNvContentPartPr/>
                <p14:nvPr/>
              </p14:nvContentPartPr>
              <p14:xfrm>
                <a:off x="11568893" y="4713693"/>
                <a:ext cx="95040" cy="259920"/>
              </p14:xfrm>
            </p:contentPart>
          </mc:Choice>
          <mc:Fallback>
            <p:pic>
              <p:nvPicPr>
                <p:cNvPr id="87" name="墨迹 86">
                  <a:extLst>
                    <a:ext uri="{FF2B5EF4-FFF2-40B4-BE49-F238E27FC236}">
                      <a16:creationId xmlns:a16="http://schemas.microsoft.com/office/drawing/2014/main" id="{F3FC296D-27A8-46FD-BAB6-44AB826AD93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560253" y="4705053"/>
                  <a:ext cx="11268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8" name="墨迹 87">
                  <a:extLst>
                    <a:ext uri="{FF2B5EF4-FFF2-40B4-BE49-F238E27FC236}">
                      <a16:creationId xmlns:a16="http://schemas.microsoft.com/office/drawing/2014/main" id="{570577BB-5553-474C-AC03-283A5747D673}"/>
                    </a:ext>
                  </a:extLst>
                </p14:cNvPr>
                <p14:cNvContentPartPr/>
                <p14:nvPr/>
              </p14:nvContentPartPr>
              <p14:xfrm>
                <a:off x="11761853" y="4729893"/>
                <a:ext cx="25560" cy="29520"/>
              </p14:xfrm>
            </p:contentPart>
          </mc:Choice>
          <mc:Fallback>
            <p:pic>
              <p:nvPicPr>
                <p:cNvPr id="88" name="墨迹 87">
                  <a:extLst>
                    <a:ext uri="{FF2B5EF4-FFF2-40B4-BE49-F238E27FC236}">
                      <a16:creationId xmlns:a16="http://schemas.microsoft.com/office/drawing/2014/main" id="{570577BB-5553-474C-AC03-283A5747D67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752853" y="4721253"/>
                  <a:ext cx="432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9" name="墨迹 88">
                  <a:extLst>
                    <a:ext uri="{FF2B5EF4-FFF2-40B4-BE49-F238E27FC236}">
                      <a16:creationId xmlns:a16="http://schemas.microsoft.com/office/drawing/2014/main" id="{7075FD86-C09D-42A9-87DF-C1498F0B999F}"/>
                    </a:ext>
                  </a:extLst>
                </p14:cNvPr>
                <p14:cNvContentPartPr/>
                <p14:nvPr/>
              </p14:nvContentPartPr>
              <p14:xfrm>
                <a:off x="11368733" y="4697133"/>
                <a:ext cx="226800" cy="478080"/>
              </p14:xfrm>
            </p:contentPart>
          </mc:Choice>
          <mc:Fallback>
            <p:pic>
              <p:nvPicPr>
                <p:cNvPr id="89" name="墨迹 88">
                  <a:extLst>
                    <a:ext uri="{FF2B5EF4-FFF2-40B4-BE49-F238E27FC236}">
                      <a16:creationId xmlns:a16="http://schemas.microsoft.com/office/drawing/2014/main" id="{7075FD86-C09D-42A9-87DF-C1498F0B999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1359733" y="4688493"/>
                  <a:ext cx="244440" cy="49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0" name="墨迹 89">
                  <a:extLst>
                    <a:ext uri="{FF2B5EF4-FFF2-40B4-BE49-F238E27FC236}">
                      <a16:creationId xmlns:a16="http://schemas.microsoft.com/office/drawing/2014/main" id="{B50FC806-DCD6-4374-9A07-998C2915EF50}"/>
                    </a:ext>
                  </a:extLst>
                </p14:cNvPr>
                <p14:cNvContentPartPr/>
                <p14:nvPr/>
              </p14:nvContentPartPr>
              <p14:xfrm>
                <a:off x="11208893" y="4035093"/>
                <a:ext cx="171720" cy="113400"/>
              </p14:xfrm>
            </p:contentPart>
          </mc:Choice>
          <mc:Fallback>
            <p:pic>
              <p:nvPicPr>
                <p:cNvPr id="90" name="墨迹 89">
                  <a:extLst>
                    <a:ext uri="{FF2B5EF4-FFF2-40B4-BE49-F238E27FC236}">
                      <a16:creationId xmlns:a16="http://schemas.microsoft.com/office/drawing/2014/main" id="{B50FC806-DCD6-4374-9A07-998C2915EF5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199893" y="4026093"/>
                  <a:ext cx="18936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1" name="墨迹 90">
                  <a:extLst>
                    <a:ext uri="{FF2B5EF4-FFF2-40B4-BE49-F238E27FC236}">
                      <a16:creationId xmlns:a16="http://schemas.microsoft.com/office/drawing/2014/main" id="{A3230D4B-16CB-4710-AA0D-FD45BDF98D35}"/>
                    </a:ext>
                  </a:extLst>
                </p14:cNvPr>
                <p14:cNvContentPartPr/>
                <p14:nvPr/>
              </p14:nvContentPartPr>
              <p14:xfrm>
                <a:off x="11158493" y="4153533"/>
                <a:ext cx="308520" cy="658440"/>
              </p14:xfrm>
            </p:contentPart>
          </mc:Choice>
          <mc:Fallback>
            <p:pic>
              <p:nvPicPr>
                <p:cNvPr id="91" name="墨迹 90">
                  <a:extLst>
                    <a:ext uri="{FF2B5EF4-FFF2-40B4-BE49-F238E27FC236}">
                      <a16:creationId xmlns:a16="http://schemas.microsoft.com/office/drawing/2014/main" id="{A3230D4B-16CB-4710-AA0D-FD45BDF98D3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149493" y="4144893"/>
                  <a:ext cx="326160" cy="67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2" name="墨迹 91">
                  <a:extLst>
                    <a:ext uri="{FF2B5EF4-FFF2-40B4-BE49-F238E27FC236}">
                      <a16:creationId xmlns:a16="http://schemas.microsoft.com/office/drawing/2014/main" id="{58CE9D68-DDC3-40B2-926A-24117C07F18C}"/>
                    </a:ext>
                  </a:extLst>
                </p14:cNvPr>
                <p14:cNvContentPartPr/>
                <p14:nvPr/>
              </p14:nvContentPartPr>
              <p14:xfrm>
                <a:off x="11263613" y="4234173"/>
                <a:ext cx="347760" cy="187200"/>
              </p14:xfrm>
            </p:contentPart>
          </mc:Choice>
          <mc:Fallback>
            <p:pic>
              <p:nvPicPr>
                <p:cNvPr id="92" name="墨迹 91">
                  <a:extLst>
                    <a:ext uri="{FF2B5EF4-FFF2-40B4-BE49-F238E27FC236}">
                      <a16:creationId xmlns:a16="http://schemas.microsoft.com/office/drawing/2014/main" id="{58CE9D68-DDC3-40B2-926A-24117C07F18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254613" y="4225533"/>
                  <a:ext cx="36540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3" name="墨迹 92">
                  <a:extLst>
                    <a:ext uri="{FF2B5EF4-FFF2-40B4-BE49-F238E27FC236}">
                      <a16:creationId xmlns:a16="http://schemas.microsoft.com/office/drawing/2014/main" id="{08C89A31-48DE-4C90-8473-02E78536BD66}"/>
                    </a:ext>
                  </a:extLst>
                </p14:cNvPr>
                <p14:cNvContentPartPr/>
                <p14:nvPr/>
              </p14:nvContentPartPr>
              <p14:xfrm>
                <a:off x="11346053" y="4269453"/>
                <a:ext cx="445320" cy="383040"/>
              </p14:xfrm>
            </p:contentPart>
          </mc:Choice>
          <mc:Fallback>
            <p:pic>
              <p:nvPicPr>
                <p:cNvPr id="93" name="墨迹 92">
                  <a:extLst>
                    <a:ext uri="{FF2B5EF4-FFF2-40B4-BE49-F238E27FC236}">
                      <a16:creationId xmlns:a16="http://schemas.microsoft.com/office/drawing/2014/main" id="{08C89A31-48DE-4C90-8473-02E78536BD6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337053" y="4260813"/>
                  <a:ext cx="46296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5" name="墨迹 94">
                  <a:extLst>
                    <a:ext uri="{FF2B5EF4-FFF2-40B4-BE49-F238E27FC236}">
                      <a16:creationId xmlns:a16="http://schemas.microsoft.com/office/drawing/2014/main" id="{DA51C2DF-7DCC-4E6A-8FB9-91D1A605F8EE}"/>
                    </a:ext>
                  </a:extLst>
                </p14:cNvPr>
                <p14:cNvContentPartPr/>
                <p14:nvPr/>
              </p14:nvContentPartPr>
              <p14:xfrm>
                <a:off x="7770173" y="5348013"/>
                <a:ext cx="6516000" cy="784080"/>
              </p14:xfrm>
            </p:contentPart>
          </mc:Choice>
          <mc:Fallback>
            <p:pic>
              <p:nvPicPr>
                <p:cNvPr id="95" name="墨迹 94">
                  <a:extLst>
                    <a:ext uri="{FF2B5EF4-FFF2-40B4-BE49-F238E27FC236}">
                      <a16:creationId xmlns:a16="http://schemas.microsoft.com/office/drawing/2014/main" id="{DA51C2DF-7DCC-4E6A-8FB9-91D1A605F8E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761533" y="5339373"/>
                  <a:ext cx="6533640" cy="80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6" name="墨迹 95">
                  <a:extLst>
                    <a:ext uri="{FF2B5EF4-FFF2-40B4-BE49-F238E27FC236}">
                      <a16:creationId xmlns:a16="http://schemas.microsoft.com/office/drawing/2014/main" id="{E437A990-A43E-4412-85B2-4FE026B81A16}"/>
                    </a:ext>
                  </a:extLst>
                </p14:cNvPr>
                <p14:cNvContentPartPr/>
                <p14:nvPr/>
              </p14:nvContentPartPr>
              <p14:xfrm>
                <a:off x="9593733" y="2702373"/>
                <a:ext cx="43200" cy="27000"/>
              </p14:xfrm>
            </p:contentPart>
          </mc:Choice>
          <mc:Fallback>
            <p:pic>
              <p:nvPicPr>
                <p:cNvPr id="96" name="墨迹 95">
                  <a:extLst>
                    <a:ext uri="{FF2B5EF4-FFF2-40B4-BE49-F238E27FC236}">
                      <a16:creationId xmlns:a16="http://schemas.microsoft.com/office/drawing/2014/main" id="{E437A990-A43E-4412-85B2-4FE026B81A1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584733" y="2693733"/>
                  <a:ext cx="608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CD9C9194-2EA6-4FC0-84DA-7E57F2EB8BEC}"/>
                    </a:ext>
                  </a:extLst>
                </p14:cNvPr>
                <p14:cNvContentPartPr/>
                <p14:nvPr/>
              </p14:nvContentPartPr>
              <p14:xfrm>
                <a:off x="9208733" y="2207373"/>
                <a:ext cx="314280" cy="923040"/>
              </p14:xfrm>
            </p:contentPart>
          </mc:Choice>
          <mc:Fallback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CD9C9194-2EA6-4FC0-84DA-7E57F2EB8BE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200093" y="2198373"/>
                  <a:ext cx="331920" cy="9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0E8763C3-BD91-4EAC-B981-4BC7D56A7FB6}"/>
                    </a:ext>
                  </a:extLst>
                </p14:cNvPr>
                <p14:cNvContentPartPr/>
                <p14:nvPr/>
              </p14:nvContentPartPr>
              <p14:xfrm>
                <a:off x="9617333" y="2159493"/>
                <a:ext cx="258120" cy="1191960"/>
              </p14:xfrm>
            </p:contentPart>
          </mc:Choice>
          <mc:Fallback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0E8763C3-BD91-4EAC-B981-4BC7D56A7FB6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608693" y="2150853"/>
                  <a:ext cx="275760" cy="12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582FCBCC-691F-428F-A6D3-37F07BDF0086}"/>
                    </a:ext>
                  </a:extLst>
                </p14:cNvPr>
                <p14:cNvContentPartPr/>
                <p14:nvPr/>
              </p14:nvContentPartPr>
              <p14:xfrm>
                <a:off x="9126653" y="2614893"/>
                <a:ext cx="25920" cy="21240"/>
              </p14:xfrm>
            </p:contentPart>
          </mc:Choice>
          <mc:Fallback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582FCBCC-691F-428F-A6D3-37F07BDF008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118013" y="2605893"/>
                  <a:ext cx="435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52" name="墨迹 51">
                  <a:extLst>
                    <a:ext uri="{FF2B5EF4-FFF2-40B4-BE49-F238E27FC236}">
                      <a16:creationId xmlns:a16="http://schemas.microsoft.com/office/drawing/2014/main" id="{DD2AC17A-D478-447D-ACA6-CB1D48EACC24}"/>
                    </a:ext>
                  </a:extLst>
                </p14:cNvPr>
                <p14:cNvContentPartPr/>
                <p14:nvPr/>
              </p14:nvContentPartPr>
              <p14:xfrm>
                <a:off x="9764933" y="2902533"/>
                <a:ext cx="46440" cy="57240"/>
              </p14:xfrm>
            </p:contentPart>
          </mc:Choice>
          <mc:Fallback>
            <p:pic>
              <p:nvPicPr>
                <p:cNvPr id="52" name="墨迹 51">
                  <a:extLst>
                    <a:ext uri="{FF2B5EF4-FFF2-40B4-BE49-F238E27FC236}">
                      <a16:creationId xmlns:a16="http://schemas.microsoft.com/office/drawing/2014/main" id="{DD2AC17A-D478-447D-ACA6-CB1D48EACC24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756293" y="2893533"/>
                  <a:ext cx="640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54" name="墨迹 53">
                  <a:extLst>
                    <a:ext uri="{FF2B5EF4-FFF2-40B4-BE49-F238E27FC236}">
                      <a16:creationId xmlns:a16="http://schemas.microsoft.com/office/drawing/2014/main" id="{20D9FB20-8440-4752-9E0B-518195D6ECB3}"/>
                    </a:ext>
                  </a:extLst>
                </p14:cNvPr>
                <p14:cNvContentPartPr/>
                <p14:nvPr/>
              </p14:nvContentPartPr>
              <p14:xfrm>
                <a:off x="9605453" y="2820453"/>
                <a:ext cx="186480" cy="47880"/>
              </p14:xfrm>
            </p:contentPart>
          </mc:Choice>
          <mc:Fallback>
            <p:pic>
              <p:nvPicPr>
                <p:cNvPr id="54" name="墨迹 53">
                  <a:extLst>
                    <a:ext uri="{FF2B5EF4-FFF2-40B4-BE49-F238E27FC236}">
                      <a16:creationId xmlns:a16="http://schemas.microsoft.com/office/drawing/2014/main" id="{20D9FB20-8440-4752-9E0B-518195D6ECB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596813" y="2811813"/>
                  <a:ext cx="2041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56" name="墨迹 55">
                  <a:extLst>
                    <a:ext uri="{FF2B5EF4-FFF2-40B4-BE49-F238E27FC236}">
                      <a16:creationId xmlns:a16="http://schemas.microsoft.com/office/drawing/2014/main" id="{7FCAA60F-40FE-42F9-ADD6-926977A201E6}"/>
                    </a:ext>
                  </a:extLst>
                </p14:cNvPr>
                <p14:cNvContentPartPr/>
                <p14:nvPr/>
              </p14:nvContentPartPr>
              <p14:xfrm>
                <a:off x="9363893" y="2723253"/>
                <a:ext cx="93240" cy="73800"/>
              </p14:xfrm>
            </p:contentPart>
          </mc:Choice>
          <mc:Fallback>
            <p:pic>
              <p:nvPicPr>
                <p:cNvPr id="56" name="墨迹 55">
                  <a:extLst>
                    <a:ext uri="{FF2B5EF4-FFF2-40B4-BE49-F238E27FC236}">
                      <a16:creationId xmlns:a16="http://schemas.microsoft.com/office/drawing/2014/main" id="{7FCAA60F-40FE-42F9-ADD6-926977A201E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355253" y="2714613"/>
                  <a:ext cx="1108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58" name="墨迹 57">
                  <a:extLst>
                    <a:ext uri="{FF2B5EF4-FFF2-40B4-BE49-F238E27FC236}">
                      <a16:creationId xmlns:a16="http://schemas.microsoft.com/office/drawing/2014/main" id="{823F1F71-EC86-4D48-9946-DB4498A51E43}"/>
                    </a:ext>
                  </a:extLst>
                </p14:cNvPr>
                <p14:cNvContentPartPr/>
                <p14:nvPr/>
              </p14:nvContentPartPr>
              <p14:xfrm>
                <a:off x="9218093" y="2859333"/>
                <a:ext cx="146160" cy="141840"/>
              </p14:xfrm>
            </p:contentPart>
          </mc:Choice>
          <mc:Fallback>
            <p:pic>
              <p:nvPicPr>
                <p:cNvPr id="58" name="墨迹 57">
                  <a:extLst>
                    <a:ext uri="{FF2B5EF4-FFF2-40B4-BE49-F238E27FC236}">
                      <a16:creationId xmlns:a16="http://schemas.microsoft.com/office/drawing/2014/main" id="{823F1F71-EC86-4D48-9946-DB4498A51E4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209453" y="2850333"/>
                  <a:ext cx="1638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0" name="墨迹 99">
                  <a:extLst>
                    <a:ext uri="{FF2B5EF4-FFF2-40B4-BE49-F238E27FC236}">
                      <a16:creationId xmlns:a16="http://schemas.microsoft.com/office/drawing/2014/main" id="{76E32B91-FFE7-4E68-9162-7615D85267A1}"/>
                    </a:ext>
                  </a:extLst>
                </p14:cNvPr>
                <p14:cNvContentPartPr/>
                <p14:nvPr/>
              </p14:nvContentPartPr>
              <p14:xfrm>
                <a:off x="3531333" y="193893"/>
                <a:ext cx="232560" cy="518400"/>
              </p14:xfrm>
            </p:contentPart>
          </mc:Choice>
          <mc:Fallback>
            <p:pic>
              <p:nvPicPr>
                <p:cNvPr id="100" name="墨迹 99">
                  <a:extLst>
                    <a:ext uri="{FF2B5EF4-FFF2-40B4-BE49-F238E27FC236}">
                      <a16:creationId xmlns:a16="http://schemas.microsoft.com/office/drawing/2014/main" id="{76E32B91-FFE7-4E68-9162-7615D85267A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522693" y="184893"/>
                  <a:ext cx="250200" cy="53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1" name="墨迹 100">
                  <a:extLst>
                    <a:ext uri="{FF2B5EF4-FFF2-40B4-BE49-F238E27FC236}">
                      <a16:creationId xmlns:a16="http://schemas.microsoft.com/office/drawing/2014/main" id="{545E2E0F-9E6E-4EB8-A27F-E1AE679E2650}"/>
                    </a:ext>
                  </a:extLst>
                </p14:cNvPr>
                <p14:cNvContentPartPr/>
                <p14:nvPr/>
              </p14:nvContentPartPr>
              <p14:xfrm>
                <a:off x="3803133" y="320973"/>
                <a:ext cx="225360" cy="250560"/>
              </p14:xfrm>
            </p:contentPart>
          </mc:Choice>
          <mc:Fallback>
            <p:pic>
              <p:nvPicPr>
                <p:cNvPr id="101" name="墨迹 100">
                  <a:extLst>
                    <a:ext uri="{FF2B5EF4-FFF2-40B4-BE49-F238E27FC236}">
                      <a16:creationId xmlns:a16="http://schemas.microsoft.com/office/drawing/2014/main" id="{545E2E0F-9E6E-4EB8-A27F-E1AE679E265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794493" y="311973"/>
                  <a:ext cx="24300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2" name="墨迹 101">
                  <a:extLst>
                    <a:ext uri="{FF2B5EF4-FFF2-40B4-BE49-F238E27FC236}">
                      <a16:creationId xmlns:a16="http://schemas.microsoft.com/office/drawing/2014/main" id="{D35A4071-1B31-4248-AFB2-DA2E29D10765}"/>
                    </a:ext>
                  </a:extLst>
                </p14:cNvPr>
                <p14:cNvContentPartPr/>
                <p14:nvPr/>
              </p14:nvContentPartPr>
              <p14:xfrm>
                <a:off x="4110573" y="300813"/>
                <a:ext cx="200880" cy="256320"/>
              </p14:xfrm>
            </p:contentPart>
          </mc:Choice>
          <mc:Fallback>
            <p:pic>
              <p:nvPicPr>
                <p:cNvPr id="102" name="墨迹 101">
                  <a:extLst>
                    <a:ext uri="{FF2B5EF4-FFF2-40B4-BE49-F238E27FC236}">
                      <a16:creationId xmlns:a16="http://schemas.microsoft.com/office/drawing/2014/main" id="{D35A4071-1B31-4248-AFB2-DA2E29D1076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101573" y="292173"/>
                  <a:ext cx="21852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3" name="墨迹 102">
                  <a:extLst>
                    <a:ext uri="{FF2B5EF4-FFF2-40B4-BE49-F238E27FC236}">
                      <a16:creationId xmlns:a16="http://schemas.microsoft.com/office/drawing/2014/main" id="{F70F1B5D-C3AD-4DE4-80CC-DB98F9197BD7}"/>
                    </a:ext>
                  </a:extLst>
                </p14:cNvPr>
                <p14:cNvContentPartPr/>
                <p14:nvPr/>
              </p14:nvContentPartPr>
              <p14:xfrm>
                <a:off x="4461213" y="256173"/>
                <a:ext cx="171000" cy="47160"/>
              </p14:xfrm>
            </p:contentPart>
          </mc:Choice>
          <mc:Fallback>
            <p:pic>
              <p:nvPicPr>
                <p:cNvPr id="103" name="墨迹 102">
                  <a:extLst>
                    <a:ext uri="{FF2B5EF4-FFF2-40B4-BE49-F238E27FC236}">
                      <a16:creationId xmlns:a16="http://schemas.microsoft.com/office/drawing/2014/main" id="{F70F1B5D-C3AD-4DE4-80CC-DB98F9197BD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452213" y="247533"/>
                  <a:ext cx="1886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4" name="墨迹 103">
                  <a:extLst>
                    <a:ext uri="{FF2B5EF4-FFF2-40B4-BE49-F238E27FC236}">
                      <a16:creationId xmlns:a16="http://schemas.microsoft.com/office/drawing/2014/main" id="{010602AD-A5BE-444C-B4B9-406CE8AFB59D}"/>
                    </a:ext>
                  </a:extLst>
                </p14:cNvPr>
                <p14:cNvContentPartPr/>
                <p14:nvPr/>
              </p14:nvContentPartPr>
              <p14:xfrm>
                <a:off x="4527813" y="127653"/>
                <a:ext cx="173160" cy="529200"/>
              </p14:xfrm>
            </p:contentPart>
          </mc:Choice>
          <mc:Fallback>
            <p:pic>
              <p:nvPicPr>
                <p:cNvPr id="104" name="墨迹 103">
                  <a:extLst>
                    <a:ext uri="{FF2B5EF4-FFF2-40B4-BE49-F238E27FC236}">
                      <a16:creationId xmlns:a16="http://schemas.microsoft.com/office/drawing/2014/main" id="{010602AD-A5BE-444C-B4B9-406CE8AFB59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519173" y="118653"/>
                  <a:ext cx="190800" cy="54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5" name="墨迹 104">
                  <a:extLst>
                    <a:ext uri="{FF2B5EF4-FFF2-40B4-BE49-F238E27FC236}">
                      <a16:creationId xmlns:a16="http://schemas.microsoft.com/office/drawing/2014/main" id="{020A36E7-2307-4AA1-B89A-D6259F3511A4}"/>
                    </a:ext>
                  </a:extLst>
                </p14:cNvPr>
                <p14:cNvContentPartPr/>
                <p14:nvPr/>
              </p14:nvContentPartPr>
              <p14:xfrm>
                <a:off x="3271773" y="561813"/>
                <a:ext cx="1882800" cy="207000"/>
              </p14:xfrm>
            </p:contentPart>
          </mc:Choice>
          <mc:Fallback>
            <p:pic>
              <p:nvPicPr>
                <p:cNvPr id="105" name="墨迹 104">
                  <a:extLst>
                    <a:ext uri="{FF2B5EF4-FFF2-40B4-BE49-F238E27FC236}">
                      <a16:creationId xmlns:a16="http://schemas.microsoft.com/office/drawing/2014/main" id="{020A36E7-2307-4AA1-B89A-D6259F3511A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263133" y="553173"/>
                  <a:ext cx="19004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7" name="墨迹 106">
                  <a:extLst>
                    <a:ext uri="{FF2B5EF4-FFF2-40B4-BE49-F238E27FC236}">
                      <a16:creationId xmlns:a16="http://schemas.microsoft.com/office/drawing/2014/main" id="{C8F50614-F482-403F-9DD8-CE48896239E6}"/>
                    </a:ext>
                  </a:extLst>
                </p14:cNvPr>
                <p14:cNvContentPartPr/>
                <p14:nvPr/>
              </p14:nvContentPartPr>
              <p14:xfrm>
                <a:off x="5062053" y="70773"/>
                <a:ext cx="192960" cy="570240"/>
              </p14:xfrm>
            </p:contentPart>
          </mc:Choice>
          <mc:Fallback>
            <p:pic>
              <p:nvPicPr>
                <p:cNvPr id="107" name="墨迹 106">
                  <a:extLst>
                    <a:ext uri="{FF2B5EF4-FFF2-40B4-BE49-F238E27FC236}">
                      <a16:creationId xmlns:a16="http://schemas.microsoft.com/office/drawing/2014/main" id="{C8F50614-F482-403F-9DD8-CE48896239E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053053" y="61773"/>
                  <a:ext cx="210600" cy="58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8" name="墨迹 107">
                  <a:extLst>
                    <a:ext uri="{FF2B5EF4-FFF2-40B4-BE49-F238E27FC236}">
                      <a16:creationId xmlns:a16="http://schemas.microsoft.com/office/drawing/2014/main" id="{9F0B53EC-8E3A-47FD-9842-9E0B22415B6B}"/>
                    </a:ext>
                  </a:extLst>
                </p14:cNvPr>
                <p14:cNvContentPartPr/>
                <p14:nvPr/>
              </p14:nvContentPartPr>
              <p14:xfrm>
                <a:off x="5332413" y="275613"/>
                <a:ext cx="161640" cy="95400"/>
              </p14:xfrm>
            </p:contentPart>
          </mc:Choice>
          <mc:Fallback>
            <p:pic>
              <p:nvPicPr>
                <p:cNvPr id="108" name="墨迹 107">
                  <a:extLst>
                    <a:ext uri="{FF2B5EF4-FFF2-40B4-BE49-F238E27FC236}">
                      <a16:creationId xmlns:a16="http://schemas.microsoft.com/office/drawing/2014/main" id="{9F0B53EC-8E3A-47FD-9842-9E0B22415B6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323413" y="266973"/>
                  <a:ext cx="1792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9" name="墨迹 108">
                  <a:extLst>
                    <a:ext uri="{FF2B5EF4-FFF2-40B4-BE49-F238E27FC236}">
                      <a16:creationId xmlns:a16="http://schemas.microsoft.com/office/drawing/2014/main" id="{40B0BA87-F380-4F6F-AFC2-B5EBA58B6CDE}"/>
                    </a:ext>
                  </a:extLst>
                </p14:cNvPr>
                <p14:cNvContentPartPr/>
                <p14:nvPr/>
              </p14:nvContentPartPr>
              <p14:xfrm>
                <a:off x="5203533" y="194973"/>
                <a:ext cx="378720" cy="348120"/>
              </p14:xfrm>
            </p:contentPart>
          </mc:Choice>
          <mc:Fallback>
            <p:pic>
              <p:nvPicPr>
                <p:cNvPr id="109" name="墨迹 108">
                  <a:extLst>
                    <a:ext uri="{FF2B5EF4-FFF2-40B4-BE49-F238E27FC236}">
                      <a16:creationId xmlns:a16="http://schemas.microsoft.com/office/drawing/2014/main" id="{40B0BA87-F380-4F6F-AFC2-B5EBA58B6CD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194533" y="185973"/>
                  <a:ext cx="39636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0" name="墨迹 109">
                  <a:extLst>
                    <a:ext uri="{FF2B5EF4-FFF2-40B4-BE49-F238E27FC236}">
                      <a16:creationId xmlns:a16="http://schemas.microsoft.com/office/drawing/2014/main" id="{07F23517-7F57-4382-B8D2-C3C9A08786B4}"/>
                    </a:ext>
                  </a:extLst>
                </p14:cNvPr>
                <p14:cNvContentPartPr/>
                <p14:nvPr/>
              </p14:nvContentPartPr>
              <p14:xfrm>
                <a:off x="5279493" y="298293"/>
                <a:ext cx="182160" cy="107640"/>
              </p14:xfrm>
            </p:contentPart>
          </mc:Choice>
          <mc:Fallback>
            <p:pic>
              <p:nvPicPr>
                <p:cNvPr id="110" name="墨迹 109">
                  <a:extLst>
                    <a:ext uri="{FF2B5EF4-FFF2-40B4-BE49-F238E27FC236}">
                      <a16:creationId xmlns:a16="http://schemas.microsoft.com/office/drawing/2014/main" id="{07F23517-7F57-4382-B8D2-C3C9A08786B4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270493" y="289653"/>
                  <a:ext cx="19980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1" name="墨迹 110">
                  <a:extLst>
                    <a:ext uri="{FF2B5EF4-FFF2-40B4-BE49-F238E27FC236}">
                      <a16:creationId xmlns:a16="http://schemas.microsoft.com/office/drawing/2014/main" id="{453026D2-BE17-4BF7-8E27-097449E1284F}"/>
                    </a:ext>
                  </a:extLst>
                </p14:cNvPr>
                <p14:cNvContentPartPr/>
                <p14:nvPr/>
              </p14:nvContentPartPr>
              <p14:xfrm>
                <a:off x="5667573" y="44133"/>
                <a:ext cx="45720" cy="88920"/>
              </p14:xfrm>
            </p:contentPart>
          </mc:Choice>
          <mc:Fallback>
            <p:pic>
              <p:nvPicPr>
                <p:cNvPr id="111" name="墨迹 110">
                  <a:extLst>
                    <a:ext uri="{FF2B5EF4-FFF2-40B4-BE49-F238E27FC236}">
                      <a16:creationId xmlns:a16="http://schemas.microsoft.com/office/drawing/2014/main" id="{453026D2-BE17-4BF7-8E27-097449E1284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658933" y="35133"/>
                  <a:ext cx="6336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2" name="墨迹 111">
                  <a:extLst>
                    <a:ext uri="{FF2B5EF4-FFF2-40B4-BE49-F238E27FC236}">
                      <a16:creationId xmlns:a16="http://schemas.microsoft.com/office/drawing/2014/main" id="{7EE13B7E-552C-45E2-93D2-6EAAEEDA6C7F}"/>
                    </a:ext>
                  </a:extLst>
                </p14:cNvPr>
                <p14:cNvContentPartPr/>
                <p14:nvPr/>
              </p14:nvContentPartPr>
              <p14:xfrm>
                <a:off x="5660373" y="-23187"/>
                <a:ext cx="279000" cy="249480"/>
              </p14:xfrm>
            </p:contentPart>
          </mc:Choice>
          <mc:Fallback>
            <p:pic>
              <p:nvPicPr>
                <p:cNvPr id="112" name="墨迹 111">
                  <a:extLst>
                    <a:ext uri="{FF2B5EF4-FFF2-40B4-BE49-F238E27FC236}">
                      <a16:creationId xmlns:a16="http://schemas.microsoft.com/office/drawing/2014/main" id="{7EE13B7E-552C-45E2-93D2-6EAAEEDA6C7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651733" y="-31827"/>
                  <a:ext cx="2966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3" name="墨迹 112">
                  <a:extLst>
                    <a:ext uri="{FF2B5EF4-FFF2-40B4-BE49-F238E27FC236}">
                      <a16:creationId xmlns:a16="http://schemas.microsoft.com/office/drawing/2014/main" id="{576AF722-D89F-4C81-B724-25B2F8D97CE8}"/>
                    </a:ext>
                  </a:extLst>
                </p14:cNvPr>
                <p14:cNvContentPartPr/>
                <p14:nvPr/>
              </p14:nvContentPartPr>
              <p14:xfrm>
                <a:off x="5722293" y="290080"/>
                <a:ext cx="25200" cy="75600"/>
              </p14:xfrm>
            </p:contentPart>
          </mc:Choice>
          <mc:Fallback>
            <p:pic>
              <p:nvPicPr>
                <p:cNvPr id="113" name="墨迹 112">
                  <a:extLst>
                    <a:ext uri="{FF2B5EF4-FFF2-40B4-BE49-F238E27FC236}">
                      <a16:creationId xmlns:a16="http://schemas.microsoft.com/office/drawing/2014/main" id="{576AF722-D89F-4C81-B724-25B2F8D97CE8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713293" y="281440"/>
                  <a:ext cx="428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4" name="墨迹 113">
                  <a:extLst>
                    <a:ext uri="{FF2B5EF4-FFF2-40B4-BE49-F238E27FC236}">
                      <a16:creationId xmlns:a16="http://schemas.microsoft.com/office/drawing/2014/main" id="{B43273F1-4435-43C4-B2F7-64B696FB52AB}"/>
                    </a:ext>
                  </a:extLst>
                </p14:cNvPr>
                <p14:cNvContentPartPr/>
                <p14:nvPr/>
              </p14:nvContentPartPr>
              <p14:xfrm>
                <a:off x="5747133" y="258040"/>
                <a:ext cx="176040" cy="284760"/>
              </p14:xfrm>
            </p:contentPart>
          </mc:Choice>
          <mc:Fallback>
            <p:pic>
              <p:nvPicPr>
                <p:cNvPr id="114" name="墨迹 113">
                  <a:extLst>
                    <a:ext uri="{FF2B5EF4-FFF2-40B4-BE49-F238E27FC236}">
                      <a16:creationId xmlns:a16="http://schemas.microsoft.com/office/drawing/2014/main" id="{B43273F1-4435-43C4-B2F7-64B696FB52A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738493" y="249400"/>
                  <a:ext cx="19368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5" name="墨迹 114">
                  <a:extLst>
                    <a:ext uri="{FF2B5EF4-FFF2-40B4-BE49-F238E27FC236}">
                      <a16:creationId xmlns:a16="http://schemas.microsoft.com/office/drawing/2014/main" id="{C8318539-C8F4-40F3-A8BE-A2339D5AF584}"/>
                    </a:ext>
                  </a:extLst>
                </p14:cNvPr>
                <p14:cNvContentPartPr/>
                <p14:nvPr/>
              </p14:nvContentPartPr>
              <p14:xfrm>
                <a:off x="6068613" y="233560"/>
                <a:ext cx="14760" cy="3240"/>
              </p14:xfrm>
            </p:contentPart>
          </mc:Choice>
          <mc:Fallback>
            <p:pic>
              <p:nvPicPr>
                <p:cNvPr id="115" name="墨迹 114">
                  <a:extLst>
                    <a:ext uri="{FF2B5EF4-FFF2-40B4-BE49-F238E27FC236}">
                      <a16:creationId xmlns:a16="http://schemas.microsoft.com/office/drawing/2014/main" id="{C8318539-C8F4-40F3-A8BE-A2339D5AF584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059973" y="224920"/>
                  <a:ext cx="324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6" name="墨迹 115">
                  <a:extLst>
                    <a:ext uri="{FF2B5EF4-FFF2-40B4-BE49-F238E27FC236}">
                      <a16:creationId xmlns:a16="http://schemas.microsoft.com/office/drawing/2014/main" id="{5FBFF508-50E7-400A-9B03-54F884EB13EB}"/>
                    </a:ext>
                  </a:extLst>
                </p14:cNvPr>
                <p14:cNvContentPartPr/>
                <p14:nvPr/>
              </p14:nvContentPartPr>
              <p14:xfrm>
                <a:off x="6042333" y="83440"/>
                <a:ext cx="129600" cy="465480"/>
              </p14:xfrm>
            </p:contentPart>
          </mc:Choice>
          <mc:Fallback>
            <p:pic>
              <p:nvPicPr>
                <p:cNvPr id="116" name="墨迹 115">
                  <a:extLst>
                    <a:ext uri="{FF2B5EF4-FFF2-40B4-BE49-F238E27FC236}">
                      <a16:creationId xmlns:a16="http://schemas.microsoft.com/office/drawing/2014/main" id="{5FBFF508-50E7-400A-9B03-54F884EB13EB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033333" y="74440"/>
                  <a:ext cx="147240" cy="48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7" name="墨迹 116">
                  <a:extLst>
                    <a:ext uri="{FF2B5EF4-FFF2-40B4-BE49-F238E27FC236}">
                      <a16:creationId xmlns:a16="http://schemas.microsoft.com/office/drawing/2014/main" id="{BB79D7B8-9A9D-4C36-A817-69D99EE4DE90}"/>
                    </a:ext>
                  </a:extLst>
                </p14:cNvPr>
                <p14:cNvContentPartPr/>
                <p14:nvPr/>
              </p14:nvContentPartPr>
              <p14:xfrm>
                <a:off x="6000573" y="314200"/>
                <a:ext cx="167760" cy="74520"/>
              </p14:xfrm>
            </p:contentPart>
          </mc:Choice>
          <mc:Fallback>
            <p:pic>
              <p:nvPicPr>
                <p:cNvPr id="117" name="墨迹 116">
                  <a:extLst>
                    <a:ext uri="{FF2B5EF4-FFF2-40B4-BE49-F238E27FC236}">
                      <a16:creationId xmlns:a16="http://schemas.microsoft.com/office/drawing/2014/main" id="{BB79D7B8-9A9D-4C36-A817-69D99EE4DE9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991573" y="305560"/>
                  <a:ext cx="18540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8" name="墨迹 117">
                  <a:extLst>
                    <a:ext uri="{FF2B5EF4-FFF2-40B4-BE49-F238E27FC236}">
                      <a16:creationId xmlns:a16="http://schemas.microsoft.com/office/drawing/2014/main" id="{C6B9DD8D-703F-43AE-B011-C2869DE88E24}"/>
                    </a:ext>
                  </a:extLst>
                </p14:cNvPr>
                <p14:cNvContentPartPr/>
                <p14:nvPr/>
              </p14:nvContentPartPr>
              <p14:xfrm>
                <a:off x="5999493" y="130960"/>
                <a:ext cx="334800" cy="55800"/>
              </p14:xfrm>
            </p:contentPart>
          </mc:Choice>
          <mc:Fallback>
            <p:pic>
              <p:nvPicPr>
                <p:cNvPr id="118" name="墨迹 117">
                  <a:extLst>
                    <a:ext uri="{FF2B5EF4-FFF2-40B4-BE49-F238E27FC236}">
                      <a16:creationId xmlns:a16="http://schemas.microsoft.com/office/drawing/2014/main" id="{C6B9DD8D-703F-43AE-B011-C2869DE88E2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990853" y="121960"/>
                  <a:ext cx="3524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19" name="墨迹 118">
                  <a:extLst>
                    <a:ext uri="{FF2B5EF4-FFF2-40B4-BE49-F238E27FC236}">
                      <a16:creationId xmlns:a16="http://schemas.microsoft.com/office/drawing/2014/main" id="{2E6CE9F8-2EB5-4B3E-B348-DCB94CF42A8A}"/>
                    </a:ext>
                  </a:extLst>
                </p14:cNvPr>
                <p14:cNvContentPartPr/>
                <p14:nvPr/>
              </p14:nvContentPartPr>
              <p14:xfrm>
                <a:off x="6039093" y="191440"/>
                <a:ext cx="208080" cy="323640"/>
              </p14:xfrm>
            </p:contentPart>
          </mc:Choice>
          <mc:Fallback>
            <p:pic>
              <p:nvPicPr>
                <p:cNvPr id="119" name="墨迹 118">
                  <a:extLst>
                    <a:ext uri="{FF2B5EF4-FFF2-40B4-BE49-F238E27FC236}">
                      <a16:creationId xmlns:a16="http://schemas.microsoft.com/office/drawing/2014/main" id="{2E6CE9F8-2EB5-4B3E-B348-DCB94CF42A8A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030453" y="182800"/>
                  <a:ext cx="22572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0" name="墨迹 119">
                  <a:extLst>
                    <a:ext uri="{FF2B5EF4-FFF2-40B4-BE49-F238E27FC236}">
                      <a16:creationId xmlns:a16="http://schemas.microsoft.com/office/drawing/2014/main" id="{02D9DEE5-AD32-460B-8779-2134E4DE3681}"/>
                    </a:ext>
                  </a:extLst>
                </p14:cNvPr>
                <p14:cNvContentPartPr/>
                <p14:nvPr/>
              </p14:nvContentPartPr>
              <p14:xfrm>
                <a:off x="6246093" y="46720"/>
                <a:ext cx="131760" cy="413280"/>
              </p14:xfrm>
            </p:contentPart>
          </mc:Choice>
          <mc:Fallback>
            <p:pic>
              <p:nvPicPr>
                <p:cNvPr id="120" name="墨迹 119">
                  <a:extLst>
                    <a:ext uri="{FF2B5EF4-FFF2-40B4-BE49-F238E27FC236}">
                      <a16:creationId xmlns:a16="http://schemas.microsoft.com/office/drawing/2014/main" id="{02D9DEE5-AD32-460B-8779-2134E4DE368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237453" y="37720"/>
                  <a:ext cx="14940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1" name="墨迹 120">
                  <a:extLst>
                    <a:ext uri="{FF2B5EF4-FFF2-40B4-BE49-F238E27FC236}">
                      <a16:creationId xmlns:a16="http://schemas.microsoft.com/office/drawing/2014/main" id="{DD80E2B5-3E3B-4878-91EC-F6CF8C08C1E8}"/>
                    </a:ext>
                  </a:extLst>
                </p14:cNvPr>
                <p14:cNvContentPartPr/>
                <p14:nvPr/>
              </p14:nvContentPartPr>
              <p14:xfrm>
                <a:off x="6098493" y="455320"/>
                <a:ext cx="273240" cy="141840"/>
              </p14:xfrm>
            </p:contentPart>
          </mc:Choice>
          <mc:Fallback>
            <p:pic>
              <p:nvPicPr>
                <p:cNvPr id="121" name="墨迹 120">
                  <a:extLst>
                    <a:ext uri="{FF2B5EF4-FFF2-40B4-BE49-F238E27FC236}">
                      <a16:creationId xmlns:a16="http://schemas.microsoft.com/office/drawing/2014/main" id="{DD80E2B5-3E3B-4878-91EC-F6CF8C08C1E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089853" y="446320"/>
                  <a:ext cx="29088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2" name="墨迹 121">
                  <a:extLst>
                    <a:ext uri="{FF2B5EF4-FFF2-40B4-BE49-F238E27FC236}">
                      <a16:creationId xmlns:a16="http://schemas.microsoft.com/office/drawing/2014/main" id="{669FC951-65C3-48FC-9FFC-42DD10878C48}"/>
                    </a:ext>
                  </a:extLst>
                </p14:cNvPr>
                <p14:cNvContentPartPr/>
                <p14:nvPr/>
              </p14:nvContentPartPr>
              <p14:xfrm>
                <a:off x="6065013" y="391960"/>
                <a:ext cx="451440" cy="428760"/>
              </p14:xfrm>
            </p:contentPart>
          </mc:Choice>
          <mc:Fallback>
            <p:pic>
              <p:nvPicPr>
                <p:cNvPr id="122" name="墨迹 121">
                  <a:extLst>
                    <a:ext uri="{FF2B5EF4-FFF2-40B4-BE49-F238E27FC236}">
                      <a16:creationId xmlns:a16="http://schemas.microsoft.com/office/drawing/2014/main" id="{669FC951-65C3-48FC-9FFC-42DD10878C4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056013" y="382960"/>
                  <a:ext cx="469080" cy="446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308074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组合 53">
            <a:extLst>
              <a:ext uri="{FF2B5EF4-FFF2-40B4-BE49-F238E27FC236}">
                <a16:creationId xmlns:a16="http://schemas.microsoft.com/office/drawing/2014/main" id="{F7F8B3CC-C8EB-47F8-9F7F-E949445CB07C}"/>
              </a:ext>
            </a:extLst>
          </p:cNvPr>
          <p:cNvGrpSpPr/>
          <p:nvPr/>
        </p:nvGrpSpPr>
        <p:grpSpPr>
          <a:xfrm>
            <a:off x="1556213" y="-21387"/>
            <a:ext cx="10279080" cy="5940000"/>
            <a:chOff x="1556213" y="-21387"/>
            <a:chExt cx="10279080" cy="594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679B8B7A-07C2-4327-9E4E-B477CD3B24A5}"/>
                    </a:ext>
                  </a:extLst>
                </p14:cNvPr>
                <p14:cNvContentPartPr/>
                <p14:nvPr/>
              </p14:nvContentPartPr>
              <p14:xfrm>
                <a:off x="2513453" y="829653"/>
                <a:ext cx="177840" cy="5088960"/>
              </p14:xfrm>
            </p:contentPart>
          </mc:Choice>
          <mc:Fallback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679B8B7A-07C2-4327-9E4E-B477CD3B24A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504453" y="821013"/>
                  <a:ext cx="195480" cy="510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8D6DD990-1BC1-4B2A-984E-4AE8493929BA}"/>
                    </a:ext>
                  </a:extLst>
                </p14:cNvPr>
                <p14:cNvContentPartPr/>
                <p14:nvPr/>
              </p14:nvContentPartPr>
              <p14:xfrm>
                <a:off x="1556213" y="4290333"/>
                <a:ext cx="9426240" cy="677880"/>
              </p14:xfrm>
            </p:contentPart>
          </mc:Choice>
          <mc:Fallback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8D6DD990-1BC1-4B2A-984E-4AE8493929B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47213" y="4281333"/>
                  <a:ext cx="9443880" cy="69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148CC1A1-7538-4D18-B49E-2D27AA97D388}"/>
                    </a:ext>
                  </a:extLst>
                </p14:cNvPr>
                <p14:cNvContentPartPr/>
                <p14:nvPr/>
              </p14:nvContentPartPr>
              <p14:xfrm>
                <a:off x="10460453" y="3909813"/>
                <a:ext cx="1077840" cy="1005840"/>
              </p14:xfrm>
            </p:contentPart>
          </mc:Choice>
          <mc:Fallback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148CC1A1-7538-4D18-B49E-2D27AA97D38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451813" y="3901173"/>
                  <a:ext cx="1095480" cy="10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093FD7B3-7CDE-4749-9187-3A9F6B375EFD}"/>
                    </a:ext>
                  </a:extLst>
                </p14:cNvPr>
                <p14:cNvContentPartPr/>
                <p14:nvPr/>
              </p14:nvContentPartPr>
              <p14:xfrm>
                <a:off x="3212213" y="888333"/>
                <a:ext cx="528480" cy="48456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093FD7B3-7CDE-4749-9187-3A9F6B375EF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03573" y="879693"/>
                  <a:ext cx="546120" cy="50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墨迹 8">
                  <a:extLst>
                    <a:ext uri="{FF2B5EF4-FFF2-40B4-BE49-F238E27FC236}">
                      <a16:creationId xmlns:a16="http://schemas.microsoft.com/office/drawing/2014/main" id="{773C6D83-4C8A-4A6F-A415-C62783A60141}"/>
                    </a:ext>
                  </a:extLst>
                </p14:cNvPr>
                <p14:cNvContentPartPr/>
                <p14:nvPr/>
              </p14:nvContentPartPr>
              <p14:xfrm>
                <a:off x="6148733" y="2377293"/>
                <a:ext cx="669600" cy="637560"/>
              </p14:xfrm>
            </p:contentPart>
          </mc:Choice>
          <mc:Fallback>
            <p:pic>
              <p:nvPicPr>
                <p:cNvPr id="9" name="墨迹 8">
                  <a:extLst>
                    <a:ext uri="{FF2B5EF4-FFF2-40B4-BE49-F238E27FC236}">
                      <a16:creationId xmlns:a16="http://schemas.microsoft.com/office/drawing/2014/main" id="{773C6D83-4C8A-4A6F-A415-C62783A6014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140093" y="2368653"/>
                  <a:ext cx="687240" cy="65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620CC287-C0FF-4A00-AFDF-7DAD3A1E0632}"/>
                    </a:ext>
                  </a:extLst>
                </p14:cNvPr>
                <p14:cNvContentPartPr/>
                <p14:nvPr/>
              </p14:nvContentPartPr>
              <p14:xfrm>
                <a:off x="5350253" y="1003893"/>
                <a:ext cx="659880" cy="564120"/>
              </p14:xfrm>
            </p:contentPart>
          </mc:Choice>
          <mc:Fallback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620CC287-C0FF-4A00-AFDF-7DAD3A1E063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341253" y="994893"/>
                  <a:ext cx="677520" cy="58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墨迹 10">
                  <a:extLst>
                    <a:ext uri="{FF2B5EF4-FFF2-40B4-BE49-F238E27FC236}">
                      <a16:creationId xmlns:a16="http://schemas.microsoft.com/office/drawing/2014/main" id="{85CEED45-7F41-48A0-9358-D2DEF359A8BD}"/>
                    </a:ext>
                  </a:extLst>
                </p14:cNvPr>
                <p14:cNvContentPartPr/>
                <p14:nvPr/>
              </p14:nvContentPartPr>
              <p14:xfrm>
                <a:off x="5300573" y="3795333"/>
                <a:ext cx="500040" cy="551520"/>
              </p14:xfrm>
            </p:contentPart>
          </mc:Choice>
          <mc:Fallback>
            <p:pic>
              <p:nvPicPr>
                <p:cNvPr id="11" name="墨迹 10">
                  <a:extLst>
                    <a:ext uri="{FF2B5EF4-FFF2-40B4-BE49-F238E27FC236}">
                      <a16:creationId xmlns:a16="http://schemas.microsoft.com/office/drawing/2014/main" id="{85CEED45-7F41-48A0-9358-D2DEF359A8B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291933" y="3786333"/>
                  <a:ext cx="517680" cy="5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3FF79E11-0692-44AD-8201-C933607E9D90}"/>
                    </a:ext>
                  </a:extLst>
                </p14:cNvPr>
                <p14:cNvContentPartPr/>
                <p14:nvPr/>
              </p14:nvContentPartPr>
              <p14:xfrm>
                <a:off x="3698573" y="2881653"/>
                <a:ext cx="514440" cy="45540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3FF79E11-0692-44AD-8201-C933607E9D9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689933" y="2872653"/>
                  <a:ext cx="53208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9CE28A09-E49D-4222-A887-410B3454FE31}"/>
                    </a:ext>
                  </a:extLst>
                </p14:cNvPr>
                <p14:cNvContentPartPr/>
                <p14:nvPr/>
              </p14:nvContentPartPr>
              <p14:xfrm>
                <a:off x="2460893" y="2068773"/>
                <a:ext cx="728280" cy="635760"/>
              </p14:xfrm>
            </p:contentPart>
          </mc:Choice>
          <mc:Fallback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9CE28A09-E49D-4222-A887-410B3454FE3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451893" y="2059773"/>
                  <a:ext cx="745920" cy="65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A0C370EB-D932-42AD-B008-819B11DC4BC0}"/>
                    </a:ext>
                  </a:extLst>
                </p14:cNvPr>
                <p14:cNvContentPartPr/>
                <p14:nvPr/>
              </p14:nvContentPartPr>
              <p14:xfrm>
                <a:off x="6999413" y="890133"/>
                <a:ext cx="642240" cy="532080"/>
              </p14:xfrm>
            </p:contentPart>
          </mc:Choice>
          <mc:Fallback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A0C370EB-D932-42AD-B008-819B11DC4BC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990773" y="881133"/>
                  <a:ext cx="659880" cy="54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DCC2997C-7F62-41A7-9E2E-2DC519A92FDA}"/>
                    </a:ext>
                  </a:extLst>
                </p14:cNvPr>
                <p14:cNvContentPartPr/>
                <p14:nvPr/>
              </p14:nvContentPartPr>
              <p14:xfrm>
                <a:off x="4576973" y="93093"/>
                <a:ext cx="761040" cy="446400"/>
              </p14:xfrm>
            </p:contentPart>
          </mc:Choice>
          <mc:Fallback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DCC2997C-7F62-41A7-9E2E-2DC519A92FD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568333" y="84093"/>
                  <a:ext cx="77868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墨迹 16">
                  <a:extLst>
                    <a:ext uri="{FF2B5EF4-FFF2-40B4-BE49-F238E27FC236}">
                      <a16:creationId xmlns:a16="http://schemas.microsoft.com/office/drawing/2014/main" id="{014725D9-C98B-48C9-B771-21C02DF03847}"/>
                    </a:ext>
                  </a:extLst>
                </p14:cNvPr>
                <p14:cNvContentPartPr/>
                <p14:nvPr/>
              </p14:nvContentPartPr>
              <p14:xfrm>
                <a:off x="4124813" y="5335053"/>
                <a:ext cx="21600" cy="42120"/>
              </p14:xfrm>
            </p:contentPart>
          </mc:Choice>
          <mc:Fallback>
            <p:pic>
              <p:nvPicPr>
                <p:cNvPr id="17" name="墨迹 16">
                  <a:extLst>
                    <a:ext uri="{FF2B5EF4-FFF2-40B4-BE49-F238E27FC236}">
                      <a16:creationId xmlns:a16="http://schemas.microsoft.com/office/drawing/2014/main" id="{014725D9-C98B-48C9-B771-21C02DF0384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15813" y="5326413"/>
                  <a:ext cx="3924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墨迹 17">
                  <a:extLst>
                    <a:ext uri="{FF2B5EF4-FFF2-40B4-BE49-F238E27FC236}">
                      <a16:creationId xmlns:a16="http://schemas.microsoft.com/office/drawing/2014/main" id="{0E3A1160-F4FE-499E-BF1A-9F444EDBCB9F}"/>
                    </a:ext>
                  </a:extLst>
                </p14:cNvPr>
                <p14:cNvContentPartPr/>
                <p14:nvPr/>
              </p14:nvContentPartPr>
              <p14:xfrm>
                <a:off x="4385093" y="1871493"/>
                <a:ext cx="9000" cy="21240"/>
              </p14:xfrm>
            </p:contentPart>
          </mc:Choice>
          <mc:Fallback>
            <p:pic>
              <p:nvPicPr>
                <p:cNvPr id="18" name="墨迹 17">
                  <a:extLst>
                    <a:ext uri="{FF2B5EF4-FFF2-40B4-BE49-F238E27FC236}">
                      <a16:creationId xmlns:a16="http://schemas.microsoft.com/office/drawing/2014/main" id="{0E3A1160-F4FE-499E-BF1A-9F444EDBCB9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376093" y="1862493"/>
                  <a:ext cx="266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CD9AB8F6-DFD0-474D-A513-6C078918E684}"/>
                    </a:ext>
                  </a:extLst>
                </p14:cNvPr>
                <p14:cNvContentPartPr/>
                <p14:nvPr/>
              </p14:nvContentPartPr>
              <p14:xfrm>
                <a:off x="3929333" y="1906413"/>
                <a:ext cx="164160" cy="278640"/>
              </p14:xfrm>
            </p:contentPart>
          </mc:Choice>
          <mc:Fallback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CD9AB8F6-DFD0-474D-A513-6C078918E68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20693" y="1897773"/>
                  <a:ext cx="18180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墨迹 19">
                  <a:extLst>
                    <a:ext uri="{FF2B5EF4-FFF2-40B4-BE49-F238E27FC236}">
                      <a16:creationId xmlns:a16="http://schemas.microsoft.com/office/drawing/2014/main" id="{214421BE-E3DC-4C3A-BC59-717A34EBD472}"/>
                    </a:ext>
                  </a:extLst>
                </p14:cNvPr>
                <p14:cNvContentPartPr/>
                <p14:nvPr/>
              </p14:nvContentPartPr>
              <p14:xfrm>
                <a:off x="4134173" y="1861413"/>
                <a:ext cx="72000" cy="231840"/>
              </p14:xfrm>
            </p:contentPart>
          </mc:Choice>
          <mc:Fallback>
            <p:pic>
              <p:nvPicPr>
                <p:cNvPr id="20" name="墨迹 19">
                  <a:extLst>
                    <a:ext uri="{FF2B5EF4-FFF2-40B4-BE49-F238E27FC236}">
                      <a16:creationId xmlns:a16="http://schemas.microsoft.com/office/drawing/2014/main" id="{214421BE-E3DC-4C3A-BC59-717A34EBD47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125533" y="1852413"/>
                  <a:ext cx="896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0BA8E8E9-BFF7-4143-B182-99E811EB4610}"/>
                    </a:ext>
                  </a:extLst>
                </p14:cNvPr>
                <p14:cNvContentPartPr/>
                <p14:nvPr/>
              </p14:nvContentPartPr>
              <p14:xfrm>
                <a:off x="3930413" y="2047533"/>
                <a:ext cx="414360" cy="7524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0BA8E8E9-BFF7-4143-B182-99E811EB461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921413" y="2038533"/>
                  <a:ext cx="4320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9E1A78A7-3279-413C-9F43-1D83A9456D7C}"/>
                    </a:ext>
                  </a:extLst>
                </p14:cNvPr>
                <p14:cNvContentPartPr/>
                <p14:nvPr/>
              </p14:nvContentPartPr>
              <p14:xfrm>
                <a:off x="4148573" y="1907853"/>
                <a:ext cx="2160" cy="47160"/>
              </p14:xfrm>
            </p:contentPart>
          </mc:Choice>
          <mc:Fallback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9E1A78A7-3279-413C-9F43-1D83A9456D7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139933" y="1899213"/>
                  <a:ext cx="198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59653F4E-D560-46B8-A856-5F561DE2E2E6}"/>
                    </a:ext>
                  </a:extLst>
                </p14:cNvPr>
                <p14:cNvContentPartPr/>
                <p14:nvPr/>
              </p14:nvContentPartPr>
              <p14:xfrm>
                <a:off x="3324533" y="1075173"/>
                <a:ext cx="87480" cy="55800"/>
              </p14:xfrm>
            </p:contentPart>
          </mc:Choice>
          <mc:Fallback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59653F4E-D560-46B8-A856-5F561DE2E2E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315533" y="1066533"/>
                  <a:ext cx="1051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CED5B416-BD88-47A7-A434-F144B5C4FBD2}"/>
                    </a:ext>
                  </a:extLst>
                </p14:cNvPr>
                <p14:cNvContentPartPr/>
                <p14:nvPr/>
              </p14:nvContentPartPr>
              <p14:xfrm>
                <a:off x="2876333" y="2371173"/>
                <a:ext cx="41400" cy="39240"/>
              </p14:xfrm>
            </p:contentPart>
          </mc:Choice>
          <mc:Fallback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CED5B416-BD88-47A7-A434-F144B5C4FBD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867693" y="2362173"/>
                  <a:ext cx="5904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759DD3DA-D631-4112-92E4-D551702C369C}"/>
                    </a:ext>
                  </a:extLst>
                </p14:cNvPr>
                <p14:cNvContentPartPr/>
                <p14:nvPr/>
              </p14:nvContentPartPr>
              <p14:xfrm>
                <a:off x="4155413" y="3446133"/>
                <a:ext cx="22680" cy="5400"/>
              </p14:xfrm>
            </p:contentPart>
          </mc:Choice>
          <mc:Fallback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759DD3DA-D631-4112-92E4-D551702C369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146773" y="3437133"/>
                  <a:ext cx="403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C966429B-46C5-4100-9D73-C4613A31712B}"/>
                    </a:ext>
                  </a:extLst>
                </p14:cNvPr>
                <p14:cNvContentPartPr/>
                <p14:nvPr/>
              </p14:nvContentPartPr>
              <p14:xfrm>
                <a:off x="9335093" y="386853"/>
                <a:ext cx="190800" cy="674280"/>
              </p14:xfrm>
            </p:contentPart>
          </mc:Choice>
          <mc:Fallback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C966429B-46C5-4100-9D73-C4613A31712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326093" y="377853"/>
                  <a:ext cx="208440" cy="69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38A3C7A7-9658-48A0-85A8-F74331D4A7A4}"/>
                    </a:ext>
                  </a:extLst>
                </p14:cNvPr>
                <p14:cNvContentPartPr/>
                <p14:nvPr/>
              </p14:nvContentPartPr>
              <p14:xfrm>
                <a:off x="9255533" y="724533"/>
                <a:ext cx="441360" cy="89640"/>
              </p14:xfrm>
            </p:contentPart>
          </mc:Choice>
          <mc:Fallback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38A3C7A7-9658-48A0-85A8-F74331D4A7A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246893" y="715533"/>
                  <a:ext cx="45900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F064D140-625A-462B-A2B8-E06FA71DC6F4}"/>
                    </a:ext>
                  </a:extLst>
                </p14:cNvPr>
                <p14:cNvContentPartPr/>
                <p14:nvPr/>
              </p14:nvContentPartPr>
              <p14:xfrm>
                <a:off x="9596093" y="558213"/>
                <a:ext cx="418320" cy="372960"/>
              </p14:xfrm>
            </p:contentPart>
          </mc:Choice>
          <mc:Fallback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F064D140-625A-462B-A2B8-E06FA71DC6F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587453" y="549213"/>
                  <a:ext cx="435960" cy="39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322CEDEE-93DD-4D3C-814B-DCAAC9F46A1D}"/>
                    </a:ext>
                  </a:extLst>
                </p14:cNvPr>
                <p14:cNvContentPartPr/>
                <p14:nvPr/>
              </p14:nvContentPartPr>
              <p14:xfrm>
                <a:off x="10155893" y="402333"/>
                <a:ext cx="87480" cy="433080"/>
              </p14:xfrm>
            </p:contentPart>
          </mc:Choice>
          <mc:Fallback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322CEDEE-93DD-4D3C-814B-DCAAC9F46A1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146893" y="393333"/>
                  <a:ext cx="105120" cy="4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FE210E94-A4D7-4E48-ABAC-87F70C042000}"/>
                    </a:ext>
                  </a:extLst>
                </p14:cNvPr>
                <p14:cNvContentPartPr/>
                <p14:nvPr/>
              </p14:nvContentPartPr>
              <p14:xfrm>
                <a:off x="10347053" y="566853"/>
                <a:ext cx="231480" cy="286920"/>
              </p14:xfrm>
            </p:contentPart>
          </mc:Choice>
          <mc:Fallback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FE210E94-A4D7-4E48-ABAC-87F70C04200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338413" y="558213"/>
                  <a:ext cx="24912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墨迹 31">
                  <a:extLst>
                    <a:ext uri="{FF2B5EF4-FFF2-40B4-BE49-F238E27FC236}">
                      <a16:creationId xmlns:a16="http://schemas.microsoft.com/office/drawing/2014/main" id="{700C66F0-EDED-42B6-92AC-58433211E927}"/>
                    </a:ext>
                  </a:extLst>
                </p14:cNvPr>
                <p14:cNvContentPartPr/>
                <p14:nvPr/>
              </p14:nvContentPartPr>
              <p14:xfrm>
                <a:off x="10524533" y="473253"/>
                <a:ext cx="403560" cy="452520"/>
              </p14:xfrm>
            </p:contentPart>
          </mc:Choice>
          <mc:Fallback>
            <p:pic>
              <p:nvPicPr>
                <p:cNvPr id="32" name="墨迹 31">
                  <a:extLst>
                    <a:ext uri="{FF2B5EF4-FFF2-40B4-BE49-F238E27FC236}">
                      <a16:creationId xmlns:a16="http://schemas.microsoft.com/office/drawing/2014/main" id="{700C66F0-EDED-42B6-92AC-58433211E92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515533" y="464613"/>
                  <a:ext cx="42120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BA0A7C16-5389-4262-B3BB-3B4AAC23853A}"/>
                    </a:ext>
                  </a:extLst>
                </p14:cNvPr>
                <p14:cNvContentPartPr/>
                <p14:nvPr/>
              </p14:nvContentPartPr>
              <p14:xfrm>
                <a:off x="8930453" y="1131333"/>
                <a:ext cx="2904840" cy="193320"/>
              </p14:xfrm>
            </p:contentPart>
          </mc:Choice>
          <mc:Fallback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BA0A7C16-5389-4262-B3BB-3B4AAC23853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921813" y="1122693"/>
                  <a:ext cx="292248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墨迹 34">
                  <a:extLst>
                    <a:ext uri="{FF2B5EF4-FFF2-40B4-BE49-F238E27FC236}">
                      <a16:creationId xmlns:a16="http://schemas.microsoft.com/office/drawing/2014/main" id="{75493DD1-B7AB-43C2-B4AC-554D8C99558F}"/>
                    </a:ext>
                  </a:extLst>
                </p14:cNvPr>
                <p14:cNvContentPartPr/>
                <p14:nvPr/>
              </p14:nvContentPartPr>
              <p14:xfrm>
                <a:off x="3500933" y="1049973"/>
                <a:ext cx="32040" cy="17640"/>
              </p14:xfrm>
            </p:contentPart>
          </mc:Choice>
          <mc:Fallback>
            <p:pic>
              <p:nvPicPr>
                <p:cNvPr id="35" name="墨迹 34">
                  <a:extLst>
                    <a:ext uri="{FF2B5EF4-FFF2-40B4-BE49-F238E27FC236}">
                      <a16:creationId xmlns:a16="http://schemas.microsoft.com/office/drawing/2014/main" id="{75493DD1-B7AB-43C2-B4AC-554D8C99558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492293" y="1041333"/>
                  <a:ext cx="496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E55AE73E-F59B-484B-8DE2-3F8A7F057FB5}"/>
                    </a:ext>
                  </a:extLst>
                </p14:cNvPr>
                <p14:cNvContentPartPr/>
                <p14:nvPr/>
              </p14:nvContentPartPr>
              <p14:xfrm>
                <a:off x="3558893" y="1019373"/>
                <a:ext cx="75600" cy="25560"/>
              </p14:xfrm>
            </p:contentPart>
          </mc:Choice>
          <mc:Fallback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E55AE73E-F59B-484B-8DE2-3F8A7F057FB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550253" y="1010373"/>
                  <a:ext cx="932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E834195B-745B-40A3-901F-731BD4C54094}"/>
                    </a:ext>
                  </a:extLst>
                </p14:cNvPr>
                <p14:cNvContentPartPr/>
                <p14:nvPr/>
              </p14:nvContentPartPr>
              <p14:xfrm>
                <a:off x="3442253" y="1072293"/>
                <a:ext cx="20880" cy="16920"/>
              </p14:xfrm>
            </p:contentPart>
          </mc:Choice>
          <mc:Fallback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E834195B-745B-40A3-901F-731BD4C5409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433253" y="1063653"/>
                  <a:ext cx="3852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23BBE431-4B8E-4510-8B55-48814A9E4F43}"/>
                    </a:ext>
                  </a:extLst>
                </p14:cNvPr>
                <p14:cNvContentPartPr/>
                <p14:nvPr/>
              </p14:nvContentPartPr>
              <p14:xfrm>
                <a:off x="2513813" y="-21387"/>
                <a:ext cx="1740960" cy="4617000"/>
              </p14:xfrm>
            </p:contentPart>
          </mc:Choice>
          <mc:Fallback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23BBE431-4B8E-4510-8B55-48814A9E4F4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504813" y="-30027"/>
                  <a:ext cx="1758600" cy="46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B44BD633-ECD8-4CE9-A91A-2890D7FEB1AA}"/>
                    </a:ext>
                  </a:extLst>
                </p14:cNvPr>
                <p14:cNvContentPartPr/>
                <p14:nvPr/>
              </p14:nvContentPartPr>
              <p14:xfrm>
                <a:off x="2721893" y="545320"/>
                <a:ext cx="5865840" cy="274320"/>
              </p14:xfrm>
            </p:contentPart>
          </mc:Choice>
          <mc:Fallback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B44BD633-ECD8-4CE9-A91A-2890D7FEB1A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713253" y="536320"/>
                  <a:ext cx="588348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2" name="墨迹 41">
                  <a:extLst>
                    <a:ext uri="{FF2B5EF4-FFF2-40B4-BE49-F238E27FC236}">
                      <a16:creationId xmlns:a16="http://schemas.microsoft.com/office/drawing/2014/main" id="{4E73C2BC-9A54-4BFA-B6D6-C988C9120670}"/>
                    </a:ext>
                  </a:extLst>
                </p14:cNvPr>
                <p14:cNvContentPartPr/>
                <p14:nvPr/>
              </p14:nvContentPartPr>
              <p14:xfrm>
                <a:off x="3973253" y="177400"/>
                <a:ext cx="1773000" cy="5539320"/>
              </p14:xfrm>
            </p:contentPart>
          </mc:Choice>
          <mc:Fallback>
            <p:pic>
              <p:nvPicPr>
                <p:cNvPr id="42" name="墨迹 41">
                  <a:extLst>
                    <a:ext uri="{FF2B5EF4-FFF2-40B4-BE49-F238E27FC236}">
                      <a16:creationId xmlns:a16="http://schemas.microsoft.com/office/drawing/2014/main" id="{4E73C2BC-9A54-4BFA-B6D6-C988C912067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964613" y="168400"/>
                  <a:ext cx="1790640" cy="55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3" name="墨迹 42">
                  <a:extLst>
                    <a:ext uri="{FF2B5EF4-FFF2-40B4-BE49-F238E27FC236}">
                      <a16:creationId xmlns:a16="http://schemas.microsoft.com/office/drawing/2014/main" id="{0BE8A4D0-A588-4951-B6B9-8CE96EBB736C}"/>
                    </a:ext>
                  </a:extLst>
                </p14:cNvPr>
                <p14:cNvContentPartPr/>
                <p14:nvPr/>
              </p14:nvContentPartPr>
              <p14:xfrm>
                <a:off x="1801373" y="1704160"/>
                <a:ext cx="7082640" cy="1546560"/>
              </p14:xfrm>
            </p:contentPart>
          </mc:Choice>
          <mc:Fallback>
            <p:pic>
              <p:nvPicPr>
                <p:cNvPr id="43" name="墨迹 42">
                  <a:extLst>
                    <a:ext uri="{FF2B5EF4-FFF2-40B4-BE49-F238E27FC236}">
                      <a16:creationId xmlns:a16="http://schemas.microsoft.com/office/drawing/2014/main" id="{0BE8A4D0-A588-4951-B6B9-8CE96EBB736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792733" y="1695520"/>
                  <a:ext cx="7100280" cy="156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墨迹 44">
                  <a:extLst>
                    <a:ext uri="{FF2B5EF4-FFF2-40B4-BE49-F238E27FC236}">
                      <a16:creationId xmlns:a16="http://schemas.microsoft.com/office/drawing/2014/main" id="{77ADF2D8-6EAC-41C9-9289-174C05FE3673}"/>
                    </a:ext>
                  </a:extLst>
                </p14:cNvPr>
                <p14:cNvContentPartPr/>
                <p14:nvPr/>
              </p14:nvContentPartPr>
              <p14:xfrm>
                <a:off x="4624853" y="380440"/>
                <a:ext cx="2064600" cy="5409360"/>
              </p14:xfrm>
            </p:contentPart>
          </mc:Choice>
          <mc:Fallback>
            <p:pic>
              <p:nvPicPr>
                <p:cNvPr id="45" name="墨迹 44">
                  <a:extLst>
                    <a:ext uri="{FF2B5EF4-FFF2-40B4-BE49-F238E27FC236}">
                      <a16:creationId xmlns:a16="http://schemas.microsoft.com/office/drawing/2014/main" id="{77ADF2D8-6EAC-41C9-9289-174C05FE3673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615853" y="371440"/>
                  <a:ext cx="2082240" cy="54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7" name="墨迹 46">
                  <a:extLst>
                    <a:ext uri="{FF2B5EF4-FFF2-40B4-BE49-F238E27FC236}">
                      <a16:creationId xmlns:a16="http://schemas.microsoft.com/office/drawing/2014/main" id="{3D0676FB-7D22-4C06-9937-CCD3B180F411}"/>
                    </a:ext>
                  </a:extLst>
                </p14:cNvPr>
                <p14:cNvContentPartPr/>
                <p14:nvPr/>
              </p14:nvContentPartPr>
              <p14:xfrm>
                <a:off x="3205733" y="364960"/>
                <a:ext cx="42480" cy="11880"/>
              </p14:xfrm>
            </p:contentPart>
          </mc:Choice>
          <mc:Fallback>
            <p:pic>
              <p:nvPicPr>
                <p:cNvPr id="47" name="墨迹 46">
                  <a:extLst>
                    <a:ext uri="{FF2B5EF4-FFF2-40B4-BE49-F238E27FC236}">
                      <a16:creationId xmlns:a16="http://schemas.microsoft.com/office/drawing/2014/main" id="{3D0676FB-7D22-4C06-9937-CCD3B180F411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197093" y="356320"/>
                  <a:ext cx="601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8" name="墨迹 47">
                  <a:extLst>
                    <a:ext uri="{FF2B5EF4-FFF2-40B4-BE49-F238E27FC236}">
                      <a16:creationId xmlns:a16="http://schemas.microsoft.com/office/drawing/2014/main" id="{1589B76D-821F-4B3E-BAEC-DDD1DD0D3953}"/>
                    </a:ext>
                  </a:extLst>
                </p14:cNvPr>
                <p14:cNvContentPartPr/>
                <p14:nvPr/>
              </p14:nvContentPartPr>
              <p14:xfrm>
                <a:off x="3211853" y="247960"/>
                <a:ext cx="4032000" cy="4090320"/>
              </p14:xfrm>
            </p:contentPart>
          </mc:Choice>
          <mc:Fallback>
            <p:pic>
              <p:nvPicPr>
                <p:cNvPr id="48" name="墨迹 47">
                  <a:extLst>
                    <a:ext uri="{FF2B5EF4-FFF2-40B4-BE49-F238E27FC236}">
                      <a16:creationId xmlns:a16="http://schemas.microsoft.com/office/drawing/2014/main" id="{1589B76D-821F-4B3E-BAEC-DDD1DD0D395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202853" y="238960"/>
                  <a:ext cx="4049640" cy="410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0" name="墨迹 49">
                  <a:extLst>
                    <a:ext uri="{FF2B5EF4-FFF2-40B4-BE49-F238E27FC236}">
                      <a16:creationId xmlns:a16="http://schemas.microsoft.com/office/drawing/2014/main" id="{625A368D-FA79-4B5A-9469-95DF3317AB73}"/>
                    </a:ext>
                  </a:extLst>
                </p14:cNvPr>
                <p14:cNvContentPartPr/>
                <p14:nvPr/>
              </p14:nvContentPartPr>
              <p14:xfrm>
                <a:off x="4067573" y="1883800"/>
                <a:ext cx="52560" cy="29880"/>
              </p14:xfrm>
            </p:contentPart>
          </mc:Choice>
          <mc:Fallback>
            <p:pic>
              <p:nvPicPr>
                <p:cNvPr id="50" name="墨迹 49">
                  <a:extLst>
                    <a:ext uri="{FF2B5EF4-FFF2-40B4-BE49-F238E27FC236}">
                      <a16:creationId xmlns:a16="http://schemas.microsoft.com/office/drawing/2014/main" id="{625A368D-FA79-4B5A-9469-95DF3317AB7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058933" y="1875160"/>
                  <a:ext cx="702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1" name="墨迹 50">
                  <a:extLst>
                    <a:ext uri="{FF2B5EF4-FFF2-40B4-BE49-F238E27FC236}">
                      <a16:creationId xmlns:a16="http://schemas.microsoft.com/office/drawing/2014/main" id="{5E4FC3CD-7008-4CF9-B569-C3FA5AA71DB9}"/>
                    </a:ext>
                  </a:extLst>
                </p14:cNvPr>
                <p14:cNvContentPartPr/>
                <p14:nvPr/>
              </p14:nvContentPartPr>
              <p14:xfrm>
                <a:off x="4078733" y="1914760"/>
                <a:ext cx="50760" cy="33480"/>
              </p14:xfrm>
            </p:contentPart>
          </mc:Choice>
          <mc:Fallback>
            <p:pic>
              <p:nvPicPr>
                <p:cNvPr id="51" name="墨迹 50">
                  <a:extLst>
                    <a:ext uri="{FF2B5EF4-FFF2-40B4-BE49-F238E27FC236}">
                      <a16:creationId xmlns:a16="http://schemas.microsoft.com/office/drawing/2014/main" id="{5E4FC3CD-7008-4CF9-B569-C3FA5AA71DB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069733" y="1906120"/>
                  <a:ext cx="684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3" name="墨迹 52">
                  <a:extLst>
                    <a:ext uri="{FF2B5EF4-FFF2-40B4-BE49-F238E27FC236}">
                      <a16:creationId xmlns:a16="http://schemas.microsoft.com/office/drawing/2014/main" id="{F26C0F1A-CB13-438E-B9DB-D28F26B035DD}"/>
                    </a:ext>
                  </a:extLst>
                </p14:cNvPr>
                <p14:cNvContentPartPr/>
                <p14:nvPr/>
              </p14:nvContentPartPr>
              <p14:xfrm>
                <a:off x="2467733" y="619840"/>
                <a:ext cx="2514240" cy="2059200"/>
              </p14:xfrm>
            </p:contentPart>
          </mc:Choice>
          <mc:Fallback>
            <p:pic>
              <p:nvPicPr>
                <p:cNvPr id="53" name="墨迹 52">
                  <a:extLst>
                    <a:ext uri="{FF2B5EF4-FFF2-40B4-BE49-F238E27FC236}">
                      <a16:creationId xmlns:a16="http://schemas.microsoft.com/office/drawing/2014/main" id="{F26C0F1A-CB13-438E-B9DB-D28F26B035D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458733" y="611200"/>
                  <a:ext cx="2531880" cy="2076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196582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组合 78">
            <a:extLst>
              <a:ext uri="{FF2B5EF4-FFF2-40B4-BE49-F238E27FC236}">
                <a16:creationId xmlns:a16="http://schemas.microsoft.com/office/drawing/2014/main" id="{9C9DF393-8FF2-4EDE-97CB-2A1BC139753E}"/>
              </a:ext>
            </a:extLst>
          </p:cNvPr>
          <p:cNvGrpSpPr/>
          <p:nvPr/>
        </p:nvGrpSpPr>
        <p:grpSpPr>
          <a:xfrm>
            <a:off x="480533" y="169413"/>
            <a:ext cx="9167760" cy="6467040"/>
            <a:chOff x="480533" y="169413"/>
            <a:chExt cx="9167760" cy="646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墨迹 3">
                  <a:extLst>
                    <a:ext uri="{FF2B5EF4-FFF2-40B4-BE49-F238E27FC236}">
                      <a16:creationId xmlns:a16="http://schemas.microsoft.com/office/drawing/2014/main" id="{3965C065-8E68-4EE5-BC79-ECF8A3EC5310}"/>
                    </a:ext>
                  </a:extLst>
                </p14:cNvPr>
                <p14:cNvContentPartPr/>
                <p14:nvPr/>
              </p14:nvContentPartPr>
              <p14:xfrm>
                <a:off x="2425973" y="892653"/>
                <a:ext cx="215640" cy="5743800"/>
              </p14:xfrm>
            </p:contentPart>
          </mc:Choice>
          <mc:Fallback>
            <p:pic>
              <p:nvPicPr>
                <p:cNvPr id="4" name="墨迹 3">
                  <a:extLst>
                    <a:ext uri="{FF2B5EF4-FFF2-40B4-BE49-F238E27FC236}">
                      <a16:creationId xmlns:a16="http://schemas.microsoft.com/office/drawing/2014/main" id="{3965C065-8E68-4EE5-BC79-ECF8A3EC531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416973" y="883653"/>
                  <a:ext cx="233280" cy="57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5" name="墨迹 4">
                  <a:extLst>
                    <a:ext uri="{FF2B5EF4-FFF2-40B4-BE49-F238E27FC236}">
                      <a16:creationId xmlns:a16="http://schemas.microsoft.com/office/drawing/2014/main" id="{99E7D67D-DC9D-462D-94A7-AF05F79C9C05}"/>
                    </a:ext>
                  </a:extLst>
                </p14:cNvPr>
                <p14:cNvContentPartPr/>
                <p14:nvPr/>
              </p14:nvContentPartPr>
              <p14:xfrm>
                <a:off x="1447133" y="4883253"/>
                <a:ext cx="8096400" cy="471600"/>
              </p14:xfrm>
            </p:contentPart>
          </mc:Choice>
          <mc:Fallback>
            <p:pic>
              <p:nvPicPr>
                <p:cNvPr id="5" name="墨迹 4">
                  <a:extLst>
                    <a:ext uri="{FF2B5EF4-FFF2-40B4-BE49-F238E27FC236}">
                      <a16:creationId xmlns:a16="http://schemas.microsoft.com/office/drawing/2014/main" id="{99E7D67D-DC9D-462D-94A7-AF05F79C9C0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38493" y="4874613"/>
                  <a:ext cx="8114040" cy="48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6" name="墨迹 5">
                  <a:extLst>
                    <a:ext uri="{FF2B5EF4-FFF2-40B4-BE49-F238E27FC236}">
                      <a16:creationId xmlns:a16="http://schemas.microsoft.com/office/drawing/2014/main" id="{F952650A-F2CD-4AB5-8F19-2B3B31C48FB1}"/>
                    </a:ext>
                  </a:extLst>
                </p14:cNvPr>
                <p14:cNvContentPartPr/>
                <p14:nvPr/>
              </p14:nvContentPartPr>
              <p14:xfrm>
                <a:off x="9146453" y="4749693"/>
                <a:ext cx="501840" cy="596520"/>
              </p14:xfrm>
            </p:contentPart>
          </mc:Choice>
          <mc:Fallback>
            <p:pic>
              <p:nvPicPr>
                <p:cNvPr id="6" name="墨迹 5">
                  <a:extLst>
                    <a:ext uri="{FF2B5EF4-FFF2-40B4-BE49-F238E27FC236}">
                      <a16:creationId xmlns:a16="http://schemas.microsoft.com/office/drawing/2014/main" id="{F952650A-F2CD-4AB5-8F19-2B3B31C48FB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137453" y="4741053"/>
                  <a:ext cx="519480" cy="61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7" name="墨迹 6">
                  <a:extLst>
                    <a:ext uri="{FF2B5EF4-FFF2-40B4-BE49-F238E27FC236}">
                      <a16:creationId xmlns:a16="http://schemas.microsoft.com/office/drawing/2014/main" id="{969328DE-454C-4406-9BC6-8C788EE36C2F}"/>
                    </a:ext>
                  </a:extLst>
                </p14:cNvPr>
                <p14:cNvContentPartPr/>
                <p14:nvPr/>
              </p14:nvContentPartPr>
              <p14:xfrm>
                <a:off x="3324533" y="791133"/>
                <a:ext cx="2675880" cy="1507320"/>
              </p14:xfrm>
            </p:contentPart>
          </mc:Choice>
          <mc:Fallback>
            <p:pic>
              <p:nvPicPr>
                <p:cNvPr id="7" name="墨迹 6">
                  <a:extLst>
                    <a:ext uri="{FF2B5EF4-FFF2-40B4-BE49-F238E27FC236}">
                      <a16:creationId xmlns:a16="http://schemas.microsoft.com/office/drawing/2014/main" id="{969328DE-454C-4406-9BC6-8C788EE36C2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315893" y="782493"/>
                  <a:ext cx="2693520" cy="152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墨迹 7">
                  <a:extLst>
                    <a:ext uri="{FF2B5EF4-FFF2-40B4-BE49-F238E27FC236}">
                      <a16:creationId xmlns:a16="http://schemas.microsoft.com/office/drawing/2014/main" id="{39B60E25-03A2-4D1A-B991-0CAF3D8F21A9}"/>
                    </a:ext>
                  </a:extLst>
                </p14:cNvPr>
                <p14:cNvContentPartPr/>
                <p14:nvPr/>
              </p14:nvContentPartPr>
              <p14:xfrm>
                <a:off x="4088813" y="2248053"/>
                <a:ext cx="2555640" cy="235440"/>
              </p14:xfrm>
            </p:contentPart>
          </mc:Choice>
          <mc:Fallback>
            <p:pic>
              <p:nvPicPr>
                <p:cNvPr id="8" name="墨迹 7">
                  <a:extLst>
                    <a:ext uri="{FF2B5EF4-FFF2-40B4-BE49-F238E27FC236}">
                      <a16:creationId xmlns:a16="http://schemas.microsoft.com/office/drawing/2014/main" id="{39B60E25-03A2-4D1A-B991-0CAF3D8F21A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079813" y="2239053"/>
                  <a:ext cx="257328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墨迹 9">
                  <a:extLst>
                    <a:ext uri="{FF2B5EF4-FFF2-40B4-BE49-F238E27FC236}">
                      <a16:creationId xmlns:a16="http://schemas.microsoft.com/office/drawing/2014/main" id="{01055E81-0B4E-47A7-88CA-24F91D158FCF}"/>
                    </a:ext>
                  </a:extLst>
                </p14:cNvPr>
                <p14:cNvContentPartPr/>
                <p14:nvPr/>
              </p14:nvContentPartPr>
              <p14:xfrm>
                <a:off x="4877213" y="2295933"/>
                <a:ext cx="313560" cy="1936800"/>
              </p14:xfrm>
            </p:contentPart>
          </mc:Choice>
          <mc:Fallback>
            <p:pic>
              <p:nvPicPr>
                <p:cNvPr id="10" name="墨迹 9">
                  <a:extLst>
                    <a:ext uri="{FF2B5EF4-FFF2-40B4-BE49-F238E27FC236}">
                      <a16:creationId xmlns:a16="http://schemas.microsoft.com/office/drawing/2014/main" id="{01055E81-0B4E-47A7-88CA-24F91D158FC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868213" y="2287293"/>
                  <a:ext cx="331200" cy="19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墨迹 11">
                  <a:extLst>
                    <a:ext uri="{FF2B5EF4-FFF2-40B4-BE49-F238E27FC236}">
                      <a16:creationId xmlns:a16="http://schemas.microsoft.com/office/drawing/2014/main" id="{FB4390B2-5615-4133-A91E-9A646CD86141}"/>
                    </a:ext>
                  </a:extLst>
                </p14:cNvPr>
                <p14:cNvContentPartPr/>
                <p14:nvPr/>
              </p14:nvContentPartPr>
              <p14:xfrm>
                <a:off x="1436333" y="1712373"/>
                <a:ext cx="2584080" cy="568080"/>
              </p14:xfrm>
            </p:contentPart>
          </mc:Choice>
          <mc:Fallback>
            <p:pic>
              <p:nvPicPr>
                <p:cNvPr id="12" name="墨迹 11">
                  <a:extLst>
                    <a:ext uri="{FF2B5EF4-FFF2-40B4-BE49-F238E27FC236}">
                      <a16:creationId xmlns:a16="http://schemas.microsoft.com/office/drawing/2014/main" id="{FB4390B2-5615-4133-A91E-9A646CD8614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27333" y="1703733"/>
                  <a:ext cx="2601720" cy="58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4" name="墨迹 13">
                  <a:extLst>
                    <a:ext uri="{FF2B5EF4-FFF2-40B4-BE49-F238E27FC236}">
                      <a16:creationId xmlns:a16="http://schemas.microsoft.com/office/drawing/2014/main" id="{4D168078-BCE6-4C4B-AAAF-5E5C01AB1E18}"/>
                    </a:ext>
                  </a:extLst>
                </p14:cNvPr>
                <p14:cNvContentPartPr/>
                <p14:nvPr/>
              </p14:nvContentPartPr>
              <p14:xfrm>
                <a:off x="6658133" y="2506893"/>
                <a:ext cx="1281240" cy="1551240"/>
              </p14:xfrm>
            </p:contentPart>
          </mc:Choice>
          <mc:Fallback>
            <p:pic>
              <p:nvPicPr>
                <p:cNvPr id="14" name="墨迹 13">
                  <a:extLst>
                    <a:ext uri="{FF2B5EF4-FFF2-40B4-BE49-F238E27FC236}">
                      <a16:creationId xmlns:a16="http://schemas.microsoft.com/office/drawing/2014/main" id="{4D168078-BCE6-4C4B-AAAF-5E5C01AB1E1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649493" y="2498253"/>
                  <a:ext cx="1298880" cy="156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5" name="墨迹 14">
                  <a:extLst>
                    <a:ext uri="{FF2B5EF4-FFF2-40B4-BE49-F238E27FC236}">
                      <a16:creationId xmlns:a16="http://schemas.microsoft.com/office/drawing/2014/main" id="{A8D6EA0A-A94C-4944-A895-70854EF6C1AC}"/>
                    </a:ext>
                  </a:extLst>
                </p14:cNvPr>
                <p14:cNvContentPartPr/>
                <p14:nvPr/>
              </p14:nvContentPartPr>
              <p14:xfrm>
                <a:off x="6040373" y="229533"/>
                <a:ext cx="129240" cy="947160"/>
              </p14:xfrm>
            </p:contentPart>
          </mc:Choice>
          <mc:Fallback>
            <p:pic>
              <p:nvPicPr>
                <p:cNvPr id="15" name="墨迹 14">
                  <a:extLst>
                    <a:ext uri="{FF2B5EF4-FFF2-40B4-BE49-F238E27FC236}">
                      <a16:creationId xmlns:a16="http://schemas.microsoft.com/office/drawing/2014/main" id="{A8D6EA0A-A94C-4944-A895-70854EF6C1A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031733" y="220893"/>
                  <a:ext cx="146880" cy="9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6" name="墨迹 15">
                  <a:extLst>
                    <a:ext uri="{FF2B5EF4-FFF2-40B4-BE49-F238E27FC236}">
                      <a16:creationId xmlns:a16="http://schemas.microsoft.com/office/drawing/2014/main" id="{28757CB0-7A6F-49E2-A679-945B0E6C7617}"/>
                    </a:ext>
                  </a:extLst>
                </p14:cNvPr>
                <p14:cNvContentPartPr/>
                <p14:nvPr/>
              </p14:nvContentPartPr>
              <p14:xfrm>
                <a:off x="5969453" y="796893"/>
                <a:ext cx="347760" cy="160200"/>
              </p14:xfrm>
            </p:contentPart>
          </mc:Choice>
          <mc:Fallback>
            <p:pic>
              <p:nvPicPr>
                <p:cNvPr id="16" name="墨迹 15">
                  <a:extLst>
                    <a:ext uri="{FF2B5EF4-FFF2-40B4-BE49-F238E27FC236}">
                      <a16:creationId xmlns:a16="http://schemas.microsoft.com/office/drawing/2014/main" id="{28757CB0-7A6F-49E2-A679-945B0E6C761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960813" y="787893"/>
                  <a:ext cx="3654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9" name="墨迹 18">
                  <a:extLst>
                    <a:ext uri="{FF2B5EF4-FFF2-40B4-BE49-F238E27FC236}">
                      <a16:creationId xmlns:a16="http://schemas.microsoft.com/office/drawing/2014/main" id="{2AB37F31-FF3A-42D7-9656-82FC12A74430}"/>
                    </a:ext>
                  </a:extLst>
                </p14:cNvPr>
                <p14:cNvContentPartPr/>
                <p14:nvPr/>
              </p14:nvContentPartPr>
              <p14:xfrm>
                <a:off x="1339493" y="486213"/>
                <a:ext cx="1852200" cy="336960"/>
              </p14:xfrm>
            </p:contentPart>
          </mc:Choice>
          <mc:Fallback>
            <p:pic>
              <p:nvPicPr>
                <p:cNvPr id="19" name="墨迹 18">
                  <a:extLst>
                    <a:ext uri="{FF2B5EF4-FFF2-40B4-BE49-F238E27FC236}">
                      <a16:creationId xmlns:a16="http://schemas.microsoft.com/office/drawing/2014/main" id="{2AB37F31-FF3A-42D7-9656-82FC12A7443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330853" y="477573"/>
                  <a:ext cx="186984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1" name="墨迹 20">
                  <a:extLst>
                    <a:ext uri="{FF2B5EF4-FFF2-40B4-BE49-F238E27FC236}">
                      <a16:creationId xmlns:a16="http://schemas.microsoft.com/office/drawing/2014/main" id="{730CFB22-F407-4676-8F82-B4ACE6EE43E0}"/>
                    </a:ext>
                  </a:extLst>
                </p14:cNvPr>
                <p14:cNvContentPartPr/>
                <p14:nvPr/>
              </p14:nvContentPartPr>
              <p14:xfrm>
                <a:off x="1384493" y="884013"/>
                <a:ext cx="515880" cy="429480"/>
              </p14:xfrm>
            </p:contentPart>
          </mc:Choice>
          <mc:Fallback>
            <p:pic>
              <p:nvPicPr>
                <p:cNvPr id="21" name="墨迹 20">
                  <a:extLst>
                    <a:ext uri="{FF2B5EF4-FFF2-40B4-BE49-F238E27FC236}">
                      <a16:creationId xmlns:a16="http://schemas.microsoft.com/office/drawing/2014/main" id="{730CFB22-F407-4676-8F82-B4ACE6EE43E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375853" y="875373"/>
                  <a:ext cx="533520" cy="44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2" name="墨迹 21">
                  <a:extLst>
                    <a:ext uri="{FF2B5EF4-FFF2-40B4-BE49-F238E27FC236}">
                      <a16:creationId xmlns:a16="http://schemas.microsoft.com/office/drawing/2014/main" id="{4F1996BA-EC55-45E1-9966-1185234A5065}"/>
                    </a:ext>
                  </a:extLst>
                </p14:cNvPr>
                <p14:cNvContentPartPr/>
                <p14:nvPr/>
              </p14:nvContentPartPr>
              <p14:xfrm>
                <a:off x="2445413" y="1195773"/>
                <a:ext cx="514080" cy="352800"/>
              </p14:xfrm>
            </p:contentPart>
          </mc:Choice>
          <mc:Fallback>
            <p:pic>
              <p:nvPicPr>
                <p:cNvPr id="22" name="墨迹 21">
                  <a:extLst>
                    <a:ext uri="{FF2B5EF4-FFF2-40B4-BE49-F238E27FC236}">
                      <a16:creationId xmlns:a16="http://schemas.microsoft.com/office/drawing/2014/main" id="{4F1996BA-EC55-45E1-9966-1185234A506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436773" y="1187133"/>
                  <a:ext cx="53172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3" name="墨迹 22">
                  <a:extLst>
                    <a:ext uri="{FF2B5EF4-FFF2-40B4-BE49-F238E27FC236}">
                      <a16:creationId xmlns:a16="http://schemas.microsoft.com/office/drawing/2014/main" id="{76BC7229-4861-4047-A576-7949751C42C9}"/>
                    </a:ext>
                  </a:extLst>
                </p14:cNvPr>
                <p14:cNvContentPartPr/>
                <p14:nvPr/>
              </p14:nvContentPartPr>
              <p14:xfrm>
                <a:off x="4284293" y="354093"/>
                <a:ext cx="618480" cy="486720"/>
              </p14:xfrm>
            </p:contentPart>
          </mc:Choice>
          <mc:Fallback>
            <p:pic>
              <p:nvPicPr>
                <p:cNvPr id="23" name="墨迹 22">
                  <a:extLst>
                    <a:ext uri="{FF2B5EF4-FFF2-40B4-BE49-F238E27FC236}">
                      <a16:creationId xmlns:a16="http://schemas.microsoft.com/office/drawing/2014/main" id="{76BC7229-4861-4047-A576-7949751C42C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275293" y="345453"/>
                  <a:ext cx="63612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4" name="墨迹 23">
                  <a:extLst>
                    <a:ext uri="{FF2B5EF4-FFF2-40B4-BE49-F238E27FC236}">
                      <a16:creationId xmlns:a16="http://schemas.microsoft.com/office/drawing/2014/main" id="{30DED715-DDA6-4C35-870E-CD591960FAF8}"/>
                    </a:ext>
                  </a:extLst>
                </p14:cNvPr>
                <p14:cNvContentPartPr/>
                <p14:nvPr/>
              </p14:nvContentPartPr>
              <p14:xfrm>
                <a:off x="1826573" y="2963013"/>
                <a:ext cx="638280" cy="575280"/>
              </p14:xfrm>
            </p:contentPart>
          </mc:Choice>
          <mc:Fallback>
            <p:pic>
              <p:nvPicPr>
                <p:cNvPr id="24" name="墨迹 23">
                  <a:extLst>
                    <a:ext uri="{FF2B5EF4-FFF2-40B4-BE49-F238E27FC236}">
                      <a16:creationId xmlns:a16="http://schemas.microsoft.com/office/drawing/2014/main" id="{30DED715-DDA6-4C35-870E-CD591960FAF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817573" y="2954013"/>
                  <a:ext cx="655920" cy="59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5" name="墨迹 24">
                  <a:extLst>
                    <a:ext uri="{FF2B5EF4-FFF2-40B4-BE49-F238E27FC236}">
                      <a16:creationId xmlns:a16="http://schemas.microsoft.com/office/drawing/2014/main" id="{A168177F-1FA3-46DD-ABB8-3FA27B27995B}"/>
                    </a:ext>
                  </a:extLst>
                </p14:cNvPr>
                <p14:cNvContentPartPr/>
                <p14:nvPr/>
              </p14:nvContentPartPr>
              <p14:xfrm>
                <a:off x="3469613" y="3356853"/>
                <a:ext cx="903960" cy="559800"/>
              </p14:xfrm>
            </p:contentPart>
          </mc:Choice>
          <mc:Fallback>
            <p:pic>
              <p:nvPicPr>
                <p:cNvPr id="25" name="墨迹 24">
                  <a:extLst>
                    <a:ext uri="{FF2B5EF4-FFF2-40B4-BE49-F238E27FC236}">
                      <a16:creationId xmlns:a16="http://schemas.microsoft.com/office/drawing/2014/main" id="{A168177F-1FA3-46DD-ABB8-3FA27B27995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460613" y="3348213"/>
                  <a:ext cx="921600" cy="57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6" name="墨迹 25">
                  <a:extLst>
                    <a:ext uri="{FF2B5EF4-FFF2-40B4-BE49-F238E27FC236}">
                      <a16:creationId xmlns:a16="http://schemas.microsoft.com/office/drawing/2014/main" id="{75D1207C-073D-4312-A245-A9537FFE4CF7}"/>
                    </a:ext>
                  </a:extLst>
                </p14:cNvPr>
                <p14:cNvContentPartPr/>
                <p14:nvPr/>
              </p14:nvContentPartPr>
              <p14:xfrm>
                <a:off x="3129773" y="2470893"/>
                <a:ext cx="66240" cy="9720"/>
              </p14:xfrm>
            </p:contentPart>
          </mc:Choice>
          <mc:Fallback>
            <p:pic>
              <p:nvPicPr>
                <p:cNvPr id="26" name="墨迹 25">
                  <a:extLst>
                    <a:ext uri="{FF2B5EF4-FFF2-40B4-BE49-F238E27FC236}">
                      <a16:creationId xmlns:a16="http://schemas.microsoft.com/office/drawing/2014/main" id="{75D1207C-073D-4312-A245-A9537FFE4CF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121133" y="2462253"/>
                  <a:ext cx="838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7" name="墨迹 26">
                  <a:extLst>
                    <a:ext uri="{FF2B5EF4-FFF2-40B4-BE49-F238E27FC236}">
                      <a16:creationId xmlns:a16="http://schemas.microsoft.com/office/drawing/2014/main" id="{F8D84E44-5987-4083-B49A-D17010BCA879}"/>
                    </a:ext>
                  </a:extLst>
                </p14:cNvPr>
                <p14:cNvContentPartPr/>
                <p14:nvPr/>
              </p14:nvContentPartPr>
              <p14:xfrm>
                <a:off x="2582933" y="2279733"/>
                <a:ext cx="1697400" cy="2293560"/>
              </p14:xfrm>
            </p:contentPart>
          </mc:Choice>
          <mc:Fallback>
            <p:pic>
              <p:nvPicPr>
                <p:cNvPr id="27" name="墨迹 26">
                  <a:extLst>
                    <a:ext uri="{FF2B5EF4-FFF2-40B4-BE49-F238E27FC236}">
                      <a16:creationId xmlns:a16="http://schemas.microsoft.com/office/drawing/2014/main" id="{F8D84E44-5987-4083-B49A-D17010BCA87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573933" y="2271093"/>
                  <a:ext cx="1715040" cy="231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8" name="墨迹 27">
                  <a:extLst>
                    <a:ext uri="{FF2B5EF4-FFF2-40B4-BE49-F238E27FC236}">
                      <a16:creationId xmlns:a16="http://schemas.microsoft.com/office/drawing/2014/main" id="{316B9879-3632-4F11-96A8-501B91C32E6D}"/>
                    </a:ext>
                  </a:extLst>
                </p14:cNvPr>
                <p14:cNvContentPartPr/>
                <p14:nvPr/>
              </p14:nvContentPartPr>
              <p14:xfrm>
                <a:off x="3008813" y="2427693"/>
                <a:ext cx="401400" cy="323280"/>
              </p14:xfrm>
            </p:contentPart>
          </mc:Choice>
          <mc:Fallback>
            <p:pic>
              <p:nvPicPr>
                <p:cNvPr id="28" name="墨迹 27">
                  <a:extLst>
                    <a:ext uri="{FF2B5EF4-FFF2-40B4-BE49-F238E27FC236}">
                      <a16:creationId xmlns:a16="http://schemas.microsoft.com/office/drawing/2014/main" id="{316B9879-3632-4F11-96A8-501B91C32E6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999813" y="2418693"/>
                  <a:ext cx="41904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9" name="墨迹 28">
                  <a:extLst>
                    <a:ext uri="{FF2B5EF4-FFF2-40B4-BE49-F238E27FC236}">
                      <a16:creationId xmlns:a16="http://schemas.microsoft.com/office/drawing/2014/main" id="{0F227EA7-0808-4D8A-A721-7CD3240EC1F1}"/>
                    </a:ext>
                  </a:extLst>
                </p14:cNvPr>
                <p14:cNvContentPartPr/>
                <p14:nvPr/>
              </p14:nvContentPartPr>
              <p14:xfrm>
                <a:off x="5613773" y="3090813"/>
                <a:ext cx="405720" cy="437760"/>
              </p14:xfrm>
            </p:contentPart>
          </mc:Choice>
          <mc:Fallback>
            <p:pic>
              <p:nvPicPr>
                <p:cNvPr id="29" name="墨迹 28">
                  <a:extLst>
                    <a:ext uri="{FF2B5EF4-FFF2-40B4-BE49-F238E27FC236}">
                      <a16:creationId xmlns:a16="http://schemas.microsoft.com/office/drawing/2014/main" id="{0F227EA7-0808-4D8A-A721-7CD3240EC1F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605133" y="3081813"/>
                  <a:ext cx="42336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墨迹 29">
                  <a:extLst>
                    <a:ext uri="{FF2B5EF4-FFF2-40B4-BE49-F238E27FC236}">
                      <a16:creationId xmlns:a16="http://schemas.microsoft.com/office/drawing/2014/main" id="{6DB6EBAE-B3C1-4744-8084-0C9142DF6F5C}"/>
                    </a:ext>
                  </a:extLst>
                </p14:cNvPr>
                <p14:cNvContentPartPr/>
                <p14:nvPr/>
              </p14:nvContentPartPr>
              <p14:xfrm>
                <a:off x="6615653" y="3103053"/>
                <a:ext cx="336600" cy="479520"/>
              </p14:xfrm>
            </p:contentPart>
          </mc:Choice>
          <mc:Fallback>
            <p:pic>
              <p:nvPicPr>
                <p:cNvPr id="30" name="墨迹 29">
                  <a:extLst>
                    <a:ext uri="{FF2B5EF4-FFF2-40B4-BE49-F238E27FC236}">
                      <a16:creationId xmlns:a16="http://schemas.microsoft.com/office/drawing/2014/main" id="{6DB6EBAE-B3C1-4744-8084-0C9142DF6F5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606653" y="3094413"/>
                  <a:ext cx="354240" cy="49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墨迹 30">
                  <a:extLst>
                    <a:ext uri="{FF2B5EF4-FFF2-40B4-BE49-F238E27FC236}">
                      <a16:creationId xmlns:a16="http://schemas.microsoft.com/office/drawing/2014/main" id="{CF462F5B-2A72-443B-9087-53521A706AB8}"/>
                    </a:ext>
                  </a:extLst>
                </p14:cNvPr>
                <p14:cNvContentPartPr/>
                <p14:nvPr/>
              </p14:nvContentPartPr>
              <p14:xfrm>
                <a:off x="5717453" y="1674933"/>
                <a:ext cx="487080" cy="329760"/>
              </p14:xfrm>
            </p:contentPart>
          </mc:Choice>
          <mc:Fallback>
            <p:pic>
              <p:nvPicPr>
                <p:cNvPr id="31" name="墨迹 30">
                  <a:extLst>
                    <a:ext uri="{FF2B5EF4-FFF2-40B4-BE49-F238E27FC236}">
                      <a16:creationId xmlns:a16="http://schemas.microsoft.com/office/drawing/2014/main" id="{CF462F5B-2A72-443B-9087-53521A706AB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708453" y="1666293"/>
                  <a:ext cx="50472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3" name="墨迹 32">
                  <a:extLst>
                    <a:ext uri="{FF2B5EF4-FFF2-40B4-BE49-F238E27FC236}">
                      <a16:creationId xmlns:a16="http://schemas.microsoft.com/office/drawing/2014/main" id="{26CDC1E1-9688-4F2A-844E-8332B78EC585}"/>
                    </a:ext>
                  </a:extLst>
                </p14:cNvPr>
                <p14:cNvContentPartPr/>
                <p14:nvPr/>
              </p14:nvContentPartPr>
              <p14:xfrm>
                <a:off x="7552373" y="556773"/>
                <a:ext cx="84960" cy="218880"/>
              </p14:xfrm>
            </p:contentPart>
          </mc:Choice>
          <mc:Fallback>
            <p:pic>
              <p:nvPicPr>
                <p:cNvPr id="33" name="墨迹 32">
                  <a:extLst>
                    <a:ext uri="{FF2B5EF4-FFF2-40B4-BE49-F238E27FC236}">
                      <a16:creationId xmlns:a16="http://schemas.microsoft.com/office/drawing/2014/main" id="{26CDC1E1-9688-4F2A-844E-8332B78EC58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543733" y="548133"/>
                  <a:ext cx="10260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4" name="墨迹 33">
                  <a:extLst>
                    <a:ext uri="{FF2B5EF4-FFF2-40B4-BE49-F238E27FC236}">
                      <a16:creationId xmlns:a16="http://schemas.microsoft.com/office/drawing/2014/main" id="{1A95EF43-B110-4DDF-A1F5-1ECAE5BFF04C}"/>
                    </a:ext>
                  </a:extLst>
                </p14:cNvPr>
                <p14:cNvContentPartPr/>
                <p14:nvPr/>
              </p14:nvContentPartPr>
              <p14:xfrm>
                <a:off x="7648133" y="554613"/>
                <a:ext cx="185400" cy="282960"/>
              </p14:xfrm>
            </p:contentPart>
          </mc:Choice>
          <mc:Fallback>
            <p:pic>
              <p:nvPicPr>
                <p:cNvPr id="34" name="墨迹 33">
                  <a:extLst>
                    <a:ext uri="{FF2B5EF4-FFF2-40B4-BE49-F238E27FC236}">
                      <a16:creationId xmlns:a16="http://schemas.microsoft.com/office/drawing/2014/main" id="{1A95EF43-B110-4DDF-A1F5-1ECAE5BFF04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639133" y="545973"/>
                  <a:ext cx="203040" cy="30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6" name="墨迹 35">
                  <a:extLst>
                    <a:ext uri="{FF2B5EF4-FFF2-40B4-BE49-F238E27FC236}">
                      <a16:creationId xmlns:a16="http://schemas.microsoft.com/office/drawing/2014/main" id="{43D36E9C-39C2-4998-A00C-683B6DD1DEC7}"/>
                    </a:ext>
                  </a:extLst>
                </p14:cNvPr>
                <p14:cNvContentPartPr/>
                <p14:nvPr/>
              </p14:nvContentPartPr>
              <p14:xfrm>
                <a:off x="5077013" y="2450733"/>
                <a:ext cx="81360" cy="308160"/>
              </p14:xfrm>
            </p:contentPart>
          </mc:Choice>
          <mc:Fallback>
            <p:pic>
              <p:nvPicPr>
                <p:cNvPr id="36" name="墨迹 35">
                  <a:extLst>
                    <a:ext uri="{FF2B5EF4-FFF2-40B4-BE49-F238E27FC236}">
                      <a16:creationId xmlns:a16="http://schemas.microsoft.com/office/drawing/2014/main" id="{43D36E9C-39C2-4998-A00C-683B6DD1DEC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068373" y="2442093"/>
                  <a:ext cx="9900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7" name="墨迹 36">
                  <a:extLst>
                    <a:ext uri="{FF2B5EF4-FFF2-40B4-BE49-F238E27FC236}">
                      <a16:creationId xmlns:a16="http://schemas.microsoft.com/office/drawing/2014/main" id="{29D96D1D-55CC-4BFC-AEC9-92987F4FE4D7}"/>
                    </a:ext>
                  </a:extLst>
                </p14:cNvPr>
                <p14:cNvContentPartPr/>
                <p14:nvPr/>
              </p14:nvContentPartPr>
              <p14:xfrm>
                <a:off x="5172773" y="2376213"/>
                <a:ext cx="187200" cy="352800"/>
              </p14:xfrm>
            </p:contentPart>
          </mc:Choice>
          <mc:Fallback>
            <p:pic>
              <p:nvPicPr>
                <p:cNvPr id="37" name="墨迹 36">
                  <a:extLst>
                    <a:ext uri="{FF2B5EF4-FFF2-40B4-BE49-F238E27FC236}">
                      <a16:creationId xmlns:a16="http://schemas.microsoft.com/office/drawing/2014/main" id="{29D96D1D-55CC-4BFC-AEC9-92987F4FE4D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163773" y="2367213"/>
                  <a:ext cx="20484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墨迹 37">
                  <a:extLst>
                    <a:ext uri="{FF2B5EF4-FFF2-40B4-BE49-F238E27FC236}">
                      <a16:creationId xmlns:a16="http://schemas.microsoft.com/office/drawing/2014/main" id="{D22B1B00-24D6-4234-AC93-9EE677040321}"/>
                    </a:ext>
                  </a:extLst>
                </p14:cNvPr>
                <p14:cNvContentPartPr/>
                <p14:nvPr/>
              </p14:nvContentPartPr>
              <p14:xfrm>
                <a:off x="5136773" y="2666013"/>
                <a:ext cx="276120" cy="83160"/>
              </p14:xfrm>
            </p:contentPart>
          </mc:Choice>
          <mc:Fallback>
            <p:pic>
              <p:nvPicPr>
                <p:cNvPr id="38" name="墨迹 37">
                  <a:extLst>
                    <a:ext uri="{FF2B5EF4-FFF2-40B4-BE49-F238E27FC236}">
                      <a16:creationId xmlns:a16="http://schemas.microsoft.com/office/drawing/2014/main" id="{D22B1B00-24D6-4234-AC93-9EE67704032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128133" y="2657013"/>
                  <a:ext cx="2937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9" name="墨迹 38">
                  <a:extLst>
                    <a:ext uri="{FF2B5EF4-FFF2-40B4-BE49-F238E27FC236}">
                      <a16:creationId xmlns:a16="http://schemas.microsoft.com/office/drawing/2014/main" id="{7873FBE1-B80C-4724-B6D7-420BDDF68627}"/>
                    </a:ext>
                  </a:extLst>
                </p14:cNvPr>
                <p14:cNvContentPartPr/>
                <p14:nvPr/>
              </p14:nvContentPartPr>
              <p14:xfrm>
                <a:off x="5475533" y="2833413"/>
                <a:ext cx="73440" cy="59400"/>
              </p14:xfrm>
            </p:contentPart>
          </mc:Choice>
          <mc:Fallback>
            <p:pic>
              <p:nvPicPr>
                <p:cNvPr id="39" name="墨迹 38">
                  <a:extLst>
                    <a:ext uri="{FF2B5EF4-FFF2-40B4-BE49-F238E27FC236}">
                      <a16:creationId xmlns:a16="http://schemas.microsoft.com/office/drawing/2014/main" id="{7873FBE1-B80C-4724-B6D7-420BDDF6862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466893" y="2824773"/>
                  <a:ext cx="910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0" name="墨迹 39">
                  <a:extLst>
                    <a:ext uri="{FF2B5EF4-FFF2-40B4-BE49-F238E27FC236}">
                      <a16:creationId xmlns:a16="http://schemas.microsoft.com/office/drawing/2014/main" id="{63E5D1B2-81FB-42F4-ABD0-4BFF83FAAA30}"/>
                    </a:ext>
                  </a:extLst>
                </p14:cNvPr>
                <p14:cNvContentPartPr/>
                <p14:nvPr/>
              </p14:nvContentPartPr>
              <p14:xfrm>
                <a:off x="5408933" y="2542173"/>
                <a:ext cx="90000" cy="54360"/>
              </p14:xfrm>
            </p:contentPart>
          </mc:Choice>
          <mc:Fallback>
            <p:pic>
              <p:nvPicPr>
                <p:cNvPr id="40" name="墨迹 39">
                  <a:extLst>
                    <a:ext uri="{FF2B5EF4-FFF2-40B4-BE49-F238E27FC236}">
                      <a16:creationId xmlns:a16="http://schemas.microsoft.com/office/drawing/2014/main" id="{63E5D1B2-81FB-42F4-ABD0-4BFF83FAAA3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400293" y="2533533"/>
                  <a:ext cx="1076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1" name="墨迹 40">
                  <a:extLst>
                    <a:ext uri="{FF2B5EF4-FFF2-40B4-BE49-F238E27FC236}">
                      <a16:creationId xmlns:a16="http://schemas.microsoft.com/office/drawing/2014/main" id="{8305375B-E2D1-447A-AF91-1B6A0145648C}"/>
                    </a:ext>
                  </a:extLst>
                </p14:cNvPr>
                <p14:cNvContentPartPr/>
                <p14:nvPr/>
              </p14:nvContentPartPr>
              <p14:xfrm>
                <a:off x="5038853" y="2330493"/>
                <a:ext cx="2110680" cy="1857960"/>
              </p14:xfrm>
            </p:contentPart>
          </mc:Choice>
          <mc:Fallback>
            <p:pic>
              <p:nvPicPr>
                <p:cNvPr id="41" name="墨迹 40">
                  <a:extLst>
                    <a:ext uri="{FF2B5EF4-FFF2-40B4-BE49-F238E27FC236}">
                      <a16:creationId xmlns:a16="http://schemas.microsoft.com/office/drawing/2014/main" id="{8305375B-E2D1-447A-AF91-1B6A0145648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029853" y="2321493"/>
                  <a:ext cx="2128320" cy="18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3" name="墨迹 42">
                  <a:extLst>
                    <a:ext uri="{FF2B5EF4-FFF2-40B4-BE49-F238E27FC236}">
                      <a16:creationId xmlns:a16="http://schemas.microsoft.com/office/drawing/2014/main" id="{3F5342EF-CDF8-44F0-8574-93CF408BAC1E}"/>
                    </a:ext>
                  </a:extLst>
                </p14:cNvPr>
                <p14:cNvContentPartPr/>
                <p14:nvPr/>
              </p14:nvContentPartPr>
              <p14:xfrm>
                <a:off x="1832693" y="842253"/>
                <a:ext cx="68760" cy="37080"/>
              </p14:xfrm>
            </p:contentPart>
          </mc:Choice>
          <mc:Fallback>
            <p:pic>
              <p:nvPicPr>
                <p:cNvPr id="43" name="墨迹 42">
                  <a:extLst>
                    <a:ext uri="{FF2B5EF4-FFF2-40B4-BE49-F238E27FC236}">
                      <a16:creationId xmlns:a16="http://schemas.microsoft.com/office/drawing/2014/main" id="{3F5342EF-CDF8-44F0-8574-93CF408BAC1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824053" y="833613"/>
                  <a:ext cx="864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4" name="墨迹 43">
                  <a:extLst>
                    <a:ext uri="{FF2B5EF4-FFF2-40B4-BE49-F238E27FC236}">
                      <a16:creationId xmlns:a16="http://schemas.microsoft.com/office/drawing/2014/main" id="{5207DBC2-1BBF-4EF4-98F1-F700C0844CB1}"/>
                    </a:ext>
                  </a:extLst>
                </p14:cNvPr>
                <p14:cNvContentPartPr/>
                <p14:nvPr/>
              </p14:nvContentPartPr>
              <p14:xfrm>
                <a:off x="1776533" y="2057613"/>
                <a:ext cx="147960" cy="416160"/>
              </p14:xfrm>
            </p:contentPart>
          </mc:Choice>
          <mc:Fallback>
            <p:pic>
              <p:nvPicPr>
                <p:cNvPr id="44" name="墨迹 43">
                  <a:extLst>
                    <a:ext uri="{FF2B5EF4-FFF2-40B4-BE49-F238E27FC236}">
                      <a16:creationId xmlns:a16="http://schemas.microsoft.com/office/drawing/2014/main" id="{5207DBC2-1BBF-4EF4-98F1-F700C0844CB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767893" y="2048613"/>
                  <a:ext cx="165600" cy="4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5" name="墨迹 44">
                  <a:extLst>
                    <a:ext uri="{FF2B5EF4-FFF2-40B4-BE49-F238E27FC236}">
                      <a16:creationId xmlns:a16="http://schemas.microsoft.com/office/drawing/2014/main" id="{342BF625-C80C-42AF-A0A7-F809D6452992}"/>
                    </a:ext>
                  </a:extLst>
                </p14:cNvPr>
                <p14:cNvContentPartPr/>
                <p14:nvPr/>
              </p14:nvContentPartPr>
              <p14:xfrm>
                <a:off x="2175773" y="3303573"/>
                <a:ext cx="12240" cy="3240"/>
              </p14:xfrm>
            </p:contentPart>
          </mc:Choice>
          <mc:Fallback>
            <p:pic>
              <p:nvPicPr>
                <p:cNvPr id="45" name="墨迹 44">
                  <a:extLst>
                    <a:ext uri="{FF2B5EF4-FFF2-40B4-BE49-F238E27FC236}">
                      <a16:creationId xmlns:a16="http://schemas.microsoft.com/office/drawing/2014/main" id="{342BF625-C80C-42AF-A0A7-F809D645299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167133" y="3294933"/>
                  <a:ext cx="298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7" name="墨迹 46">
                  <a:extLst>
                    <a:ext uri="{FF2B5EF4-FFF2-40B4-BE49-F238E27FC236}">
                      <a16:creationId xmlns:a16="http://schemas.microsoft.com/office/drawing/2014/main" id="{2C1963AA-20C5-4114-9767-BC57DD7EFF1E}"/>
                    </a:ext>
                  </a:extLst>
                </p14:cNvPr>
                <p14:cNvContentPartPr/>
                <p14:nvPr/>
              </p14:nvContentPartPr>
              <p14:xfrm>
                <a:off x="5090693" y="2310693"/>
                <a:ext cx="120600" cy="344160"/>
              </p14:xfrm>
            </p:contentPart>
          </mc:Choice>
          <mc:Fallback>
            <p:pic>
              <p:nvPicPr>
                <p:cNvPr id="47" name="墨迹 46">
                  <a:extLst>
                    <a:ext uri="{FF2B5EF4-FFF2-40B4-BE49-F238E27FC236}">
                      <a16:creationId xmlns:a16="http://schemas.microsoft.com/office/drawing/2014/main" id="{2C1963AA-20C5-4114-9767-BC57DD7EFF1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081693" y="2302053"/>
                  <a:ext cx="13824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8" name="墨迹 47">
                  <a:extLst>
                    <a:ext uri="{FF2B5EF4-FFF2-40B4-BE49-F238E27FC236}">
                      <a16:creationId xmlns:a16="http://schemas.microsoft.com/office/drawing/2014/main" id="{5B80C90A-3BD4-4437-9228-8AFBAE2FFC39}"/>
                    </a:ext>
                  </a:extLst>
                </p14:cNvPr>
                <p14:cNvContentPartPr/>
                <p14:nvPr/>
              </p14:nvContentPartPr>
              <p14:xfrm>
                <a:off x="5191133" y="2283693"/>
                <a:ext cx="76680" cy="294120"/>
              </p14:xfrm>
            </p:contentPart>
          </mc:Choice>
          <mc:Fallback>
            <p:pic>
              <p:nvPicPr>
                <p:cNvPr id="48" name="墨迹 47">
                  <a:extLst>
                    <a:ext uri="{FF2B5EF4-FFF2-40B4-BE49-F238E27FC236}">
                      <a16:creationId xmlns:a16="http://schemas.microsoft.com/office/drawing/2014/main" id="{5B80C90A-3BD4-4437-9228-8AFBAE2FFC3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182493" y="2274693"/>
                  <a:ext cx="9432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9" name="墨迹 48">
                  <a:extLst>
                    <a:ext uri="{FF2B5EF4-FFF2-40B4-BE49-F238E27FC236}">
                      <a16:creationId xmlns:a16="http://schemas.microsoft.com/office/drawing/2014/main" id="{2CEA65AF-60CF-466F-8802-08842350433E}"/>
                    </a:ext>
                  </a:extLst>
                </p14:cNvPr>
                <p14:cNvContentPartPr/>
                <p14:nvPr/>
              </p14:nvContentPartPr>
              <p14:xfrm>
                <a:off x="5062613" y="2537133"/>
                <a:ext cx="272520" cy="42120"/>
              </p14:xfrm>
            </p:contentPart>
          </mc:Choice>
          <mc:Fallback>
            <p:pic>
              <p:nvPicPr>
                <p:cNvPr id="49" name="墨迹 48">
                  <a:extLst>
                    <a:ext uri="{FF2B5EF4-FFF2-40B4-BE49-F238E27FC236}">
                      <a16:creationId xmlns:a16="http://schemas.microsoft.com/office/drawing/2014/main" id="{2CEA65AF-60CF-466F-8802-08842350433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053973" y="2528493"/>
                  <a:ext cx="2901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1" name="墨迹 50">
                  <a:extLst>
                    <a:ext uri="{FF2B5EF4-FFF2-40B4-BE49-F238E27FC236}">
                      <a16:creationId xmlns:a16="http://schemas.microsoft.com/office/drawing/2014/main" id="{20D8D0B2-6216-41E0-A762-0B2B71205182}"/>
                    </a:ext>
                  </a:extLst>
                </p14:cNvPr>
                <p14:cNvContentPartPr/>
                <p14:nvPr/>
              </p14:nvContentPartPr>
              <p14:xfrm>
                <a:off x="5154053" y="1795893"/>
                <a:ext cx="48960" cy="15480"/>
              </p14:xfrm>
            </p:contentPart>
          </mc:Choice>
          <mc:Fallback>
            <p:pic>
              <p:nvPicPr>
                <p:cNvPr id="51" name="墨迹 50">
                  <a:extLst>
                    <a:ext uri="{FF2B5EF4-FFF2-40B4-BE49-F238E27FC236}">
                      <a16:creationId xmlns:a16="http://schemas.microsoft.com/office/drawing/2014/main" id="{20D8D0B2-6216-41E0-A762-0B2B7120518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145053" y="1786893"/>
                  <a:ext cx="666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2" name="墨迹 51">
                  <a:extLst>
                    <a:ext uri="{FF2B5EF4-FFF2-40B4-BE49-F238E27FC236}">
                      <a16:creationId xmlns:a16="http://schemas.microsoft.com/office/drawing/2014/main" id="{9C9D092C-0784-45E1-A64F-11C6F5320149}"/>
                    </a:ext>
                  </a:extLst>
                </p14:cNvPr>
                <p14:cNvContentPartPr/>
                <p14:nvPr/>
              </p14:nvContentPartPr>
              <p14:xfrm>
                <a:off x="5011493" y="2073453"/>
                <a:ext cx="195840" cy="212400"/>
              </p14:xfrm>
            </p:contentPart>
          </mc:Choice>
          <mc:Fallback>
            <p:pic>
              <p:nvPicPr>
                <p:cNvPr id="52" name="墨迹 51">
                  <a:extLst>
                    <a:ext uri="{FF2B5EF4-FFF2-40B4-BE49-F238E27FC236}">
                      <a16:creationId xmlns:a16="http://schemas.microsoft.com/office/drawing/2014/main" id="{9C9D092C-0784-45E1-A64F-11C6F532014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002493" y="2064813"/>
                  <a:ext cx="2134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4" name="墨迹 53">
                  <a:extLst>
                    <a:ext uri="{FF2B5EF4-FFF2-40B4-BE49-F238E27FC236}">
                      <a16:creationId xmlns:a16="http://schemas.microsoft.com/office/drawing/2014/main" id="{13EC66BB-1B61-4FF7-BE01-62CC27022940}"/>
                    </a:ext>
                  </a:extLst>
                </p14:cNvPr>
                <p14:cNvContentPartPr/>
                <p14:nvPr/>
              </p14:nvContentPartPr>
              <p14:xfrm>
                <a:off x="5084933" y="2380173"/>
                <a:ext cx="114840" cy="39960"/>
              </p14:xfrm>
            </p:contentPart>
          </mc:Choice>
          <mc:Fallback>
            <p:pic>
              <p:nvPicPr>
                <p:cNvPr id="54" name="墨迹 53">
                  <a:extLst>
                    <a:ext uri="{FF2B5EF4-FFF2-40B4-BE49-F238E27FC236}">
                      <a16:creationId xmlns:a16="http://schemas.microsoft.com/office/drawing/2014/main" id="{13EC66BB-1B61-4FF7-BE01-62CC2702294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075933" y="2371533"/>
                  <a:ext cx="1324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5" name="墨迹 54">
                  <a:extLst>
                    <a:ext uri="{FF2B5EF4-FFF2-40B4-BE49-F238E27FC236}">
                      <a16:creationId xmlns:a16="http://schemas.microsoft.com/office/drawing/2014/main" id="{80971391-091D-410B-9527-0C6A22580FAE}"/>
                    </a:ext>
                  </a:extLst>
                </p14:cNvPr>
                <p14:cNvContentPartPr/>
                <p14:nvPr/>
              </p14:nvContentPartPr>
              <p14:xfrm>
                <a:off x="4865333" y="2331573"/>
                <a:ext cx="320400" cy="1543680"/>
              </p14:xfrm>
            </p:contentPart>
          </mc:Choice>
          <mc:Fallback>
            <p:pic>
              <p:nvPicPr>
                <p:cNvPr id="55" name="墨迹 54">
                  <a:extLst>
                    <a:ext uri="{FF2B5EF4-FFF2-40B4-BE49-F238E27FC236}">
                      <a16:creationId xmlns:a16="http://schemas.microsoft.com/office/drawing/2014/main" id="{80971391-091D-410B-9527-0C6A22580FA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856693" y="2322573"/>
                  <a:ext cx="338040" cy="156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6" name="墨迹 55">
                  <a:extLst>
                    <a:ext uri="{FF2B5EF4-FFF2-40B4-BE49-F238E27FC236}">
                      <a16:creationId xmlns:a16="http://schemas.microsoft.com/office/drawing/2014/main" id="{DD1C5FAE-BBAD-475C-9509-851A08B06A73}"/>
                    </a:ext>
                  </a:extLst>
                </p14:cNvPr>
                <p14:cNvContentPartPr/>
                <p14:nvPr/>
              </p14:nvContentPartPr>
              <p14:xfrm>
                <a:off x="4843373" y="2277573"/>
                <a:ext cx="912600" cy="125280"/>
              </p14:xfrm>
            </p:contentPart>
          </mc:Choice>
          <mc:Fallback>
            <p:pic>
              <p:nvPicPr>
                <p:cNvPr id="56" name="墨迹 55">
                  <a:extLst>
                    <a:ext uri="{FF2B5EF4-FFF2-40B4-BE49-F238E27FC236}">
                      <a16:creationId xmlns:a16="http://schemas.microsoft.com/office/drawing/2014/main" id="{DD1C5FAE-BBAD-475C-9509-851A08B06A7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834373" y="2268933"/>
                  <a:ext cx="93024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7" name="墨迹 56">
                  <a:extLst>
                    <a:ext uri="{FF2B5EF4-FFF2-40B4-BE49-F238E27FC236}">
                      <a16:creationId xmlns:a16="http://schemas.microsoft.com/office/drawing/2014/main" id="{A49F2307-8266-4BAB-BA1A-F4D77D155511}"/>
                    </a:ext>
                  </a:extLst>
                </p14:cNvPr>
                <p14:cNvContentPartPr/>
                <p14:nvPr/>
              </p14:nvContentPartPr>
              <p14:xfrm>
                <a:off x="4861373" y="2457933"/>
                <a:ext cx="387720" cy="1869840"/>
              </p14:xfrm>
            </p:contentPart>
          </mc:Choice>
          <mc:Fallback>
            <p:pic>
              <p:nvPicPr>
                <p:cNvPr id="57" name="墨迹 56">
                  <a:extLst>
                    <a:ext uri="{FF2B5EF4-FFF2-40B4-BE49-F238E27FC236}">
                      <a16:creationId xmlns:a16="http://schemas.microsoft.com/office/drawing/2014/main" id="{A49F2307-8266-4BAB-BA1A-F4D77D15551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852373" y="2449293"/>
                  <a:ext cx="405360" cy="18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9" name="墨迹 58">
                  <a:extLst>
                    <a:ext uri="{FF2B5EF4-FFF2-40B4-BE49-F238E27FC236}">
                      <a16:creationId xmlns:a16="http://schemas.microsoft.com/office/drawing/2014/main" id="{12A32C71-BE6C-405A-B2E0-5620C66F1CC2}"/>
                    </a:ext>
                  </a:extLst>
                </p14:cNvPr>
                <p14:cNvContentPartPr/>
                <p14:nvPr/>
              </p14:nvContentPartPr>
              <p14:xfrm>
                <a:off x="5035973" y="1467213"/>
                <a:ext cx="168480" cy="480600"/>
              </p14:xfrm>
            </p:contentPart>
          </mc:Choice>
          <mc:Fallback>
            <p:pic>
              <p:nvPicPr>
                <p:cNvPr id="59" name="墨迹 58">
                  <a:extLst>
                    <a:ext uri="{FF2B5EF4-FFF2-40B4-BE49-F238E27FC236}">
                      <a16:creationId xmlns:a16="http://schemas.microsoft.com/office/drawing/2014/main" id="{12A32C71-BE6C-405A-B2E0-5620C66F1CC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027333" y="1458213"/>
                  <a:ext cx="186120" cy="49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60" name="墨迹 59">
                  <a:extLst>
                    <a:ext uri="{FF2B5EF4-FFF2-40B4-BE49-F238E27FC236}">
                      <a16:creationId xmlns:a16="http://schemas.microsoft.com/office/drawing/2014/main" id="{7159B2F7-16AA-4AEA-BEAB-3C297DB25CBB}"/>
                    </a:ext>
                  </a:extLst>
                </p14:cNvPr>
                <p14:cNvContentPartPr/>
                <p14:nvPr/>
              </p14:nvContentPartPr>
              <p14:xfrm>
                <a:off x="5025173" y="1382973"/>
                <a:ext cx="192240" cy="396720"/>
              </p14:xfrm>
            </p:contentPart>
          </mc:Choice>
          <mc:Fallback>
            <p:pic>
              <p:nvPicPr>
                <p:cNvPr id="60" name="墨迹 59">
                  <a:extLst>
                    <a:ext uri="{FF2B5EF4-FFF2-40B4-BE49-F238E27FC236}">
                      <a16:creationId xmlns:a16="http://schemas.microsoft.com/office/drawing/2014/main" id="{7159B2F7-16AA-4AEA-BEAB-3C297DB25CB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016173" y="1374333"/>
                  <a:ext cx="209880" cy="41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1" name="墨迹 60">
                  <a:extLst>
                    <a:ext uri="{FF2B5EF4-FFF2-40B4-BE49-F238E27FC236}">
                      <a16:creationId xmlns:a16="http://schemas.microsoft.com/office/drawing/2014/main" id="{310A353F-7E55-4869-AB5D-BB4B1D64E699}"/>
                    </a:ext>
                  </a:extLst>
                </p14:cNvPr>
                <p14:cNvContentPartPr/>
                <p14:nvPr/>
              </p14:nvContentPartPr>
              <p14:xfrm>
                <a:off x="4246133" y="2700573"/>
                <a:ext cx="39600" cy="19080"/>
              </p14:xfrm>
            </p:contentPart>
          </mc:Choice>
          <mc:Fallback>
            <p:pic>
              <p:nvPicPr>
                <p:cNvPr id="61" name="墨迹 60">
                  <a:extLst>
                    <a:ext uri="{FF2B5EF4-FFF2-40B4-BE49-F238E27FC236}">
                      <a16:creationId xmlns:a16="http://schemas.microsoft.com/office/drawing/2014/main" id="{310A353F-7E55-4869-AB5D-BB4B1D64E69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237133" y="2691573"/>
                  <a:ext cx="5724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2" name="墨迹 61">
                  <a:extLst>
                    <a:ext uri="{FF2B5EF4-FFF2-40B4-BE49-F238E27FC236}">
                      <a16:creationId xmlns:a16="http://schemas.microsoft.com/office/drawing/2014/main" id="{846B4D42-F04A-4FAE-A48E-29F1E3529D7F}"/>
                    </a:ext>
                  </a:extLst>
                </p14:cNvPr>
                <p14:cNvContentPartPr/>
                <p14:nvPr/>
              </p14:nvContentPartPr>
              <p14:xfrm>
                <a:off x="4118693" y="2791653"/>
                <a:ext cx="224640" cy="31320"/>
              </p14:xfrm>
            </p:contentPart>
          </mc:Choice>
          <mc:Fallback>
            <p:pic>
              <p:nvPicPr>
                <p:cNvPr id="62" name="墨迹 61">
                  <a:extLst>
                    <a:ext uri="{FF2B5EF4-FFF2-40B4-BE49-F238E27FC236}">
                      <a16:creationId xmlns:a16="http://schemas.microsoft.com/office/drawing/2014/main" id="{846B4D42-F04A-4FAE-A48E-29F1E3529D7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110053" y="2783013"/>
                  <a:ext cx="2422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3" name="墨迹 62">
                  <a:extLst>
                    <a:ext uri="{FF2B5EF4-FFF2-40B4-BE49-F238E27FC236}">
                      <a16:creationId xmlns:a16="http://schemas.microsoft.com/office/drawing/2014/main" id="{B0E78356-5367-42CE-91D6-75127F1613DA}"/>
                    </a:ext>
                  </a:extLst>
                </p14:cNvPr>
                <p14:cNvContentPartPr/>
                <p14:nvPr/>
              </p14:nvContentPartPr>
              <p14:xfrm>
                <a:off x="4208333" y="3152733"/>
                <a:ext cx="456120" cy="240480"/>
              </p14:xfrm>
            </p:contentPart>
          </mc:Choice>
          <mc:Fallback>
            <p:pic>
              <p:nvPicPr>
                <p:cNvPr id="63" name="墨迹 62">
                  <a:extLst>
                    <a:ext uri="{FF2B5EF4-FFF2-40B4-BE49-F238E27FC236}">
                      <a16:creationId xmlns:a16="http://schemas.microsoft.com/office/drawing/2014/main" id="{B0E78356-5367-42CE-91D6-75127F1613D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199693" y="3143733"/>
                  <a:ext cx="4737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5" name="墨迹 64">
                  <a:extLst>
                    <a:ext uri="{FF2B5EF4-FFF2-40B4-BE49-F238E27FC236}">
                      <a16:creationId xmlns:a16="http://schemas.microsoft.com/office/drawing/2014/main" id="{AC892580-91C7-44FE-BFB6-34DF8C469ED5}"/>
                    </a:ext>
                  </a:extLst>
                </p14:cNvPr>
                <p14:cNvContentPartPr/>
                <p14:nvPr/>
              </p14:nvContentPartPr>
              <p14:xfrm>
                <a:off x="5026613" y="1764213"/>
                <a:ext cx="32760" cy="69480"/>
              </p14:xfrm>
            </p:contentPart>
          </mc:Choice>
          <mc:Fallback>
            <p:pic>
              <p:nvPicPr>
                <p:cNvPr id="65" name="墨迹 64">
                  <a:extLst>
                    <a:ext uri="{FF2B5EF4-FFF2-40B4-BE49-F238E27FC236}">
                      <a16:creationId xmlns:a16="http://schemas.microsoft.com/office/drawing/2014/main" id="{AC892580-91C7-44FE-BFB6-34DF8C469ED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017973" y="1755213"/>
                  <a:ext cx="504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6" name="墨迹 65">
                  <a:extLst>
                    <a:ext uri="{FF2B5EF4-FFF2-40B4-BE49-F238E27FC236}">
                      <a16:creationId xmlns:a16="http://schemas.microsoft.com/office/drawing/2014/main" id="{D5EA897C-7D69-4A62-85EF-BF34D59B76AD}"/>
                    </a:ext>
                  </a:extLst>
                </p14:cNvPr>
                <p14:cNvContentPartPr/>
                <p14:nvPr/>
              </p14:nvContentPartPr>
              <p14:xfrm>
                <a:off x="5015813" y="1968333"/>
                <a:ext cx="83880" cy="453240"/>
              </p14:xfrm>
            </p:contentPart>
          </mc:Choice>
          <mc:Fallback>
            <p:pic>
              <p:nvPicPr>
                <p:cNvPr id="66" name="墨迹 65">
                  <a:extLst>
                    <a:ext uri="{FF2B5EF4-FFF2-40B4-BE49-F238E27FC236}">
                      <a16:creationId xmlns:a16="http://schemas.microsoft.com/office/drawing/2014/main" id="{D5EA897C-7D69-4A62-85EF-BF34D59B76A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006813" y="1959693"/>
                  <a:ext cx="101520" cy="47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7" name="墨迹 66">
                  <a:extLst>
                    <a:ext uri="{FF2B5EF4-FFF2-40B4-BE49-F238E27FC236}">
                      <a16:creationId xmlns:a16="http://schemas.microsoft.com/office/drawing/2014/main" id="{5877303A-CD1A-446E-84C9-A0EE9D2BA133}"/>
                    </a:ext>
                  </a:extLst>
                </p14:cNvPr>
                <p14:cNvContentPartPr/>
                <p14:nvPr/>
              </p14:nvContentPartPr>
              <p14:xfrm>
                <a:off x="5083853" y="2299173"/>
                <a:ext cx="95040" cy="195120"/>
              </p14:xfrm>
            </p:contentPart>
          </mc:Choice>
          <mc:Fallback>
            <p:pic>
              <p:nvPicPr>
                <p:cNvPr id="67" name="墨迹 66">
                  <a:extLst>
                    <a:ext uri="{FF2B5EF4-FFF2-40B4-BE49-F238E27FC236}">
                      <a16:creationId xmlns:a16="http://schemas.microsoft.com/office/drawing/2014/main" id="{5877303A-CD1A-446E-84C9-A0EE9D2BA13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075213" y="2290173"/>
                  <a:ext cx="1126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8" name="墨迹 67">
                  <a:extLst>
                    <a:ext uri="{FF2B5EF4-FFF2-40B4-BE49-F238E27FC236}">
                      <a16:creationId xmlns:a16="http://schemas.microsoft.com/office/drawing/2014/main" id="{A3919830-92BB-49CB-A017-17185E1521C9}"/>
                    </a:ext>
                  </a:extLst>
                </p14:cNvPr>
                <p14:cNvContentPartPr/>
                <p14:nvPr/>
              </p14:nvContentPartPr>
              <p14:xfrm>
                <a:off x="5098253" y="2033853"/>
                <a:ext cx="78840" cy="96840"/>
              </p14:xfrm>
            </p:contentPart>
          </mc:Choice>
          <mc:Fallback>
            <p:pic>
              <p:nvPicPr>
                <p:cNvPr id="68" name="墨迹 67">
                  <a:extLst>
                    <a:ext uri="{FF2B5EF4-FFF2-40B4-BE49-F238E27FC236}">
                      <a16:creationId xmlns:a16="http://schemas.microsoft.com/office/drawing/2014/main" id="{A3919830-92BB-49CB-A017-17185E1521C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089613" y="2024853"/>
                  <a:ext cx="964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9" name="墨迹 68">
                  <a:extLst>
                    <a:ext uri="{FF2B5EF4-FFF2-40B4-BE49-F238E27FC236}">
                      <a16:creationId xmlns:a16="http://schemas.microsoft.com/office/drawing/2014/main" id="{56EEE577-E6E3-456D-8587-2B9A75FC1A9F}"/>
                    </a:ext>
                  </a:extLst>
                </p14:cNvPr>
                <p14:cNvContentPartPr/>
                <p14:nvPr/>
              </p14:nvContentPartPr>
              <p14:xfrm>
                <a:off x="5138573" y="2272533"/>
                <a:ext cx="30960" cy="32760"/>
              </p14:xfrm>
            </p:contentPart>
          </mc:Choice>
          <mc:Fallback>
            <p:pic>
              <p:nvPicPr>
                <p:cNvPr id="69" name="墨迹 68">
                  <a:extLst>
                    <a:ext uri="{FF2B5EF4-FFF2-40B4-BE49-F238E27FC236}">
                      <a16:creationId xmlns:a16="http://schemas.microsoft.com/office/drawing/2014/main" id="{56EEE577-E6E3-456D-8587-2B9A75FC1A9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129573" y="2263893"/>
                  <a:ext cx="486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1" name="墨迹 70">
                  <a:extLst>
                    <a:ext uri="{FF2B5EF4-FFF2-40B4-BE49-F238E27FC236}">
                      <a16:creationId xmlns:a16="http://schemas.microsoft.com/office/drawing/2014/main" id="{1DE5EF87-F0F2-4002-A406-E5A95A9FA50B}"/>
                    </a:ext>
                  </a:extLst>
                </p14:cNvPr>
                <p14:cNvContentPartPr/>
                <p14:nvPr/>
              </p14:nvContentPartPr>
              <p14:xfrm>
                <a:off x="4840493" y="2338773"/>
                <a:ext cx="214200" cy="786240"/>
              </p14:xfrm>
            </p:contentPart>
          </mc:Choice>
          <mc:Fallback>
            <p:pic>
              <p:nvPicPr>
                <p:cNvPr id="71" name="墨迹 70">
                  <a:extLst>
                    <a:ext uri="{FF2B5EF4-FFF2-40B4-BE49-F238E27FC236}">
                      <a16:creationId xmlns:a16="http://schemas.microsoft.com/office/drawing/2014/main" id="{1DE5EF87-F0F2-4002-A406-E5A95A9FA50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831493" y="2329773"/>
                  <a:ext cx="231840" cy="80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3" name="墨迹 72">
                  <a:extLst>
                    <a:ext uri="{FF2B5EF4-FFF2-40B4-BE49-F238E27FC236}">
                      <a16:creationId xmlns:a16="http://schemas.microsoft.com/office/drawing/2014/main" id="{7ECD9261-C56C-4748-A348-4F10C018DF9E}"/>
                    </a:ext>
                  </a:extLst>
                </p14:cNvPr>
                <p14:cNvContentPartPr/>
                <p14:nvPr/>
              </p14:nvContentPartPr>
              <p14:xfrm>
                <a:off x="762773" y="169413"/>
                <a:ext cx="493560" cy="730080"/>
              </p14:xfrm>
            </p:contentPart>
          </mc:Choice>
          <mc:Fallback>
            <p:pic>
              <p:nvPicPr>
                <p:cNvPr id="73" name="墨迹 72">
                  <a:extLst>
                    <a:ext uri="{FF2B5EF4-FFF2-40B4-BE49-F238E27FC236}">
                      <a16:creationId xmlns:a16="http://schemas.microsoft.com/office/drawing/2014/main" id="{7ECD9261-C56C-4748-A348-4F10C018DF9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54133" y="160413"/>
                  <a:ext cx="511200" cy="74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74" name="墨迹 73">
                  <a:extLst>
                    <a:ext uri="{FF2B5EF4-FFF2-40B4-BE49-F238E27FC236}">
                      <a16:creationId xmlns:a16="http://schemas.microsoft.com/office/drawing/2014/main" id="{05EB717C-B0CD-4787-8E60-83386A4F4959}"/>
                    </a:ext>
                  </a:extLst>
                </p14:cNvPr>
                <p14:cNvContentPartPr/>
                <p14:nvPr/>
              </p14:nvContentPartPr>
              <p14:xfrm>
                <a:off x="714173" y="1023693"/>
                <a:ext cx="44640" cy="104760"/>
              </p14:xfrm>
            </p:contentPart>
          </mc:Choice>
          <mc:Fallback>
            <p:pic>
              <p:nvPicPr>
                <p:cNvPr id="74" name="墨迹 73">
                  <a:extLst>
                    <a:ext uri="{FF2B5EF4-FFF2-40B4-BE49-F238E27FC236}">
                      <a16:creationId xmlns:a16="http://schemas.microsoft.com/office/drawing/2014/main" id="{05EB717C-B0CD-4787-8E60-83386A4F495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05533" y="1014693"/>
                  <a:ext cx="622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5" name="墨迹 74">
                  <a:extLst>
                    <a:ext uri="{FF2B5EF4-FFF2-40B4-BE49-F238E27FC236}">
                      <a16:creationId xmlns:a16="http://schemas.microsoft.com/office/drawing/2014/main" id="{3DD3636E-2743-46CB-AD67-05234A4E8FDD}"/>
                    </a:ext>
                  </a:extLst>
                </p14:cNvPr>
                <p14:cNvContentPartPr/>
                <p14:nvPr/>
              </p14:nvContentPartPr>
              <p14:xfrm>
                <a:off x="480533" y="710853"/>
                <a:ext cx="590040" cy="1059480"/>
              </p14:xfrm>
            </p:contentPart>
          </mc:Choice>
          <mc:Fallback>
            <p:pic>
              <p:nvPicPr>
                <p:cNvPr id="75" name="墨迹 74">
                  <a:extLst>
                    <a:ext uri="{FF2B5EF4-FFF2-40B4-BE49-F238E27FC236}">
                      <a16:creationId xmlns:a16="http://schemas.microsoft.com/office/drawing/2014/main" id="{3DD3636E-2743-46CB-AD67-05234A4E8FD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71533" y="701853"/>
                  <a:ext cx="607680" cy="10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6" name="墨迹 75">
                  <a:extLst>
                    <a:ext uri="{FF2B5EF4-FFF2-40B4-BE49-F238E27FC236}">
                      <a16:creationId xmlns:a16="http://schemas.microsoft.com/office/drawing/2014/main" id="{CD84CA04-3F29-416E-88DC-3CE29781A592}"/>
                    </a:ext>
                  </a:extLst>
                </p14:cNvPr>
                <p14:cNvContentPartPr/>
                <p14:nvPr/>
              </p14:nvContentPartPr>
              <p14:xfrm>
                <a:off x="1229693" y="3160653"/>
                <a:ext cx="336600" cy="441000"/>
              </p14:xfrm>
            </p:contentPart>
          </mc:Choice>
          <mc:Fallback>
            <p:pic>
              <p:nvPicPr>
                <p:cNvPr id="76" name="墨迹 75">
                  <a:extLst>
                    <a:ext uri="{FF2B5EF4-FFF2-40B4-BE49-F238E27FC236}">
                      <a16:creationId xmlns:a16="http://schemas.microsoft.com/office/drawing/2014/main" id="{CD84CA04-3F29-416E-88DC-3CE29781A59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220693" y="3151653"/>
                  <a:ext cx="35424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7" name="墨迹 76">
                  <a:extLst>
                    <a:ext uri="{FF2B5EF4-FFF2-40B4-BE49-F238E27FC236}">
                      <a16:creationId xmlns:a16="http://schemas.microsoft.com/office/drawing/2014/main" id="{0CA6BD82-6FAB-4E57-906C-221937C90A95}"/>
                    </a:ext>
                  </a:extLst>
                </p14:cNvPr>
                <p14:cNvContentPartPr/>
                <p14:nvPr/>
              </p14:nvContentPartPr>
              <p14:xfrm>
                <a:off x="857453" y="3206733"/>
                <a:ext cx="390240" cy="763200"/>
              </p14:xfrm>
            </p:contentPart>
          </mc:Choice>
          <mc:Fallback>
            <p:pic>
              <p:nvPicPr>
                <p:cNvPr id="77" name="墨迹 76">
                  <a:extLst>
                    <a:ext uri="{FF2B5EF4-FFF2-40B4-BE49-F238E27FC236}">
                      <a16:creationId xmlns:a16="http://schemas.microsoft.com/office/drawing/2014/main" id="{0CA6BD82-6FAB-4E57-906C-221937C90A9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48813" y="3197733"/>
                  <a:ext cx="407880" cy="780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824878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59BD6EE-4592-4AE1-828E-974537782D5B}"/>
              </a:ext>
            </a:extLst>
          </p:cNvPr>
          <p:cNvSpPr txBox="1"/>
          <p:nvPr/>
        </p:nvSpPr>
        <p:spPr>
          <a:xfrm>
            <a:off x="1551092" y="1858909"/>
            <a:ext cx="841925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</a:t>
            </a:r>
            <a:r>
              <a:rPr lang="zh-CN" altLang="en-US" dirty="0"/>
              <a:t>LECT c.com_name AS 股票名称, ((s.close - s.open) / s.open) * 100 AS 涨幅百分比 FROM stock_daily AS s JOIN stock_company AS c ON s.ts_code = c.ts_code WHERE s.trade_date = '20240105' order by 涨幅百分比 DESC LIMIT 1</a:t>
            </a:r>
          </a:p>
        </p:txBody>
      </p:sp>
    </p:spTree>
    <p:extLst>
      <p:ext uri="{BB962C8B-B14F-4D97-AF65-F5344CB8AC3E}">
        <p14:creationId xmlns:p14="http://schemas.microsoft.com/office/powerpoint/2010/main" val="738514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938</TotalTime>
  <Words>580</Words>
  <Application>Microsoft Office PowerPoint</Application>
  <PresentationFormat>宽屏</PresentationFormat>
  <Paragraphs>123</Paragraphs>
  <Slides>46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2" baseType="lpstr">
      <vt:lpstr>-apple-system</vt:lpstr>
      <vt:lpstr>等线</vt:lpstr>
      <vt:lpstr>等线 Light</vt:lpstr>
      <vt:lpstr>Arial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150</cp:revision>
  <dcterms:created xsi:type="dcterms:W3CDTF">2025-05-07T09:19:22Z</dcterms:created>
  <dcterms:modified xsi:type="dcterms:W3CDTF">2025-05-13T16:18:08Z</dcterms:modified>
</cp:coreProperties>
</file>